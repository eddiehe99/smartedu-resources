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43388" y="2525572"/>
            <a:ext cx="4105223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38795" y="3478212"/>
            <a:ext cx="8714409" cy="937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2156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0574" y="1186040"/>
            <a:ext cx="10203180" cy="2771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image" Target="../media/image34.png"/><Relationship Id="rId28" Type="http://schemas.openxmlformats.org/officeDocument/2006/relationships/image" Target="../media/image3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3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75.png"/><Relationship Id="rId9" Type="http://schemas.openxmlformats.org/officeDocument/2006/relationships/image" Target="../media/image70.png"/><Relationship Id="rId10" Type="http://schemas.openxmlformats.org/officeDocument/2006/relationships/image" Target="../media/image76.jp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83.png"/><Relationship Id="rId18" Type="http://schemas.openxmlformats.org/officeDocument/2006/relationships/image" Target="../media/image84.png"/><Relationship Id="rId19" Type="http://schemas.openxmlformats.org/officeDocument/2006/relationships/image" Target="../media/image85.png"/><Relationship Id="rId20" Type="http://schemas.openxmlformats.org/officeDocument/2006/relationships/image" Target="../media/image86.png"/><Relationship Id="rId21" Type="http://schemas.openxmlformats.org/officeDocument/2006/relationships/image" Target="../media/image87.png"/><Relationship Id="rId22" Type="http://schemas.openxmlformats.org/officeDocument/2006/relationships/image" Target="../media/image88.png"/><Relationship Id="rId23" Type="http://schemas.openxmlformats.org/officeDocument/2006/relationships/image" Target="../media/image8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jp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3388" y="2525572"/>
            <a:ext cx="226123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电磁振</a:t>
            </a:r>
            <a:r>
              <a:rPr dirty="0" sz="4400" spc="5" b="1">
                <a:solidFill>
                  <a:srgbClr val="FFFFFF"/>
                </a:solidFill>
                <a:latin typeface="微软雅黑"/>
                <a:cs typeface="微软雅黑"/>
              </a:rPr>
              <a:t>荡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33955" marR="5080">
              <a:lnSpc>
                <a:spcPct val="124700"/>
              </a:lnSpc>
              <a:spcBef>
                <a:spcPts val="95"/>
              </a:spcBef>
              <a:tabLst>
                <a:tab pos="2892425" algn="l"/>
                <a:tab pos="5187950" algn="l"/>
                <a:tab pos="5647055" algn="l"/>
                <a:tab pos="5795010" algn="l"/>
                <a:tab pos="6254115" algn="l"/>
              </a:tabLst>
            </a:pPr>
            <a:r>
              <a:rPr dirty="0"/>
              <a:t>主讲人：张</a:t>
            </a:r>
            <a:r>
              <a:rPr dirty="0" spc="-5"/>
              <a:t>聪</a:t>
            </a:r>
            <a:r>
              <a:rPr dirty="0"/>
              <a:t>	</a:t>
            </a:r>
            <a:r>
              <a:rPr dirty="0" spc="-5"/>
              <a:t>学</a:t>
            </a:r>
            <a:r>
              <a:rPr dirty="0"/>
              <a:t>	</a:t>
            </a:r>
            <a:r>
              <a:rPr dirty="0"/>
              <a:t>校：北京市第八十中</a:t>
            </a:r>
            <a:r>
              <a:rPr dirty="0" spc="-5"/>
              <a:t>学 </a:t>
            </a:r>
            <a:r>
              <a:rPr dirty="0" spc="-5"/>
              <a:t>学	</a:t>
            </a:r>
            <a:r>
              <a:rPr dirty="0"/>
              <a:t>科：物理（人教版</a:t>
            </a:r>
            <a:r>
              <a:rPr dirty="0" spc="-5"/>
              <a:t>）		年	</a:t>
            </a:r>
            <a:r>
              <a:rPr dirty="0"/>
              <a:t>级：高二下学</a:t>
            </a:r>
            <a:r>
              <a:rPr dirty="0" spc="-5"/>
              <a:t>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70636" y="967892"/>
            <a:ext cx="1423670" cy="661035"/>
          </a:xfrm>
          <a:custGeom>
            <a:avLst/>
            <a:gdLst/>
            <a:ahLst/>
            <a:cxnLst/>
            <a:rect l="l" t="t" r="r" b="b"/>
            <a:pathLst>
              <a:path w="1423670" h="661035">
                <a:moveTo>
                  <a:pt x="1423644" y="660971"/>
                </a:moveTo>
                <a:lnTo>
                  <a:pt x="0" y="660971"/>
                </a:lnTo>
                <a:lnTo>
                  <a:pt x="0" y="0"/>
                </a:lnTo>
                <a:lnTo>
                  <a:pt x="1423644" y="0"/>
                </a:lnTo>
                <a:lnTo>
                  <a:pt x="1423644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71"/>
                </a:lnTo>
                <a:lnTo>
                  <a:pt x="38100" y="584771"/>
                </a:lnTo>
                <a:lnTo>
                  <a:pt x="76200" y="622871"/>
                </a:lnTo>
                <a:lnTo>
                  <a:pt x="1423644" y="622871"/>
                </a:lnTo>
                <a:lnTo>
                  <a:pt x="1423644" y="660971"/>
                </a:lnTo>
                <a:close/>
              </a:path>
              <a:path w="1423670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423670" h="661035">
                <a:moveTo>
                  <a:pt x="1347444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347444" y="38100"/>
                </a:lnTo>
                <a:lnTo>
                  <a:pt x="1347444" y="76200"/>
                </a:lnTo>
                <a:close/>
              </a:path>
              <a:path w="1423670" h="661035">
                <a:moveTo>
                  <a:pt x="1347444" y="622871"/>
                </a:moveTo>
                <a:lnTo>
                  <a:pt x="1347444" y="38100"/>
                </a:lnTo>
                <a:lnTo>
                  <a:pt x="1385544" y="76200"/>
                </a:lnTo>
                <a:lnTo>
                  <a:pt x="1423644" y="76200"/>
                </a:lnTo>
                <a:lnTo>
                  <a:pt x="1423644" y="584771"/>
                </a:lnTo>
                <a:lnTo>
                  <a:pt x="1385544" y="584771"/>
                </a:lnTo>
                <a:lnTo>
                  <a:pt x="1347444" y="622871"/>
                </a:lnTo>
                <a:close/>
              </a:path>
              <a:path w="1423670" h="661035">
                <a:moveTo>
                  <a:pt x="1423644" y="76200"/>
                </a:moveTo>
                <a:lnTo>
                  <a:pt x="1385544" y="76200"/>
                </a:lnTo>
                <a:lnTo>
                  <a:pt x="1347444" y="38100"/>
                </a:lnTo>
                <a:lnTo>
                  <a:pt x="1423644" y="38100"/>
                </a:lnTo>
                <a:lnTo>
                  <a:pt x="1423644" y="76200"/>
                </a:lnTo>
                <a:close/>
              </a:path>
              <a:path w="1423670" h="661035">
                <a:moveTo>
                  <a:pt x="76200" y="622871"/>
                </a:moveTo>
                <a:lnTo>
                  <a:pt x="38100" y="584771"/>
                </a:lnTo>
                <a:lnTo>
                  <a:pt x="76200" y="584771"/>
                </a:lnTo>
                <a:lnTo>
                  <a:pt x="76200" y="622871"/>
                </a:lnTo>
                <a:close/>
              </a:path>
              <a:path w="1423670" h="661035">
                <a:moveTo>
                  <a:pt x="1347444" y="622871"/>
                </a:moveTo>
                <a:lnTo>
                  <a:pt x="76200" y="622871"/>
                </a:lnTo>
                <a:lnTo>
                  <a:pt x="76200" y="584771"/>
                </a:lnTo>
                <a:lnTo>
                  <a:pt x="1347444" y="584771"/>
                </a:lnTo>
                <a:lnTo>
                  <a:pt x="1347444" y="622871"/>
                </a:lnTo>
                <a:close/>
              </a:path>
              <a:path w="1423670" h="661035">
                <a:moveTo>
                  <a:pt x="1423644" y="622871"/>
                </a:moveTo>
                <a:lnTo>
                  <a:pt x="1347444" y="622871"/>
                </a:lnTo>
                <a:lnTo>
                  <a:pt x="1385544" y="584771"/>
                </a:lnTo>
                <a:lnTo>
                  <a:pt x="1423644" y="584771"/>
                </a:lnTo>
                <a:lnTo>
                  <a:pt x="1423644" y="622871"/>
                </a:lnTo>
                <a:close/>
              </a:path>
            </a:pathLst>
          </a:custGeom>
          <a:solidFill>
            <a:srgbClr val="E72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04723" y="3465525"/>
            <a:ext cx="165353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华文楷体"/>
                <a:cs typeface="华文楷体"/>
              </a:rPr>
              <a:t>实验视频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08593" y="2951581"/>
            <a:ext cx="0" cy="748030"/>
          </a:xfrm>
          <a:custGeom>
            <a:avLst/>
            <a:gdLst/>
            <a:ahLst/>
            <a:cxnLst/>
            <a:rect l="l" t="t" r="r" b="b"/>
            <a:pathLst>
              <a:path w="0" h="748029">
                <a:moveTo>
                  <a:pt x="0" y="0"/>
                </a:moveTo>
                <a:lnTo>
                  <a:pt x="0" y="747928"/>
                </a:lnTo>
              </a:path>
            </a:pathLst>
          </a:custGeom>
          <a:ln w="207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08593" y="3799230"/>
            <a:ext cx="0" cy="1097280"/>
          </a:xfrm>
          <a:custGeom>
            <a:avLst/>
            <a:gdLst/>
            <a:ahLst/>
            <a:cxnLst/>
            <a:rect l="l" t="t" r="r" b="b"/>
            <a:pathLst>
              <a:path w="0" h="1097279">
                <a:moveTo>
                  <a:pt x="0" y="0"/>
                </a:moveTo>
                <a:lnTo>
                  <a:pt x="0" y="1096962"/>
                </a:lnTo>
              </a:path>
            </a:pathLst>
          </a:custGeom>
          <a:ln w="207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60506" y="4896193"/>
            <a:ext cx="748665" cy="0"/>
          </a:xfrm>
          <a:custGeom>
            <a:avLst/>
            <a:gdLst/>
            <a:ahLst/>
            <a:cxnLst/>
            <a:rect l="l" t="t" r="r" b="b"/>
            <a:pathLst>
              <a:path w="748664" h="0">
                <a:moveTo>
                  <a:pt x="0" y="0"/>
                </a:moveTo>
                <a:lnTo>
                  <a:pt x="748080" y="0"/>
                </a:lnTo>
              </a:path>
            </a:pathLst>
          </a:custGeom>
          <a:ln w="207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61529" y="2951581"/>
            <a:ext cx="0" cy="748030"/>
          </a:xfrm>
          <a:custGeom>
            <a:avLst/>
            <a:gdLst/>
            <a:ahLst/>
            <a:cxnLst/>
            <a:rect l="l" t="t" r="r" b="b"/>
            <a:pathLst>
              <a:path w="0" h="748029">
                <a:moveTo>
                  <a:pt x="0" y="0"/>
                </a:moveTo>
                <a:lnTo>
                  <a:pt x="0" y="747928"/>
                </a:lnTo>
              </a:path>
            </a:pathLst>
          </a:custGeom>
          <a:ln w="207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63606" y="3998683"/>
            <a:ext cx="0" cy="395605"/>
          </a:xfrm>
          <a:custGeom>
            <a:avLst/>
            <a:gdLst/>
            <a:ahLst/>
            <a:cxnLst/>
            <a:rect l="l" t="t" r="r" b="b"/>
            <a:pathLst>
              <a:path w="0" h="395604">
                <a:moveTo>
                  <a:pt x="0" y="0"/>
                </a:moveTo>
                <a:lnTo>
                  <a:pt x="0" y="394995"/>
                </a:lnTo>
              </a:path>
            </a:pathLst>
          </a:custGeom>
          <a:ln w="249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51134" y="3998683"/>
            <a:ext cx="25400" cy="395605"/>
          </a:xfrm>
          <a:custGeom>
            <a:avLst/>
            <a:gdLst/>
            <a:ahLst/>
            <a:cxnLst/>
            <a:rect l="l" t="t" r="r" b="b"/>
            <a:pathLst>
              <a:path w="25400" h="395604">
                <a:moveTo>
                  <a:pt x="20789" y="0"/>
                </a:moveTo>
                <a:lnTo>
                  <a:pt x="24942" y="394741"/>
                </a:lnTo>
                <a:lnTo>
                  <a:pt x="4165" y="394995"/>
                </a:lnTo>
                <a:lnTo>
                  <a:pt x="0" y="253"/>
                </a:lnTo>
                <a:lnTo>
                  <a:pt x="207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41957" y="4892040"/>
            <a:ext cx="1821180" cy="0"/>
          </a:xfrm>
          <a:custGeom>
            <a:avLst/>
            <a:gdLst/>
            <a:ahLst/>
            <a:cxnLst/>
            <a:rect l="l" t="t" r="r" b="b"/>
            <a:pathLst>
              <a:path w="1821179" h="0">
                <a:moveTo>
                  <a:pt x="0" y="0"/>
                </a:moveTo>
                <a:lnTo>
                  <a:pt x="1820595" y="0"/>
                </a:lnTo>
              </a:path>
            </a:pathLst>
          </a:custGeom>
          <a:ln w="290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41957" y="4877498"/>
            <a:ext cx="1821180" cy="29209"/>
          </a:xfrm>
          <a:custGeom>
            <a:avLst/>
            <a:gdLst/>
            <a:ahLst/>
            <a:cxnLst/>
            <a:rect l="l" t="t" r="r" b="b"/>
            <a:pathLst>
              <a:path w="1821179" h="29210">
                <a:moveTo>
                  <a:pt x="254" y="0"/>
                </a:moveTo>
                <a:lnTo>
                  <a:pt x="1820595" y="8305"/>
                </a:lnTo>
                <a:lnTo>
                  <a:pt x="1820341" y="29083"/>
                </a:lnTo>
                <a:lnTo>
                  <a:pt x="0" y="20777"/>
                </a:lnTo>
                <a:lnTo>
                  <a:pt x="25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71918" y="4484827"/>
            <a:ext cx="0" cy="399415"/>
          </a:xfrm>
          <a:custGeom>
            <a:avLst/>
            <a:gdLst/>
            <a:ahLst/>
            <a:cxnLst/>
            <a:rect l="l" t="t" r="r" b="b"/>
            <a:pathLst>
              <a:path w="0" h="399414">
                <a:moveTo>
                  <a:pt x="0" y="0"/>
                </a:moveTo>
                <a:lnTo>
                  <a:pt x="0" y="399160"/>
                </a:lnTo>
              </a:path>
            </a:pathLst>
          </a:custGeom>
          <a:ln w="2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59453" y="4484827"/>
            <a:ext cx="25400" cy="399415"/>
          </a:xfrm>
          <a:custGeom>
            <a:avLst/>
            <a:gdLst/>
            <a:ahLst/>
            <a:cxnLst/>
            <a:rect l="l" t="t" r="r" b="b"/>
            <a:pathLst>
              <a:path w="25400" h="399414">
                <a:moveTo>
                  <a:pt x="20777" y="0"/>
                </a:moveTo>
                <a:lnTo>
                  <a:pt x="24930" y="398894"/>
                </a:lnTo>
                <a:lnTo>
                  <a:pt x="4152" y="399160"/>
                </a:lnTo>
                <a:lnTo>
                  <a:pt x="0" y="266"/>
                </a:lnTo>
                <a:lnTo>
                  <a:pt x="2077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37791" y="4497298"/>
            <a:ext cx="0" cy="399415"/>
          </a:xfrm>
          <a:custGeom>
            <a:avLst/>
            <a:gdLst/>
            <a:ahLst/>
            <a:cxnLst/>
            <a:rect l="l" t="t" r="r" b="b"/>
            <a:pathLst>
              <a:path w="0" h="399414">
                <a:moveTo>
                  <a:pt x="0" y="0"/>
                </a:moveTo>
                <a:lnTo>
                  <a:pt x="0" y="398894"/>
                </a:lnTo>
              </a:path>
            </a:pathLst>
          </a:custGeom>
          <a:ln w="207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37791" y="2951581"/>
            <a:ext cx="0" cy="448945"/>
          </a:xfrm>
          <a:custGeom>
            <a:avLst/>
            <a:gdLst/>
            <a:ahLst/>
            <a:cxnLst/>
            <a:rect l="l" t="t" r="r" b="b"/>
            <a:pathLst>
              <a:path w="0" h="448945">
                <a:moveTo>
                  <a:pt x="0" y="0"/>
                </a:moveTo>
                <a:lnTo>
                  <a:pt x="0" y="448754"/>
                </a:lnTo>
              </a:path>
            </a:pathLst>
          </a:custGeom>
          <a:ln w="207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663272" y="3369906"/>
            <a:ext cx="291465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25" b="1" i="1">
                <a:latin typeface="Times New Roman"/>
                <a:cs typeface="Times New Roman"/>
              </a:rPr>
              <a:t>E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83076" y="3699509"/>
            <a:ext cx="536575" cy="0"/>
          </a:xfrm>
          <a:custGeom>
            <a:avLst/>
            <a:gdLst/>
            <a:ahLst/>
            <a:cxnLst/>
            <a:rect l="l" t="t" r="r" b="b"/>
            <a:pathLst>
              <a:path w="536575" h="0">
                <a:moveTo>
                  <a:pt x="0" y="0"/>
                </a:moveTo>
                <a:lnTo>
                  <a:pt x="536130" y="0"/>
                </a:lnTo>
              </a:path>
            </a:pathLst>
          </a:custGeom>
          <a:ln w="207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91381" y="3992448"/>
            <a:ext cx="528320" cy="0"/>
          </a:xfrm>
          <a:custGeom>
            <a:avLst/>
            <a:gdLst/>
            <a:ahLst/>
            <a:cxnLst/>
            <a:rect l="l" t="t" r="r" b="b"/>
            <a:pathLst>
              <a:path w="528320" h="0">
                <a:moveTo>
                  <a:pt x="0" y="0"/>
                </a:moveTo>
                <a:lnTo>
                  <a:pt x="528078" y="0"/>
                </a:lnTo>
              </a:path>
            </a:pathLst>
          </a:custGeom>
          <a:ln w="332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91381" y="3975823"/>
            <a:ext cx="528320" cy="33655"/>
          </a:xfrm>
          <a:custGeom>
            <a:avLst/>
            <a:gdLst/>
            <a:ahLst/>
            <a:cxnLst/>
            <a:rect l="l" t="t" r="r" b="b"/>
            <a:pathLst>
              <a:path w="528320" h="33654">
                <a:moveTo>
                  <a:pt x="266" y="0"/>
                </a:moveTo>
                <a:lnTo>
                  <a:pt x="528078" y="12471"/>
                </a:lnTo>
                <a:lnTo>
                  <a:pt x="527824" y="33248"/>
                </a:lnTo>
                <a:lnTo>
                  <a:pt x="0" y="20777"/>
                </a:lnTo>
                <a:lnTo>
                  <a:pt x="26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959235" y="3699509"/>
            <a:ext cx="548640" cy="0"/>
          </a:xfrm>
          <a:custGeom>
            <a:avLst/>
            <a:gdLst/>
            <a:ahLst/>
            <a:cxnLst/>
            <a:rect l="l" t="t" r="r" b="b"/>
            <a:pathLst>
              <a:path w="548639" h="0">
                <a:moveTo>
                  <a:pt x="0" y="0"/>
                </a:moveTo>
                <a:lnTo>
                  <a:pt x="548601" y="0"/>
                </a:lnTo>
              </a:path>
            </a:pathLst>
          </a:custGeom>
          <a:ln w="207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58981" y="3799230"/>
            <a:ext cx="299720" cy="0"/>
          </a:xfrm>
          <a:custGeom>
            <a:avLst/>
            <a:gdLst/>
            <a:ahLst/>
            <a:cxnLst/>
            <a:rect l="l" t="t" r="r" b="b"/>
            <a:pathLst>
              <a:path w="299720" h="0">
                <a:moveTo>
                  <a:pt x="0" y="0"/>
                </a:moveTo>
                <a:lnTo>
                  <a:pt x="299237" y="0"/>
                </a:lnTo>
              </a:path>
            </a:pathLst>
          </a:custGeom>
          <a:ln w="207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71644" y="3515385"/>
            <a:ext cx="291465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25" b="1" i="1">
                <a:latin typeface="Times New Roman"/>
                <a:cs typeface="Times New Roman"/>
              </a:rPr>
              <a:t>C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3339" y="3626726"/>
            <a:ext cx="269240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20" b="1" i="1">
                <a:latin typeface="Times New Roman"/>
                <a:cs typeface="Times New Roman"/>
              </a:rPr>
              <a:t>L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12337" y="4246283"/>
            <a:ext cx="247650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20" b="1" i="1">
                <a:latin typeface="Times New Roman"/>
                <a:cs typeface="Times New Roman"/>
              </a:rPr>
              <a:t>S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46109" y="2957817"/>
            <a:ext cx="3263265" cy="0"/>
          </a:xfrm>
          <a:custGeom>
            <a:avLst/>
            <a:gdLst/>
            <a:ahLst/>
            <a:cxnLst/>
            <a:rect l="l" t="t" r="r" b="b"/>
            <a:pathLst>
              <a:path w="3263265" h="0">
                <a:moveTo>
                  <a:pt x="0" y="0"/>
                </a:moveTo>
                <a:lnTo>
                  <a:pt x="3262744" y="0"/>
                </a:lnTo>
              </a:path>
            </a:pathLst>
          </a:custGeom>
          <a:ln w="332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46109" y="2941192"/>
            <a:ext cx="3263265" cy="33655"/>
          </a:xfrm>
          <a:custGeom>
            <a:avLst/>
            <a:gdLst/>
            <a:ahLst/>
            <a:cxnLst/>
            <a:rect l="l" t="t" r="r" b="b"/>
            <a:pathLst>
              <a:path w="3263265" h="33655">
                <a:moveTo>
                  <a:pt x="0" y="12471"/>
                </a:moveTo>
                <a:lnTo>
                  <a:pt x="3262477" y="0"/>
                </a:lnTo>
                <a:lnTo>
                  <a:pt x="3262744" y="20777"/>
                </a:lnTo>
                <a:lnTo>
                  <a:pt x="254" y="33248"/>
                </a:lnTo>
                <a:lnTo>
                  <a:pt x="0" y="12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22523" y="2930804"/>
            <a:ext cx="598474" cy="99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12389" y="2667215"/>
            <a:ext cx="619125" cy="569595"/>
          </a:xfrm>
          <a:custGeom>
            <a:avLst/>
            <a:gdLst/>
            <a:ahLst/>
            <a:cxnLst/>
            <a:rect l="l" t="t" r="r" b="b"/>
            <a:pathLst>
              <a:path w="619125" h="569594">
                <a:moveTo>
                  <a:pt x="309880" y="568998"/>
                </a:moveTo>
                <a:lnTo>
                  <a:pt x="247802" y="563537"/>
                </a:lnTo>
                <a:lnTo>
                  <a:pt x="189877" y="546925"/>
                </a:lnTo>
                <a:lnTo>
                  <a:pt x="137147" y="520954"/>
                </a:lnTo>
                <a:lnTo>
                  <a:pt x="91439" y="486410"/>
                </a:lnTo>
                <a:lnTo>
                  <a:pt x="53251" y="444601"/>
                </a:lnTo>
                <a:lnTo>
                  <a:pt x="24676" y="396036"/>
                </a:lnTo>
                <a:lnTo>
                  <a:pt x="6235" y="342798"/>
                </a:lnTo>
                <a:lnTo>
                  <a:pt x="0" y="285140"/>
                </a:lnTo>
                <a:lnTo>
                  <a:pt x="1562" y="255803"/>
                </a:lnTo>
                <a:lnTo>
                  <a:pt x="13766" y="199961"/>
                </a:lnTo>
                <a:lnTo>
                  <a:pt x="37147" y="149059"/>
                </a:lnTo>
                <a:lnTo>
                  <a:pt x="70396" y="103352"/>
                </a:lnTo>
                <a:lnTo>
                  <a:pt x="112471" y="64922"/>
                </a:lnTo>
                <a:lnTo>
                  <a:pt x="161823" y="34277"/>
                </a:lnTo>
                <a:lnTo>
                  <a:pt x="217411" y="12725"/>
                </a:lnTo>
                <a:lnTo>
                  <a:pt x="277418" y="1295"/>
                </a:lnTo>
                <a:lnTo>
                  <a:pt x="309105" y="0"/>
                </a:lnTo>
                <a:lnTo>
                  <a:pt x="340537" y="1295"/>
                </a:lnTo>
                <a:lnTo>
                  <a:pt x="371182" y="5448"/>
                </a:lnTo>
                <a:lnTo>
                  <a:pt x="401053" y="12458"/>
                </a:lnTo>
                <a:lnTo>
                  <a:pt x="424772" y="20510"/>
                </a:lnTo>
                <a:lnTo>
                  <a:pt x="309880" y="20510"/>
                </a:lnTo>
                <a:lnTo>
                  <a:pt x="280276" y="21818"/>
                </a:lnTo>
                <a:lnTo>
                  <a:pt x="223900" y="32207"/>
                </a:lnTo>
                <a:lnTo>
                  <a:pt x="171957" y="52197"/>
                </a:lnTo>
                <a:lnTo>
                  <a:pt x="125717" y="80759"/>
                </a:lnTo>
                <a:lnTo>
                  <a:pt x="86753" y="116598"/>
                </a:lnTo>
                <a:lnTo>
                  <a:pt x="55587" y="158673"/>
                </a:lnTo>
                <a:lnTo>
                  <a:pt x="33769" y="205943"/>
                </a:lnTo>
                <a:lnTo>
                  <a:pt x="22085" y="257098"/>
                </a:lnTo>
                <a:lnTo>
                  <a:pt x="20523" y="283844"/>
                </a:lnTo>
                <a:lnTo>
                  <a:pt x="22085" y="310857"/>
                </a:lnTo>
                <a:lnTo>
                  <a:pt x="33515" y="362280"/>
                </a:lnTo>
                <a:lnTo>
                  <a:pt x="55067" y="409536"/>
                </a:lnTo>
                <a:lnTo>
                  <a:pt x="85979" y="451612"/>
                </a:lnTo>
                <a:lnTo>
                  <a:pt x="124942" y="487451"/>
                </a:lnTo>
                <a:lnTo>
                  <a:pt x="170916" y="516280"/>
                </a:lnTo>
                <a:lnTo>
                  <a:pt x="223126" y="536536"/>
                </a:lnTo>
                <a:lnTo>
                  <a:pt x="279234" y="547179"/>
                </a:lnTo>
                <a:lnTo>
                  <a:pt x="309105" y="548474"/>
                </a:lnTo>
                <a:lnTo>
                  <a:pt x="425017" y="548474"/>
                </a:lnTo>
                <a:lnTo>
                  <a:pt x="401840" y="556272"/>
                </a:lnTo>
                <a:lnTo>
                  <a:pt x="372224" y="563283"/>
                </a:lnTo>
                <a:lnTo>
                  <a:pt x="341579" y="567690"/>
                </a:lnTo>
                <a:lnTo>
                  <a:pt x="309880" y="568998"/>
                </a:lnTo>
                <a:close/>
              </a:path>
              <a:path w="619125" h="569594">
                <a:moveTo>
                  <a:pt x="425017" y="548474"/>
                </a:moveTo>
                <a:lnTo>
                  <a:pt x="309105" y="548474"/>
                </a:lnTo>
                <a:lnTo>
                  <a:pt x="338721" y="547179"/>
                </a:lnTo>
                <a:lnTo>
                  <a:pt x="367296" y="543280"/>
                </a:lnTo>
                <a:lnTo>
                  <a:pt x="421843" y="527697"/>
                </a:lnTo>
                <a:lnTo>
                  <a:pt x="470928" y="503288"/>
                </a:lnTo>
                <a:lnTo>
                  <a:pt x="513791" y="471093"/>
                </a:lnTo>
                <a:lnTo>
                  <a:pt x="548855" y="432130"/>
                </a:lnTo>
                <a:lnTo>
                  <a:pt x="575614" y="387464"/>
                </a:lnTo>
                <a:lnTo>
                  <a:pt x="592493" y="338124"/>
                </a:lnTo>
                <a:lnTo>
                  <a:pt x="598474" y="285140"/>
                </a:lnTo>
                <a:lnTo>
                  <a:pt x="596912" y="258140"/>
                </a:lnTo>
                <a:lnTo>
                  <a:pt x="585482" y="206717"/>
                </a:lnTo>
                <a:lnTo>
                  <a:pt x="563918" y="159715"/>
                </a:lnTo>
                <a:lnTo>
                  <a:pt x="533006" y="117386"/>
                </a:lnTo>
                <a:lnTo>
                  <a:pt x="494055" y="81280"/>
                </a:lnTo>
                <a:lnTo>
                  <a:pt x="447814" y="52717"/>
                </a:lnTo>
                <a:lnTo>
                  <a:pt x="396125" y="32461"/>
                </a:lnTo>
                <a:lnTo>
                  <a:pt x="339750" y="21818"/>
                </a:lnTo>
                <a:lnTo>
                  <a:pt x="309880" y="20510"/>
                </a:lnTo>
                <a:lnTo>
                  <a:pt x="424772" y="20510"/>
                </a:lnTo>
                <a:lnTo>
                  <a:pt x="481838" y="48044"/>
                </a:lnTo>
                <a:lnTo>
                  <a:pt x="527811" y="82588"/>
                </a:lnTo>
                <a:lnTo>
                  <a:pt x="565746" y="124650"/>
                </a:lnTo>
                <a:lnTo>
                  <a:pt x="594575" y="172961"/>
                </a:lnTo>
                <a:lnTo>
                  <a:pt x="612762" y="226199"/>
                </a:lnTo>
                <a:lnTo>
                  <a:pt x="618985" y="283844"/>
                </a:lnTo>
                <a:lnTo>
                  <a:pt x="617435" y="313194"/>
                </a:lnTo>
                <a:lnTo>
                  <a:pt x="605218" y="369023"/>
                </a:lnTo>
                <a:lnTo>
                  <a:pt x="581850" y="420192"/>
                </a:lnTo>
                <a:lnTo>
                  <a:pt x="548335" y="465632"/>
                </a:lnTo>
                <a:lnTo>
                  <a:pt x="506514" y="504075"/>
                </a:lnTo>
                <a:lnTo>
                  <a:pt x="457161" y="534720"/>
                </a:lnTo>
                <a:lnTo>
                  <a:pt x="430415" y="546658"/>
                </a:lnTo>
                <a:lnTo>
                  <a:pt x="425017" y="548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12389" y="2667215"/>
            <a:ext cx="619125" cy="569595"/>
          </a:xfrm>
          <a:custGeom>
            <a:avLst/>
            <a:gdLst/>
            <a:ahLst/>
            <a:cxnLst/>
            <a:rect l="l" t="t" r="r" b="b"/>
            <a:pathLst>
              <a:path w="619125" h="569594">
                <a:moveTo>
                  <a:pt x="0" y="285140"/>
                </a:moveTo>
                <a:lnTo>
                  <a:pt x="5968" y="227495"/>
                </a:lnTo>
                <a:lnTo>
                  <a:pt x="24155" y="173990"/>
                </a:lnTo>
                <a:lnTo>
                  <a:pt x="52730" y="125437"/>
                </a:lnTo>
                <a:lnTo>
                  <a:pt x="90652" y="83096"/>
                </a:lnTo>
                <a:lnTo>
                  <a:pt x="136372" y="48298"/>
                </a:lnTo>
                <a:lnTo>
                  <a:pt x="188836" y="22326"/>
                </a:lnTo>
                <a:lnTo>
                  <a:pt x="246760" y="5715"/>
                </a:lnTo>
                <a:lnTo>
                  <a:pt x="309105" y="0"/>
                </a:lnTo>
                <a:lnTo>
                  <a:pt x="340537" y="1295"/>
                </a:lnTo>
                <a:lnTo>
                  <a:pt x="401053" y="12458"/>
                </a:lnTo>
                <a:lnTo>
                  <a:pt x="456387" y="33756"/>
                </a:lnTo>
                <a:lnTo>
                  <a:pt x="505739" y="64147"/>
                </a:lnTo>
                <a:lnTo>
                  <a:pt x="547814" y="102577"/>
                </a:lnTo>
                <a:lnTo>
                  <a:pt x="581329" y="148031"/>
                </a:lnTo>
                <a:lnTo>
                  <a:pt x="604964" y="199186"/>
                </a:lnTo>
                <a:lnTo>
                  <a:pt x="617435" y="254762"/>
                </a:lnTo>
                <a:lnTo>
                  <a:pt x="618985" y="283844"/>
                </a:lnTo>
                <a:lnTo>
                  <a:pt x="617435" y="313194"/>
                </a:lnTo>
                <a:lnTo>
                  <a:pt x="605218" y="369023"/>
                </a:lnTo>
                <a:lnTo>
                  <a:pt x="581850" y="420192"/>
                </a:lnTo>
                <a:lnTo>
                  <a:pt x="548335" y="465632"/>
                </a:lnTo>
                <a:lnTo>
                  <a:pt x="506514" y="504075"/>
                </a:lnTo>
                <a:lnTo>
                  <a:pt x="457161" y="534720"/>
                </a:lnTo>
                <a:lnTo>
                  <a:pt x="401840" y="556272"/>
                </a:lnTo>
                <a:lnTo>
                  <a:pt x="341579" y="567690"/>
                </a:lnTo>
                <a:lnTo>
                  <a:pt x="309880" y="568998"/>
                </a:lnTo>
                <a:lnTo>
                  <a:pt x="278460" y="567690"/>
                </a:lnTo>
                <a:lnTo>
                  <a:pt x="218198" y="556526"/>
                </a:lnTo>
                <a:lnTo>
                  <a:pt x="162610" y="535228"/>
                </a:lnTo>
                <a:lnTo>
                  <a:pt x="113258" y="504583"/>
                </a:lnTo>
                <a:lnTo>
                  <a:pt x="71170" y="466420"/>
                </a:lnTo>
                <a:lnTo>
                  <a:pt x="37668" y="421220"/>
                </a:lnTo>
                <a:lnTo>
                  <a:pt x="14033" y="369811"/>
                </a:lnTo>
                <a:lnTo>
                  <a:pt x="1562" y="314236"/>
                </a:lnTo>
                <a:lnTo>
                  <a:pt x="0" y="28514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32912" y="2687726"/>
            <a:ext cx="578485" cy="528320"/>
          </a:xfrm>
          <a:custGeom>
            <a:avLst/>
            <a:gdLst/>
            <a:ahLst/>
            <a:cxnLst/>
            <a:rect l="l" t="t" r="r" b="b"/>
            <a:pathLst>
              <a:path w="578485" h="528319">
                <a:moveTo>
                  <a:pt x="1562" y="290347"/>
                </a:moveTo>
                <a:lnTo>
                  <a:pt x="12992" y="341769"/>
                </a:lnTo>
                <a:lnTo>
                  <a:pt x="34543" y="389026"/>
                </a:lnTo>
                <a:lnTo>
                  <a:pt x="65455" y="431101"/>
                </a:lnTo>
                <a:lnTo>
                  <a:pt x="104419" y="466940"/>
                </a:lnTo>
                <a:lnTo>
                  <a:pt x="150393" y="495769"/>
                </a:lnTo>
                <a:lnTo>
                  <a:pt x="202603" y="516026"/>
                </a:lnTo>
                <a:lnTo>
                  <a:pt x="258711" y="526669"/>
                </a:lnTo>
                <a:lnTo>
                  <a:pt x="288582" y="527964"/>
                </a:lnTo>
                <a:lnTo>
                  <a:pt x="318198" y="526669"/>
                </a:lnTo>
                <a:lnTo>
                  <a:pt x="374815" y="516280"/>
                </a:lnTo>
                <a:lnTo>
                  <a:pt x="426516" y="496290"/>
                </a:lnTo>
                <a:lnTo>
                  <a:pt x="472744" y="467715"/>
                </a:lnTo>
                <a:lnTo>
                  <a:pt x="511708" y="431876"/>
                </a:lnTo>
                <a:lnTo>
                  <a:pt x="542874" y="390067"/>
                </a:lnTo>
                <a:lnTo>
                  <a:pt x="564692" y="342544"/>
                </a:lnTo>
                <a:lnTo>
                  <a:pt x="576389" y="291388"/>
                </a:lnTo>
                <a:lnTo>
                  <a:pt x="577951" y="264629"/>
                </a:lnTo>
                <a:lnTo>
                  <a:pt x="576389" y="237629"/>
                </a:lnTo>
                <a:lnTo>
                  <a:pt x="564959" y="186207"/>
                </a:lnTo>
                <a:lnTo>
                  <a:pt x="543394" y="139204"/>
                </a:lnTo>
                <a:lnTo>
                  <a:pt x="512483" y="96875"/>
                </a:lnTo>
                <a:lnTo>
                  <a:pt x="473532" y="60769"/>
                </a:lnTo>
                <a:lnTo>
                  <a:pt x="427291" y="32207"/>
                </a:lnTo>
                <a:lnTo>
                  <a:pt x="375602" y="11950"/>
                </a:lnTo>
                <a:lnTo>
                  <a:pt x="319227" y="1308"/>
                </a:lnTo>
                <a:lnTo>
                  <a:pt x="289356" y="0"/>
                </a:lnTo>
                <a:lnTo>
                  <a:pt x="259753" y="1308"/>
                </a:lnTo>
                <a:lnTo>
                  <a:pt x="203377" y="11696"/>
                </a:lnTo>
                <a:lnTo>
                  <a:pt x="151434" y="31686"/>
                </a:lnTo>
                <a:lnTo>
                  <a:pt x="105194" y="60248"/>
                </a:lnTo>
                <a:lnTo>
                  <a:pt x="66230" y="96088"/>
                </a:lnTo>
                <a:lnTo>
                  <a:pt x="35064" y="138163"/>
                </a:lnTo>
                <a:lnTo>
                  <a:pt x="13246" y="185432"/>
                </a:lnTo>
                <a:lnTo>
                  <a:pt x="1562" y="236588"/>
                </a:lnTo>
                <a:lnTo>
                  <a:pt x="0" y="263334"/>
                </a:lnTo>
                <a:lnTo>
                  <a:pt x="1562" y="29034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60830" y="1015517"/>
            <a:ext cx="8917940" cy="2155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观</a:t>
            </a:r>
            <a:r>
              <a:rPr dirty="0" sz="3200" spc="-10" b="1">
                <a:latin typeface="黑体"/>
                <a:cs typeface="黑体"/>
              </a:rPr>
              <a:t>察</a:t>
            </a:r>
            <a:endParaRPr sz="3200">
              <a:latin typeface="黑体"/>
              <a:cs typeface="黑体"/>
            </a:endParaRPr>
          </a:p>
          <a:p>
            <a:pPr marL="712470">
              <a:lnSpc>
                <a:spcPct val="100000"/>
              </a:lnSpc>
              <a:spcBef>
                <a:spcPts val="2140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观察实验，放电过程中，电流表的示数有什么变化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Times New Roman"/>
              <a:cs typeface="Times New Roman"/>
            </a:endParaRPr>
          </a:p>
          <a:p>
            <a:pPr marL="2122170">
              <a:lnSpc>
                <a:spcPct val="100000"/>
              </a:lnSpc>
            </a:pPr>
            <a:r>
              <a:rPr dirty="0" sz="3100" spc="25" b="1">
                <a:latin typeface="Times New Roman"/>
                <a:cs typeface="Times New Roman"/>
              </a:rPr>
              <a:t>A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12538" y="4823498"/>
            <a:ext cx="208279" cy="4641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50" spc="10" b="1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008818" y="4369803"/>
            <a:ext cx="113995" cy="130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585489" y="4844275"/>
            <a:ext cx="208279" cy="4641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50" spc="10" b="1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57928" y="4835181"/>
            <a:ext cx="113995" cy="1305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42829" y="4831029"/>
            <a:ext cx="113995" cy="1305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51031" y="3404489"/>
            <a:ext cx="0" cy="1068705"/>
          </a:xfrm>
          <a:custGeom>
            <a:avLst/>
            <a:gdLst/>
            <a:ahLst/>
            <a:cxnLst/>
            <a:rect l="l" t="t" r="r" b="b"/>
            <a:pathLst>
              <a:path w="0" h="1068704">
                <a:moveTo>
                  <a:pt x="0" y="0"/>
                </a:moveTo>
                <a:lnTo>
                  <a:pt x="0" y="1068133"/>
                </a:lnTo>
              </a:path>
            </a:pathLst>
          </a:custGeom>
          <a:ln w="29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636483" y="3404489"/>
            <a:ext cx="29209" cy="1068705"/>
          </a:xfrm>
          <a:custGeom>
            <a:avLst/>
            <a:gdLst/>
            <a:ahLst/>
            <a:cxnLst/>
            <a:rect l="l" t="t" r="r" b="b"/>
            <a:pathLst>
              <a:path w="29210" h="1068704">
                <a:moveTo>
                  <a:pt x="20777" y="0"/>
                </a:moveTo>
                <a:lnTo>
                  <a:pt x="29095" y="1067879"/>
                </a:lnTo>
                <a:lnTo>
                  <a:pt x="8305" y="1068133"/>
                </a:lnTo>
                <a:lnTo>
                  <a:pt x="0" y="266"/>
                </a:lnTo>
                <a:lnTo>
                  <a:pt x="2077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35467" y="3385032"/>
            <a:ext cx="305168" cy="1134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56158" y="1306550"/>
            <a:ext cx="2349500" cy="599440"/>
          </a:xfrm>
          <a:custGeom>
            <a:avLst/>
            <a:gdLst/>
            <a:ahLst/>
            <a:cxnLst/>
            <a:rect l="l" t="t" r="r" b="b"/>
            <a:pathLst>
              <a:path w="2349500" h="599439">
                <a:moveTo>
                  <a:pt x="2349322" y="599427"/>
                </a:moveTo>
                <a:lnTo>
                  <a:pt x="0" y="599427"/>
                </a:lnTo>
                <a:lnTo>
                  <a:pt x="0" y="0"/>
                </a:lnTo>
                <a:lnTo>
                  <a:pt x="2349322" y="0"/>
                </a:lnTo>
                <a:lnTo>
                  <a:pt x="2349322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23227"/>
                </a:lnTo>
                <a:lnTo>
                  <a:pt x="38100" y="523227"/>
                </a:lnTo>
                <a:lnTo>
                  <a:pt x="76200" y="561327"/>
                </a:lnTo>
                <a:lnTo>
                  <a:pt x="2349322" y="561327"/>
                </a:lnTo>
                <a:lnTo>
                  <a:pt x="2349322" y="599427"/>
                </a:lnTo>
                <a:close/>
              </a:path>
              <a:path w="2349500" h="599439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2349500" h="599439">
                <a:moveTo>
                  <a:pt x="2273122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2273122" y="38100"/>
                </a:lnTo>
                <a:lnTo>
                  <a:pt x="2273122" y="76200"/>
                </a:lnTo>
                <a:close/>
              </a:path>
              <a:path w="2349500" h="599439">
                <a:moveTo>
                  <a:pt x="2273122" y="561327"/>
                </a:moveTo>
                <a:lnTo>
                  <a:pt x="2273122" y="38100"/>
                </a:lnTo>
                <a:lnTo>
                  <a:pt x="2311222" y="76200"/>
                </a:lnTo>
                <a:lnTo>
                  <a:pt x="2349322" y="76200"/>
                </a:lnTo>
                <a:lnTo>
                  <a:pt x="2349322" y="523227"/>
                </a:lnTo>
                <a:lnTo>
                  <a:pt x="2311222" y="523227"/>
                </a:lnTo>
                <a:lnTo>
                  <a:pt x="2273122" y="561327"/>
                </a:lnTo>
                <a:close/>
              </a:path>
              <a:path w="2349500" h="599439">
                <a:moveTo>
                  <a:pt x="2349322" y="76200"/>
                </a:moveTo>
                <a:lnTo>
                  <a:pt x="2311222" y="76200"/>
                </a:lnTo>
                <a:lnTo>
                  <a:pt x="2273122" y="38100"/>
                </a:lnTo>
                <a:lnTo>
                  <a:pt x="2349322" y="38100"/>
                </a:lnTo>
                <a:lnTo>
                  <a:pt x="2349322" y="76200"/>
                </a:lnTo>
                <a:close/>
              </a:path>
              <a:path w="2349500" h="599439">
                <a:moveTo>
                  <a:pt x="76200" y="561327"/>
                </a:moveTo>
                <a:lnTo>
                  <a:pt x="38100" y="523227"/>
                </a:lnTo>
                <a:lnTo>
                  <a:pt x="76200" y="523227"/>
                </a:lnTo>
                <a:lnTo>
                  <a:pt x="76200" y="561327"/>
                </a:lnTo>
                <a:close/>
              </a:path>
              <a:path w="2349500" h="599439">
                <a:moveTo>
                  <a:pt x="2273122" y="561327"/>
                </a:moveTo>
                <a:lnTo>
                  <a:pt x="76200" y="561327"/>
                </a:lnTo>
                <a:lnTo>
                  <a:pt x="76200" y="523227"/>
                </a:lnTo>
                <a:lnTo>
                  <a:pt x="2273122" y="523227"/>
                </a:lnTo>
                <a:lnTo>
                  <a:pt x="2273122" y="561327"/>
                </a:lnTo>
                <a:close/>
              </a:path>
              <a:path w="2349500" h="599439">
                <a:moveTo>
                  <a:pt x="2349322" y="561327"/>
                </a:moveTo>
                <a:lnTo>
                  <a:pt x="2273122" y="561327"/>
                </a:lnTo>
                <a:lnTo>
                  <a:pt x="2311222" y="523227"/>
                </a:lnTo>
                <a:lnTo>
                  <a:pt x="2349322" y="523227"/>
                </a:lnTo>
                <a:lnTo>
                  <a:pt x="2349322" y="5613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1753" y="353743"/>
            <a:ext cx="9720580" cy="5004435"/>
          </a:xfrm>
          <a:prstGeom prst="rect">
            <a:avLst/>
          </a:prstGeom>
        </p:spPr>
        <p:txBody>
          <a:bodyPr wrap="square" lIns="0" tIns="259715" rIns="0" bIns="0" rtlCol="0" vert="horz">
            <a:spAutoFit/>
          </a:bodyPr>
          <a:lstStyle/>
          <a:p>
            <a:pPr marL="3203575">
              <a:lnSpc>
                <a:spcPct val="100000"/>
              </a:lnSpc>
              <a:spcBef>
                <a:spcPts val="2045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一、电磁振荡的产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生</a:t>
            </a:r>
            <a:endParaRPr sz="3600">
              <a:latin typeface="黑体"/>
              <a:cs typeface="黑体"/>
            </a:endParaRPr>
          </a:p>
          <a:p>
            <a:pPr marL="279400" indent="-266700">
              <a:lnSpc>
                <a:spcPct val="100000"/>
              </a:lnSpc>
              <a:spcBef>
                <a:spcPts val="1505"/>
              </a:spcBef>
              <a:buSzPct val="96428"/>
              <a:buFont typeface="Times New Roman"/>
              <a:buAutoNum type="arabicPeriod"/>
              <a:tabLst>
                <a:tab pos="280035" algn="l"/>
              </a:tabLst>
            </a:pPr>
            <a:r>
              <a:rPr dirty="0" sz="2800" b="1">
                <a:latin typeface="华文楷体"/>
                <a:cs typeface="华文楷体"/>
              </a:rPr>
              <a:t>基本概</a:t>
            </a:r>
            <a:r>
              <a:rPr dirty="0" sz="2800" spc="-10" b="1">
                <a:latin typeface="华文楷体"/>
                <a:cs typeface="华文楷体"/>
              </a:rPr>
              <a:t>念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3100">
              <a:latin typeface="Times New Roman"/>
              <a:cs typeface="Times New Roman"/>
            </a:endParaRPr>
          </a:p>
          <a:p>
            <a:pPr lvl="1" marL="817244" indent="-356235">
              <a:lnSpc>
                <a:spcPct val="100000"/>
              </a:lnSpc>
              <a:buSzPct val="95833"/>
              <a:buFont typeface="Times New Roman"/>
              <a:buAutoNum type="arabicParenBoth"/>
              <a:tabLst>
                <a:tab pos="817880" algn="l"/>
              </a:tabLst>
            </a:pPr>
            <a:r>
              <a:rPr dirty="0" sz="2400" b="1">
                <a:latin typeface="华文楷体"/>
                <a:cs typeface="华文楷体"/>
              </a:rPr>
              <a:t>振荡电流：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大小</a:t>
            </a:r>
            <a:r>
              <a:rPr dirty="0" sz="2400" b="1">
                <a:latin typeface="华文楷体"/>
                <a:cs typeface="华文楷体"/>
              </a:rPr>
              <a:t>和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方向</a:t>
            </a:r>
            <a:r>
              <a:rPr dirty="0" sz="2400" b="1">
                <a:latin typeface="华文楷体"/>
                <a:cs typeface="华文楷体"/>
              </a:rPr>
              <a:t>做周期性变化的电</a:t>
            </a:r>
            <a:r>
              <a:rPr dirty="0" sz="2400" spc="-5" b="1">
                <a:latin typeface="华文楷体"/>
                <a:cs typeface="华文楷体"/>
              </a:rPr>
              <a:t>流 。</a:t>
            </a:r>
            <a:endParaRPr sz="2400">
              <a:latin typeface="华文楷体"/>
              <a:cs typeface="华文楷体"/>
            </a:endParaRPr>
          </a:p>
          <a:p>
            <a:pPr lvl="1">
              <a:lnSpc>
                <a:spcPct val="100000"/>
              </a:lnSpc>
              <a:buFont typeface="Times New Roman"/>
              <a:buAutoNum type="arabicParenBoth"/>
            </a:pPr>
            <a:endParaRPr sz="3100">
              <a:latin typeface="Times New Roman"/>
              <a:cs typeface="Times New Roman"/>
            </a:endParaRPr>
          </a:p>
          <a:p>
            <a:pPr lvl="1" marL="817244" indent="-356235">
              <a:lnSpc>
                <a:spcPct val="100000"/>
              </a:lnSpc>
              <a:spcBef>
                <a:spcPts val="2195"/>
              </a:spcBef>
              <a:buSzPct val="95833"/>
              <a:buFont typeface="Times New Roman"/>
              <a:buAutoNum type="arabicParenBoth"/>
              <a:tabLst>
                <a:tab pos="817880" algn="l"/>
              </a:tabLst>
            </a:pPr>
            <a:r>
              <a:rPr dirty="0" sz="2400" b="1">
                <a:latin typeface="华文楷体"/>
                <a:cs typeface="华文楷体"/>
              </a:rPr>
              <a:t>振荡电</a:t>
            </a:r>
            <a:r>
              <a:rPr dirty="0" sz="2400" spc="-5" b="1">
                <a:latin typeface="华文楷体"/>
                <a:cs typeface="华文楷体"/>
              </a:rPr>
              <a:t>路</a:t>
            </a:r>
            <a:endParaRPr sz="2400">
              <a:latin typeface="华文楷体"/>
              <a:cs typeface="华文楷体"/>
            </a:endParaRPr>
          </a:p>
          <a:p>
            <a:pPr marL="461009">
              <a:lnSpc>
                <a:spcPct val="100000"/>
              </a:lnSpc>
              <a:spcBef>
                <a:spcPts val="1400"/>
              </a:spcBef>
            </a:pPr>
            <a:r>
              <a:rPr dirty="0" sz="2400" b="1">
                <a:latin typeface="华文楷体"/>
                <a:cs typeface="华文楷体"/>
              </a:rPr>
              <a:t>①定义：能产生振荡电流的电路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461009" marR="5080">
              <a:lnSpc>
                <a:spcPct val="150000"/>
              </a:lnSpc>
              <a:spcBef>
                <a:spcPts val="40"/>
              </a:spcBef>
            </a:pPr>
            <a:r>
              <a:rPr dirty="0" sz="2400" b="1">
                <a:latin typeface="华文楷体"/>
                <a:cs typeface="华文楷体"/>
              </a:rPr>
              <a:t>②结构：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最简单</a:t>
            </a:r>
            <a:r>
              <a:rPr dirty="0" sz="2400" b="1">
                <a:latin typeface="华文楷体"/>
                <a:cs typeface="华文楷体"/>
              </a:rPr>
              <a:t>的振荡电路是由自感线圈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b="1">
                <a:latin typeface="华文楷体"/>
                <a:cs typeface="华文楷体"/>
              </a:rPr>
              <a:t>和电容器</a:t>
            </a:r>
            <a:r>
              <a:rPr dirty="0" sz="2400" spc="-5" b="1" i="1">
                <a:latin typeface="Times New Roman"/>
                <a:cs typeface="Times New Roman"/>
              </a:rPr>
              <a:t>C</a:t>
            </a:r>
            <a:r>
              <a:rPr dirty="0" sz="2400" b="1">
                <a:latin typeface="华文楷体"/>
                <a:cs typeface="华文楷体"/>
              </a:rPr>
              <a:t>组成的电路，</a:t>
            </a:r>
            <a:r>
              <a:rPr dirty="0" sz="2400" spc="-5" b="1">
                <a:latin typeface="华文楷体"/>
                <a:cs typeface="华文楷体"/>
              </a:rPr>
              <a:t>称 </a:t>
            </a:r>
            <a:r>
              <a:rPr dirty="0" sz="2400" b="1">
                <a:latin typeface="华文楷体"/>
                <a:cs typeface="华文楷体"/>
              </a:rPr>
              <a:t>为</a:t>
            </a: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LC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振荡电路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8498" y="2068487"/>
            <a:ext cx="2189480" cy="1043940"/>
          </a:xfrm>
          <a:custGeom>
            <a:avLst/>
            <a:gdLst/>
            <a:ahLst/>
            <a:cxnLst/>
            <a:rect l="l" t="t" r="r" b="b"/>
            <a:pathLst>
              <a:path w="2189479" h="1043939">
                <a:moveTo>
                  <a:pt x="373999" y="572769"/>
                </a:moveTo>
                <a:lnTo>
                  <a:pt x="360768" y="572769"/>
                </a:lnTo>
                <a:lnTo>
                  <a:pt x="367830" y="565150"/>
                </a:lnTo>
                <a:lnTo>
                  <a:pt x="358640" y="563722"/>
                </a:lnTo>
                <a:lnTo>
                  <a:pt x="356536" y="538480"/>
                </a:lnTo>
                <a:lnTo>
                  <a:pt x="356717" y="534669"/>
                </a:lnTo>
                <a:lnTo>
                  <a:pt x="367563" y="495300"/>
                </a:lnTo>
                <a:lnTo>
                  <a:pt x="369963" y="490219"/>
                </a:lnTo>
                <a:lnTo>
                  <a:pt x="372579" y="485139"/>
                </a:lnTo>
                <a:lnTo>
                  <a:pt x="375411" y="481330"/>
                </a:lnTo>
                <a:lnTo>
                  <a:pt x="378459" y="477519"/>
                </a:lnTo>
                <a:lnTo>
                  <a:pt x="381698" y="472439"/>
                </a:lnTo>
                <a:lnTo>
                  <a:pt x="385140" y="468630"/>
                </a:lnTo>
                <a:lnTo>
                  <a:pt x="388785" y="464819"/>
                </a:lnTo>
                <a:lnTo>
                  <a:pt x="392607" y="461010"/>
                </a:lnTo>
                <a:lnTo>
                  <a:pt x="396633" y="458469"/>
                </a:lnTo>
                <a:lnTo>
                  <a:pt x="400824" y="454660"/>
                </a:lnTo>
                <a:lnTo>
                  <a:pt x="434746" y="438150"/>
                </a:lnTo>
                <a:lnTo>
                  <a:pt x="1936877" y="3810"/>
                </a:lnTo>
                <a:lnTo>
                  <a:pt x="1953018" y="0"/>
                </a:lnTo>
                <a:lnTo>
                  <a:pt x="1979739" y="0"/>
                </a:lnTo>
                <a:lnTo>
                  <a:pt x="1984971" y="1269"/>
                </a:lnTo>
                <a:lnTo>
                  <a:pt x="1990128" y="1269"/>
                </a:lnTo>
                <a:lnTo>
                  <a:pt x="1995220" y="2539"/>
                </a:lnTo>
                <a:lnTo>
                  <a:pt x="2000237" y="5080"/>
                </a:lnTo>
                <a:lnTo>
                  <a:pt x="2005164" y="6350"/>
                </a:lnTo>
                <a:lnTo>
                  <a:pt x="2009990" y="8889"/>
                </a:lnTo>
                <a:lnTo>
                  <a:pt x="2014715" y="10160"/>
                </a:lnTo>
                <a:lnTo>
                  <a:pt x="2019338" y="12700"/>
                </a:lnTo>
                <a:lnTo>
                  <a:pt x="1954822" y="12700"/>
                </a:lnTo>
                <a:lnTo>
                  <a:pt x="1949729" y="13969"/>
                </a:lnTo>
                <a:lnTo>
                  <a:pt x="1945271" y="13969"/>
                </a:lnTo>
                <a:lnTo>
                  <a:pt x="1942725" y="15239"/>
                </a:lnTo>
                <a:lnTo>
                  <a:pt x="1940331" y="15239"/>
                </a:lnTo>
                <a:lnTo>
                  <a:pt x="438353" y="450850"/>
                </a:lnTo>
                <a:lnTo>
                  <a:pt x="438518" y="450850"/>
                </a:lnTo>
                <a:lnTo>
                  <a:pt x="433501" y="452119"/>
                </a:lnTo>
                <a:lnTo>
                  <a:pt x="433806" y="452119"/>
                </a:lnTo>
                <a:lnTo>
                  <a:pt x="428929" y="453389"/>
                </a:lnTo>
                <a:lnTo>
                  <a:pt x="429221" y="453389"/>
                </a:lnTo>
                <a:lnTo>
                  <a:pt x="424497" y="455930"/>
                </a:lnTo>
                <a:lnTo>
                  <a:pt x="424789" y="455930"/>
                </a:lnTo>
                <a:lnTo>
                  <a:pt x="420204" y="457200"/>
                </a:lnTo>
                <a:lnTo>
                  <a:pt x="420484" y="457200"/>
                </a:lnTo>
                <a:lnTo>
                  <a:pt x="416051" y="459739"/>
                </a:lnTo>
                <a:lnTo>
                  <a:pt x="416331" y="459739"/>
                </a:lnTo>
                <a:lnTo>
                  <a:pt x="412051" y="462280"/>
                </a:lnTo>
                <a:lnTo>
                  <a:pt x="412318" y="462280"/>
                </a:lnTo>
                <a:lnTo>
                  <a:pt x="408203" y="464819"/>
                </a:lnTo>
                <a:lnTo>
                  <a:pt x="408457" y="464819"/>
                </a:lnTo>
                <a:lnTo>
                  <a:pt x="405824" y="467360"/>
                </a:lnTo>
                <a:lnTo>
                  <a:pt x="404749" y="467360"/>
                </a:lnTo>
                <a:lnTo>
                  <a:pt x="400977" y="471169"/>
                </a:lnTo>
                <a:lnTo>
                  <a:pt x="401205" y="471169"/>
                </a:lnTo>
                <a:lnTo>
                  <a:pt x="398801" y="473710"/>
                </a:lnTo>
                <a:lnTo>
                  <a:pt x="397814" y="473710"/>
                </a:lnTo>
                <a:lnTo>
                  <a:pt x="394398" y="477519"/>
                </a:lnTo>
                <a:lnTo>
                  <a:pt x="394601" y="477519"/>
                </a:lnTo>
                <a:lnTo>
                  <a:pt x="391363" y="481330"/>
                </a:lnTo>
                <a:lnTo>
                  <a:pt x="391553" y="481330"/>
                </a:lnTo>
                <a:lnTo>
                  <a:pt x="388493" y="485139"/>
                </a:lnTo>
                <a:lnTo>
                  <a:pt x="388683" y="485139"/>
                </a:lnTo>
                <a:lnTo>
                  <a:pt x="386770" y="487680"/>
                </a:lnTo>
                <a:lnTo>
                  <a:pt x="385991" y="487680"/>
                </a:lnTo>
                <a:lnTo>
                  <a:pt x="383324" y="492760"/>
                </a:lnTo>
                <a:lnTo>
                  <a:pt x="383476" y="492760"/>
                </a:lnTo>
                <a:lnTo>
                  <a:pt x="381012" y="496569"/>
                </a:lnTo>
                <a:lnTo>
                  <a:pt x="381152" y="496569"/>
                </a:lnTo>
                <a:lnTo>
                  <a:pt x="378891" y="500380"/>
                </a:lnTo>
                <a:lnTo>
                  <a:pt x="379031" y="500380"/>
                </a:lnTo>
                <a:lnTo>
                  <a:pt x="376974" y="504189"/>
                </a:lnTo>
                <a:lnTo>
                  <a:pt x="375259" y="509269"/>
                </a:lnTo>
                <a:lnTo>
                  <a:pt x="373735" y="513080"/>
                </a:lnTo>
                <a:lnTo>
                  <a:pt x="372779" y="516889"/>
                </a:lnTo>
                <a:lnTo>
                  <a:pt x="372516" y="516889"/>
                </a:lnTo>
                <a:lnTo>
                  <a:pt x="371335" y="521969"/>
                </a:lnTo>
                <a:lnTo>
                  <a:pt x="370458" y="527050"/>
                </a:lnTo>
                <a:lnTo>
                  <a:pt x="369811" y="530860"/>
                </a:lnTo>
                <a:lnTo>
                  <a:pt x="369392" y="535939"/>
                </a:lnTo>
                <a:lnTo>
                  <a:pt x="369284" y="538480"/>
                </a:lnTo>
                <a:lnTo>
                  <a:pt x="369411" y="548639"/>
                </a:lnTo>
                <a:lnTo>
                  <a:pt x="369455" y="549910"/>
                </a:lnTo>
                <a:lnTo>
                  <a:pt x="369989" y="554989"/>
                </a:lnTo>
                <a:lnTo>
                  <a:pt x="370738" y="560069"/>
                </a:lnTo>
                <a:lnTo>
                  <a:pt x="370898" y="560069"/>
                </a:lnTo>
                <a:lnTo>
                  <a:pt x="371741" y="565150"/>
                </a:lnTo>
                <a:lnTo>
                  <a:pt x="372011" y="565150"/>
                </a:lnTo>
                <a:lnTo>
                  <a:pt x="373011" y="568960"/>
                </a:lnTo>
                <a:lnTo>
                  <a:pt x="373999" y="572769"/>
                </a:lnTo>
                <a:close/>
              </a:path>
              <a:path w="2189479" h="1043939">
                <a:moveTo>
                  <a:pt x="2031974" y="38100"/>
                </a:moveTo>
                <a:lnTo>
                  <a:pt x="2028278" y="34289"/>
                </a:lnTo>
                <a:lnTo>
                  <a:pt x="2028507" y="34289"/>
                </a:lnTo>
                <a:lnTo>
                  <a:pt x="2024659" y="31750"/>
                </a:lnTo>
                <a:lnTo>
                  <a:pt x="2024900" y="31750"/>
                </a:lnTo>
                <a:lnTo>
                  <a:pt x="2020912" y="29210"/>
                </a:lnTo>
                <a:lnTo>
                  <a:pt x="2021166" y="29210"/>
                </a:lnTo>
                <a:lnTo>
                  <a:pt x="2017052" y="26669"/>
                </a:lnTo>
                <a:lnTo>
                  <a:pt x="2017306" y="26669"/>
                </a:lnTo>
                <a:lnTo>
                  <a:pt x="2013077" y="24130"/>
                </a:lnTo>
                <a:lnTo>
                  <a:pt x="2013343" y="24130"/>
                </a:lnTo>
                <a:lnTo>
                  <a:pt x="2008987" y="21589"/>
                </a:lnTo>
                <a:lnTo>
                  <a:pt x="2009267" y="21589"/>
                </a:lnTo>
                <a:lnTo>
                  <a:pt x="2004809" y="20319"/>
                </a:lnTo>
                <a:lnTo>
                  <a:pt x="2005088" y="20319"/>
                </a:lnTo>
                <a:lnTo>
                  <a:pt x="2000542" y="17780"/>
                </a:lnTo>
                <a:lnTo>
                  <a:pt x="2000821" y="17780"/>
                </a:lnTo>
                <a:lnTo>
                  <a:pt x="1996185" y="16510"/>
                </a:lnTo>
                <a:lnTo>
                  <a:pt x="1996478" y="16510"/>
                </a:lnTo>
                <a:lnTo>
                  <a:pt x="1991753" y="15239"/>
                </a:lnTo>
                <a:lnTo>
                  <a:pt x="1992045" y="15239"/>
                </a:lnTo>
                <a:lnTo>
                  <a:pt x="1987257" y="13969"/>
                </a:lnTo>
                <a:lnTo>
                  <a:pt x="1983003" y="13969"/>
                </a:lnTo>
                <a:lnTo>
                  <a:pt x="1978088" y="12700"/>
                </a:lnTo>
                <a:lnTo>
                  <a:pt x="2019338" y="12700"/>
                </a:lnTo>
                <a:lnTo>
                  <a:pt x="2023833" y="15239"/>
                </a:lnTo>
                <a:lnTo>
                  <a:pt x="2028202" y="17780"/>
                </a:lnTo>
                <a:lnTo>
                  <a:pt x="2032431" y="21589"/>
                </a:lnTo>
                <a:lnTo>
                  <a:pt x="2036521" y="24130"/>
                </a:lnTo>
                <a:lnTo>
                  <a:pt x="2040458" y="27939"/>
                </a:lnTo>
                <a:lnTo>
                  <a:pt x="2044230" y="31750"/>
                </a:lnTo>
                <a:lnTo>
                  <a:pt x="2047836" y="35560"/>
                </a:lnTo>
                <a:lnTo>
                  <a:pt x="2048975" y="36830"/>
                </a:lnTo>
                <a:lnTo>
                  <a:pt x="2031746" y="36830"/>
                </a:lnTo>
                <a:lnTo>
                  <a:pt x="2031974" y="38100"/>
                </a:lnTo>
                <a:close/>
              </a:path>
              <a:path w="2189479" h="1043939">
                <a:moveTo>
                  <a:pt x="1944954" y="15239"/>
                </a:moveTo>
                <a:lnTo>
                  <a:pt x="1945271" y="13969"/>
                </a:lnTo>
                <a:lnTo>
                  <a:pt x="1950046" y="13969"/>
                </a:lnTo>
                <a:lnTo>
                  <a:pt x="1944954" y="15239"/>
                </a:lnTo>
                <a:close/>
              </a:path>
              <a:path w="2189479" h="1043939">
                <a:moveTo>
                  <a:pt x="1940178" y="16510"/>
                </a:moveTo>
                <a:lnTo>
                  <a:pt x="1940331" y="15239"/>
                </a:lnTo>
                <a:lnTo>
                  <a:pt x="1942725" y="15239"/>
                </a:lnTo>
                <a:lnTo>
                  <a:pt x="1940178" y="16510"/>
                </a:lnTo>
                <a:close/>
              </a:path>
              <a:path w="2189479" h="1043939">
                <a:moveTo>
                  <a:pt x="2041499" y="48260"/>
                </a:moveTo>
                <a:lnTo>
                  <a:pt x="2038273" y="44450"/>
                </a:lnTo>
                <a:lnTo>
                  <a:pt x="2038477" y="44450"/>
                </a:lnTo>
                <a:lnTo>
                  <a:pt x="2035086" y="40639"/>
                </a:lnTo>
                <a:lnTo>
                  <a:pt x="2035302" y="40639"/>
                </a:lnTo>
                <a:lnTo>
                  <a:pt x="2031746" y="36830"/>
                </a:lnTo>
                <a:lnTo>
                  <a:pt x="2048975" y="36830"/>
                </a:lnTo>
                <a:lnTo>
                  <a:pt x="2051253" y="39369"/>
                </a:lnTo>
                <a:lnTo>
                  <a:pt x="2054491" y="43180"/>
                </a:lnTo>
                <a:lnTo>
                  <a:pt x="2056777" y="46989"/>
                </a:lnTo>
                <a:lnTo>
                  <a:pt x="2041296" y="46989"/>
                </a:lnTo>
                <a:lnTo>
                  <a:pt x="2041499" y="48260"/>
                </a:lnTo>
                <a:close/>
              </a:path>
              <a:path w="2189479" h="1043939">
                <a:moveTo>
                  <a:pt x="2049513" y="59689"/>
                </a:moveTo>
                <a:lnTo>
                  <a:pt x="2046846" y="54610"/>
                </a:lnTo>
                <a:lnTo>
                  <a:pt x="2047024" y="54610"/>
                </a:lnTo>
                <a:lnTo>
                  <a:pt x="2044153" y="50800"/>
                </a:lnTo>
                <a:lnTo>
                  <a:pt x="2044344" y="50800"/>
                </a:lnTo>
                <a:lnTo>
                  <a:pt x="2041296" y="46989"/>
                </a:lnTo>
                <a:lnTo>
                  <a:pt x="2056777" y="46989"/>
                </a:lnTo>
                <a:lnTo>
                  <a:pt x="2057539" y="48260"/>
                </a:lnTo>
                <a:lnTo>
                  <a:pt x="2060371" y="52069"/>
                </a:lnTo>
                <a:lnTo>
                  <a:pt x="2063000" y="57150"/>
                </a:lnTo>
                <a:lnTo>
                  <a:pt x="2063600" y="58419"/>
                </a:lnTo>
                <a:lnTo>
                  <a:pt x="2049360" y="58419"/>
                </a:lnTo>
                <a:lnTo>
                  <a:pt x="2049513" y="59689"/>
                </a:lnTo>
                <a:close/>
              </a:path>
              <a:path w="2189479" h="1043939">
                <a:moveTo>
                  <a:pt x="2174862" y="483869"/>
                </a:moveTo>
                <a:lnTo>
                  <a:pt x="2173795" y="478789"/>
                </a:lnTo>
                <a:lnTo>
                  <a:pt x="2172538" y="473710"/>
                </a:lnTo>
                <a:lnTo>
                  <a:pt x="2058987" y="81280"/>
                </a:lnTo>
                <a:lnTo>
                  <a:pt x="2057450" y="76200"/>
                </a:lnTo>
                <a:lnTo>
                  <a:pt x="2055736" y="72389"/>
                </a:lnTo>
                <a:lnTo>
                  <a:pt x="2053805" y="67310"/>
                </a:lnTo>
                <a:lnTo>
                  <a:pt x="2053945" y="67310"/>
                </a:lnTo>
                <a:lnTo>
                  <a:pt x="2051684" y="63500"/>
                </a:lnTo>
                <a:lnTo>
                  <a:pt x="2051824" y="63500"/>
                </a:lnTo>
                <a:lnTo>
                  <a:pt x="2049360" y="58419"/>
                </a:lnTo>
                <a:lnTo>
                  <a:pt x="2063600" y="58419"/>
                </a:lnTo>
                <a:lnTo>
                  <a:pt x="2065401" y="62230"/>
                </a:lnTo>
                <a:lnTo>
                  <a:pt x="2184793" y="469900"/>
                </a:lnTo>
                <a:lnTo>
                  <a:pt x="2187533" y="482600"/>
                </a:lnTo>
                <a:lnTo>
                  <a:pt x="2174798" y="482600"/>
                </a:lnTo>
                <a:lnTo>
                  <a:pt x="2174862" y="483869"/>
                </a:lnTo>
                <a:close/>
              </a:path>
              <a:path w="2189479" h="1043939">
                <a:moveTo>
                  <a:pt x="404507" y="468630"/>
                </a:moveTo>
                <a:lnTo>
                  <a:pt x="404749" y="467360"/>
                </a:lnTo>
                <a:lnTo>
                  <a:pt x="405824" y="467360"/>
                </a:lnTo>
                <a:lnTo>
                  <a:pt x="404507" y="468630"/>
                </a:lnTo>
                <a:close/>
              </a:path>
              <a:path w="2189479" h="1043939">
                <a:moveTo>
                  <a:pt x="397598" y="474980"/>
                </a:moveTo>
                <a:lnTo>
                  <a:pt x="397814" y="473710"/>
                </a:lnTo>
                <a:lnTo>
                  <a:pt x="398801" y="473710"/>
                </a:lnTo>
                <a:lnTo>
                  <a:pt x="397598" y="474980"/>
                </a:lnTo>
                <a:close/>
              </a:path>
              <a:path w="2189479" h="1043939">
                <a:moveTo>
                  <a:pt x="2189060" y="502919"/>
                </a:moveTo>
                <a:lnTo>
                  <a:pt x="2176360" y="502919"/>
                </a:lnTo>
                <a:lnTo>
                  <a:pt x="2176335" y="497839"/>
                </a:lnTo>
                <a:lnTo>
                  <a:pt x="2176068" y="492760"/>
                </a:lnTo>
                <a:lnTo>
                  <a:pt x="2175560" y="487680"/>
                </a:lnTo>
                <a:lnTo>
                  <a:pt x="2174798" y="482600"/>
                </a:lnTo>
                <a:lnTo>
                  <a:pt x="2187533" y="482600"/>
                </a:lnTo>
                <a:lnTo>
                  <a:pt x="2188171" y="486410"/>
                </a:lnTo>
                <a:lnTo>
                  <a:pt x="2188730" y="491489"/>
                </a:lnTo>
                <a:lnTo>
                  <a:pt x="2189035" y="497839"/>
                </a:lnTo>
                <a:lnTo>
                  <a:pt x="2189060" y="502919"/>
                </a:lnTo>
                <a:close/>
              </a:path>
              <a:path w="2189479" h="1043939">
                <a:moveTo>
                  <a:pt x="385813" y="488950"/>
                </a:moveTo>
                <a:lnTo>
                  <a:pt x="385991" y="487680"/>
                </a:lnTo>
                <a:lnTo>
                  <a:pt x="386770" y="487680"/>
                </a:lnTo>
                <a:lnTo>
                  <a:pt x="385813" y="488950"/>
                </a:lnTo>
                <a:close/>
              </a:path>
              <a:path w="2189479" h="1043939">
                <a:moveTo>
                  <a:pt x="2187762" y="516889"/>
                </a:moveTo>
                <a:lnTo>
                  <a:pt x="2175027" y="516889"/>
                </a:lnTo>
                <a:lnTo>
                  <a:pt x="2175738" y="511810"/>
                </a:lnTo>
                <a:lnTo>
                  <a:pt x="2176157" y="506730"/>
                </a:lnTo>
                <a:lnTo>
                  <a:pt x="2176355" y="501783"/>
                </a:lnTo>
                <a:lnTo>
                  <a:pt x="2176360" y="502919"/>
                </a:lnTo>
                <a:lnTo>
                  <a:pt x="2189060" y="502919"/>
                </a:lnTo>
                <a:lnTo>
                  <a:pt x="2188819" y="508000"/>
                </a:lnTo>
                <a:lnTo>
                  <a:pt x="2188324" y="513080"/>
                </a:lnTo>
                <a:lnTo>
                  <a:pt x="2187762" y="516889"/>
                </a:lnTo>
                <a:close/>
              </a:path>
              <a:path w="2189479" h="1043939">
                <a:moveTo>
                  <a:pt x="404103" y="722639"/>
                </a:moveTo>
                <a:lnTo>
                  <a:pt x="0" y="508000"/>
                </a:lnTo>
                <a:lnTo>
                  <a:pt x="40870" y="514350"/>
                </a:lnTo>
                <a:lnTo>
                  <a:pt x="39116" y="514350"/>
                </a:lnTo>
                <a:lnTo>
                  <a:pt x="35166" y="525780"/>
                </a:lnTo>
                <a:lnTo>
                  <a:pt x="71322" y="531442"/>
                </a:lnTo>
                <a:lnTo>
                  <a:pt x="414807" y="713739"/>
                </a:lnTo>
                <a:lnTo>
                  <a:pt x="416646" y="720089"/>
                </a:lnTo>
                <a:lnTo>
                  <a:pt x="403364" y="720089"/>
                </a:lnTo>
                <a:lnTo>
                  <a:pt x="404103" y="722639"/>
                </a:lnTo>
                <a:close/>
              </a:path>
              <a:path w="2189479" h="1043939">
                <a:moveTo>
                  <a:pt x="71322" y="531442"/>
                </a:moveTo>
                <a:lnTo>
                  <a:pt x="35166" y="525780"/>
                </a:lnTo>
                <a:lnTo>
                  <a:pt x="39116" y="514350"/>
                </a:lnTo>
                <a:lnTo>
                  <a:pt x="71322" y="531442"/>
                </a:lnTo>
                <a:close/>
              </a:path>
              <a:path w="2189479" h="1043939">
                <a:moveTo>
                  <a:pt x="375729" y="579119"/>
                </a:moveTo>
                <a:lnTo>
                  <a:pt x="71322" y="531442"/>
                </a:lnTo>
                <a:lnTo>
                  <a:pt x="39116" y="514350"/>
                </a:lnTo>
                <a:lnTo>
                  <a:pt x="40870" y="514350"/>
                </a:lnTo>
                <a:lnTo>
                  <a:pt x="358640" y="563722"/>
                </a:lnTo>
                <a:lnTo>
                  <a:pt x="359346" y="567689"/>
                </a:lnTo>
                <a:lnTo>
                  <a:pt x="360768" y="572769"/>
                </a:lnTo>
                <a:lnTo>
                  <a:pt x="373999" y="572769"/>
                </a:lnTo>
                <a:lnTo>
                  <a:pt x="375729" y="579119"/>
                </a:lnTo>
                <a:close/>
              </a:path>
              <a:path w="2189479" h="1043939">
                <a:moveTo>
                  <a:pt x="2183409" y="534669"/>
                </a:moveTo>
                <a:lnTo>
                  <a:pt x="2170176" y="534669"/>
                </a:lnTo>
                <a:lnTo>
                  <a:pt x="2171801" y="529589"/>
                </a:lnTo>
                <a:lnTo>
                  <a:pt x="2173109" y="525780"/>
                </a:lnTo>
                <a:lnTo>
                  <a:pt x="2174201" y="520700"/>
                </a:lnTo>
                <a:lnTo>
                  <a:pt x="2175078" y="515619"/>
                </a:lnTo>
                <a:lnTo>
                  <a:pt x="2175027" y="516889"/>
                </a:lnTo>
                <a:lnTo>
                  <a:pt x="2187762" y="516889"/>
                </a:lnTo>
                <a:lnTo>
                  <a:pt x="2187575" y="518160"/>
                </a:lnTo>
                <a:lnTo>
                  <a:pt x="2186571" y="523239"/>
                </a:lnTo>
                <a:lnTo>
                  <a:pt x="2185327" y="528319"/>
                </a:lnTo>
                <a:lnTo>
                  <a:pt x="2183841" y="533400"/>
                </a:lnTo>
                <a:lnTo>
                  <a:pt x="2183409" y="534669"/>
                </a:lnTo>
                <a:close/>
              </a:path>
              <a:path w="2189479" h="1043939">
                <a:moveTo>
                  <a:pt x="372427" y="518160"/>
                </a:moveTo>
                <a:lnTo>
                  <a:pt x="372516" y="516889"/>
                </a:lnTo>
                <a:lnTo>
                  <a:pt x="372779" y="516889"/>
                </a:lnTo>
                <a:lnTo>
                  <a:pt x="372427" y="518160"/>
                </a:lnTo>
                <a:close/>
              </a:path>
              <a:path w="2189479" h="1043939">
                <a:moveTo>
                  <a:pt x="2178529" y="547369"/>
                </a:moveTo>
                <a:lnTo>
                  <a:pt x="2164384" y="547369"/>
                </a:lnTo>
                <a:lnTo>
                  <a:pt x="2166645" y="542289"/>
                </a:lnTo>
                <a:lnTo>
                  <a:pt x="2166505" y="542289"/>
                </a:lnTo>
                <a:lnTo>
                  <a:pt x="2168563" y="538480"/>
                </a:lnTo>
                <a:lnTo>
                  <a:pt x="2170290" y="533400"/>
                </a:lnTo>
                <a:lnTo>
                  <a:pt x="2170176" y="534669"/>
                </a:lnTo>
                <a:lnTo>
                  <a:pt x="2183409" y="534669"/>
                </a:lnTo>
                <a:lnTo>
                  <a:pt x="2182114" y="538480"/>
                </a:lnTo>
                <a:lnTo>
                  <a:pt x="2180158" y="543560"/>
                </a:lnTo>
                <a:lnTo>
                  <a:pt x="2178529" y="547369"/>
                </a:lnTo>
                <a:close/>
              </a:path>
              <a:path w="2189479" h="1043939">
                <a:moveTo>
                  <a:pt x="2176377" y="551180"/>
                </a:moveTo>
                <a:lnTo>
                  <a:pt x="2162060" y="551180"/>
                </a:lnTo>
                <a:lnTo>
                  <a:pt x="2164524" y="546100"/>
                </a:lnTo>
                <a:lnTo>
                  <a:pt x="2164384" y="547369"/>
                </a:lnTo>
                <a:lnTo>
                  <a:pt x="2178529" y="547369"/>
                </a:lnTo>
                <a:lnTo>
                  <a:pt x="2177986" y="548639"/>
                </a:lnTo>
                <a:lnTo>
                  <a:pt x="2176377" y="551180"/>
                </a:lnTo>
                <a:close/>
              </a:path>
              <a:path w="2189479" h="1043939">
                <a:moveTo>
                  <a:pt x="2172013" y="558800"/>
                </a:moveTo>
                <a:lnTo>
                  <a:pt x="2156853" y="558800"/>
                </a:lnTo>
                <a:lnTo>
                  <a:pt x="2159723" y="554989"/>
                </a:lnTo>
                <a:lnTo>
                  <a:pt x="2159546" y="554989"/>
                </a:lnTo>
                <a:lnTo>
                  <a:pt x="2162213" y="549910"/>
                </a:lnTo>
                <a:lnTo>
                  <a:pt x="2162060" y="551180"/>
                </a:lnTo>
                <a:lnTo>
                  <a:pt x="2176377" y="551180"/>
                </a:lnTo>
                <a:lnTo>
                  <a:pt x="2175573" y="552450"/>
                </a:lnTo>
                <a:lnTo>
                  <a:pt x="2172957" y="557530"/>
                </a:lnTo>
                <a:lnTo>
                  <a:pt x="2172013" y="558800"/>
                </a:lnTo>
                <a:close/>
              </a:path>
              <a:path w="2189479" h="1043939">
                <a:moveTo>
                  <a:pt x="2144712" y="588010"/>
                </a:moveTo>
                <a:lnTo>
                  <a:pt x="2120747" y="588010"/>
                </a:lnTo>
                <a:lnTo>
                  <a:pt x="2125332" y="585469"/>
                </a:lnTo>
                <a:lnTo>
                  <a:pt x="2125052" y="585469"/>
                </a:lnTo>
                <a:lnTo>
                  <a:pt x="2129485" y="582930"/>
                </a:lnTo>
                <a:lnTo>
                  <a:pt x="2129205" y="582930"/>
                </a:lnTo>
                <a:lnTo>
                  <a:pt x="2133485" y="580389"/>
                </a:lnTo>
                <a:lnTo>
                  <a:pt x="2133219" y="580389"/>
                </a:lnTo>
                <a:lnTo>
                  <a:pt x="2137333" y="577850"/>
                </a:lnTo>
                <a:lnTo>
                  <a:pt x="2137079" y="577850"/>
                </a:lnTo>
                <a:lnTo>
                  <a:pt x="2141029" y="575310"/>
                </a:lnTo>
                <a:lnTo>
                  <a:pt x="2140788" y="575310"/>
                </a:lnTo>
                <a:lnTo>
                  <a:pt x="2144560" y="571500"/>
                </a:lnTo>
                <a:lnTo>
                  <a:pt x="2144331" y="571500"/>
                </a:lnTo>
                <a:lnTo>
                  <a:pt x="2147938" y="568960"/>
                </a:lnTo>
                <a:lnTo>
                  <a:pt x="2147722" y="568960"/>
                </a:lnTo>
                <a:lnTo>
                  <a:pt x="2151151" y="565150"/>
                </a:lnTo>
                <a:lnTo>
                  <a:pt x="2150935" y="565150"/>
                </a:lnTo>
                <a:lnTo>
                  <a:pt x="2154186" y="561339"/>
                </a:lnTo>
                <a:lnTo>
                  <a:pt x="2153983" y="561339"/>
                </a:lnTo>
                <a:lnTo>
                  <a:pt x="2157044" y="557530"/>
                </a:lnTo>
                <a:lnTo>
                  <a:pt x="2156853" y="558800"/>
                </a:lnTo>
                <a:lnTo>
                  <a:pt x="2172013" y="558800"/>
                </a:lnTo>
                <a:lnTo>
                  <a:pt x="2170125" y="561339"/>
                </a:lnTo>
                <a:lnTo>
                  <a:pt x="2167077" y="566419"/>
                </a:lnTo>
                <a:lnTo>
                  <a:pt x="2163838" y="570230"/>
                </a:lnTo>
                <a:lnTo>
                  <a:pt x="2160397" y="574039"/>
                </a:lnTo>
                <a:lnTo>
                  <a:pt x="2156752" y="577850"/>
                </a:lnTo>
                <a:lnTo>
                  <a:pt x="2152929" y="581660"/>
                </a:lnTo>
                <a:lnTo>
                  <a:pt x="2148916" y="584200"/>
                </a:lnTo>
                <a:lnTo>
                  <a:pt x="2144712" y="588010"/>
                </a:lnTo>
                <a:close/>
              </a:path>
              <a:path w="2189479" h="1043939">
                <a:moveTo>
                  <a:pt x="370898" y="560069"/>
                </a:moveTo>
                <a:lnTo>
                  <a:pt x="370738" y="560069"/>
                </a:lnTo>
                <a:lnTo>
                  <a:pt x="370687" y="558800"/>
                </a:lnTo>
                <a:lnTo>
                  <a:pt x="370898" y="560069"/>
                </a:lnTo>
                <a:close/>
              </a:path>
              <a:path w="2189479" h="1043939">
                <a:moveTo>
                  <a:pt x="360768" y="572769"/>
                </a:moveTo>
                <a:lnTo>
                  <a:pt x="359346" y="567689"/>
                </a:lnTo>
                <a:lnTo>
                  <a:pt x="358640" y="563722"/>
                </a:lnTo>
                <a:lnTo>
                  <a:pt x="367830" y="565150"/>
                </a:lnTo>
                <a:lnTo>
                  <a:pt x="360768" y="572769"/>
                </a:lnTo>
                <a:close/>
              </a:path>
              <a:path w="2189479" h="1043939">
                <a:moveTo>
                  <a:pt x="372011" y="565150"/>
                </a:moveTo>
                <a:lnTo>
                  <a:pt x="371741" y="565150"/>
                </a:lnTo>
                <a:lnTo>
                  <a:pt x="371678" y="563880"/>
                </a:lnTo>
                <a:lnTo>
                  <a:pt x="372011" y="565150"/>
                </a:lnTo>
                <a:close/>
              </a:path>
              <a:path w="2189479" h="1043939">
                <a:moveTo>
                  <a:pt x="2137321" y="593089"/>
                </a:moveTo>
                <a:lnTo>
                  <a:pt x="2107031" y="593089"/>
                </a:lnTo>
                <a:lnTo>
                  <a:pt x="2112035" y="590550"/>
                </a:lnTo>
                <a:lnTo>
                  <a:pt x="2111730" y="590550"/>
                </a:lnTo>
                <a:lnTo>
                  <a:pt x="2116607" y="589280"/>
                </a:lnTo>
                <a:lnTo>
                  <a:pt x="2116315" y="589280"/>
                </a:lnTo>
                <a:lnTo>
                  <a:pt x="2121039" y="586739"/>
                </a:lnTo>
                <a:lnTo>
                  <a:pt x="2120747" y="588010"/>
                </a:lnTo>
                <a:lnTo>
                  <a:pt x="2144712" y="588010"/>
                </a:lnTo>
                <a:lnTo>
                  <a:pt x="2140343" y="590550"/>
                </a:lnTo>
                <a:lnTo>
                  <a:pt x="2137321" y="593089"/>
                </a:lnTo>
                <a:close/>
              </a:path>
              <a:path w="2189479" h="1043939">
                <a:moveTo>
                  <a:pt x="635013" y="1031239"/>
                </a:moveTo>
                <a:lnTo>
                  <a:pt x="581202" y="1031239"/>
                </a:lnTo>
                <a:lnTo>
                  <a:pt x="586270" y="1029969"/>
                </a:lnTo>
                <a:lnTo>
                  <a:pt x="595490" y="1029969"/>
                </a:lnTo>
                <a:lnTo>
                  <a:pt x="600582" y="1028700"/>
                </a:lnTo>
                <a:lnTo>
                  <a:pt x="600278" y="1028700"/>
                </a:lnTo>
                <a:lnTo>
                  <a:pt x="605358" y="1027430"/>
                </a:lnTo>
                <a:lnTo>
                  <a:pt x="605205" y="1027430"/>
                </a:lnTo>
                <a:lnTo>
                  <a:pt x="2107183" y="591819"/>
                </a:lnTo>
                <a:lnTo>
                  <a:pt x="2107031" y="593089"/>
                </a:lnTo>
                <a:lnTo>
                  <a:pt x="2137321" y="593089"/>
                </a:lnTo>
                <a:lnTo>
                  <a:pt x="2135809" y="594360"/>
                </a:lnTo>
                <a:lnTo>
                  <a:pt x="2131098" y="596900"/>
                </a:lnTo>
                <a:lnTo>
                  <a:pt x="2126233" y="599439"/>
                </a:lnTo>
                <a:lnTo>
                  <a:pt x="2121204" y="600710"/>
                </a:lnTo>
                <a:lnTo>
                  <a:pt x="2116035" y="603250"/>
                </a:lnTo>
                <a:lnTo>
                  <a:pt x="2110790" y="604519"/>
                </a:lnTo>
                <a:lnTo>
                  <a:pt x="635013" y="1031239"/>
                </a:lnTo>
                <a:close/>
              </a:path>
              <a:path w="2189479" h="1043939">
                <a:moveTo>
                  <a:pt x="406476" y="723900"/>
                </a:moveTo>
                <a:lnTo>
                  <a:pt x="404103" y="722639"/>
                </a:lnTo>
                <a:lnTo>
                  <a:pt x="403364" y="720089"/>
                </a:lnTo>
                <a:lnTo>
                  <a:pt x="406476" y="723900"/>
                </a:lnTo>
                <a:close/>
              </a:path>
              <a:path w="2189479" h="1043939">
                <a:moveTo>
                  <a:pt x="417750" y="723900"/>
                </a:moveTo>
                <a:lnTo>
                  <a:pt x="406476" y="723900"/>
                </a:lnTo>
                <a:lnTo>
                  <a:pt x="403364" y="720089"/>
                </a:lnTo>
                <a:lnTo>
                  <a:pt x="416646" y="720089"/>
                </a:lnTo>
                <a:lnTo>
                  <a:pt x="417750" y="723900"/>
                </a:lnTo>
                <a:close/>
              </a:path>
              <a:path w="2189479" h="1043939">
                <a:moveTo>
                  <a:pt x="592518" y="1042669"/>
                </a:moveTo>
                <a:lnTo>
                  <a:pt x="560565" y="1042669"/>
                </a:lnTo>
                <a:lnTo>
                  <a:pt x="545299" y="1038860"/>
                </a:lnTo>
                <a:lnTo>
                  <a:pt x="540384" y="1036319"/>
                </a:lnTo>
                <a:lnTo>
                  <a:pt x="535546" y="1035050"/>
                </a:lnTo>
                <a:lnTo>
                  <a:pt x="513105" y="1021080"/>
                </a:lnTo>
                <a:lnTo>
                  <a:pt x="509016" y="1018539"/>
                </a:lnTo>
                <a:lnTo>
                  <a:pt x="487997" y="994410"/>
                </a:lnTo>
                <a:lnTo>
                  <a:pt x="485165" y="990600"/>
                </a:lnTo>
                <a:lnTo>
                  <a:pt x="404103" y="722639"/>
                </a:lnTo>
                <a:lnTo>
                  <a:pt x="406476" y="723900"/>
                </a:lnTo>
                <a:lnTo>
                  <a:pt x="417750" y="723900"/>
                </a:lnTo>
                <a:lnTo>
                  <a:pt x="486549" y="961389"/>
                </a:lnTo>
                <a:lnTo>
                  <a:pt x="488086" y="966469"/>
                </a:lnTo>
                <a:lnTo>
                  <a:pt x="489813" y="971550"/>
                </a:lnTo>
                <a:lnTo>
                  <a:pt x="490197" y="971550"/>
                </a:lnTo>
                <a:lnTo>
                  <a:pt x="491731" y="975360"/>
                </a:lnTo>
                <a:lnTo>
                  <a:pt x="491604" y="975360"/>
                </a:lnTo>
                <a:lnTo>
                  <a:pt x="493864" y="980439"/>
                </a:lnTo>
                <a:lnTo>
                  <a:pt x="494328" y="980439"/>
                </a:lnTo>
                <a:lnTo>
                  <a:pt x="496176" y="984250"/>
                </a:lnTo>
                <a:lnTo>
                  <a:pt x="496023" y="984250"/>
                </a:lnTo>
                <a:lnTo>
                  <a:pt x="498690" y="988060"/>
                </a:lnTo>
                <a:lnTo>
                  <a:pt x="498513" y="988060"/>
                </a:lnTo>
                <a:lnTo>
                  <a:pt x="501383" y="991869"/>
                </a:lnTo>
                <a:lnTo>
                  <a:pt x="501192" y="991869"/>
                </a:lnTo>
                <a:lnTo>
                  <a:pt x="504240" y="995680"/>
                </a:lnTo>
                <a:lnTo>
                  <a:pt x="504050" y="995680"/>
                </a:lnTo>
                <a:lnTo>
                  <a:pt x="507263" y="999489"/>
                </a:lnTo>
                <a:lnTo>
                  <a:pt x="508190" y="999489"/>
                </a:lnTo>
                <a:lnTo>
                  <a:pt x="510451" y="1002030"/>
                </a:lnTo>
                <a:lnTo>
                  <a:pt x="510235" y="1002030"/>
                </a:lnTo>
                <a:lnTo>
                  <a:pt x="513791" y="1005839"/>
                </a:lnTo>
                <a:lnTo>
                  <a:pt x="513562" y="1005839"/>
                </a:lnTo>
                <a:lnTo>
                  <a:pt x="517271" y="1008380"/>
                </a:lnTo>
                <a:lnTo>
                  <a:pt x="517029" y="1008380"/>
                </a:lnTo>
                <a:lnTo>
                  <a:pt x="520877" y="1010919"/>
                </a:lnTo>
                <a:lnTo>
                  <a:pt x="520636" y="1010919"/>
                </a:lnTo>
                <a:lnTo>
                  <a:pt x="524624" y="1014730"/>
                </a:lnTo>
                <a:lnTo>
                  <a:pt x="525741" y="1014730"/>
                </a:lnTo>
                <a:lnTo>
                  <a:pt x="528485" y="1017269"/>
                </a:lnTo>
                <a:lnTo>
                  <a:pt x="530345" y="1017269"/>
                </a:lnTo>
                <a:lnTo>
                  <a:pt x="532460" y="1018539"/>
                </a:lnTo>
                <a:lnTo>
                  <a:pt x="532206" y="1018539"/>
                </a:lnTo>
                <a:lnTo>
                  <a:pt x="536549" y="1021080"/>
                </a:lnTo>
                <a:lnTo>
                  <a:pt x="536270" y="1021080"/>
                </a:lnTo>
                <a:lnTo>
                  <a:pt x="540727" y="1023619"/>
                </a:lnTo>
                <a:lnTo>
                  <a:pt x="542721" y="1023619"/>
                </a:lnTo>
                <a:lnTo>
                  <a:pt x="544995" y="1024889"/>
                </a:lnTo>
                <a:lnTo>
                  <a:pt x="544715" y="1024889"/>
                </a:lnTo>
                <a:lnTo>
                  <a:pt x="549351" y="1026160"/>
                </a:lnTo>
                <a:lnTo>
                  <a:pt x="549059" y="1026160"/>
                </a:lnTo>
                <a:lnTo>
                  <a:pt x="553783" y="1027430"/>
                </a:lnTo>
                <a:lnTo>
                  <a:pt x="553491" y="1027430"/>
                </a:lnTo>
                <a:lnTo>
                  <a:pt x="558279" y="1028700"/>
                </a:lnTo>
                <a:lnTo>
                  <a:pt x="557974" y="1028700"/>
                </a:lnTo>
                <a:lnTo>
                  <a:pt x="562838" y="1029969"/>
                </a:lnTo>
                <a:lnTo>
                  <a:pt x="567143" y="1029969"/>
                </a:lnTo>
                <a:lnTo>
                  <a:pt x="572109" y="1031239"/>
                </a:lnTo>
                <a:lnTo>
                  <a:pt x="635013" y="1031239"/>
                </a:lnTo>
                <a:lnTo>
                  <a:pt x="608660" y="1038860"/>
                </a:lnTo>
                <a:lnTo>
                  <a:pt x="592518" y="1042669"/>
                </a:lnTo>
                <a:close/>
              </a:path>
              <a:path w="2189479" h="1043939">
                <a:moveTo>
                  <a:pt x="490197" y="971550"/>
                </a:moveTo>
                <a:lnTo>
                  <a:pt x="489813" y="971550"/>
                </a:lnTo>
                <a:lnTo>
                  <a:pt x="489686" y="970280"/>
                </a:lnTo>
                <a:lnTo>
                  <a:pt x="490197" y="971550"/>
                </a:lnTo>
                <a:close/>
              </a:path>
              <a:path w="2189479" h="1043939">
                <a:moveTo>
                  <a:pt x="494328" y="980439"/>
                </a:moveTo>
                <a:lnTo>
                  <a:pt x="493864" y="980439"/>
                </a:lnTo>
                <a:lnTo>
                  <a:pt x="493712" y="979169"/>
                </a:lnTo>
                <a:lnTo>
                  <a:pt x="494328" y="980439"/>
                </a:lnTo>
                <a:close/>
              </a:path>
              <a:path w="2189479" h="1043939">
                <a:moveTo>
                  <a:pt x="508190" y="999489"/>
                </a:moveTo>
                <a:lnTo>
                  <a:pt x="507263" y="999489"/>
                </a:lnTo>
                <a:lnTo>
                  <a:pt x="507060" y="998219"/>
                </a:lnTo>
                <a:lnTo>
                  <a:pt x="508190" y="999489"/>
                </a:lnTo>
                <a:close/>
              </a:path>
              <a:path w="2189479" h="1043939">
                <a:moveTo>
                  <a:pt x="525741" y="1014730"/>
                </a:moveTo>
                <a:lnTo>
                  <a:pt x="524624" y="1014730"/>
                </a:lnTo>
                <a:lnTo>
                  <a:pt x="524370" y="1013460"/>
                </a:lnTo>
                <a:lnTo>
                  <a:pt x="525741" y="1014730"/>
                </a:lnTo>
                <a:close/>
              </a:path>
              <a:path w="2189479" h="1043939">
                <a:moveTo>
                  <a:pt x="530345" y="1017269"/>
                </a:moveTo>
                <a:lnTo>
                  <a:pt x="528485" y="1017269"/>
                </a:lnTo>
                <a:lnTo>
                  <a:pt x="528231" y="1016000"/>
                </a:lnTo>
                <a:lnTo>
                  <a:pt x="530345" y="1017269"/>
                </a:lnTo>
                <a:close/>
              </a:path>
              <a:path w="2189479" h="1043939">
                <a:moveTo>
                  <a:pt x="542721" y="1023619"/>
                </a:moveTo>
                <a:lnTo>
                  <a:pt x="540727" y="1023619"/>
                </a:lnTo>
                <a:lnTo>
                  <a:pt x="540448" y="1022350"/>
                </a:lnTo>
                <a:lnTo>
                  <a:pt x="542721" y="1023619"/>
                </a:lnTo>
                <a:close/>
              </a:path>
              <a:path w="2189479" h="1043939">
                <a:moveTo>
                  <a:pt x="595490" y="1029969"/>
                </a:moveTo>
                <a:lnTo>
                  <a:pt x="590715" y="1029969"/>
                </a:lnTo>
                <a:lnTo>
                  <a:pt x="595807" y="1028700"/>
                </a:lnTo>
                <a:lnTo>
                  <a:pt x="595490" y="1029969"/>
                </a:lnTo>
                <a:close/>
              </a:path>
              <a:path w="2189479" h="1043939">
                <a:moveTo>
                  <a:pt x="581748" y="1043939"/>
                </a:moveTo>
                <a:lnTo>
                  <a:pt x="571068" y="1043939"/>
                </a:lnTo>
                <a:lnTo>
                  <a:pt x="565797" y="1042669"/>
                </a:lnTo>
                <a:lnTo>
                  <a:pt x="587121" y="1042669"/>
                </a:lnTo>
                <a:lnTo>
                  <a:pt x="581748" y="1043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66417" y="2285771"/>
            <a:ext cx="1567649" cy="7068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70636" y="967892"/>
            <a:ext cx="1423670" cy="661035"/>
          </a:xfrm>
          <a:custGeom>
            <a:avLst/>
            <a:gdLst/>
            <a:ahLst/>
            <a:cxnLst/>
            <a:rect l="l" t="t" r="r" b="b"/>
            <a:pathLst>
              <a:path w="1423670" h="661035">
                <a:moveTo>
                  <a:pt x="1423644" y="660971"/>
                </a:moveTo>
                <a:lnTo>
                  <a:pt x="0" y="660971"/>
                </a:lnTo>
                <a:lnTo>
                  <a:pt x="0" y="0"/>
                </a:lnTo>
                <a:lnTo>
                  <a:pt x="1423644" y="0"/>
                </a:lnTo>
                <a:lnTo>
                  <a:pt x="1423644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71"/>
                </a:lnTo>
                <a:lnTo>
                  <a:pt x="38100" y="584771"/>
                </a:lnTo>
                <a:lnTo>
                  <a:pt x="76200" y="622871"/>
                </a:lnTo>
                <a:lnTo>
                  <a:pt x="1423644" y="622871"/>
                </a:lnTo>
                <a:lnTo>
                  <a:pt x="1423644" y="660971"/>
                </a:lnTo>
                <a:close/>
              </a:path>
              <a:path w="1423670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423670" h="661035">
                <a:moveTo>
                  <a:pt x="1347444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347444" y="38100"/>
                </a:lnTo>
                <a:lnTo>
                  <a:pt x="1347444" y="76200"/>
                </a:lnTo>
                <a:close/>
              </a:path>
              <a:path w="1423670" h="661035">
                <a:moveTo>
                  <a:pt x="1347444" y="622871"/>
                </a:moveTo>
                <a:lnTo>
                  <a:pt x="1347444" y="38100"/>
                </a:lnTo>
                <a:lnTo>
                  <a:pt x="1385544" y="76200"/>
                </a:lnTo>
                <a:lnTo>
                  <a:pt x="1423644" y="76200"/>
                </a:lnTo>
                <a:lnTo>
                  <a:pt x="1423644" y="584771"/>
                </a:lnTo>
                <a:lnTo>
                  <a:pt x="1385544" y="584771"/>
                </a:lnTo>
                <a:lnTo>
                  <a:pt x="1347444" y="622871"/>
                </a:lnTo>
                <a:close/>
              </a:path>
              <a:path w="1423670" h="661035">
                <a:moveTo>
                  <a:pt x="1423644" y="76200"/>
                </a:moveTo>
                <a:lnTo>
                  <a:pt x="1385544" y="76200"/>
                </a:lnTo>
                <a:lnTo>
                  <a:pt x="1347444" y="38100"/>
                </a:lnTo>
                <a:lnTo>
                  <a:pt x="1423644" y="38100"/>
                </a:lnTo>
                <a:lnTo>
                  <a:pt x="1423644" y="76200"/>
                </a:lnTo>
                <a:close/>
              </a:path>
              <a:path w="1423670" h="661035">
                <a:moveTo>
                  <a:pt x="76200" y="622871"/>
                </a:moveTo>
                <a:lnTo>
                  <a:pt x="38100" y="584771"/>
                </a:lnTo>
                <a:lnTo>
                  <a:pt x="76200" y="584771"/>
                </a:lnTo>
                <a:lnTo>
                  <a:pt x="76200" y="622871"/>
                </a:lnTo>
                <a:close/>
              </a:path>
              <a:path w="1423670" h="661035">
                <a:moveTo>
                  <a:pt x="1347444" y="622871"/>
                </a:moveTo>
                <a:lnTo>
                  <a:pt x="76200" y="622871"/>
                </a:lnTo>
                <a:lnTo>
                  <a:pt x="76200" y="584771"/>
                </a:lnTo>
                <a:lnTo>
                  <a:pt x="1347444" y="584771"/>
                </a:lnTo>
                <a:lnTo>
                  <a:pt x="1347444" y="622871"/>
                </a:lnTo>
                <a:close/>
              </a:path>
              <a:path w="1423670" h="661035">
                <a:moveTo>
                  <a:pt x="1423644" y="622871"/>
                </a:moveTo>
                <a:lnTo>
                  <a:pt x="1347444" y="622871"/>
                </a:lnTo>
                <a:lnTo>
                  <a:pt x="1385544" y="584771"/>
                </a:lnTo>
                <a:lnTo>
                  <a:pt x="1423644" y="584771"/>
                </a:lnTo>
                <a:lnTo>
                  <a:pt x="1423644" y="622871"/>
                </a:lnTo>
                <a:close/>
              </a:path>
            </a:pathLst>
          </a:custGeom>
          <a:solidFill>
            <a:srgbClr val="E72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0830" y="1015517"/>
            <a:ext cx="10088880" cy="2134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提</a:t>
            </a:r>
            <a:r>
              <a:rPr dirty="0" sz="3200" spc="-10" b="1">
                <a:latin typeface="黑体"/>
                <a:cs typeface="黑体"/>
              </a:rPr>
              <a:t>问</a:t>
            </a:r>
            <a:endParaRPr sz="3200">
              <a:latin typeface="黑体"/>
              <a:cs typeface="黑体"/>
            </a:endParaRPr>
          </a:p>
          <a:p>
            <a:pPr marL="271780" marR="5080" indent="444500">
              <a:lnSpc>
                <a:spcPct val="148800"/>
              </a:lnSpc>
              <a:spcBef>
                <a:spcPts val="276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分析，刚才的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振荡电路中，除了电流，还有哪些物理量</a:t>
            </a:r>
            <a:r>
              <a:rPr dirty="0" sz="2800" spc="-5" b="1">
                <a:solidFill>
                  <a:srgbClr val="0000FF"/>
                </a:solidFill>
                <a:latin typeface="华文楷体"/>
                <a:cs typeface="华文楷体"/>
              </a:rPr>
              <a:t>发 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生了变化？各物理量的变化具有哪些特点呢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91899" y="3570871"/>
            <a:ext cx="5131435" cy="3022600"/>
          </a:xfrm>
          <a:custGeom>
            <a:avLst/>
            <a:gdLst/>
            <a:ahLst/>
            <a:cxnLst/>
            <a:rect l="l" t="t" r="r" b="b"/>
            <a:pathLst>
              <a:path w="5131434" h="3022600">
                <a:moveTo>
                  <a:pt x="1080096" y="939800"/>
                </a:moveTo>
                <a:lnTo>
                  <a:pt x="1067574" y="939800"/>
                </a:lnTo>
                <a:lnTo>
                  <a:pt x="1076528" y="927100"/>
                </a:lnTo>
                <a:lnTo>
                  <a:pt x="4267619" y="12700"/>
                </a:lnTo>
                <a:lnTo>
                  <a:pt x="4276636" y="0"/>
                </a:lnTo>
                <a:lnTo>
                  <a:pt x="4463694" y="0"/>
                </a:lnTo>
                <a:lnTo>
                  <a:pt x="4472139" y="12700"/>
                </a:lnTo>
                <a:lnTo>
                  <a:pt x="4279938" y="12700"/>
                </a:lnTo>
                <a:lnTo>
                  <a:pt x="4271035" y="25400"/>
                </a:lnTo>
                <a:lnTo>
                  <a:pt x="1080096" y="939800"/>
                </a:lnTo>
                <a:close/>
              </a:path>
              <a:path w="5131434" h="3022600">
                <a:moveTo>
                  <a:pt x="4505223" y="25400"/>
                </a:moveTo>
                <a:lnTo>
                  <a:pt x="4468596" y="25400"/>
                </a:lnTo>
                <a:lnTo>
                  <a:pt x="4460303" y="12700"/>
                </a:lnTo>
                <a:lnTo>
                  <a:pt x="4497070" y="12700"/>
                </a:lnTo>
                <a:lnTo>
                  <a:pt x="4505223" y="25400"/>
                </a:lnTo>
                <a:close/>
              </a:path>
              <a:path w="5131434" h="3022600">
                <a:moveTo>
                  <a:pt x="4536973" y="38100"/>
                </a:moveTo>
                <a:lnTo>
                  <a:pt x="4500524" y="38100"/>
                </a:lnTo>
                <a:lnTo>
                  <a:pt x="4492510" y="25400"/>
                </a:lnTo>
                <a:lnTo>
                  <a:pt x="4529162" y="25400"/>
                </a:lnTo>
                <a:lnTo>
                  <a:pt x="4536973" y="38100"/>
                </a:lnTo>
                <a:close/>
              </a:path>
              <a:path w="5131434" h="3022600">
                <a:moveTo>
                  <a:pt x="4559769" y="50800"/>
                </a:moveTo>
                <a:lnTo>
                  <a:pt x="4531169" y="50800"/>
                </a:lnTo>
                <a:lnTo>
                  <a:pt x="4523511" y="38100"/>
                </a:lnTo>
                <a:lnTo>
                  <a:pt x="4552276" y="38100"/>
                </a:lnTo>
                <a:lnTo>
                  <a:pt x="4559769" y="50800"/>
                </a:lnTo>
                <a:close/>
              </a:path>
              <a:path w="5131434" h="3022600">
                <a:moveTo>
                  <a:pt x="4574438" y="63500"/>
                </a:moveTo>
                <a:lnTo>
                  <a:pt x="4553178" y="63500"/>
                </a:lnTo>
                <a:lnTo>
                  <a:pt x="4545812" y="50800"/>
                </a:lnTo>
                <a:lnTo>
                  <a:pt x="4567161" y="50800"/>
                </a:lnTo>
                <a:lnTo>
                  <a:pt x="4574438" y="63500"/>
                </a:lnTo>
                <a:close/>
              </a:path>
              <a:path w="5131434" h="3022600">
                <a:moveTo>
                  <a:pt x="4595583" y="76200"/>
                </a:moveTo>
                <a:lnTo>
                  <a:pt x="4574260" y="76200"/>
                </a:lnTo>
                <a:lnTo>
                  <a:pt x="4567224" y="63500"/>
                </a:lnTo>
                <a:lnTo>
                  <a:pt x="4588649" y="63500"/>
                </a:lnTo>
                <a:lnTo>
                  <a:pt x="4595583" y="76200"/>
                </a:lnTo>
                <a:close/>
              </a:path>
              <a:path w="5131434" h="3022600">
                <a:moveTo>
                  <a:pt x="4609058" y="88900"/>
                </a:moveTo>
                <a:lnTo>
                  <a:pt x="4587747" y="88900"/>
                </a:lnTo>
                <a:lnTo>
                  <a:pt x="4580940" y="76200"/>
                </a:lnTo>
                <a:lnTo>
                  <a:pt x="4602378" y="76200"/>
                </a:lnTo>
                <a:lnTo>
                  <a:pt x="4609058" y="88900"/>
                </a:lnTo>
                <a:close/>
              </a:path>
              <a:path w="5131434" h="3022600">
                <a:moveTo>
                  <a:pt x="4621999" y="101600"/>
                </a:moveTo>
                <a:lnTo>
                  <a:pt x="4607052" y="101600"/>
                </a:lnTo>
                <a:lnTo>
                  <a:pt x="4600625" y="88900"/>
                </a:lnTo>
                <a:lnTo>
                  <a:pt x="4615586" y="88900"/>
                </a:lnTo>
                <a:lnTo>
                  <a:pt x="4621999" y="101600"/>
                </a:lnTo>
                <a:close/>
              </a:path>
              <a:path w="5131434" h="3022600">
                <a:moveTo>
                  <a:pt x="4634382" y="114300"/>
                </a:moveTo>
                <a:lnTo>
                  <a:pt x="4619282" y="114300"/>
                </a:lnTo>
                <a:lnTo>
                  <a:pt x="4613122" y="101600"/>
                </a:lnTo>
                <a:lnTo>
                  <a:pt x="4628261" y="101600"/>
                </a:lnTo>
                <a:lnTo>
                  <a:pt x="4634382" y="114300"/>
                </a:lnTo>
                <a:close/>
              </a:path>
              <a:path w="5131434" h="3022600">
                <a:moveTo>
                  <a:pt x="4646180" y="127000"/>
                </a:moveTo>
                <a:lnTo>
                  <a:pt x="4630940" y="127000"/>
                </a:lnTo>
                <a:lnTo>
                  <a:pt x="4625073" y="114300"/>
                </a:lnTo>
                <a:lnTo>
                  <a:pt x="4640351" y="114300"/>
                </a:lnTo>
                <a:lnTo>
                  <a:pt x="4646180" y="127000"/>
                </a:lnTo>
                <a:close/>
              </a:path>
              <a:path w="5131434" h="3022600">
                <a:moveTo>
                  <a:pt x="4657356" y="139700"/>
                </a:moveTo>
                <a:lnTo>
                  <a:pt x="4642040" y="139700"/>
                </a:lnTo>
                <a:lnTo>
                  <a:pt x="4636465" y="127000"/>
                </a:lnTo>
                <a:lnTo>
                  <a:pt x="4651844" y="127000"/>
                </a:lnTo>
                <a:lnTo>
                  <a:pt x="4657356" y="139700"/>
                </a:lnTo>
                <a:close/>
              </a:path>
              <a:path w="5131434" h="3022600">
                <a:moveTo>
                  <a:pt x="4667897" y="152400"/>
                </a:moveTo>
                <a:lnTo>
                  <a:pt x="4652518" y="152400"/>
                </a:lnTo>
                <a:lnTo>
                  <a:pt x="4647260" y="139700"/>
                </a:lnTo>
                <a:lnTo>
                  <a:pt x="4662716" y="139700"/>
                </a:lnTo>
                <a:lnTo>
                  <a:pt x="4667897" y="152400"/>
                </a:lnTo>
                <a:close/>
              </a:path>
              <a:path w="5131434" h="3022600">
                <a:moveTo>
                  <a:pt x="4682439" y="177800"/>
                </a:moveTo>
                <a:lnTo>
                  <a:pt x="4667034" y="177800"/>
                </a:lnTo>
                <a:lnTo>
                  <a:pt x="4662271" y="165100"/>
                </a:lnTo>
                <a:lnTo>
                  <a:pt x="4657432" y="152400"/>
                </a:lnTo>
                <a:lnTo>
                  <a:pt x="4672914" y="152400"/>
                </a:lnTo>
                <a:lnTo>
                  <a:pt x="4677765" y="165100"/>
                </a:lnTo>
                <a:lnTo>
                  <a:pt x="4682439" y="177800"/>
                </a:lnTo>
                <a:close/>
              </a:path>
              <a:path w="5131434" h="3022600">
                <a:moveTo>
                  <a:pt x="4691253" y="190500"/>
                </a:moveTo>
                <a:lnTo>
                  <a:pt x="4675886" y="190500"/>
                </a:lnTo>
                <a:lnTo>
                  <a:pt x="4671466" y="177800"/>
                </a:lnTo>
                <a:lnTo>
                  <a:pt x="4686935" y="177800"/>
                </a:lnTo>
                <a:lnTo>
                  <a:pt x="4691253" y="190500"/>
                </a:lnTo>
                <a:close/>
              </a:path>
              <a:path w="5131434" h="3022600">
                <a:moveTo>
                  <a:pt x="4703064" y="215900"/>
                </a:moveTo>
                <a:lnTo>
                  <a:pt x="4687823" y="215900"/>
                </a:lnTo>
                <a:lnTo>
                  <a:pt x="4683950" y="203200"/>
                </a:lnTo>
                <a:lnTo>
                  <a:pt x="4679962" y="190500"/>
                </a:lnTo>
                <a:lnTo>
                  <a:pt x="4695380" y="190500"/>
                </a:lnTo>
                <a:lnTo>
                  <a:pt x="4699317" y="203200"/>
                </a:lnTo>
                <a:lnTo>
                  <a:pt x="4703064" y="215900"/>
                </a:lnTo>
                <a:close/>
              </a:path>
              <a:path w="5131434" h="3022600">
                <a:moveTo>
                  <a:pt x="4716030" y="254000"/>
                </a:moveTo>
                <a:lnTo>
                  <a:pt x="4703953" y="254000"/>
                </a:lnTo>
                <a:lnTo>
                  <a:pt x="4701070" y="241300"/>
                </a:lnTo>
                <a:lnTo>
                  <a:pt x="4698034" y="228600"/>
                </a:lnTo>
                <a:lnTo>
                  <a:pt x="4694859" y="228600"/>
                </a:lnTo>
                <a:lnTo>
                  <a:pt x="4691367" y="215900"/>
                </a:lnTo>
                <a:lnTo>
                  <a:pt x="4706607" y="215900"/>
                </a:lnTo>
                <a:lnTo>
                  <a:pt x="4709960" y="228600"/>
                </a:lnTo>
                <a:lnTo>
                  <a:pt x="4713096" y="241300"/>
                </a:lnTo>
                <a:lnTo>
                  <a:pt x="4716030" y="254000"/>
                </a:lnTo>
                <a:close/>
              </a:path>
              <a:path w="5131434" h="3022600">
                <a:moveTo>
                  <a:pt x="4706581" y="266700"/>
                </a:moveTo>
                <a:lnTo>
                  <a:pt x="4703902" y="254000"/>
                </a:lnTo>
                <a:lnTo>
                  <a:pt x="4706569" y="254000"/>
                </a:lnTo>
                <a:lnTo>
                  <a:pt x="4706581" y="266700"/>
                </a:lnTo>
                <a:close/>
              </a:path>
              <a:path w="5131434" h="3022600">
                <a:moveTo>
                  <a:pt x="5116779" y="1638300"/>
                </a:moveTo>
                <a:lnTo>
                  <a:pt x="5104561" y="1638300"/>
                </a:lnTo>
                <a:lnTo>
                  <a:pt x="4706569" y="254000"/>
                </a:lnTo>
                <a:lnTo>
                  <a:pt x="4718761" y="254000"/>
                </a:lnTo>
                <a:lnTo>
                  <a:pt x="5116779" y="1638300"/>
                </a:lnTo>
                <a:close/>
              </a:path>
              <a:path w="5131434" h="3022600">
                <a:moveTo>
                  <a:pt x="1071333" y="952500"/>
                </a:moveTo>
                <a:lnTo>
                  <a:pt x="1032827" y="952500"/>
                </a:lnTo>
                <a:lnTo>
                  <a:pt x="1041323" y="939800"/>
                </a:lnTo>
                <a:lnTo>
                  <a:pt x="1080173" y="939800"/>
                </a:lnTo>
                <a:lnTo>
                  <a:pt x="1071333" y="952500"/>
                </a:lnTo>
                <a:close/>
              </a:path>
              <a:path w="5131434" h="3022600">
                <a:moveTo>
                  <a:pt x="1029715" y="965200"/>
                </a:moveTo>
                <a:lnTo>
                  <a:pt x="1008113" y="965200"/>
                </a:lnTo>
                <a:lnTo>
                  <a:pt x="1016215" y="952500"/>
                </a:lnTo>
                <a:lnTo>
                  <a:pt x="1037932" y="952500"/>
                </a:lnTo>
                <a:lnTo>
                  <a:pt x="1029715" y="965200"/>
                </a:lnTo>
                <a:close/>
              </a:path>
              <a:path w="5131434" h="3022600">
                <a:moveTo>
                  <a:pt x="1037793" y="965200"/>
                </a:moveTo>
                <a:lnTo>
                  <a:pt x="1037932" y="952500"/>
                </a:lnTo>
                <a:lnTo>
                  <a:pt x="1046137" y="952500"/>
                </a:lnTo>
                <a:lnTo>
                  <a:pt x="1037793" y="965200"/>
                </a:lnTo>
                <a:close/>
              </a:path>
              <a:path w="5131434" h="3022600">
                <a:moveTo>
                  <a:pt x="1006259" y="977900"/>
                </a:moveTo>
                <a:lnTo>
                  <a:pt x="984618" y="977900"/>
                </a:lnTo>
                <a:lnTo>
                  <a:pt x="992314" y="965200"/>
                </a:lnTo>
                <a:lnTo>
                  <a:pt x="1014082" y="965200"/>
                </a:lnTo>
                <a:lnTo>
                  <a:pt x="1006259" y="977900"/>
                </a:lnTo>
                <a:close/>
              </a:path>
              <a:path w="5131434" h="3022600">
                <a:moveTo>
                  <a:pt x="983996" y="990600"/>
                </a:moveTo>
                <a:lnTo>
                  <a:pt x="962393" y="990600"/>
                </a:lnTo>
                <a:lnTo>
                  <a:pt x="969657" y="977900"/>
                </a:lnTo>
                <a:lnTo>
                  <a:pt x="991412" y="977900"/>
                </a:lnTo>
                <a:lnTo>
                  <a:pt x="983996" y="990600"/>
                </a:lnTo>
                <a:close/>
              </a:path>
              <a:path w="5131434" h="3022600">
                <a:moveTo>
                  <a:pt x="969848" y="1003300"/>
                </a:moveTo>
                <a:lnTo>
                  <a:pt x="948321" y="1003300"/>
                </a:lnTo>
                <a:lnTo>
                  <a:pt x="955281" y="990600"/>
                </a:lnTo>
                <a:lnTo>
                  <a:pt x="976972" y="990600"/>
                </a:lnTo>
                <a:lnTo>
                  <a:pt x="969848" y="1003300"/>
                </a:lnTo>
                <a:close/>
              </a:path>
              <a:path w="5131434" h="3022600">
                <a:moveTo>
                  <a:pt x="949693" y="1016000"/>
                </a:moveTo>
                <a:lnTo>
                  <a:pt x="934847" y="1016000"/>
                </a:lnTo>
                <a:lnTo>
                  <a:pt x="941501" y="1003300"/>
                </a:lnTo>
                <a:lnTo>
                  <a:pt x="956386" y="1003300"/>
                </a:lnTo>
                <a:lnTo>
                  <a:pt x="949693" y="1016000"/>
                </a:lnTo>
                <a:close/>
              </a:path>
              <a:path w="5131434" h="3022600">
                <a:moveTo>
                  <a:pt x="936980" y="1028700"/>
                </a:moveTo>
                <a:lnTo>
                  <a:pt x="915797" y="1028700"/>
                </a:lnTo>
                <a:lnTo>
                  <a:pt x="921994" y="1016000"/>
                </a:lnTo>
                <a:lnTo>
                  <a:pt x="943381" y="1016000"/>
                </a:lnTo>
                <a:lnTo>
                  <a:pt x="936980" y="1028700"/>
                </a:lnTo>
                <a:close/>
              </a:path>
              <a:path w="5131434" h="3022600">
                <a:moveTo>
                  <a:pt x="913422" y="1054100"/>
                </a:moveTo>
                <a:lnTo>
                  <a:pt x="898207" y="1054100"/>
                </a:lnTo>
                <a:lnTo>
                  <a:pt x="903909" y="1041400"/>
                </a:lnTo>
                <a:lnTo>
                  <a:pt x="909777" y="1028700"/>
                </a:lnTo>
                <a:lnTo>
                  <a:pt x="930973" y="1028700"/>
                </a:lnTo>
                <a:lnTo>
                  <a:pt x="924890" y="1041400"/>
                </a:lnTo>
                <a:lnTo>
                  <a:pt x="919175" y="1041400"/>
                </a:lnTo>
                <a:lnTo>
                  <a:pt x="913422" y="1054100"/>
                </a:lnTo>
                <a:close/>
              </a:path>
              <a:path w="5131434" h="3022600">
                <a:moveTo>
                  <a:pt x="902576" y="1066800"/>
                </a:moveTo>
                <a:lnTo>
                  <a:pt x="887310" y="1066800"/>
                </a:lnTo>
                <a:lnTo>
                  <a:pt x="892683" y="1054100"/>
                </a:lnTo>
                <a:lnTo>
                  <a:pt x="908011" y="1054100"/>
                </a:lnTo>
                <a:lnTo>
                  <a:pt x="902576" y="1066800"/>
                </a:lnTo>
                <a:close/>
              </a:path>
              <a:path w="5131434" h="3022600">
                <a:moveTo>
                  <a:pt x="892390" y="1079500"/>
                </a:moveTo>
                <a:lnTo>
                  <a:pt x="877100" y="1079500"/>
                </a:lnTo>
                <a:lnTo>
                  <a:pt x="882129" y="1066800"/>
                </a:lnTo>
                <a:lnTo>
                  <a:pt x="897496" y="1066800"/>
                </a:lnTo>
                <a:lnTo>
                  <a:pt x="892390" y="1079500"/>
                </a:lnTo>
                <a:close/>
              </a:path>
              <a:path w="5131434" h="3022600">
                <a:moveTo>
                  <a:pt x="29152" y="1104077"/>
                </a:moveTo>
                <a:lnTo>
                  <a:pt x="0" y="1079500"/>
                </a:lnTo>
                <a:lnTo>
                  <a:pt x="36352" y="1092200"/>
                </a:lnTo>
                <a:lnTo>
                  <a:pt x="34925" y="1092200"/>
                </a:lnTo>
                <a:lnTo>
                  <a:pt x="29152" y="1104077"/>
                </a:lnTo>
                <a:close/>
              </a:path>
              <a:path w="5131434" h="3022600">
                <a:moveTo>
                  <a:pt x="882878" y="1092200"/>
                </a:moveTo>
                <a:lnTo>
                  <a:pt x="867587" y="1092200"/>
                </a:lnTo>
                <a:lnTo>
                  <a:pt x="872261" y="1079500"/>
                </a:lnTo>
                <a:lnTo>
                  <a:pt x="887628" y="1079500"/>
                </a:lnTo>
                <a:lnTo>
                  <a:pt x="882878" y="1092200"/>
                </a:lnTo>
                <a:close/>
              </a:path>
              <a:path w="5131434" h="3022600">
                <a:moveTo>
                  <a:pt x="65975" y="1118244"/>
                </a:moveTo>
                <a:lnTo>
                  <a:pt x="31146" y="1105758"/>
                </a:lnTo>
                <a:lnTo>
                  <a:pt x="29152" y="1104077"/>
                </a:lnTo>
                <a:lnTo>
                  <a:pt x="34925" y="1092200"/>
                </a:lnTo>
                <a:lnTo>
                  <a:pt x="65975" y="1118244"/>
                </a:lnTo>
                <a:close/>
              </a:path>
              <a:path w="5131434" h="3022600">
                <a:moveTo>
                  <a:pt x="843534" y="1397000"/>
                </a:moveTo>
                <a:lnTo>
                  <a:pt x="65975" y="1118244"/>
                </a:lnTo>
                <a:lnTo>
                  <a:pt x="34925" y="1092200"/>
                </a:lnTo>
                <a:lnTo>
                  <a:pt x="36352" y="1092200"/>
                </a:lnTo>
                <a:lnTo>
                  <a:pt x="824692" y="1367613"/>
                </a:lnTo>
                <a:lnTo>
                  <a:pt x="825398" y="1371600"/>
                </a:lnTo>
                <a:lnTo>
                  <a:pt x="827900" y="1384300"/>
                </a:lnTo>
                <a:lnTo>
                  <a:pt x="840104" y="1384300"/>
                </a:lnTo>
                <a:lnTo>
                  <a:pt x="843534" y="1397000"/>
                </a:lnTo>
                <a:close/>
              </a:path>
              <a:path w="5131434" h="3022600">
                <a:moveTo>
                  <a:pt x="869873" y="1117600"/>
                </a:moveTo>
                <a:lnTo>
                  <a:pt x="854659" y="1117600"/>
                </a:lnTo>
                <a:lnTo>
                  <a:pt x="858786" y="1104900"/>
                </a:lnTo>
                <a:lnTo>
                  <a:pt x="863104" y="1092200"/>
                </a:lnTo>
                <a:lnTo>
                  <a:pt x="878446" y="1092200"/>
                </a:lnTo>
                <a:lnTo>
                  <a:pt x="874039" y="1104900"/>
                </a:lnTo>
                <a:lnTo>
                  <a:pt x="869873" y="1117600"/>
                </a:lnTo>
                <a:close/>
              </a:path>
              <a:path w="5131434" h="3022600">
                <a:moveTo>
                  <a:pt x="31146" y="1105758"/>
                </a:moveTo>
                <a:lnTo>
                  <a:pt x="28752" y="1104900"/>
                </a:lnTo>
                <a:lnTo>
                  <a:pt x="29152" y="1104077"/>
                </a:lnTo>
                <a:lnTo>
                  <a:pt x="31146" y="1105758"/>
                </a:lnTo>
                <a:close/>
              </a:path>
              <a:path w="5131434" h="3022600">
                <a:moveTo>
                  <a:pt x="979182" y="1905000"/>
                </a:moveTo>
                <a:lnTo>
                  <a:pt x="31146" y="1105758"/>
                </a:lnTo>
                <a:lnTo>
                  <a:pt x="65975" y="1118244"/>
                </a:lnTo>
                <a:lnTo>
                  <a:pt x="988809" y="1892300"/>
                </a:lnTo>
                <a:lnTo>
                  <a:pt x="977150" y="1892300"/>
                </a:lnTo>
                <a:lnTo>
                  <a:pt x="979182" y="1905000"/>
                </a:lnTo>
                <a:close/>
              </a:path>
              <a:path w="5131434" h="3022600">
                <a:moveTo>
                  <a:pt x="855027" y="1143000"/>
                </a:moveTo>
                <a:lnTo>
                  <a:pt x="843394" y="1143000"/>
                </a:lnTo>
                <a:lnTo>
                  <a:pt x="846963" y="1130300"/>
                </a:lnTo>
                <a:lnTo>
                  <a:pt x="850722" y="1117600"/>
                </a:lnTo>
                <a:lnTo>
                  <a:pt x="865962" y="1117600"/>
                </a:lnTo>
                <a:lnTo>
                  <a:pt x="862088" y="1130300"/>
                </a:lnTo>
                <a:lnTo>
                  <a:pt x="858532" y="1130300"/>
                </a:lnTo>
                <a:lnTo>
                  <a:pt x="855027" y="1143000"/>
                </a:lnTo>
                <a:close/>
              </a:path>
              <a:path w="5131434" h="3022600">
                <a:moveTo>
                  <a:pt x="851763" y="1155700"/>
                </a:moveTo>
                <a:lnTo>
                  <a:pt x="836841" y="1155700"/>
                </a:lnTo>
                <a:lnTo>
                  <a:pt x="840016" y="1143000"/>
                </a:lnTo>
                <a:lnTo>
                  <a:pt x="855090" y="1143000"/>
                </a:lnTo>
                <a:lnTo>
                  <a:pt x="851763" y="1155700"/>
                </a:lnTo>
                <a:close/>
              </a:path>
              <a:path w="5131434" h="3022600">
                <a:moveTo>
                  <a:pt x="840613" y="1181100"/>
                </a:moveTo>
                <a:lnTo>
                  <a:pt x="828459" y="1181100"/>
                </a:lnTo>
                <a:lnTo>
                  <a:pt x="831049" y="1168400"/>
                </a:lnTo>
                <a:lnTo>
                  <a:pt x="833843" y="1155700"/>
                </a:lnTo>
                <a:lnTo>
                  <a:pt x="848753" y="1155700"/>
                </a:lnTo>
                <a:lnTo>
                  <a:pt x="845807" y="1168400"/>
                </a:lnTo>
                <a:lnTo>
                  <a:pt x="843165" y="1168400"/>
                </a:lnTo>
                <a:lnTo>
                  <a:pt x="840613" y="1181100"/>
                </a:lnTo>
                <a:close/>
              </a:path>
              <a:path w="5131434" h="3022600">
                <a:moveTo>
                  <a:pt x="834263" y="1206500"/>
                </a:moveTo>
                <a:lnTo>
                  <a:pt x="821867" y="1206500"/>
                </a:lnTo>
                <a:lnTo>
                  <a:pt x="823861" y="1193800"/>
                </a:lnTo>
                <a:lnTo>
                  <a:pt x="826058" y="1181100"/>
                </a:lnTo>
                <a:lnTo>
                  <a:pt x="840651" y="1181100"/>
                </a:lnTo>
                <a:lnTo>
                  <a:pt x="838301" y="1193800"/>
                </a:lnTo>
                <a:lnTo>
                  <a:pt x="836218" y="1193800"/>
                </a:lnTo>
                <a:lnTo>
                  <a:pt x="834263" y="1206500"/>
                </a:lnTo>
                <a:close/>
              </a:path>
              <a:path w="5131434" h="3022600">
                <a:moveTo>
                  <a:pt x="828586" y="1244600"/>
                </a:moveTo>
                <a:lnTo>
                  <a:pt x="815987" y="1244600"/>
                </a:lnTo>
                <a:lnTo>
                  <a:pt x="817143" y="1231900"/>
                </a:lnTo>
                <a:lnTo>
                  <a:pt x="818514" y="1219200"/>
                </a:lnTo>
                <a:lnTo>
                  <a:pt x="820089" y="1206500"/>
                </a:lnTo>
                <a:lnTo>
                  <a:pt x="834288" y="1206500"/>
                </a:lnTo>
                <a:lnTo>
                  <a:pt x="832535" y="1219200"/>
                </a:lnTo>
                <a:lnTo>
                  <a:pt x="831049" y="1219200"/>
                </a:lnTo>
                <a:lnTo>
                  <a:pt x="829703" y="1231900"/>
                </a:lnTo>
                <a:lnTo>
                  <a:pt x="828586" y="1244600"/>
                </a:lnTo>
                <a:close/>
              </a:path>
              <a:path w="5131434" h="3022600">
                <a:moveTo>
                  <a:pt x="826490" y="1270000"/>
                </a:moveTo>
                <a:lnTo>
                  <a:pt x="813815" y="1270000"/>
                </a:lnTo>
                <a:lnTo>
                  <a:pt x="814324" y="1257300"/>
                </a:lnTo>
                <a:lnTo>
                  <a:pt x="815047" y="1244600"/>
                </a:lnTo>
                <a:lnTo>
                  <a:pt x="827697" y="1244600"/>
                </a:lnTo>
                <a:lnTo>
                  <a:pt x="826985" y="1257300"/>
                </a:lnTo>
                <a:lnTo>
                  <a:pt x="826490" y="1270000"/>
                </a:lnTo>
                <a:close/>
              </a:path>
              <a:path w="5131434" h="3022600">
                <a:moveTo>
                  <a:pt x="826312" y="1295400"/>
                </a:moveTo>
                <a:lnTo>
                  <a:pt x="813612" y="1295400"/>
                </a:lnTo>
                <a:lnTo>
                  <a:pt x="813523" y="1270000"/>
                </a:lnTo>
                <a:lnTo>
                  <a:pt x="826223" y="1270000"/>
                </a:lnTo>
                <a:lnTo>
                  <a:pt x="826160" y="1282700"/>
                </a:lnTo>
                <a:lnTo>
                  <a:pt x="826312" y="1295400"/>
                </a:lnTo>
                <a:close/>
              </a:path>
              <a:path w="5131434" h="3022600">
                <a:moveTo>
                  <a:pt x="830376" y="1333500"/>
                </a:moveTo>
                <a:lnTo>
                  <a:pt x="816508" y="1333500"/>
                </a:lnTo>
                <a:lnTo>
                  <a:pt x="815441" y="1320800"/>
                </a:lnTo>
                <a:lnTo>
                  <a:pt x="814603" y="1308100"/>
                </a:lnTo>
                <a:lnTo>
                  <a:pt x="813993" y="1295400"/>
                </a:lnTo>
                <a:lnTo>
                  <a:pt x="826668" y="1295400"/>
                </a:lnTo>
                <a:lnTo>
                  <a:pt x="827265" y="1308100"/>
                </a:lnTo>
                <a:lnTo>
                  <a:pt x="828078" y="1320800"/>
                </a:lnTo>
                <a:lnTo>
                  <a:pt x="829094" y="1320800"/>
                </a:lnTo>
                <a:lnTo>
                  <a:pt x="830376" y="1333500"/>
                </a:lnTo>
                <a:close/>
              </a:path>
              <a:path w="5131434" h="3022600">
                <a:moveTo>
                  <a:pt x="833577" y="1358900"/>
                </a:moveTo>
                <a:lnTo>
                  <a:pt x="821131" y="1358900"/>
                </a:lnTo>
                <a:lnTo>
                  <a:pt x="819353" y="1346200"/>
                </a:lnTo>
                <a:lnTo>
                  <a:pt x="817816" y="1333500"/>
                </a:lnTo>
                <a:lnTo>
                  <a:pt x="830351" y="1333500"/>
                </a:lnTo>
                <a:lnTo>
                  <a:pt x="831862" y="1346200"/>
                </a:lnTo>
                <a:lnTo>
                  <a:pt x="833577" y="1358900"/>
                </a:lnTo>
                <a:close/>
              </a:path>
              <a:path w="5131434" h="3022600">
                <a:moveTo>
                  <a:pt x="840117" y="1384300"/>
                </a:moveTo>
                <a:lnTo>
                  <a:pt x="827900" y="1384300"/>
                </a:lnTo>
                <a:lnTo>
                  <a:pt x="836104" y="1371600"/>
                </a:lnTo>
                <a:lnTo>
                  <a:pt x="824692" y="1367613"/>
                </a:lnTo>
                <a:lnTo>
                  <a:pt x="823150" y="1358900"/>
                </a:lnTo>
                <a:lnTo>
                  <a:pt x="835494" y="1358900"/>
                </a:lnTo>
                <a:lnTo>
                  <a:pt x="837704" y="1371600"/>
                </a:lnTo>
                <a:lnTo>
                  <a:pt x="840117" y="1384300"/>
                </a:lnTo>
                <a:close/>
              </a:path>
              <a:path w="5131434" h="3022600">
                <a:moveTo>
                  <a:pt x="827900" y="1384300"/>
                </a:moveTo>
                <a:lnTo>
                  <a:pt x="825398" y="1371600"/>
                </a:lnTo>
                <a:lnTo>
                  <a:pt x="824692" y="1367613"/>
                </a:lnTo>
                <a:lnTo>
                  <a:pt x="836104" y="1371600"/>
                </a:lnTo>
                <a:lnTo>
                  <a:pt x="827900" y="1384300"/>
                </a:lnTo>
                <a:close/>
              </a:path>
              <a:path w="5131434" h="3022600">
                <a:moveTo>
                  <a:pt x="5123535" y="1663700"/>
                </a:moveTo>
                <a:lnTo>
                  <a:pt x="5111115" y="1663700"/>
                </a:lnTo>
                <a:lnTo>
                  <a:pt x="5109133" y="1651000"/>
                </a:lnTo>
                <a:lnTo>
                  <a:pt x="5106962" y="1638300"/>
                </a:lnTo>
                <a:lnTo>
                  <a:pt x="5119268" y="1638300"/>
                </a:lnTo>
                <a:lnTo>
                  <a:pt x="5121516" y="1651000"/>
                </a:lnTo>
                <a:lnTo>
                  <a:pt x="5123535" y="1663700"/>
                </a:lnTo>
                <a:close/>
              </a:path>
              <a:path w="5131434" h="3022600">
                <a:moveTo>
                  <a:pt x="5129225" y="1701800"/>
                </a:moveTo>
                <a:lnTo>
                  <a:pt x="5116601" y="1701800"/>
                </a:lnTo>
                <a:lnTo>
                  <a:pt x="5115547" y="1689100"/>
                </a:lnTo>
                <a:lnTo>
                  <a:pt x="5114290" y="1676400"/>
                </a:lnTo>
                <a:lnTo>
                  <a:pt x="5112829" y="1676400"/>
                </a:lnTo>
                <a:lnTo>
                  <a:pt x="5111089" y="1663700"/>
                </a:lnTo>
                <a:lnTo>
                  <a:pt x="5125313" y="1663700"/>
                </a:lnTo>
                <a:lnTo>
                  <a:pt x="5126850" y="1676400"/>
                </a:lnTo>
                <a:lnTo>
                  <a:pt x="5128158" y="1689100"/>
                </a:lnTo>
                <a:lnTo>
                  <a:pt x="5129225" y="1701800"/>
                </a:lnTo>
                <a:close/>
              </a:path>
              <a:path w="5131434" h="3022600">
                <a:moveTo>
                  <a:pt x="5131054" y="1727200"/>
                </a:moveTo>
                <a:lnTo>
                  <a:pt x="5118366" y="1727200"/>
                </a:lnTo>
                <a:lnTo>
                  <a:pt x="5117985" y="1714500"/>
                </a:lnTo>
                <a:lnTo>
                  <a:pt x="5117401" y="1701800"/>
                </a:lnTo>
                <a:lnTo>
                  <a:pt x="5130063" y="1701800"/>
                </a:lnTo>
                <a:lnTo>
                  <a:pt x="5130672" y="1714500"/>
                </a:lnTo>
                <a:lnTo>
                  <a:pt x="5131054" y="1727200"/>
                </a:lnTo>
                <a:close/>
              </a:path>
              <a:path w="5131434" h="3022600">
                <a:moveTo>
                  <a:pt x="5130850" y="1752600"/>
                </a:moveTo>
                <a:lnTo>
                  <a:pt x="5118163" y="1752600"/>
                </a:lnTo>
                <a:lnTo>
                  <a:pt x="5118442" y="1739900"/>
                </a:lnTo>
                <a:lnTo>
                  <a:pt x="5118506" y="1727200"/>
                </a:lnTo>
                <a:lnTo>
                  <a:pt x="5131206" y="1727200"/>
                </a:lnTo>
                <a:lnTo>
                  <a:pt x="5131142" y="1739900"/>
                </a:lnTo>
                <a:lnTo>
                  <a:pt x="5130850" y="1752600"/>
                </a:lnTo>
                <a:close/>
              </a:path>
              <a:path w="5131434" h="3022600">
                <a:moveTo>
                  <a:pt x="5127523" y="1790700"/>
                </a:moveTo>
                <a:lnTo>
                  <a:pt x="5113616" y="1790700"/>
                </a:lnTo>
                <a:lnTo>
                  <a:pt x="5114963" y="1778000"/>
                </a:lnTo>
                <a:lnTo>
                  <a:pt x="5116055" y="1778000"/>
                </a:lnTo>
                <a:lnTo>
                  <a:pt x="5116982" y="1765300"/>
                </a:lnTo>
                <a:lnTo>
                  <a:pt x="5117680" y="1752600"/>
                </a:lnTo>
                <a:lnTo>
                  <a:pt x="5130342" y="1752600"/>
                </a:lnTo>
                <a:lnTo>
                  <a:pt x="5129618" y="1765300"/>
                </a:lnTo>
                <a:lnTo>
                  <a:pt x="5128679" y="1778000"/>
                </a:lnTo>
                <a:lnTo>
                  <a:pt x="5127523" y="1790700"/>
                </a:lnTo>
                <a:close/>
              </a:path>
              <a:path w="5131434" h="3022600">
                <a:moveTo>
                  <a:pt x="5122798" y="1816100"/>
                </a:moveTo>
                <a:lnTo>
                  <a:pt x="5108447" y="1816100"/>
                </a:lnTo>
                <a:lnTo>
                  <a:pt x="5110403" y="1803400"/>
                </a:lnTo>
                <a:lnTo>
                  <a:pt x="5112092" y="1803400"/>
                </a:lnTo>
                <a:lnTo>
                  <a:pt x="5113642" y="1790700"/>
                </a:lnTo>
                <a:lnTo>
                  <a:pt x="5126151" y="1790700"/>
                </a:lnTo>
                <a:lnTo>
                  <a:pt x="5124577" y="1803400"/>
                </a:lnTo>
                <a:lnTo>
                  <a:pt x="5122798" y="1816100"/>
                </a:lnTo>
                <a:close/>
              </a:path>
              <a:path w="5131434" h="3022600">
                <a:moveTo>
                  <a:pt x="5116207" y="1841500"/>
                </a:moveTo>
                <a:lnTo>
                  <a:pt x="5101513" y="1841500"/>
                </a:lnTo>
                <a:lnTo>
                  <a:pt x="5104053" y="1828800"/>
                </a:lnTo>
                <a:lnTo>
                  <a:pt x="5106327" y="1828800"/>
                </a:lnTo>
                <a:lnTo>
                  <a:pt x="5108486" y="1816100"/>
                </a:lnTo>
                <a:lnTo>
                  <a:pt x="5120805" y="1816100"/>
                </a:lnTo>
                <a:lnTo>
                  <a:pt x="5118608" y="1828800"/>
                </a:lnTo>
                <a:lnTo>
                  <a:pt x="5116207" y="1841500"/>
                </a:lnTo>
                <a:close/>
              </a:path>
              <a:path w="5131434" h="3022600">
                <a:moveTo>
                  <a:pt x="5107825" y="1866900"/>
                </a:moveTo>
                <a:lnTo>
                  <a:pt x="5092839" y="1866900"/>
                </a:lnTo>
                <a:lnTo>
                  <a:pt x="5095976" y="1854200"/>
                </a:lnTo>
                <a:lnTo>
                  <a:pt x="5098808" y="1854200"/>
                </a:lnTo>
                <a:lnTo>
                  <a:pt x="5101551" y="1841500"/>
                </a:lnTo>
                <a:lnTo>
                  <a:pt x="5113616" y="1841500"/>
                </a:lnTo>
                <a:lnTo>
                  <a:pt x="5110822" y="1854200"/>
                </a:lnTo>
                <a:lnTo>
                  <a:pt x="5107825" y="1866900"/>
                </a:lnTo>
                <a:close/>
              </a:path>
              <a:path w="5131434" h="3022600">
                <a:moveTo>
                  <a:pt x="5101272" y="1879600"/>
                </a:moveTo>
                <a:lnTo>
                  <a:pt x="5086134" y="1879600"/>
                </a:lnTo>
                <a:lnTo>
                  <a:pt x="5089639" y="1866900"/>
                </a:lnTo>
                <a:lnTo>
                  <a:pt x="5104650" y="1866900"/>
                </a:lnTo>
                <a:lnTo>
                  <a:pt x="5101272" y="1879600"/>
                </a:lnTo>
                <a:close/>
              </a:path>
              <a:path w="5131434" h="3022600">
                <a:moveTo>
                  <a:pt x="5090007" y="1905000"/>
                </a:moveTo>
                <a:lnTo>
                  <a:pt x="5074716" y="1905000"/>
                </a:lnTo>
                <a:lnTo>
                  <a:pt x="5078768" y="1892300"/>
                </a:lnTo>
                <a:lnTo>
                  <a:pt x="5082514" y="1892300"/>
                </a:lnTo>
                <a:lnTo>
                  <a:pt x="5086197" y="1879600"/>
                </a:lnTo>
                <a:lnTo>
                  <a:pt x="5097703" y="1879600"/>
                </a:lnTo>
                <a:lnTo>
                  <a:pt x="5093944" y="1892300"/>
                </a:lnTo>
                <a:lnTo>
                  <a:pt x="5090007" y="1905000"/>
                </a:lnTo>
                <a:close/>
              </a:path>
              <a:path w="5131434" h="3022600">
                <a:moveTo>
                  <a:pt x="1246632" y="2781300"/>
                </a:moveTo>
                <a:lnTo>
                  <a:pt x="1231569" y="2781300"/>
                </a:lnTo>
                <a:lnTo>
                  <a:pt x="1228636" y="2768600"/>
                </a:lnTo>
                <a:lnTo>
                  <a:pt x="1225918" y="2755900"/>
                </a:lnTo>
                <a:lnTo>
                  <a:pt x="977150" y="1892300"/>
                </a:lnTo>
                <a:lnTo>
                  <a:pt x="988809" y="1892300"/>
                </a:lnTo>
                <a:lnTo>
                  <a:pt x="1238097" y="2755900"/>
                </a:lnTo>
                <a:lnTo>
                  <a:pt x="1240764" y="2768600"/>
                </a:lnTo>
                <a:lnTo>
                  <a:pt x="1243545" y="2768600"/>
                </a:lnTo>
                <a:lnTo>
                  <a:pt x="1246632" y="2781300"/>
                </a:lnTo>
                <a:close/>
              </a:path>
              <a:path w="5131434" h="3022600">
                <a:moveTo>
                  <a:pt x="5077079" y="1930400"/>
                </a:moveTo>
                <a:lnTo>
                  <a:pt x="5061712" y="1930400"/>
                </a:lnTo>
                <a:lnTo>
                  <a:pt x="5066296" y="1917700"/>
                </a:lnTo>
                <a:lnTo>
                  <a:pt x="5070627" y="1905000"/>
                </a:lnTo>
                <a:lnTo>
                  <a:pt x="5085880" y="1905000"/>
                </a:lnTo>
                <a:lnTo>
                  <a:pt x="5081562" y="1917700"/>
                </a:lnTo>
                <a:lnTo>
                  <a:pt x="5077079" y="1930400"/>
                </a:lnTo>
                <a:close/>
              </a:path>
              <a:path w="5131434" h="3022600">
                <a:moveTo>
                  <a:pt x="5067566" y="1943100"/>
                </a:moveTo>
                <a:lnTo>
                  <a:pt x="5052187" y="1943100"/>
                </a:lnTo>
                <a:lnTo>
                  <a:pt x="5057114" y="1930400"/>
                </a:lnTo>
                <a:lnTo>
                  <a:pt x="5072405" y="1930400"/>
                </a:lnTo>
                <a:lnTo>
                  <a:pt x="5067566" y="1943100"/>
                </a:lnTo>
                <a:close/>
              </a:path>
              <a:path w="5131434" h="3022600">
                <a:moveTo>
                  <a:pt x="5057355" y="1955800"/>
                </a:moveTo>
                <a:lnTo>
                  <a:pt x="5041988" y="1955800"/>
                </a:lnTo>
                <a:lnTo>
                  <a:pt x="5047259" y="1943100"/>
                </a:lnTo>
                <a:lnTo>
                  <a:pt x="5062537" y="1943100"/>
                </a:lnTo>
                <a:lnTo>
                  <a:pt x="5057355" y="1955800"/>
                </a:lnTo>
                <a:close/>
              </a:path>
              <a:path w="5131434" h="3022600">
                <a:moveTo>
                  <a:pt x="5046459" y="1968500"/>
                </a:moveTo>
                <a:lnTo>
                  <a:pt x="5031155" y="1968500"/>
                </a:lnTo>
                <a:lnTo>
                  <a:pt x="5036743" y="1955800"/>
                </a:lnTo>
                <a:lnTo>
                  <a:pt x="5051983" y="1955800"/>
                </a:lnTo>
                <a:lnTo>
                  <a:pt x="5046459" y="1968500"/>
                </a:lnTo>
                <a:close/>
              </a:path>
              <a:path w="5131434" h="3022600">
                <a:moveTo>
                  <a:pt x="5034889" y="1981200"/>
                </a:moveTo>
                <a:lnTo>
                  <a:pt x="5019674" y="1981200"/>
                </a:lnTo>
                <a:lnTo>
                  <a:pt x="5025593" y="1968500"/>
                </a:lnTo>
                <a:lnTo>
                  <a:pt x="5040757" y="1968500"/>
                </a:lnTo>
                <a:lnTo>
                  <a:pt x="5034889" y="1981200"/>
                </a:lnTo>
                <a:close/>
              </a:path>
              <a:path w="5131434" h="3022600">
                <a:moveTo>
                  <a:pt x="5022672" y="1993900"/>
                </a:moveTo>
                <a:lnTo>
                  <a:pt x="5007571" y="1993900"/>
                </a:lnTo>
                <a:lnTo>
                  <a:pt x="5013807" y="1981200"/>
                </a:lnTo>
                <a:lnTo>
                  <a:pt x="5028869" y="1981200"/>
                </a:lnTo>
                <a:lnTo>
                  <a:pt x="5022672" y="1993900"/>
                </a:lnTo>
                <a:close/>
              </a:path>
              <a:path w="5131434" h="3022600">
                <a:moveTo>
                  <a:pt x="5009819" y="2006600"/>
                </a:moveTo>
                <a:lnTo>
                  <a:pt x="4994859" y="2006600"/>
                </a:lnTo>
                <a:lnTo>
                  <a:pt x="5001399" y="1993900"/>
                </a:lnTo>
                <a:lnTo>
                  <a:pt x="5016322" y="1993900"/>
                </a:lnTo>
                <a:lnTo>
                  <a:pt x="5009819" y="2006600"/>
                </a:lnTo>
                <a:close/>
              </a:path>
              <a:path w="5131434" h="3022600">
                <a:moveTo>
                  <a:pt x="4996345" y="2019300"/>
                </a:moveTo>
                <a:lnTo>
                  <a:pt x="4974691" y="2019300"/>
                </a:lnTo>
                <a:lnTo>
                  <a:pt x="4981689" y="2006600"/>
                </a:lnTo>
                <a:lnTo>
                  <a:pt x="5003165" y="2006600"/>
                </a:lnTo>
                <a:lnTo>
                  <a:pt x="4996345" y="2019300"/>
                </a:lnTo>
                <a:close/>
              </a:path>
              <a:path w="5131434" h="3022600">
                <a:moveTo>
                  <a:pt x="4982273" y="2032000"/>
                </a:moveTo>
                <a:lnTo>
                  <a:pt x="4960543" y="2032000"/>
                </a:lnTo>
                <a:lnTo>
                  <a:pt x="4967820" y="2019300"/>
                </a:lnTo>
                <a:lnTo>
                  <a:pt x="4989385" y="2019300"/>
                </a:lnTo>
                <a:lnTo>
                  <a:pt x="4982273" y="2032000"/>
                </a:lnTo>
                <a:close/>
              </a:path>
              <a:path w="5131434" h="3022600">
                <a:moveTo>
                  <a:pt x="4960048" y="2044700"/>
                </a:moveTo>
                <a:lnTo>
                  <a:pt x="4938268" y="2044700"/>
                </a:lnTo>
                <a:lnTo>
                  <a:pt x="4945964" y="2032000"/>
                </a:lnTo>
                <a:lnTo>
                  <a:pt x="4967605" y="2032000"/>
                </a:lnTo>
                <a:lnTo>
                  <a:pt x="4960048" y="2044700"/>
                </a:lnTo>
                <a:close/>
              </a:path>
              <a:path w="5131434" h="3022600">
                <a:moveTo>
                  <a:pt x="4944529" y="2057400"/>
                </a:moveTo>
                <a:lnTo>
                  <a:pt x="4914811" y="2057400"/>
                </a:lnTo>
                <a:lnTo>
                  <a:pt x="4922901" y="2044700"/>
                </a:lnTo>
                <a:lnTo>
                  <a:pt x="4952352" y="2044700"/>
                </a:lnTo>
                <a:lnTo>
                  <a:pt x="4944529" y="2057400"/>
                </a:lnTo>
                <a:close/>
              </a:path>
              <a:path w="5131434" h="3022600">
                <a:moveTo>
                  <a:pt x="4920208" y="2070100"/>
                </a:moveTo>
                <a:lnTo>
                  <a:pt x="4881753" y="2070100"/>
                </a:lnTo>
                <a:lnTo>
                  <a:pt x="4890350" y="2057400"/>
                </a:lnTo>
                <a:lnTo>
                  <a:pt x="4928450" y="2057400"/>
                </a:lnTo>
                <a:lnTo>
                  <a:pt x="4920208" y="2070100"/>
                </a:lnTo>
                <a:close/>
              </a:path>
              <a:path w="5131434" h="3022600">
                <a:moveTo>
                  <a:pt x="1677047" y="3009900"/>
                </a:moveTo>
                <a:lnTo>
                  <a:pt x="1629676" y="3009900"/>
                </a:lnTo>
                <a:lnTo>
                  <a:pt x="1638592" y="2997200"/>
                </a:lnTo>
                <a:lnTo>
                  <a:pt x="1673555" y="2997200"/>
                </a:lnTo>
                <a:lnTo>
                  <a:pt x="4864569" y="2070100"/>
                </a:lnTo>
                <a:lnTo>
                  <a:pt x="4894719" y="2070100"/>
                </a:lnTo>
                <a:lnTo>
                  <a:pt x="4885969" y="2082800"/>
                </a:lnTo>
                <a:lnTo>
                  <a:pt x="4868138" y="2082800"/>
                </a:lnTo>
                <a:lnTo>
                  <a:pt x="1677047" y="3009900"/>
                </a:lnTo>
                <a:close/>
              </a:path>
              <a:path w="5131434" h="3022600">
                <a:moveTo>
                  <a:pt x="1256918" y="2806700"/>
                </a:moveTo>
                <a:lnTo>
                  <a:pt x="1241602" y="2806700"/>
                </a:lnTo>
                <a:lnTo>
                  <a:pt x="1238059" y="2794000"/>
                </a:lnTo>
                <a:lnTo>
                  <a:pt x="1234706" y="2781300"/>
                </a:lnTo>
                <a:lnTo>
                  <a:pt x="1246581" y="2781300"/>
                </a:lnTo>
                <a:lnTo>
                  <a:pt x="1249870" y="2794000"/>
                </a:lnTo>
                <a:lnTo>
                  <a:pt x="1253236" y="2794000"/>
                </a:lnTo>
                <a:lnTo>
                  <a:pt x="1256918" y="2806700"/>
                </a:lnTo>
                <a:close/>
              </a:path>
              <a:path w="5131434" h="3022600">
                <a:moveTo>
                  <a:pt x="1268857" y="2832100"/>
                </a:moveTo>
                <a:lnTo>
                  <a:pt x="1253413" y="2832100"/>
                </a:lnTo>
                <a:lnTo>
                  <a:pt x="1249286" y="2819400"/>
                </a:lnTo>
                <a:lnTo>
                  <a:pt x="1245349" y="2806700"/>
                </a:lnTo>
                <a:lnTo>
                  <a:pt x="1260640" y="2806700"/>
                </a:lnTo>
                <a:lnTo>
                  <a:pt x="1264704" y="2819400"/>
                </a:lnTo>
                <a:lnTo>
                  <a:pt x="1268857" y="2832100"/>
                </a:lnTo>
                <a:close/>
              </a:path>
              <a:path w="5131434" h="3022600">
                <a:moveTo>
                  <a:pt x="1277708" y="2844800"/>
                </a:moveTo>
                <a:lnTo>
                  <a:pt x="1262227" y="2844800"/>
                </a:lnTo>
                <a:lnTo>
                  <a:pt x="1257731" y="2832100"/>
                </a:lnTo>
                <a:lnTo>
                  <a:pt x="1273124" y="2832100"/>
                </a:lnTo>
                <a:lnTo>
                  <a:pt x="1277708" y="2844800"/>
                </a:lnTo>
                <a:close/>
              </a:path>
              <a:path w="5131434" h="3022600">
                <a:moveTo>
                  <a:pt x="1292237" y="2870200"/>
                </a:moveTo>
                <a:lnTo>
                  <a:pt x="1276769" y="2870200"/>
                </a:lnTo>
                <a:lnTo>
                  <a:pt x="1271752" y="2857500"/>
                </a:lnTo>
                <a:lnTo>
                  <a:pt x="1266901" y="2844800"/>
                </a:lnTo>
                <a:lnTo>
                  <a:pt x="1282306" y="2844800"/>
                </a:lnTo>
                <a:lnTo>
                  <a:pt x="1287233" y="2857500"/>
                </a:lnTo>
                <a:lnTo>
                  <a:pt x="1292237" y="2870200"/>
                </a:lnTo>
                <a:close/>
              </a:path>
              <a:path w="5131434" h="3022600">
                <a:moveTo>
                  <a:pt x="1302727" y="2882900"/>
                </a:moveTo>
                <a:lnTo>
                  <a:pt x="1287310" y="2882900"/>
                </a:lnTo>
                <a:lnTo>
                  <a:pt x="1281950" y="2870200"/>
                </a:lnTo>
                <a:lnTo>
                  <a:pt x="1297317" y="2870200"/>
                </a:lnTo>
                <a:lnTo>
                  <a:pt x="1302727" y="2882900"/>
                </a:lnTo>
                <a:close/>
              </a:path>
              <a:path w="5131434" h="3022600">
                <a:moveTo>
                  <a:pt x="1313827" y="2895600"/>
                </a:moveTo>
                <a:lnTo>
                  <a:pt x="1298486" y="2895600"/>
                </a:lnTo>
                <a:lnTo>
                  <a:pt x="1292821" y="2882900"/>
                </a:lnTo>
                <a:lnTo>
                  <a:pt x="1308099" y="2882900"/>
                </a:lnTo>
                <a:lnTo>
                  <a:pt x="1313827" y="2895600"/>
                </a:lnTo>
                <a:close/>
              </a:path>
              <a:path w="5131434" h="3022600">
                <a:moveTo>
                  <a:pt x="1325498" y="2908300"/>
                </a:moveTo>
                <a:lnTo>
                  <a:pt x="1310284" y="2908300"/>
                </a:lnTo>
                <a:lnTo>
                  <a:pt x="1304315" y="2895600"/>
                </a:lnTo>
                <a:lnTo>
                  <a:pt x="1319479" y="2895600"/>
                </a:lnTo>
                <a:lnTo>
                  <a:pt x="1325498" y="2908300"/>
                </a:lnTo>
                <a:close/>
              </a:path>
              <a:path w="5131434" h="3022600">
                <a:moveTo>
                  <a:pt x="1337729" y="2921000"/>
                </a:moveTo>
                <a:lnTo>
                  <a:pt x="1322666" y="2921000"/>
                </a:lnTo>
                <a:lnTo>
                  <a:pt x="1316405" y="2908300"/>
                </a:lnTo>
                <a:lnTo>
                  <a:pt x="1331429" y="2908300"/>
                </a:lnTo>
                <a:lnTo>
                  <a:pt x="1337729" y="2921000"/>
                </a:lnTo>
                <a:close/>
              </a:path>
              <a:path w="5131434" h="3022600">
                <a:moveTo>
                  <a:pt x="1357045" y="2933700"/>
                </a:moveTo>
                <a:lnTo>
                  <a:pt x="1335620" y="2933700"/>
                </a:lnTo>
                <a:lnTo>
                  <a:pt x="1329080" y="2921000"/>
                </a:lnTo>
                <a:lnTo>
                  <a:pt x="1350365" y="2921000"/>
                </a:lnTo>
                <a:lnTo>
                  <a:pt x="1357045" y="2933700"/>
                </a:lnTo>
                <a:close/>
              </a:path>
              <a:path w="5131434" h="3022600">
                <a:moveTo>
                  <a:pt x="1370533" y="2946400"/>
                </a:moveTo>
                <a:lnTo>
                  <a:pt x="1349082" y="2946400"/>
                </a:lnTo>
                <a:lnTo>
                  <a:pt x="1342288" y="2933700"/>
                </a:lnTo>
                <a:lnTo>
                  <a:pt x="1363611" y="2933700"/>
                </a:lnTo>
                <a:lnTo>
                  <a:pt x="1370533" y="2946400"/>
                </a:lnTo>
                <a:close/>
              </a:path>
              <a:path w="5131434" h="3022600">
                <a:moveTo>
                  <a:pt x="1391615" y="2959100"/>
                </a:moveTo>
                <a:lnTo>
                  <a:pt x="1370228" y="2959100"/>
                </a:lnTo>
                <a:lnTo>
                  <a:pt x="1363052" y="2946400"/>
                </a:lnTo>
                <a:lnTo>
                  <a:pt x="1384350" y="2946400"/>
                </a:lnTo>
                <a:lnTo>
                  <a:pt x="1391615" y="2959100"/>
                </a:lnTo>
                <a:close/>
              </a:path>
              <a:path w="5131434" h="3022600">
                <a:moveTo>
                  <a:pt x="1413624" y="2971800"/>
                </a:moveTo>
                <a:lnTo>
                  <a:pt x="1384896" y="2971800"/>
                </a:lnTo>
                <a:lnTo>
                  <a:pt x="1377505" y="2959100"/>
                </a:lnTo>
                <a:lnTo>
                  <a:pt x="1406055" y="2959100"/>
                </a:lnTo>
                <a:lnTo>
                  <a:pt x="1413624" y="2971800"/>
                </a:lnTo>
                <a:close/>
              </a:path>
              <a:path w="5131434" h="3022600">
                <a:moveTo>
                  <a:pt x="1436484" y="2984500"/>
                </a:moveTo>
                <a:lnTo>
                  <a:pt x="1407706" y="2984500"/>
                </a:lnTo>
                <a:lnTo>
                  <a:pt x="1399997" y="2971800"/>
                </a:lnTo>
                <a:lnTo>
                  <a:pt x="1428648" y="2971800"/>
                </a:lnTo>
                <a:lnTo>
                  <a:pt x="1436484" y="2984500"/>
                </a:lnTo>
                <a:close/>
              </a:path>
              <a:path w="5131434" h="3022600">
                <a:moveTo>
                  <a:pt x="1468119" y="2997200"/>
                </a:moveTo>
                <a:lnTo>
                  <a:pt x="1431378" y="2997200"/>
                </a:lnTo>
                <a:lnTo>
                  <a:pt x="1423390" y="2984500"/>
                </a:lnTo>
                <a:lnTo>
                  <a:pt x="1459953" y="2984500"/>
                </a:lnTo>
                <a:lnTo>
                  <a:pt x="1468119" y="2997200"/>
                </a:lnTo>
                <a:close/>
              </a:path>
              <a:path w="5131434" h="3022600">
                <a:moveTo>
                  <a:pt x="1517586" y="3009900"/>
                </a:moveTo>
                <a:lnTo>
                  <a:pt x="1464144" y="3009900"/>
                </a:lnTo>
                <a:lnTo>
                  <a:pt x="1455839" y="2997200"/>
                </a:lnTo>
                <a:lnTo>
                  <a:pt x="1509052" y="2997200"/>
                </a:lnTo>
                <a:lnTo>
                  <a:pt x="1517586" y="3009900"/>
                </a:lnTo>
                <a:close/>
              </a:path>
              <a:path w="5131434" h="3022600">
                <a:moveTo>
                  <a:pt x="1631721" y="3022600"/>
                </a:moveTo>
                <a:lnTo>
                  <a:pt x="1524139" y="3022600"/>
                </a:lnTo>
                <a:lnTo>
                  <a:pt x="1515389" y="3009900"/>
                </a:lnTo>
                <a:lnTo>
                  <a:pt x="1640801" y="3009900"/>
                </a:lnTo>
                <a:lnTo>
                  <a:pt x="1631721" y="3022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07975" y="4625924"/>
            <a:ext cx="817270" cy="482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46696" y="4678451"/>
            <a:ext cx="217970" cy="2532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71867" y="4374692"/>
            <a:ext cx="816063" cy="4875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92097" y="4398289"/>
            <a:ext cx="163055" cy="2355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71549" y="4003192"/>
            <a:ext cx="1299959" cy="6267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222917" y="3976179"/>
            <a:ext cx="267868" cy="2691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41040" y="4050753"/>
            <a:ext cx="135953" cy="1501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18033" y="4919941"/>
            <a:ext cx="1326921" cy="6354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96237" y="4896840"/>
            <a:ext cx="257746" cy="2662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75486" y="4950802"/>
            <a:ext cx="135953" cy="15017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69833" y="4635360"/>
            <a:ext cx="568121" cy="41234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66340" y="4686477"/>
            <a:ext cx="201079" cy="2032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829458" y="4703686"/>
            <a:ext cx="135953" cy="1501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23794" y="4315447"/>
            <a:ext cx="819734" cy="48515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736125" y="4303636"/>
            <a:ext cx="267868" cy="26912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87502" y="5785154"/>
            <a:ext cx="239052" cy="24389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30948" y="5386273"/>
            <a:ext cx="1053795" cy="5546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77060" y="5375427"/>
            <a:ext cx="267868" cy="26912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60169" y="5413337"/>
            <a:ext cx="249859" cy="24985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989963" y="4731689"/>
            <a:ext cx="2049767" cy="84283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73519" y="5869571"/>
            <a:ext cx="1083881" cy="56508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78024" y="518033"/>
            <a:ext cx="3012008" cy="168909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41956" y="3865879"/>
            <a:ext cx="106704" cy="10674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21940" y="3254082"/>
            <a:ext cx="200818" cy="20066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49067" y="2560878"/>
            <a:ext cx="295275" cy="294640"/>
          </a:xfrm>
          <a:custGeom>
            <a:avLst/>
            <a:gdLst/>
            <a:ahLst/>
            <a:cxnLst/>
            <a:rect l="l" t="t" r="r" b="b"/>
            <a:pathLst>
              <a:path w="295275" h="294639">
                <a:moveTo>
                  <a:pt x="155981" y="294639"/>
                </a:moveTo>
                <a:lnTo>
                  <a:pt x="140881" y="294639"/>
                </a:lnTo>
                <a:lnTo>
                  <a:pt x="133311" y="293369"/>
                </a:lnTo>
                <a:lnTo>
                  <a:pt x="125856" y="293369"/>
                </a:lnTo>
                <a:lnTo>
                  <a:pt x="118529" y="292100"/>
                </a:lnTo>
                <a:lnTo>
                  <a:pt x="111315" y="289560"/>
                </a:lnTo>
                <a:lnTo>
                  <a:pt x="104266" y="288289"/>
                </a:lnTo>
                <a:lnTo>
                  <a:pt x="65404" y="269239"/>
                </a:lnTo>
                <a:lnTo>
                  <a:pt x="33947" y="241300"/>
                </a:lnTo>
                <a:lnTo>
                  <a:pt x="29565" y="234950"/>
                </a:lnTo>
                <a:lnTo>
                  <a:pt x="25438" y="229869"/>
                </a:lnTo>
                <a:lnTo>
                  <a:pt x="6781" y="191769"/>
                </a:lnTo>
                <a:lnTo>
                  <a:pt x="126" y="152400"/>
                </a:lnTo>
                <a:lnTo>
                  <a:pt x="0" y="146050"/>
                </a:lnTo>
                <a:lnTo>
                  <a:pt x="126" y="139700"/>
                </a:lnTo>
                <a:lnTo>
                  <a:pt x="6426" y="104139"/>
                </a:lnTo>
                <a:lnTo>
                  <a:pt x="8724" y="96519"/>
                </a:lnTo>
                <a:lnTo>
                  <a:pt x="29006" y="58419"/>
                </a:lnTo>
                <a:lnTo>
                  <a:pt x="58877" y="29210"/>
                </a:lnTo>
                <a:lnTo>
                  <a:pt x="96265" y="8889"/>
                </a:lnTo>
                <a:lnTo>
                  <a:pt x="131648" y="0"/>
                </a:lnTo>
                <a:lnTo>
                  <a:pt x="161734" y="0"/>
                </a:lnTo>
                <a:lnTo>
                  <a:pt x="183730" y="3810"/>
                </a:lnTo>
                <a:lnTo>
                  <a:pt x="190779" y="6350"/>
                </a:lnTo>
                <a:lnTo>
                  <a:pt x="197688" y="7619"/>
                </a:lnTo>
                <a:lnTo>
                  <a:pt x="204444" y="10160"/>
                </a:lnTo>
                <a:lnTo>
                  <a:pt x="208821" y="12700"/>
                </a:lnTo>
                <a:lnTo>
                  <a:pt x="133159" y="12700"/>
                </a:lnTo>
                <a:lnTo>
                  <a:pt x="126149" y="13969"/>
                </a:lnTo>
                <a:lnTo>
                  <a:pt x="126466" y="13969"/>
                </a:lnTo>
                <a:lnTo>
                  <a:pt x="119570" y="15239"/>
                </a:lnTo>
                <a:lnTo>
                  <a:pt x="119875" y="15239"/>
                </a:lnTo>
                <a:lnTo>
                  <a:pt x="113106" y="16510"/>
                </a:lnTo>
                <a:lnTo>
                  <a:pt x="113410" y="16510"/>
                </a:lnTo>
                <a:lnTo>
                  <a:pt x="106756" y="17780"/>
                </a:lnTo>
                <a:lnTo>
                  <a:pt x="107048" y="17780"/>
                </a:lnTo>
                <a:lnTo>
                  <a:pt x="100533" y="20319"/>
                </a:lnTo>
                <a:lnTo>
                  <a:pt x="100825" y="20319"/>
                </a:lnTo>
                <a:lnTo>
                  <a:pt x="94449" y="22860"/>
                </a:lnTo>
                <a:lnTo>
                  <a:pt x="94729" y="22860"/>
                </a:lnTo>
                <a:lnTo>
                  <a:pt x="88506" y="25400"/>
                </a:lnTo>
                <a:lnTo>
                  <a:pt x="88785" y="25400"/>
                </a:lnTo>
                <a:lnTo>
                  <a:pt x="84747" y="27939"/>
                </a:lnTo>
                <a:lnTo>
                  <a:pt x="82994" y="27939"/>
                </a:lnTo>
                <a:lnTo>
                  <a:pt x="77101" y="31750"/>
                </a:lnTo>
                <a:lnTo>
                  <a:pt x="77368" y="31750"/>
                </a:lnTo>
                <a:lnTo>
                  <a:pt x="71666" y="35560"/>
                </a:lnTo>
                <a:lnTo>
                  <a:pt x="71907" y="35560"/>
                </a:lnTo>
                <a:lnTo>
                  <a:pt x="66395" y="39369"/>
                </a:lnTo>
                <a:lnTo>
                  <a:pt x="66636" y="39369"/>
                </a:lnTo>
                <a:lnTo>
                  <a:pt x="61315" y="43180"/>
                </a:lnTo>
                <a:lnTo>
                  <a:pt x="61556" y="43180"/>
                </a:lnTo>
                <a:lnTo>
                  <a:pt x="56438" y="46989"/>
                </a:lnTo>
                <a:lnTo>
                  <a:pt x="56667" y="46989"/>
                </a:lnTo>
                <a:lnTo>
                  <a:pt x="51777" y="52069"/>
                </a:lnTo>
                <a:lnTo>
                  <a:pt x="51993" y="52069"/>
                </a:lnTo>
                <a:lnTo>
                  <a:pt x="48488" y="55880"/>
                </a:lnTo>
                <a:lnTo>
                  <a:pt x="47523" y="55880"/>
                </a:lnTo>
                <a:lnTo>
                  <a:pt x="43103" y="60960"/>
                </a:lnTo>
                <a:lnTo>
                  <a:pt x="43294" y="60960"/>
                </a:lnTo>
                <a:lnTo>
                  <a:pt x="39951" y="66039"/>
                </a:lnTo>
                <a:lnTo>
                  <a:pt x="39293" y="66039"/>
                </a:lnTo>
                <a:lnTo>
                  <a:pt x="36154" y="71119"/>
                </a:lnTo>
                <a:lnTo>
                  <a:pt x="35534" y="71119"/>
                </a:lnTo>
                <a:lnTo>
                  <a:pt x="31876" y="77469"/>
                </a:lnTo>
                <a:lnTo>
                  <a:pt x="32029" y="77469"/>
                </a:lnTo>
                <a:lnTo>
                  <a:pt x="28651" y="82550"/>
                </a:lnTo>
                <a:lnTo>
                  <a:pt x="28790" y="82550"/>
                </a:lnTo>
                <a:lnTo>
                  <a:pt x="25692" y="88900"/>
                </a:lnTo>
                <a:lnTo>
                  <a:pt x="23012" y="95250"/>
                </a:lnTo>
                <a:lnTo>
                  <a:pt x="21115" y="100330"/>
                </a:lnTo>
                <a:lnTo>
                  <a:pt x="20726" y="100330"/>
                </a:lnTo>
                <a:lnTo>
                  <a:pt x="18884" y="106680"/>
                </a:lnTo>
                <a:lnTo>
                  <a:pt x="18605" y="106680"/>
                </a:lnTo>
                <a:lnTo>
                  <a:pt x="16725" y="114300"/>
                </a:lnTo>
                <a:lnTo>
                  <a:pt x="15252" y="120650"/>
                </a:lnTo>
                <a:lnTo>
                  <a:pt x="14096" y="127000"/>
                </a:lnTo>
                <a:lnTo>
                  <a:pt x="13428" y="133350"/>
                </a:lnTo>
                <a:lnTo>
                  <a:pt x="12814" y="140969"/>
                </a:lnTo>
                <a:lnTo>
                  <a:pt x="12674" y="147319"/>
                </a:lnTo>
                <a:lnTo>
                  <a:pt x="12877" y="154939"/>
                </a:lnTo>
                <a:lnTo>
                  <a:pt x="13334" y="160019"/>
                </a:lnTo>
                <a:lnTo>
                  <a:pt x="13423" y="161289"/>
                </a:lnTo>
                <a:lnTo>
                  <a:pt x="14350" y="168910"/>
                </a:lnTo>
                <a:lnTo>
                  <a:pt x="14511" y="168910"/>
                </a:lnTo>
                <a:lnTo>
                  <a:pt x="15570" y="175260"/>
                </a:lnTo>
                <a:lnTo>
                  <a:pt x="15771" y="175260"/>
                </a:lnTo>
                <a:lnTo>
                  <a:pt x="17094" y="181610"/>
                </a:lnTo>
                <a:lnTo>
                  <a:pt x="18948" y="187960"/>
                </a:lnTo>
                <a:lnTo>
                  <a:pt x="21081" y="194310"/>
                </a:lnTo>
                <a:lnTo>
                  <a:pt x="21488" y="194310"/>
                </a:lnTo>
                <a:lnTo>
                  <a:pt x="23520" y="199389"/>
                </a:lnTo>
                <a:lnTo>
                  <a:pt x="26238" y="205739"/>
                </a:lnTo>
                <a:lnTo>
                  <a:pt x="29235" y="212089"/>
                </a:lnTo>
                <a:lnTo>
                  <a:pt x="29766" y="212089"/>
                </a:lnTo>
                <a:lnTo>
                  <a:pt x="32499" y="217169"/>
                </a:lnTo>
                <a:lnTo>
                  <a:pt x="32346" y="217169"/>
                </a:lnTo>
                <a:lnTo>
                  <a:pt x="36029" y="222250"/>
                </a:lnTo>
                <a:lnTo>
                  <a:pt x="35852" y="222250"/>
                </a:lnTo>
                <a:lnTo>
                  <a:pt x="39801" y="228600"/>
                </a:lnTo>
                <a:lnTo>
                  <a:pt x="40464" y="228600"/>
                </a:lnTo>
                <a:lnTo>
                  <a:pt x="43827" y="233680"/>
                </a:lnTo>
                <a:lnTo>
                  <a:pt x="44738" y="233680"/>
                </a:lnTo>
                <a:lnTo>
                  <a:pt x="48082" y="237489"/>
                </a:lnTo>
                <a:lnTo>
                  <a:pt x="47878" y="237489"/>
                </a:lnTo>
                <a:lnTo>
                  <a:pt x="52565" y="242569"/>
                </a:lnTo>
                <a:lnTo>
                  <a:pt x="52349" y="242569"/>
                </a:lnTo>
                <a:lnTo>
                  <a:pt x="57264" y="247650"/>
                </a:lnTo>
                <a:lnTo>
                  <a:pt x="58321" y="247650"/>
                </a:lnTo>
                <a:lnTo>
                  <a:pt x="62179" y="251460"/>
                </a:lnTo>
                <a:lnTo>
                  <a:pt x="61950" y="251460"/>
                </a:lnTo>
                <a:lnTo>
                  <a:pt x="67297" y="255269"/>
                </a:lnTo>
                <a:lnTo>
                  <a:pt x="67055" y="255269"/>
                </a:lnTo>
                <a:lnTo>
                  <a:pt x="72618" y="259080"/>
                </a:lnTo>
                <a:lnTo>
                  <a:pt x="72364" y="259080"/>
                </a:lnTo>
                <a:lnTo>
                  <a:pt x="78117" y="262889"/>
                </a:lnTo>
                <a:lnTo>
                  <a:pt x="77850" y="262889"/>
                </a:lnTo>
                <a:lnTo>
                  <a:pt x="83794" y="265430"/>
                </a:lnTo>
                <a:lnTo>
                  <a:pt x="83515" y="265430"/>
                </a:lnTo>
                <a:lnTo>
                  <a:pt x="89636" y="269239"/>
                </a:lnTo>
                <a:lnTo>
                  <a:pt x="89357" y="269239"/>
                </a:lnTo>
                <a:lnTo>
                  <a:pt x="95643" y="271780"/>
                </a:lnTo>
                <a:lnTo>
                  <a:pt x="95364" y="271780"/>
                </a:lnTo>
                <a:lnTo>
                  <a:pt x="101815" y="274319"/>
                </a:lnTo>
                <a:lnTo>
                  <a:pt x="101523" y="274319"/>
                </a:lnTo>
                <a:lnTo>
                  <a:pt x="108127" y="275589"/>
                </a:lnTo>
                <a:lnTo>
                  <a:pt x="107822" y="275589"/>
                </a:lnTo>
                <a:lnTo>
                  <a:pt x="114579" y="278130"/>
                </a:lnTo>
                <a:lnTo>
                  <a:pt x="114274" y="278130"/>
                </a:lnTo>
                <a:lnTo>
                  <a:pt x="121157" y="279400"/>
                </a:lnTo>
                <a:lnTo>
                  <a:pt x="120840" y="279400"/>
                </a:lnTo>
                <a:lnTo>
                  <a:pt x="127863" y="280669"/>
                </a:lnTo>
                <a:lnTo>
                  <a:pt x="134365" y="280669"/>
                </a:lnTo>
                <a:lnTo>
                  <a:pt x="141617" y="281939"/>
                </a:lnTo>
                <a:lnTo>
                  <a:pt x="207615" y="281939"/>
                </a:lnTo>
                <a:lnTo>
                  <a:pt x="205447" y="283210"/>
                </a:lnTo>
                <a:lnTo>
                  <a:pt x="198780" y="285750"/>
                </a:lnTo>
                <a:lnTo>
                  <a:pt x="191973" y="287019"/>
                </a:lnTo>
                <a:lnTo>
                  <a:pt x="185013" y="289560"/>
                </a:lnTo>
                <a:lnTo>
                  <a:pt x="155981" y="294639"/>
                </a:lnTo>
                <a:close/>
              </a:path>
              <a:path w="295275" h="294639">
                <a:moveTo>
                  <a:pt x="222694" y="35560"/>
                </a:moveTo>
                <a:lnTo>
                  <a:pt x="216928" y="31750"/>
                </a:lnTo>
                <a:lnTo>
                  <a:pt x="217195" y="31750"/>
                </a:lnTo>
                <a:lnTo>
                  <a:pt x="211251" y="27939"/>
                </a:lnTo>
                <a:lnTo>
                  <a:pt x="211531" y="27939"/>
                </a:lnTo>
                <a:lnTo>
                  <a:pt x="205409" y="25400"/>
                </a:lnTo>
                <a:lnTo>
                  <a:pt x="205689" y="25400"/>
                </a:lnTo>
                <a:lnTo>
                  <a:pt x="199402" y="22860"/>
                </a:lnTo>
                <a:lnTo>
                  <a:pt x="199682" y="22860"/>
                </a:lnTo>
                <a:lnTo>
                  <a:pt x="193230" y="20319"/>
                </a:lnTo>
                <a:lnTo>
                  <a:pt x="193522" y="20319"/>
                </a:lnTo>
                <a:lnTo>
                  <a:pt x="186918" y="17780"/>
                </a:lnTo>
                <a:lnTo>
                  <a:pt x="187223" y="17780"/>
                </a:lnTo>
                <a:lnTo>
                  <a:pt x="180466" y="16510"/>
                </a:lnTo>
                <a:lnTo>
                  <a:pt x="180771" y="16510"/>
                </a:lnTo>
                <a:lnTo>
                  <a:pt x="173888" y="15239"/>
                </a:lnTo>
                <a:lnTo>
                  <a:pt x="174205" y="15239"/>
                </a:lnTo>
                <a:lnTo>
                  <a:pt x="167182" y="13969"/>
                </a:lnTo>
                <a:lnTo>
                  <a:pt x="167500" y="13969"/>
                </a:lnTo>
                <a:lnTo>
                  <a:pt x="160362" y="12700"/>
                </a:lnTo>
                <a:lnTo>
                  <a:pt x="208821" y="12700"/>
                </a:lnTo>
                <a:lnTo>
                  <a:pt x="211010" y="13969"/>
                </a:lnTo>
                <a:lnTo>
                  <a:pt x="217411" y="16510"/>
                </a:lnTo>
                <a:lnTo>
                  <a:pt x="223621" y="20319"/>
                </a:lnTo>
                <a:lnTo>
                  <a:pt x="229641" y="24130"/>
                </a:lnTo>
                <a:lnTo>
                  <a:pt x="235445" y="27939"/>
                </a:lnTo>
                <a:lnTo>
                  <a:pt x="241033" y="33019"/>
                </a:lnTo>
                <a:lnTo>
                  <a:pt x="242823" y="34289"/>
                </a:lnTo>
                <a:lnTo>
                  <a:pt x="222427" y="34289"/>
                </a:lnTo>
                <a:lnTo>
                  <a:pt x="222694" y="35560"/>
                </a:lnTo>
                <a:close/>
              </a:path>
              <a:path w="295275" h="294639">
                <a:moveTo>
                  <a:pt x="82727" y="29210"/>
                </a:moveTo>
                <a:lnTo>
                  <a:pt x="82994" y="27939"/>
                </a:lnTo>
                <a:lnTo>
                  <a:pt x="84747" y="27939"/>
                </a:lnTo>
                <a:lnTo>
                  <a:pt x="82727" y="29210"/>
                </a:lnTo>
                <a:close/>
              </a:path>
              <a:path w="295275" h="294639">
                <a:moveTo>
                  <a:pt x="233095" y="43180"/>
                </a:moveTo>
                <a:lnTo>
                  <a:pt x="227749" y="38100"/>
                </a:lnTo>
                <a:lnTo>
                  <a:pt x="227990" y="38100"/>
                </a:lnTo>
                <a:lnTo>
                  <a:pt x="222427" y="34289"/>
                </a:lnTo>
                <a:lnTo>
                  <a:pt x="242823" y="34289"/>
                </a:lnTo>
                <a:lnTo>
                  <a:pt x="246405" y="36830"/>
                </a:lnTo>
                <a:lnTo>
                  <a:pt x="251548" y="41910"/>
                </a:lnTo>
                <a:lnTo>
                  <a:pt x="232867" y="41910"/>
                </a:lnTo>
                <a:lnTo>
                  <a:pt x="233095" y="43180"/>
                </a:lnTo>
                <a:close/>
              </a:path>
              <a:path w="295275" h="294639">
                <a:moveTo>
                  <a:pt x="294919" y="153669"/>
                </a:moveTo>
                <a:lnTo>
                  <a:pt x="282232" y="153669"/>
                </a:lnTo>
                <a:lnTo>
                  <a:pt x="282371" y="146050"/>
                </a:lnTo>
                <a:lnTo>
                  <a:pt x="282155" y="138430"/>
                </a:lnTo>
                <a:lnTo>
                  <a:pt x="281597" y="132080"/>
                </a:lnTo>
                <a:lnTo>
                  <a:pt x="280695" y="125730"/>
                </a:lnTo>
                <a:lnTo>
                  <a:pt x="279476" y="119380"/>
                </a:lnTo>
                <a:lnTo>
                  <a:pt x="277952" y="113030"/>
                </a:lnTo>
                <a:lnTo>
                  <a:pt x="276097" y="106680"/>
                </a:lnTo>
                <a:lnTo>
                  <a:pt x="273964" y="100330"/>
                </a:lnTo>
                <a:lnTo>
                  <a:pt x="271525" y="93980"/>
                </a:lnTo>
                <a:lnTo>
                  <a:pt x="268808" y="87630"/>
                </a:lnTo>
                <a:lnTo>
                  <a:pt x="268935" y="87630"/>
                </a:lnTo>
                <a:lnTo>
                  <a:pt x="265810" y="82550"/>
                </a:lnTo>
                <a:lnTo>
                  <a:pt x="265963" y="82550"/>
                </a:lnTo>
                <a:lnTo>
                  <a:pt x="262547" y="76200"/>
                </a:lnTo>
                <a:lnTo>
                  <a:pt x="262699" y="76200"/>
                </a:lnTo>
                <a:lnTo>
                  <a:pt x="259016" y="71119"/>
                </a:lnTo>
                <a:lnTo>
                  <a:pt x="259194" y="71119"/>
                </a:lnTo>
                <a:lnTo>
                  <a:pt x="255244" y="66039"/>
                </a:lnTo>
                <a:lnTo>
                  <a:pt x="255422" y="66039"/>
                </a:lnTo>
                <a:lnTo>
                  <a:pt x="251218" y="60960"/>
                </a:lnTo>
                <a:lnTo>
                  <a:pt x="251421" y="60960"/>
                </a:lnTo>
                <a:lnTo>
                  <a:pt x="246964" y="55880"/>
                </a:lnTo>
                <a:lnTo>
                  <a:pt x="247167" y="55880"/>
                </a:lnTo>
                <a:lnTo>
                  <a:pt x="242481" y="50800"/>
                </a:lnTo>
                <a:lnTo>
                  <a:pt x="242696" y="50800"/>
                </a:lnTo>
                <a:lnTo>
                  <a:pt x="237782" y="46989"/>
                </a:lnTo>
                <a:lnTo>
                  <a:pt x="238010" y="46989"/>
                </a:lnTo>
                <a:lnTo>
                  <a:pt x="232867" y="41910"/>
                </a:lnTo>
                <a:lnTo>
                  <a:pt x="251548" y="41910"/>
                </a:lnTo>
                <a:lnTo>
                  <a:pt x="256451" y="46989"/>
                </a:lnTo>
                <a:lnTo>
                  <a:pt x="261099" y="53339"/>
                </a:lnTo>
                <a:lnTo>
                  <a:pt x="265480" y="58419"/>
                </a:lnTo>
                <a:lnTo>
                  <a:pt x="285927" y="95250"/>
                </a:lnTo>
                <a:lnTo>
                  <a:pt x="288264" y="102869"/>
                </a:lnTo>
                <a:lnTo>
                  <a:pt x="290271" y="109219"/>
                </a:lnTo>
                <a:lnTo>
                  <a:pt x="294919" y="140969"/>
                </a:lnTo>
                <a:lnTo>
                  <a:pt x="294919" y="153669"/>
                </a:lnTo>
                <a:close/>
              </a:path>
              <a:path w="295275" h="294639">
                <a:moveTo>
                  <a:pt x="47320" y="57150"/>
                </a:moveTo>
                <a:lnTo>
                  <a:pt x="47523" y="55880"/>
                </a:lnTo>
                <a:lnTo>
                  <a:pt x="48488" y="55880"/>
                </a:lnTo>
                <a:lnTo>
                  <a:pt x="47320" y="57150"/>
                </a:lnTo>
                <a:close/>
              </a:path>
              <a:path w="295275" h="294639">
                <a:moveTo>
                  <a:pt x="39115" y="67310"/>
                </a:moveTo>
                <a:lnTo>
                  <a:pt x="39293" y="66039"/>
                </a:lnTo>
                <a:lnTo>
                  <a:pt x="39951" y="66039"/>
                </a:lnTo>
                <a:lnTo>
                  <a:pt x="39115" y="67310"/>
                </a:lnTo>
                <a:close/>
              </a:path>
              <a:path w="295275" h="294639">
                <a:moveTo>
                  <a:pt x="35369" y="72389"/>
                </a:moveTo>
                <a:lnTo>
                  <a:pt x="35534" y="71119"/>
                </a:lnTo>
                <a:lnTo>
                  <a:pt x="36154" y="71119"/>
                </a:lnTo>
                <a:lnTo>
                  <a:pt x="35369" y="72389"/>
                </a:lnTo>
                <a:close/>
              </a:path>
              <a:path w="295275" h="294639">
                <a:moveTo>
                  <a:pt x="20612" y="101600"/>
                </a:moveTo>
                <a:lnTo>
                  <a:pt x="20726" y="100330"/>
                </a:lnTo>
                <a:lnTo>
                  <a:pt x="21115" y="100330"/>
                </a:lnTo>
                <a:lnTo>
                  <a:pt x="20612" y="101600"/>
                </a:lnTo>
                <a:close/>
              </a:path>
              <a:path w="295275" h="294639">
                <a:moveTo>
                  <a:pt x="18516" y="107950"/>
                </a:moveTo>
                <a:lnTo>
                  <a:pt x="18605" y="106680"/>
                </a:lnTo>
                <a:lnTo>
                  <a:pt x="18884" y="106680"/>
                </a:lnTo>
                <a:lnTo>
                  <a:pt x="18516" y="107950"/>
                </a:lnTo>
                <a:close/>
              </a:path>
              <a:path w="295275" h="294639">
                <a:moveTo>
                  <a:pt x="13284" y="134619"/>
                </a:moveTo>
                <a:lnTo>
                  <a:pt x="13309" y="133350"/>
                </a:lnTo>
                <a:lnTo>
                  <a:pt x="13284" y="134619"/>
                </a:lnTo>
                <a:close/>
              </a:path>
              <a:path w="295275" h="294639">
                <a:moveTo>
                  <a:pt x="282168" y="139700"/>
                </a:moveTo>
                <a:lnTo>
                  <a:pt x="282073" y="138430"/>
                </a:lnTo>
                <a:lnTo>
                  <a:pt x="282168" y="139700"/>
                </a:lnTo>
                <a:close/>
              </a:path>
              <a:path w="295275" h="294639">
                <a:moveTo>
                  <a:pt x="292637" y="173989"/>
                </a:moveTo>
                <a:lnTo>
                  <a:pt x="279730" y="173989"/>
                </a:lnTo>
                <a:lnTo>
                  <a:pt x="280949" y="166369"/>
                </a:lnTo>
                <a:lnTo>
                  <a:pt x="281762" y="160019"/>
                </a:lnTo>
                <a:lnTo>
                  <a:pt x="282244" y="152400"/>
                </a:lnTo>
                <a:lnTo>
                  <a:pt x="282232" y="153669"/>
                </a:lnTo>
                <a:lnTo>
                  <a:pt x="294919" y="153669"/>
                </a:lnTo>
                <a:lnTo>
                  <a:pt x="294398" y="161289"/>
                </a:lnTo>
                <a:lnTo>
                  <a:pt x="293484" y="168910"/>
                </a:lnTo>
                <a:lnTo>
                  <a:pt x="292637" y="173989"/>
                </a:lnTo>
                <a:close/>
              </a:path>
              <a:path w="295275" h="294639">
                <a:moveTo>
                  <a:pt x="14511" y="168910"/>
                </a:moveTo>
                <a:lnTo>
                  <a:pt x="14350" y="168910"/>
                </a:lnTo>
                <a:lnTo>
                  <a:pt x="14300" y="167639"/>
                </a:lnTo>
                <a:lnTo>
                  <a:pt x="14511" y="168910"/>
                </a:lnTo>
                <a:close/>
              </a:path>
              <a:path w="295275" h="294639">
                <a:moveTo>
                  <a:pt x="277507" y="217169"/>
                </a:moveTo>
                <a:lnTo>
                  <a:pt x="263016" y="217169"/>
                </a:lnTo>
                <a:lnTo>
                  <a:pt x="266395" y="210819"/>
                </a:lnTo>
                <a:lnTo>
                  <a:pt x="266255" y="210819"/>
                </a:lnTo>
                <a:lnTo>
                  <a:pt x="269354" y="204469"/>
                </a:lnTo>
                <a:lnTo>
                  <a:pt x="272033" y="199389"/>
                </a:lnTo>
                <a:lnTo>
                  <a:pt x="274434" y="193039"/>
                </a:lnTo>
                <a:lnTo>
                  <a:pt x="276529" y="186689"/>
                </a:lnTo>
                <a:lnTo>
                  <a:pt x="278320" y="180339"/>
                </a:lnTo>
                <a:lnTo>
                  <a:pt x="279793" y="172719"/>
                </a:lnTo>
                <a:lnTo>
                  <a:pt x="279730" y="173989"/>
                </a:lnTo>
                <a:lnTo>
                  <a:pt x="292637" y="173989"/>
                </a:lnTo>
                <a:lnTo>
                  <a:pt x="292214" y="176530"/>
                </a:lnTo>
                <a:lnTo>
                  <a:pt x="288620" y="190500"/>
                </a:lnTo>
                <a:lnTo>
                  <a:pt x="286321" y="196850"/>
                </a:lnTo>
                <a:lnTo>
                  <a:pt x="283692" y="203200"/>
                </a:lnTo>
                <a:lnTo>
                  <a:pt x="280758" y="210819"/>
                </a:lnTo>
                <a:lnTo>
                  <a:pt x="277507" y="217169"/>
                </a:lnTo>
                <a:close/>
              </a:path>
              <a:path w="295275" h="294639">
                <a:moveTo>
                  <a:pt x="15771" y="175260"/>
                </a:moveTo>
                <a:lnTo>
                  <a:pt x="15570" y="175260"/>
                </a:lnTo>
                <a:lnTo>
                  <a:pt x="15506" y="173989"/>
                </a:lnTo>
                <a:lnTo>
                  <a:pt x="15771" y="175260"/>
                </a:lnTo>
                <a:close/>
              </a:path>
              <a:path w="295275" h="294639">
                <a:moveTo>
                  <a:pt x="21488" y="194310"/>
                </a:moveTo>
                <a:lnTo>
                  <a:pt x="21081" y="194310"/>
                </a:lnTo>
                <a:lnTo>
                  <a:pt x="20980" y="193039"/>
                </a:lnTo>
                <a:lnTo>
                  <a:pt x="21488" y="194310"/>
                </a:lnTo>
                <a:close/>
              </a:path>
              <a:path w="295275" h="294639">
                <a:moveTo>
                  <a:pt x="29766" y="212089"/>
                </a:moveTo>
                <a:lnTo>
                  <a:pt x="29235" y="212089"/>
                </a:lnTo>
                <a:lnTo>
                  <a:pt x="29082" y="210819"/>
                </a:lnTo>
                <a:lnTo>
                  <a:pt x="29766" y="212089"/>
                </a:lnTo>
                <a:close/>
              </a:path>
              <a:path w="295275" h="294639">
                <a:moveTo>
                  <a:pt x="259821" y="242569"/>
                </a:moveTo>
                <a:lnTo>
                  <a:pt x="243052" y="242569"/>
                </a:lnTo>
                <a:lnTo>
                  <a:pt x="247726" y="237489"/>
                </a:lnTo>
                <a:lnTo>
                  <a:pt x="247522" y="237489"/>
                </a:lnTo>
                <a:lnTo>
                  <a:pt x="251942" y="232410"/>
                </a:lnTo>
                <a:lnTo>
                  <a:pt x="251752" y="232410"/>
                </a:lnTo>
                <a:lnTo>
                  <a:pt x="255930" y="227330"/>
                </a:lnTo>
                <a:lnTo>
                  <a:pt x="255752" y="227330"/>
                </a:lnTo>
                <a:lnTo>
                  <a:pt x="259676" y="222250"/>
                </a:lnTo>
                <a:lnTo>
                  <a:pt x="259511" y="222250"/>
                </a:lnTo>
                <a:lnTo>
                  <a:pt x="263169" y="215900"/>
                </a:lnTo>
                <a:lnTo>
                  <a:pt x="263016" y="217169"/>
                </a:lnTo>
                <a:lnTo>
                  <a:pt x="277507" y="217169"/>
                </a:lnTo>
                <a:lnTo>
                  <a:pt x="273964" y="223519"/>
                </a:lnTo>
                <a:lnTo>
                  <a:pt x="270141" y="228600"/>
                </a:lnTo>
                <a:lnTo>
                  <a:pt x="266039" y="234950"/>
                </a:lnTo>
                <a:lnTo>
                  <a:pt x="261670" y="240030"/>
                </a:lnTo>
                <a:lnTo>
                  <a:pt x="259821" y="242569"/>
                </a:lnTo>
                <a:close/>
              </a:path>
              <a:path w="295275" h="294639">
                <a:moveTo>
                  <a:pt x="40464" y="228600"/>
                </a:moveTo>
                <a:lnTo>
                  <a:pt x="39801" y="228600"/>
                </a:lnTo>
                <a:lnTo>
                  <a:pt x="39623" y="227330"/>
                </a:lnTo>
                <a:lnTo>
                  <a:pt x="40464" y="228600"/>
                </a:lnTo>
                <a:close/>
              </a:path>
              <a:path w="295275" h="294639">
                <a:moveTo>
                  <a:pt x="44738" y="233680"/>
                </a:moveTo>
                <a:lnTo>
                  <a:pt x="43827" y="233680"/>
                </a:lnTo>
                <a:lnTo>
                  <a:pt x="43624" y="232410"/>
                </a:lnTo>
                <a:lnTo>
                  <a:pt x="44738" y="233680"/>
                </a:lnTo>
                <a:close/>
              </a:path>
              <a:path w="295275" h="294639">
                <a:moveTo>
                  <a:pt x="247053" y="255269"/>
                </a:moveTo>
                <a:lnTo>
                  <a:pt x="228409" y="255269"/>
                </a:lnTo>
                <a:lnTo>
                  <a:pt x="233730" y="250189"/>
                </a:lnTo>
                <a:lnTo>
                  <a:pt x="233489" y="250189"/>
                </a:lnTo>
                <a:lnTo>
                  <a:pt x="238607" y="246380"/>
                </a:lnTo>
                <a:lnTo>
                  <a:pt x="238378" y="246380"/>
                </a:lnTo>
                <a:lnTo>
                  <a:pt x="243268" y="241300"/>
                </a:lnTo>
                <a:lnTo>
                  <a:pt x="243052" y="242569"/>
                </a:lnTo>
                <a:lnTo>
                  <a:pt x="259821" y="242569"/>
                </a:lnTo>
                <a:lnTo>
                  <a:pt x="257047" y="246380"/>
                </a:lnTo>
                <a:lnTo>
                  <a:pt x="252171" y="251460"/>
                </a:lnTo>
                <a:lnTo>
                  <a:pt x="247053" y="255269"/>
                </a:lnTo>
                <a:close/>
              </a:path>
              <a:path w="295275" h="294639">
                <a:moveTo>
                  <a:pt x="58321" y="247650"/>
                </a:moveTo>
                <a:lnTo>
                  <a:pt x="57264" y="247650"/>
                </a:lnTo>
                <a:lnTo>
                  <a:pt x="57035" y="246380"/>
                </a:lnTo>
                <a:lnTo>
                  <a:pt x="58321" y="247650"/>
                </a:lnTo>
                <a:close/>
              </a:path>
              <a:path w="295275" h="294639">
                <a:moveTo>
                  <a:pt x="243052" y="259080"/>
                </a:moveTo>
                <a:lnTo>
                  <a:pt x="223138" y="259080"/>
                </a:lnTo>
                <a:lnTo>
                  <a:pt x="228650" y="254000"/>
                </a:lnTo>
                <a:lnTo>
                  <a:pt x="228409" y="255269"/>
                </a:lnTo>
                <a:lnTo>
                  <a:pt x="247053" y="255269"/>
                </a:lnTo>
                <a:lnTo>
                  <a:pt x="243052" y="259080"/>
                </a:lnTo>
                <a:close/>
              </a:path>
              <a:path w="295275" h="294639">
                <a:moveTo>
                  <a:pt x="207615" y="281939"/>
                </a:moveTo>
                <a:lnTo>
                  <a:pt x="155105" y="281939"/>
                </a:lnTo>
                <a:lnTo>
                  <a:pt x="162204" y="280669"/>
                </a:lnTo>
                <a:lnTo>
                  <a:pt x="168579" y="280669"/>
                </a:lnTo>
                <a:lnTo>
                  <a:pt x="175475" y="279400"/>
                </a:lnTo>
                <a:lnTo>
                  <a:pt x="175171" y="279400"/>
                </a:lnTo>
                <a:lnTo>
                  <a:pt x="181940" y="276860"/>
                </a:lnTo>
                <a:lnTo>
                  <a:pt x="181635" y="276860"/>
                </a:lnTo>
                <a:lnTo>
                  <a:pt x="188290" y="275589"/>
                </a:lnTo>
                <a:lnTo>
                  <a:pt x="187998" y="275589"/>
                </a:lnTo>
                <a:lnTo>
                  <a:pt x="194513" y="273050"/>
                </a:lnTo>
                <a:lnTo>
                  <a:pt x="194221" y="273050"/>
                </a:lnTo>
                <a:lnTo>
                  <a:pt x="200596" y="270510"/>
                </a:lnTo>
                <a:lnTo>
                  <a:pt x="200317" y="270510"/>
                </a:lnTo>
                <a:lnTo>
                  <a:pt x="206540" y="267969"/>
                </a:lnTo>
                <a:lnTo>
                  <a:pt x="206260" y="267969"/>
                </a:lnTo>
                <a:lnTo>
                  <a:pt x="212318" y="265430"/>
                </a:lnTo>
                <a:lnTo>
                  <a:pt x="212051" y="265430"/>
                </a:lnTo>
                <a:lnTo>
                  <a:pt x="217944" y="261619"/>
                </a:lnTo>
                <a:lnTo>
                  <a:pt x="217677" y="261619"/>
                </a:lnTo>
                <a:lnTo>
                  <a:pt x="223392" y="257810"/>
                </a:lnTo>
                <a:lnTo>
                  <a:pt x="223138" y="259080"/>
                </a:lnTo>
                <a:lnTo>
                  <a:pt x="243052" y="259080"/>
                </a:lnTo>
                <a:lnTo>
                  <a:pt x="211950" y="279400"/>
                </a:lnTo>
                <a:lnTo>
                  <a:pt x="207615" y="281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84589" y="917194"/>
            <a:ext cx="1701939" cy="38896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79369" y="1418196"/>
            <a:ext cx="1853742" cy="39907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58696" y="3305797"/>
            <a:ext cx="4161663" cy="343776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56158" y="1306550"/>
            <a:ext cx="2349500" cy="599440"/>
          </a:xfrm>
          <a:custGeom>
            <a:avLst/>
            <a:gdLst/>
            <a:ahLst/>
            <a:cxnLst/>
            <a:rect l="l" t="t" r="r" b="b"/>
            <a:pathLst>
              <a:path w="2349500" h="599439">
                <a:moveTo>
                  <a:pt x="2349322" y="599427"/>
                </a:moveTo>
                <a:lnTo>
                  <a:pt x="0" y="599427"/>
                </a:lnTo>
                <a:lnTo>
                  <a:pt x="0" y="0"/>
                </a:lnTo>
                <a:lnTo>
                  <a:pt x="2349322" y="0"/>
                </a:lnTo>
                <a:lnTo>
                  <a:pt x="2349322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23227"/>
                </a:lnTo>
                <a:lnTo>
                  <a:pt x="38100" y="523227"/>
                </a:lnTo>
                <a:lnTo>
                  <a:pt x="76200" y="561327"/>
                </a:lnTo>
                <a:lnTo>
                  <a:pt x="2349322" y="561327"/>
                </a:lnTo>
                <a:lnTo>
                  <a:pt x="2349322" y="599427"/>
                </a:lnTo>
                <a:close/>
              </a:path>
              <a:path w="2349500" h="599439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2349500" h="599439">
                <a:moveTo>
                  <a:pt x="2273122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2273122" y="38100"/>
                </a:lnTo>
                <a:lnTo>
                  <a:pt x="2273122" y="76200"/>
                </a:lnTo>
                <a:close/>
              </a:path>
              <a:path w="2349500" h="599439">
                <a:moveTo>
                  <a:pt x="2273122" y="561327"/>
                </a:moveTo>
                <a:lnTo>
                  <a:pt x="2273122" y="38100"/>
                </a:lnTo>
                <a:lnTo>
                  <a:pt x="2311222" y="76200"/>
                </a:lnTo>
                <a:lnTo>
                  <a:pt x="2349322" y="76200"/>
                </a:lnTo>
                <a:lnTo>
                  <a:pt x="2349322" y="523227"/>
                </a:lnTo>
                <a:lnTo>
                  <a:pt x="2311222" y="523227"/>
                </a:lnTo>
                <a:lnTo>
                  <a:pt x="2273122" y="561327"/>
                </a:lnTo>
                <a:close/>
              </a:path>
              <a:path w="2349500" h="599439">
                <a:moveTo>
                  <a:pt x="2349322" y="76200"/>
                </a:moveTo>
                <a:lnTo>
                  <a:pt x="2311222" y="76200"/>
                </a:lnTo>
                <a:lnTo>
                  <a:pt x="2273122" y="38100"/>
                </a:lnTo>
                <a:lnTo>
                  <a:pt x="2349322" y="38100"/>
                </a:lnTo>
                <a:lnTo>
                  <a:pt x="2349322" y="76200"/>
                </a:lnTo>
                <a:close/>
              </a:path>
              <a:path w="2349500" h="599439">
                <a:moveTo>
                  <a:pt x="76200" y="561327"/>
                </a:moveTo>
                <a:lnTo>
                  <a:pt x="38100" y="523227"/>
                </a:lnTo>
                <a:lnTo>
                  <a:pt x="76200" y="523227"/>
                </a:lnTo>
                <a:lnTo>
                  <a:pt x="76200" y="561327"/>
                </a:lnTo>
                <a:close/>
              </a:path>
              <a:path w="2349500" h="599439">
                <a:moveTo>
                  <a:pt x="2273122" y="561327"/>
                </a:moveTo>
                <a:lnTo>
                  <a:pt x="76200" y="561327"/>
                </a:lnTo>
                <a:lnTo>
                  <a:pt x="76200" y="523227"/>
                </a:lnTo>
                <a:lnTo>
                  <a:pt x="2273122" y="523227"/>
                </a:lnTo>
                <a:lnTo>
                  <a:pt x="2273122" y="561327"/>
                </a:lnTo>
                <a:close/>
              </a:path>
              <a:path w="2349500" h="599439">
                <a:moveTo>
                  <a:pt x="2349322" y="561327"/>
                </a:moveTo>
                <a:lnTo>
                  <a:pt x="2273122" y="561327"/>
                </a:lnTo>
                <a:lnTo>
                  <a:pt x="2311222" y="523227"/>
                </a:lnTo>
                <a:lnTo>
                  <a:pt x="2349322" y="523227"/>
                </a:lnTo>
                <a:lnTo>
                  <a:pt x="2349322" y="5613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1753" y="353743"/>
            <a:ext cx="9568815" cy="3748404"/>
          </a:xfrm>
          <a:prstGeom prst="rect">
            <a:avLst/>
          </a:prstGeom>
        </p:spPr>
        <p:txBody>
          <a:bodyPr wrap="square" lIns="0" tIns="259715" rIns="0" bIns="0" rtlCol="0" vert="horz">
            <a:spAutoFit/>
          </a:bodyPr>
          <a:lstStyle/>
          <a:p>
            <a:pPr marL="3203575">
              <a:lnSpc>
                <a:spcPct val="100000"/>
              </a:lnSpc>
              <a:spcBef>
                <a:spcPts val="2045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一、电磁振荡的产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生</a:t>
            </a:r>
            <a:endParaRPr sz="3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800" spc="-5" b="1">
                <a:latin typeface="Times New Roman"/>
                <a:cs typeface="Times New Roman"/>
              </a:rPr>
              <a:t>1.</a:t>
            </a:r>
            <a:r>
              <a:rPr dirty="0" sz="2800" b="1">
                <a:latin typeface="华文楷体"/>
                <a:cs typeface="华文楷体"/>
              </a:rPr>
              <a:t>基本概</a:t>
            </a:r>
            <a:r>
              <a:rPr dirty="0" sz="2800" spc="-10" b="1">
                <a:latin typeface="华文楷体"/>
                <a:cs typeface="华文楷体"/>
              </a:rPr>
              <a:t>念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550">
              <a:latin typeface="Times New Roman"/>
              <a:cs typeface="Times New Roman"/>
            </a:endParaRPr>
          </a:p>
          <a:p>
            <a:pPr algn="just" marL="190500" marR="5080">
              <a:lnSpc>
                <a:spcPct val="149300"/>
              </a:lnSpc>
              <a:spcBef>
                <a:spcPts val="5"/>
              </a:spcBef>
            </a:pPr>
            <a:r>
              <a:rPr dirty="0" sz="2400" b="1">
                <a:latin typeface="Times New Roman"/>
                <a:cs typeface="Times New Roman"/>
              </a:rPr>
              <a:t>(3)</a:t>
            </a:r>
            <a:r>
              <a:rPr dirty="0" sz="2400" b="1">
                <a:latin typeface="华文楷体"/>
                <a:cs typeface="华文楷体"/>
              </a:rPr>
              <a:t>电磁振荡现象：电容器充放电的过程中，电容器极板上的电荷量</a:t>
            </a:r>
            <a:r>
              <a:rPr dirty="0" sz="2400" b="1" i="1">
                <a:latin typeface="Times New Roman"/>
                <a:cs typeface="Times New Roman"/>
              </a:rPr>
              <a:t>q</a:t>
            </a:r>
            <a:r>
              <a:rPr dirty="0" sz="2400" spc="-5" b="1">
                <a:latin typeface="华文楷体"/>
                <a:cs typeface="华文楷体"/>
              </a:rPr>
              <a:t>、 </a:t>
            </a:r>
            <a:r>
              <a:rPr dirty="0" sz="2400" b="1">
                <a:latin typeface="华文楷体"/>
                <a:cs typeface="华文楷体"/>
              </a:rPr>
              <a:t>电路中的电流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b="1">
                <a:latin typeface="华文楷体"/>
                <a:cs typeface="华文楷体"/>
              </a:rPr>
              <a:t>、电容器里的电场强度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b="1">
                <a:latin typeface="华文楷体"/>
                <a:cs typeface="华文楷体"/>
              </a:rPr>
              <a:t>、线圈里的磁感应强度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都</a:t>
            </a:r>
            <a:r>
              <a:rPr dirty="0" sz="2400" spc="-5" b="1">
                <a:latin typeface="华文楷体"/>
                <a:cs typeface="华文楷体"/>
              </a:rPr>
              <a:t>在 </a:t>
            </a:r>
            <a:r>
              <a:rPr dirty="0" sz="2400" b="1">
                <a:latin typeface="华文楷体"/>
                <a:cs typeface="华文楷体"/>
              </a:rPr>
              <a:t>周期性地变化着。这种现象就是电磁振荡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70636" y="967892"/>
            <a:ext cx="1423670" cy="661035"/>
          </a:xfrm>
          <a:custGeom>
            <a:avLst/>
            <a:gdLst/>
            <a:ahLst/>
            <a:cxnLst/>
            <a:rect l="l" t="t" r="r" b="b"/>
            <a:pathLst>
              <a:path w="1423670" h="661035">
                <a:moveTo>
                  <a:pt x="1423644" y="660971"/>
                </a:moveTo>
                <a:lnTo>
                  <a:pt x="0" y="660971"/>
                </a:lnTo>
                <a:lnTo>
                  <a:pt x="0" y="0"/>
                </a:lnTo>
                <a:lnTo>
                  <a:pt x="1423644" y="0"/>
                </a:lnTo>
                <a:lnTo>
                  <a:pt x="1423644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71"/>
                </a:lnTo>
                <a:lnTo>
                  <a:pt x="38100" y="584771"/>
                </a:lnTo>
                <a:lnTo>
                  <a:pt x="76200" y="622871"/>
                </a:lnTo>
                <a:lnTo>
                  <a:pt x="1423644" y="622871"/>
                </a:lnTo>
                <a:lnTo>
                  <a:pt x="1423644" y="660971"/>
                </a:lnTo>
                <a:close/>
              </a:path>
              <a:path w="1423670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423670" h="661035">
                <a:moveTo>
                  <a:pt x="1347444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347444" y="38100"/>
                </a:lnTo>
                <a:lnTo>
                  <a:pt x="1347444" y="76200"/>
                </a:lnTo>
                <a:close/>
              </a:path>
              <a:path w="1423670" h="661035">
                <a:moveTo>
                  <a:pt x="1347444" y="622871"/>
                </a:moveTo>
                <a:lnTo>
                  <a:pt x="1347444" y="38100"/>
                </a:lnTo>
                <a:lnTo>
                  <a:pt x="1385544" y="76200"/>
                </a:lnTo>
                <a:lnTo>
                  <a:pt x="1423644" y="76200"/>
                </a:lnTo>
                <a:lnTo>
                  <a:pt x="1423644" y="584771"/>
                </a:lnTo>
                <a:lnTo>
                  <a:pt x="1385544" y="584771"/>
                </a:lnTo>
                <a:lnTo>
                  <a:pt x="1347444" y="622871"/>
                </a:lnTo>
                <a:close/>
              </a:path>
              <a:path w="1423670" h="661035">
                <a:moveTo>
                  <a:pt x="1423644" y="76200"/>
                </a:moveTo>
                <a:lnTo>
                  <a:pt x="1385544" y="76200"/>
                </a:lnTo>
                <a:lnTo>
                  <a:pt x="1347444" y="38100"/>
                </a:lnTo>
                <a:lnTo>
                  <a:pt x="1423644" y="38100"/>
                </a:lnTo>
                <a:lnTo>
                  <a:pt x="1423644" y="76200"/>
                </a:lnTo>
                <a:close/>
              </a:path>
              <a:path w="1423670" h="661035">
                <a:moveTo>
                  <a:pt x="76200" y="622871"/>
                </a:moveTo>
                <a:lnTo>
                  <a:pt x="38100" y="584771"/>
                </a:lnTo>
                <a:lnTo>
                  <a:pt x="76200" y="584771"/>
                </a:lnTo>
                <a:lnTo>
                  <a:pt x="76200" y="622871"/>
                </a:lnTo>
                <a:close/>
              </a:path>
              <a:path w="1423670" h="661035">
                <a:moveTo>
                  <a:pt x="1347444" y="622871"/>
                </a:moveTo>
                <a:lnTo>
                  <a:pt x="76200" y="622871"/>
                </a:lnTo>
                <a:lnTo>
                  <a:pt x="76200" y="584771"/>
                </a:lnTo>
                <a:lnTo>
                  <a:pt x="1347444" y="584771"/>
                </a:lnTo>
                <a:lnTo>
                  <a:pt x="1347444" y="622871"/>
                </a:lnTo>
                <a:close/>
              </a:path>
              <a:path w="1423670" h="661035">
                <a:moveTo>
                  <a:pt x="1423644" y="622871"/>
                </a:moveTo>
                <a:lnTo>
                  <a:pt x="1347444" y="622871"/>
                </a:lnTo>
                <a:lnTo>
                  <a:pt x="1385544" y="584771"/>
                </a:lnTo>
                <a:lnTo>
                  <a:pt x="1423644" y="584771"/>
                </a:lnTo>
                <a:lnTo>
                  <a:pt x="1423644" y="622871"/>
                </a:lnTo>
                <a:close/>
              </a:path>
            </a:pathLst>
          </a:custGeom>
          <a:solidFill>
            <a:srgbClr val="E72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40836" y="2899397"/>
            <a:ext cx="4161663" cy="3437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0830" y="1015517"/>
            <a:ext cx="8890635" cy="19519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提</a:t>
            </a:r>
            <a:r>
              <a:rPr dirty="0" sz="3200" spc="-10" b="1">
                <a:latin typeface="黑体"/>
                <a:cs typeface="黑体"/>
              </a:rPr>
              <a:t>问</a:t>
            </a:r>
            <a:endParaRPr sz="3200">
              <a:latin typeface="黑体"/>
              <a:cs typeface="黑体"/>
            </a:endParaRPr>
          </a:p>
          <a:p>
            <a:pPr marL="386080">
              <a:lnSpc>
                <a:spcPct val="100000"/>
              </a:lnSpc>
              <a:spcBef>
                <a:spcPts val="275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为什么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LC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振荡电路中各个物理量是周期性变化呢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328930">
              <a:lnSpc>
                <a:spcPct val="100000"/>
              </a:lnSpc>
              <a:spcBef>
                <a:spcPts val="1850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电磁振荡的一个周期内，各个物理量是如何变化的呢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56158" y="934021"/>
            <a:ext cx="3616325" cy="599440"/>
          </a:xfrm>
          <a:custGeom>
            <a:avLst/>
            <a:gdLst/>
            <a:ahLst/>
            <a:cxnLst/>
            <a:rect l="l" t="t" r="r" b="b"/>
            <a:pathLst>
              <a:path w="3616325" h="599440">
                <a:moveTo>
                  <a:pt x="3616058" y="599414"/>
                </a:moveTo>
                <a:lnTo>
                  <a:pt x="0" y="599414"/>
                </a:lnTo>
                <a:lnTo>
                  <a:pt x="0" y="0"/>
                </a:lnTo>
                <a:lnTo>
                  <a:pt x="3616058" y="0"/>
                </a:lnTo>
                <a:lnTo>
                  <a:pt x="3616058" y="38099"/>
                </a:lnTo>
                <a:lnTo>
                  <a:pt x="76200" y="380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523214"/>
                </a:lnTo>
                <a:lnTo>
                  <a:pt x="38100" y="523214"/>
                </a:lnTo>
                <a:lnTo>
                  <a:pt x="76200" y="561314"/>
                </a:lnTo>
                <a:lnTo>
                  <a:pt x="3616058" y="561314"/>
                </a:lnTo>
                <a:lnTo>
                  <a:pt x="3616058" y="599414"/>
                </a:lnTo>
                <a:close/>
              </a:path>
              <a:path w="3616325" h="599440">
                <a:moveTo>
                  <a:pt x="76200" y="76199"/>
                </a:moveTo>
                <a:lnTo>
                  <a:pt x="38100" y="76199"/>
                </a:lnTo>
                <a:lnTo>
                  <a:pt x="76200" y="38099"/>
                </a:lnTo>
                <a:lnTo>
                  <a:pt x="76200" y="76199"/>
                </a:lnTo>
                <a:close/>
              </a:path>
              <a:path w="3616325" h="599440">
                <a:moveTo>
                  <a:pt x="3539858" y="76199"/>
                </a:moveTo>
                <a:lnTo>
                  <a:pt x="76200" y="76199"/>
                </a:lnTo>
                <a:lnTo>
                  <a:pt x="76200" y="38099"/>
                </a:lnTo>
                <a:lnTo>
                  <a:pt x="3539858" y="38099"/>
                </a:lnTo>
                <a:lnTo>
                  <a:pt x="3539858" y="76199"/>
                </a:lnTo>
                <a:close/>
              </a:path>
              <a:path w="3616325" h="599440">
                <a:moveTo>
                  <a:pt x="3539858" y="561314"/>
                </a:moveTo>
                <a:lnTo>
                  <a:pt x="3539858" y="38099"/>
                </a:lnTo>
                <a:lnTo>
                  <a:pt x="3577958" y="76199"/>
                </a:lnTo>
                <a:lnTo>
                  <a:pt x="3616058" y="76199"/>
                </a:lnTo>
                <a:lnTo>
                  <a:pt x="3616058" y="523214"/>
                </a:lnTo>
                <a:lnTo>
                  <a:pt x="3577958" y="523214"/>
                </a:lnTo>
                <a:lnTo>
                  <a:pt x="3539858" y="561314"/>
                </a:lnTo>
                <a:close/>
              </a:path>
              <a:path w="3616325" h="599440">
                <a:moveTo>
                  <a:pt x="3616058" y="76199"/>
                </a:moveTo>
                <a:lnTo>
                  <a:pt x="3577958" y="76199"/>
                </a:lnTo>
                <a:lnTo>
                  <a:pt x="3539858" y="38099"/>
                </a:lnTo>
                <a:lnTo>
                  <a:pt x="3616058" y="38099"/>
                </a:lnTo>
                <a:lnTo>
                  <a:pt x="3616058" y="76199"/>
                </a:lnTo>
                <a:close/>
              </a:path>
              <a:path w="3616325" h="599440">
                <a:moveTo>
                  <a:pt x="76200" y="561314"/>
                </a:moveTo>
                <a:lnTo>
                  <a:pt x="38100" y="523214"/>
                </a:lnTo>
                <a:lnTo>
                  <a:pt x="76200" y="523214"/>
                </a:lnTo>
                <a:lnTo>
                  <a:pt x="76200" y="561314"/>
                </a:lnTo>
                <a:close/>
              </a:path>
              <a:path w="3616325" h="599440">
                <a:moveTo>
                  <a:pt x="3539858" y="561314"/>
                </a:moveTo>
                <a:lnTo>
                  <a:pt x="76200" y="561314"/>
                </a:lnTo>
                <a:lnTo>
                  <a:pt x="76200" y="523214"/>
                </a:lnTo>
                <a:lnTo>
                  <a:pt x="3539858" y="523214"/>
                </a:lnTo>
                <a:lnTo>
                  <a:pt x="3539858" y="561314"/>
                </a:lnTo>
                <a:close/>
              </a:path>
              <a:path w="3616325" h="599440">
                <a:moveTo>
                  <a:pt x="3616058" y="561314"/>
                </a:moveTo>
                <a:lnTo>
                  <a:pt x="3539858" y="561314"/>
                </a:lnTo>
                <a:lnTo>
                  <a:pt x="3577958" y="523214"/>
                </a:lnTo>
                <a:lnTo>
                  <a:pt x="3616058" y="523214"/>
                </a:lnTo>
                <a:lnTo>
                  <a:pt x="3616058" y="56131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37463" y="968946"/>
            <a:ext cx="30518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过程</a:t>
            </a:r>
            <a:r>
              <a:rPr dirty="0" sz="2800" spc="-5" b="1">
                <a:latin typeface="Times New Roman"/>
                <a:cs typeface="Times New Roman"/>
              </a:rPr>
              <a:t>1</a:t>
            </a:r>
            <a:r>
              <a:rPr dirty="0" sz="2800" b="1">
                <a:latin typeface="华文楷体"/>
                <a:cs typeface="华文楷体"/>
              </a:rPr>
              <a:t>（正向放电</a:t>
            </a:r>
            <a:r>
              <a:rPr dirty="0" sz="2800" spc="-10" b="1"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1524" y="1761235"/>
            <a:ext cx="3111652" cy="2847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47636" y="2662859"/>
            <a:ext cx="1321460" cy="5578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20417" y="1772526"/>
            <a:ext cx="2927210" cy="29563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0088" y="3734574"/>
            <a:ext cx="3278504" cy="2209800"/>
          </a:xfrm>
          <a:custGeom>
            <a:avLst/>
            <a:gdLst/>
            <a:ahLst/>
            <a:cxnLst/>
            <a:rect l="l" t="t" r="r" b="b"/>
            <a:pathLst>
              <a:path w="3278504" h="2209800">
                <a:moveTo>
                  <a:pt x="1916696" y="419100"/>
                </a:moveTo>
                <a:lnTo>
                  <a:pt x="235572" y="419100"/>
                </a:lnTo>
                <a:lnTo>
                  <a:pt x="242963" y="406400"/>
                </a:lnTo>
                <a:lnTo>
                  <a:pt x="1904885" y="406400"/>
                </a:lnTo>
                <a:lnTo>
                  <a:pt x="1963013" y="0"/>
                </a:lnTo>
                <a:lnTo>
                  <a:pt x="1971168" y="4317"/>
                </a:lnTo>
                <a:lnTo>
                  <a:pt x="1965032" y="12700"/>
                </a:lnTo>
                <a:lnTo>
                  <a:pt x="1972066" y="16456"/>
                </a:lnTo>
                <a:lnTo>
                  <a:pt x="1916696" y="419100"/>
                </a:lnTo>
                <a:close/>
              </a:path>
              <a:path w="3278504" h="2209800">
                <a:moveTo>
                  <a:pt x="1973561" y="5584"/>
                </a:moveTo>
                <a:lnTo>
                  <a:pt x="1971168" y="4317"/>
                </a:lnTo>
                <a:lnTo>
                  <a:pt x="1974329" y="0"/>
                </a:lnTo>
                <a:lnTo>
                  <a:pt x="1973561" y="5584"/>
                </a:lnTo>
                <a:close/>
              </a:path>
              <a:path w="3278504" h="2209800">
                <a:moveTo>
                  <a:pt x="1972066" y="16456"/>
                </a:moveTo>
                <a:lnTo>
                  <a:pt x="1965032" y="12700"/>
                </a:lnTo>
                <a:lnTo>
                  <a:pt x="1971168" y="4317"/>
                </a:lnTo>
                <a:lnTo>
                  <a:pt x="1973561" y="5584"/>
                </a:lnTo>
                <a:lnTo>
                  <a:pt x="1972066" y="16456"/>
                </a:lnTo>
                <a:close/>
              </a:path>
              <a:path w="3278504" h="2209800">
                <a:moveTo>
                  <a:pt x="3042539" y="419100"/>
                </a:moveTo>
                <a:lnTo>
                  <a:pt x="2725928" y="419100"/>
                </a:lnTo>
                <a:lnTo>
                  <a:pt x="1972066" y="16456"/>
                </a:lnTo>
                <a:lnTo>
                  <a:pt x="1973561" y="5584"/>
                </a:lnTo>
                <a:lnTo>
                  <a:pt x="2730538" y="406400"/>
                </a:lnTo>
                <a:lnTo>
                  <a:pt x="3035134" y="406400"/>
                </a:lnTo>
                <a:lnTo>
                  <a:pt x="3042539" y="419100"/>
                </a:lnTo>
                <a:close/>
              </a:path>
              <a:path w="3278504" h="2209800">
                <a:moveTo>
                  <a:pt x="238353" y="431800"/>
                </a:moveTo>
                <a:lnTo>
                  <a:pt x="192709" y="431800"/>
                </a:lnTo>
                <a:lnTo>
                  <a:pt x="199656" y="419100"/>
                </a:lnTo>
                <a:lnTo>
                  <a:pt x="245592" y="419100"/>
                </a:lnTo>
                <a:lnTo>
                  <a:pt x="238353" y="431800"/>
                </a:lnTo>
                <a:close/>
              </a:path>
              <a:path w="3278504" h="2209800">
                <a:moveTo>
                  <a:pt x="3085401" y="431800"/>
                </a:moveTo>
                <a:lnTo>
                  <a:pt x="3039757" y="431800"/>
                </a:lnTo>
                <a:lnTo>
                  <a:pt x="3032518" y="419100"/>
                </a:lnTo>
                <a:lnTo>
                  <a:pt x="3078441" y="419100"/>
                </a:lnTo>
                <a:lnTo>
                  <a:pt x="3085401" y="431800"/>
                </a:lnTo>
                <a:close/>
              </a:path>
              <a:path w="3278504" h="2209800">
                <a:moveTo>
                  <a:pt x="197294" y="444500"/>
                </a:moveTo>
                <a:lnTo>
                  <a:pt x="165747" y="444500"/>
                </a:lnTo>
                <a:lnTo>
                  <a:pt x="172364" y="431800"/>
                </a:lnTo>
                <a:lnTo>
                  <a:pt x="204101" y="431800"/>
                </a:lnTo>
                <a:lnTo>
                  <a:pt x="197294" y="444500"/>
                </a:lnTo>
                <a:close/>
              </a:path>
              <a:path w="3278504" h="2209800">
                <a:moveTo>
                  <a:pt x="3112350" y="444500"/>
                </a:moveTo>
                <a:lnTo>
                  <a:pt x="3080816" y="444500"/>
                </a:lnTo>
                <a:lnTo>
                  <a:pt x="3074009" y="431800"/>
                </a:lnTo>
                <a:lnTo>
                  <a:pt x="3105746" y="431800"/>
                </a:lnTo>
                <a:lnTo>
                  <a:pt x="3112350" y="444500"/>
                </a:lnTo>
                <a:close/>
              </a:path>
              <a:path w="3278504" h="2209800">
                <a:moveTo>
                  <a:pt x="165239" y="457200"/>
                </a:moveTo>
                <a:lnTo>
                  <a:pt x="140271" y="457200"/>
                </a:lnTo>
                <a:lnTo>
                  <a:pt x="146494" y="444500"/>
                </a:lnTo>
                <a:lnTo>
                  <a:pt x="171615" y="444500"/>
                </a:lnTo>
                <a:lnTo>
                  <a:pt x="165239" y="457200"/>
                </a:lnTo>
                <a:close/>
              </a:path>
              <a:path w="3278504" h="2209800">
                <a:moveTo>
                  <a:pt x="3137839" y="457200"/>
                </a:moveTo>
                <a:lnTo>
                  <a:pt x="3112871" y="457200"/>
                </a:lnTo>
                <a:lnTo>
                  <a:pt x="3106496" y="444500"/>
                </a:lnTo>
                <a:lnTo>
                  <a:pt x="3131616" y="444500"/>
                </a:lnTo>
                <a:lnTo>
                  <a:pt x="3137839" y="457200"/>
                </a:lnTo>
                <a:close/>
              </a:path>
              <a:path w="3278504" h="2209800">
                <a:moveTo>
                  <a:pt x="147065" y="469900"/>
                </a:moveTo>
                <a:lnTo>
                  <a:pt x="122224" y="469900"/>
                </a:lnTo>
                <a:lnTo>
                  <a:pt x="128130" y="457200"/>
                </a:lnTo>
                <a:lnTo>
                  <a:pt x="153161" y="457200"/>
                </a:lnTo>
                <a:lnTo>
                  <a:pt x="147065" y="469900"/>
                </a:lnTo>
                <a:close/>
              </a:path>
              <a:path w="3278504" h="2209800">
                <a:moveTo>
                  <a:pt x="3155886" y="469900"/>
                </a:moveTo>
                <a:lnTo>
                  <a:pt x="3131045" y="469900"/>
                </a:lnTo>
                <a:lnTo>
                  <a:pt x="3124949" y="457200"/>
                </a:lnTo>
                <a:lnTo>
                  <a:pt x="3149968" y="457200"/>
                </a:lnTo>
                <a:lnTo>
                  <a:pt x="3155886" y="469900"/>
                </a:lnTo>
                <a:close/>
              </a:path>
              <a:path w="3278504" h="2209800">
                <a:moveTo>
                  <a:pt x="124206" y="482600"/>
                </a:moveTo>
                <a:lnTo>
                  <a:pt x="105143" y="482600"/>
                </a:lnTo>
                <a:lnTo>
                  <a:pt x="110731" y="469900"/>
                </a:lnTo>
                <a:lnTo>
                  <a:pt x="129882" y="469900"/>
                </a:lnTo>
                <a:lnTo>
                  <a:pt x="124206" y="482600"/>
                </a:lnTo>
                <a:close/>
              </a:path>
              <a:path w="3278504" h="2209800">
                <a:moveTo>
                  <a:pt x="129768" y="482600"/>
                </a:moveTo>
                <a:lnTo>
                  <a:pt x="129882" y="469900"/>
                </a:lnTo>
                <a:lnTo>
                  <a:pt x="135559" y="469900"/>
                </a:lnTo>
                <a:lnTo>
                  <a:pt x="129768" y="482600"/>
                </a:lnTo>
                <a:close/>
              </a:path>
              <a:path w="3278504" h="2209800">
                <a:moveTo>
                  <a:pt x="3148342" y="482600"/>
                </a:moveTo>
                <a:lnTo>
                  <a:pt x="3142551" y="469900"/>
                </a:lnTo>
                <a:lnTo>
                  <a:pt x="3148215" y="469900"/>
                </a:lnTo>
                <a:lnTo>
                  <a:pt x="3148342" y="482600"/>
                </a:lnTo>
                <a:close/>
              </a:path>
              <a:path w="3278504" h="2209800">
                <a:moveTo>
                  <a:pt x="3172955" y="482600"/>
                </a:moveTo>
                <a:lnTo>
                  <a:pt x="3153905" y="482600"/>
                </a:lnTo>
                <a:lnTo>
                  <a:pt x="3148215" y="469900"/>
                </a:lnTo>
                <a:lnTo>
                  <a:pt x="3167380" y="469900"/>
                </a:lnTo>
                <a:lnTo>
                  <a:pt x="3172955" y="482600"/>
                </a:lnTo>
                <a:close/>
              </a:path>
              <a:path w="3278504" h="2209800">
                <a:moveTo>
                  <a:pt x="113411" y="495300"/>
                </a:moveTo>
                <a:lnTo>
                  <a:pt x="94348" y="495300"/>
                </a:lnTo>
                <a:lnTo>
                  <a:pt x="99682" y="482600"/>
                </a:lnTo>
                <a:lnTo>
                  <a:pt x="118872" y="482600"/>
                </a:lnTo>
                <a:lnTo>
                  <a:pt x="113411" y="495300"/>
                </a:lnTo>
                <a:close/>
              </a:path>
              <a:path w="3278504" h="2209800">
                <a:moveTo>
                  <a:pt x="3183763" y="495300"/>
                </a:moveTo>
                <a:lnTo>
                  <a:pt x="3164700" y="495300"/>
                </a:lnTo>
                <a:lnTo>
                  <a:pt x="3159239" y="482600"/>
                </a:lnTo>
                <a:lnTo>
                  <a:pt x="3178416" y="482600"/>
                </a:lnTo>
                <a:lnTo>
                  <a:pt x="3183763" y="495300"/>
                </a:lnTo>
                <a:close/>
              </a:path>
              <a:path w="3278504" h="2209800">
                <a:moveTo>
                  <a:pt x="98043" y="508000"/>
                </a:moveTo>
                <a:lnTo>
                  <a:pt x="79044" y="508000"/>
                </a:lnTo>
                <a:lnTo>
                  <a:pt x="84023" y="495300"/>
                </a:lnTo>
                <a:lnTo>
                  <a:pt x="103162" y="495300"/>
                </a:lnTo>
                <a:lnTo>
                  <a:pt x="98043" y="508000"/>
                </a:lnTo>
                <a:close/>
              </a:path>
              <a:path w="3278504" h="2209800">
                <a:moveTo>
                  <a:pt x="3199066" y="508000"/>
                </a:moveTo>
                <a:lnTo>
                  <a:pt x="3180054" y="508000"/>
                </a:lnTo>
                <a:lnTo>
                  <a:pt x="3174949" y="495300"/>
                </a:lnTo>
                <a:lnTo>
                  <a:pt x="3194088" y="495300"/>
                </a:lnTo>
                <a:lnTo>
                  <a:pt x="3199066" y="508000"/>
                </a:lnTo>
                <a:close/>
              </a:path>
              <a:path w="3278504" h="2209800">
                <a:moveTo>
                  <a:pt x="83743" y="520700"/>
                </a:moveTo>
                <a:lnTo>
                  <a:pt x="69481" y="520700"/>
                </a:lnTo>
                <a:lnTo>
                  <a:pt x="74193" y="508000"/>
                </a:lnTo>
                <a:lnTo>
                  <a:pt x="88493" y="508000"/>
                </a:lnTo>
                <a:lnTo>
                  <a:pt x="83743" y="520700"/>
                </a:lnTo>
                <a:close/>
              </a:path>
              <a:path w="3278504" h="2209800">
                <a:moveTo>
                  <a:pt x="3208629" y="520700"/>
                </a:moveTo>
                <a:lnTo>
                  <a:pt x="3194354" y="520700"/>
                </a:lnTo>
                <a:lnTo>
                  <a:pt x="3189617" y="508000"/>
                </a:lnTo>
                <a:lnTo>
                  <a:pt x="3203905" y="508000"/>
                </a:lnTo>
                <a:lnTo>
                  <a:pt x="3208629" y="520700"/>
                </a:lnTo>
                <a:close/>
              </a:path>
              <a:path w="3278504" h="2209800">
                <a:moveTo>
                  <a:pt x="74841" y="533400"/>
                </a:moveTo>
                <a:lnTo>
                  <a:pt x="60452" y="533400"/>
                </a:lnTo>
                <a:lnTo>
                  <a:pt x="64896" y="520700"/>
                </a:lnTo>
                <a:lnTo>
                  <a:pt x="79324" y="520700"/>
                </a:lnTo>
                <a:lnTo>
                  <a:pt x="74841" y="533400"/>
                </a:lnTo>
                <a:close/>
              </a:path>
              <a:path w="3278504" h="2209800">
                <a:moveTo>
                  <a:pt x="3217659" y="533400"/>
                </a:moveTo>
                <a:lnTo>
                  <a:pt x="3203270" y="533400"/>
                </a:lnTo>
                <a:lnTo>
                  <a:pt x="3198774" y="520700"/>
                </a:lnTo>
                <a:lnTo>
                  <a:pt x="3213201" y="520700"/>
                </a:lnTo>
                <a:lnTo>
                  <a:pt x="3217659" y="533400"/>
                </a:lnTo>
                <a:close/>
              </a:path>
              <a:path w="3278504" h="2209800">
                <a:moveTo>
                  <a:pt x="66446" y="546100"/>
                </a:moveTo>
                <a:lnTo>
                  <a:pt x="51968" y="546100"/>
                </a:lnTo>
                <a:lnTo>
                  <a:pt x="56134" y="533400"/>
                </a:lnTo>
                <a:lnTo>
                  <a:pt x="70662" y="533400"/>
                </a:lnTo>
                <a:lnTo>
                  <a:pt x="66446" y="546100"/>
                </a:lnTo>
                <a:close/>
              </a:path>
              <a:path w="3278504" h="2209800">
                <a:moveTo>
                  <a:pt x="3226142" y="546100"/>
                </a:moveTo>
                <a:lnTo>
                  <a:pt x="3211664" y="546100"/>
                </a:lnTo>
                <a:lnTo>
                  <a:pt x="3207435" y="533400"/>
                </a:lnTo>
                <a:lnTo>
                  <a:pt x="3221964" y="533400"/>
                </a:lnTo>
                <a:lnTo>
                  <a:pt x="3226142" y="546100"/>
                </a:lnTo>
                <a:close/>
              </a:path>
              <a:path w="3278504" h="2209800">
                <a:moveTo>
                  <a:pt x="58585" y="558800"/>
                </a:moveTo>
                <a:lnTo>
                  <a:pt x="40309" y="558800"/>
                </a:lnTo>
                <a:lnTo>
                  <a:pt x="44056" y="546100"/>
                </a:lnTo>
                <a:lnTo>
                  <a:pt x="62534" y="546100"/>
                </a:lnTo>
                <a:lnTo>
                  <a:pt x="58585" y="558800"/>
                </a:lnTo>
                <a:close/>
              </a:path>
              <a:path w="3278504" h="2209800">
                <a:moveTo>
                  <a:pt x="3237788" y="558800"/>
                </a:moveTo>
                <a:lnTo>
                  <a:pt x="3219513" y="558800"/>
                </a:lnTo>
                <a:lnTo>
                  <a:pt x="3215576" y="546100"/>
                </a:lnTo>
                <a:lnTo>
                  <a:pt x="3234055" y="546100"/>
                </a:lnTo>
                <a:lnTo>
                  <a:pt x="3237788" y="558800"/>
                </a:lnTo>
                <a:close/>
              </a:path>
              <a:path w="3278504" h="2209800">
                <a:moveTo>
                  <a:pt x="41414" y="584200"/>
                </a:moveTo>
                <a:lnTo>
                  <a:pt x="30010" y="584200"/>
                </a:lnTo>
                <a:lnTo>
                  <a:pt x="33286" y="571500"/>
                </a:lnTo>
                <a:lnTo>
                  <a:pt x="36728" y="558800"/>
                </a:lnTo>
                <a:lnTo>
                  <a:pt x="51358" y="558800"/>
                </a:lnTo>
                <a:lnTo>
                  <a:pt x="47853" y="571500"/>
                </a:lnTo>
                <a:lnTo>
                  <a:pt x="44627" y="571500"/>
                </a:lnTo>
                <a:lnTo>
                  <a:pt x="41414" y="584200"/>
                </a:lnTo>
                <a:close/>
              </a:path>
              <a:path w="3278504" h="2209800">
                <a:moveTo>
                  <a:pt x="3248101" y="584200"/>
                </a:moveTo>
                <a:lnTo>
                  <a:pt x="3236696" y="584200"/>
                </a:lnTo>
                <a:lnTo>
                  <a:pt x="3233483" y="571500"/>
                </a:lnTo>
                <a:lnTo>
                  <a:pt x="3230257" y="571500"/>
                </a:lnTo>
                <a:lnTo>
                  <a:pt x="3226739" y="558800"/>
                </a:lnTo>
                <a:lnTo>
                  <a:pt x="3241382" y="558800"/>
                </a:lnTo>
                <a:lnTo>
                  <a:pt x="3244824" y="571500"/>
                </a:lnTo>
                <a:lnTo>
                  <a:pt x="3248101" y="584200"/>
                </a:lnTo>
                <a:close/>
              </a:path>
              <a:path w="3278504" h="2209800">
                <a:moveTo>
                  <a:pt x="35572" y="596900"/>
                </a:moveTo>
                <a:lnTo>
                  <a:pt x="23914" y="596900"/>
                </a:lnTo>
                <a:lnTo>
                  <a:pt x="26873" y="584200"/>
                </a:lnTo>
                <a:lnTo>
                  <a:pt x="38480" y="584200"/>
                </a:lnTo>
                <a:lnTo>
                  <a:pt x="35572" y="596900"/>
                </a:lnTo>
                <a:close/>
              </a:path>
              <a:path w="3278504" h="2209800">
                <a:moveTo>
                  <a:pt x="3254197" y="596900"/>
                </a:moveTo>
                <a:lnTo>
                  <a:pt x="3242525" y="596900"/>
                </a:lnTo>
                <a:lnTo>
                  <a:pt x="3239630" y="584200"/>
                </a:lnTo>
                <a:lnTo>
                  <a:pt x="3251225" y="584200"/>
                </a:lnTo>
                <a:lnTo>
                  <a:pt x="3254197" y="596900"/>
                </a:lnTo>
                <a:close/>
              </a:path>
              <a:path w="3278504" h="2209800">
                <a:moveTo>
                  <a:pt x="30365" y="609600"/>
                </a:moveTo>
                <a:lnTo>
                  <a:pt x="18465" y="609600"/>
                </a:lnTo>
                <a:lnTo>
                  <a:pt x="21107" y="596900"/>
                </a:lnTo>
                <a:lnTo>
                  <a:pt x="32943" y="596900"/>
                </a:lnTo>
                <a:lnTo>
                  <a:pt x="30365" y="609600"/>
                </a:lnTo>
                <a:close/>
              </a:path>
              <a:path w="3278504" h="2209800">
                <a:moveTo>
                  <a:pt x="3259645" y="609600"/>
                </a:moveTo>
                <a:lnTo>
                  <a:pt x="3247745" y="609600"/>
                </a:lnTo>
                <a:lnTo>
                  <a:pt x="3245154" y="596900"/>
                </a:lnTo>
                <a:lnTo>
                  <a:pt x="3257003" y="596900"/>
                </a:lnTo>
                <a:lnTo>
                  <a:pt x="3259645" y="609600"/>
                </a:lnTo>
                <a:close/>
              </a:path>
              <a:path w="3278504" h="2209800">
                <a:moveTo>
                  <a:pt x="27990" y="622300"/>
                </a:moveTo>
                <a:lnTo>
                  <a:pt x="13677" y="622300"/>
                </a:lnTo>
                <a:lnTo>
                  <a:pt x="15989" y="609600"/>
                </a:lnTo>
                <a:lnTo>
                  <a:pt x="30416" y="609600"/>
                </a:lnTo>
                <a:lnTo>
                  <a:pt x="27990" y="622300"/>
                </a:lnTo>
                <a:close/>
              </a:path>
              <a:path w="3278504" h="2209800">
                <a:moveTo>
                  <a:pt x="3264433" y="622300"/>
                </a:moveTo>
                <a:lnTo>
                  <a:pt x="3250120" y="622300"/>
                </a:lnTo>
                <a:lnTo>
                  <a:pt x="3247694" y="609600"/>
                </a:lnTo>
                <a:lnTo>
                  <a:pt x="3262122" y="609600"/>
                </a:lnTo>
                <a:lnTo>
                  <a:pt x="3264433" y="622300"/>
                </a:lnTo>
                <a:close/>
              </a:path>
              <a:path w="3278504" h="2209800">
                <a:moveTo>
                  <a:pt x="23736" y="635000"/>
                </a:moveTo>
                <a:lnTo>
                  <a:pt x="9575" y="635000"/>
                </a:lnTo>
                <a:lnTo>
                  <a:pt x="11544" y="622300"/>
                </a:lnTo>
                <a:lnTo>
                  <a:pt x="25831" y="622300"/>
                </a:lnTo>
                <a:lnTo>
                  <a:pt x="23736" y="635000"/>
                </a:lnTo>
                <a:close/>
              </a:path>
              <a:path w="3278504" h="2209800">
                <a:moveTo>
                  <a:pt x="3268535" y="635000"/>
                </a:moveTo>
                <a:lnTo>
                  <a:pt x="3254375" y="635000"/>
                </a:lnTo>
                <a:lnTo>
                  <a:pt x="3252279" y="622300"/>
                </a:lnTo>
                <a:lnTo>
                  <a:pt x="3266567" y="622300"/>
                </a:lnTo>
                <a:lnTo>
                  <a:pt x="3268535" y="635000"/>
                </a:lnTo>
                <a:close/>
              </a:path>
              <a:path w="3278504" h="2209800">
                <a:moveTo>
                  <a:pt x="17233" y="660400"/>
                </a:moveTo>
                <a:lnTo>
                  <a:pt x="4749" y="660400"/>
                </a:lnTo>
                <a:lnTo>
                  <a:pt x="6172" y="647700"/>
                </a:lnTo>
                <a:lnTo>
                  <a:pt x="7785" y="635000"/>
                </a:lnTo>
                <a:lnTo>
                  <a:pt x="21894" y="635000"/>
                </a:lnTo>
                <a:lnTo>
                  <a:pt x="20142" y="647700"/>
                </a:lnTo>
                <a:lnTo>
                  <a:pt x="18630" y="647700"/>
                </a:lnTo>
                <a:lnTo>
                  <a:pt x="17233" y="660400"/>
                </a:lnTo>
                <a:close/>
              </a:path>
              <a:path w="3278504" h="2209800">
                <a:moveTo>
                  <a:pt x="3273361" y="660400"/>
                </a:moveTo>
                <a:lnTo>
                  <a:pt x="3260864" y="660400"/>
                </a:lnTo>
                <a:lnTo>
                  <a:pt x="3259467" y="647700"/>
                </a:lnTo>
                <a:lnTo>
                  <a:pt x="3257956" y="647700"/>
                </a:lnTo>
                <a:lnTo>
                  <a:pt x="3256216" y="635000"/>
                </a:lnTo>
                <a:lnTo>
                  <a:pt x="3270313" y="635000"/>
                </a:lnTo>
                <a:lnTo>
                  <a:pt x="3271926" y="647700"/>
                </a:lnTo>
                <a:lnTo>
                  <a:pt x="3273361" y="660400"/>
                </a:lnTo>
                <a:close/>
              </a:path>
              <a:path w="3278504" h="2209800">
                <a:moveTo>
                  <a:pt x="15024" y="673100"/>
                </a:moveTo>
                <a:lnTo>
                  <a:pt x="2438" y="673100"/>
                </a:lnTo>
                <a:lnTo>
                  <a:pt x="3505" y="660400"/>
                </a:lnTo>
                <a:lnTo>
                  <a:pt x="16065" y="660400"/>
                </a:lnTo>
                <a:lnTo>
                  <a:pt x="15024" y="673100"/>
                </a:lnTo>
                <a:close/>
              </a:path>
              <a:path w="3278504" h="2209800">
                <a:moveTo>
                  <a:pt x="3275672" y="673100"/>
                </a:moveTo>
                <a:lnTo>
                  <a:pt x="3263074" y="673100"/>
                </a:lnTo>
                <a:lnTo>
                  <a:pt x="3262033" y="660400"/>
                </a:lnTo>
                <a:lnTo>
                  <a:pt x="3274606" y="660400"/>
                </a:lnTo>
                <a:lnTo>
                  <a:pt x="3275672" y="673100"/>
                </a:lnTo>
                <a:close/>
              </a:path>
              <a:path w="3278504" h="2209800">
                <a:moveTo>
                  <a:pt x="13068" y="698500"/>
                </a:moveTo>
                <a:lnTo>
                  <a:pt x="393" y="698500"/>
                </a:lnTo>
                <a:lnTo>
                  <a:pt x="876" y="685800"/>
                </a:lnTo>
                <a:lnTo>
                  <a:pt x="1562" y="673100"/>
                </a:lnTo>
                <a:lnTo>
                  <a:pt x="15049" y="673100"/>
                </a:lnTo>
                <a:lnTo>
                  <a:pt x="14198" y="685800"/>
                </a:lnTo>
                <a:lnTo>
                  <a:pt x="13550" y="685800"/>
                </a:lnTo>
                <a:lnTo>
                  <a:pt x="13068" y="698500"/>
                </a:lnTo>
                <a:close/>
              </a:path>
              <a:path w="3278504" h="2209800">
                <a:moveTo>
                  <a:pt x="3277717" y="698500"/>
                </a:moveTo>
                <a:lnTo>
                  <a:pt x="3265030" y="698500"/>
                </a:lnTo>
                <a:lnTo>
                  <a:pt x="3264560" y="685800"/>
                </a:lnTo>
                <a:lnTo>
                  <a:pt x="3263912" y="685800"/>
                </a:lnTo>
                <a:lnTo>
                  <a:pt x="3263061" y="673100"/>
                </a:lnTo>
                <a:lnTo>
                  <a:pt x="3276536" y="673100"/>
                </a:lnTo>
                <a:lnTo>
                  <a:pt x="3277222" y="685800"/>
                </a:lnTo>
                <a:lnTo>
                  <a:pt x="3277717" y="698500"/>
                </a:lnTo>
                <a:close/>
              </a:path>
              <a:path w="3278504" h="2209800">
                <a:moveTo>
                  <a:pt x="12700" y="1905000"/>
                </a:moveTo>
                <a:lnTo>
                  <a:pt x="0" y="1905000"/>
                </a:lnTo>
                <a:lnTo>
                  <a:pt x="88" y="698500"/>
                </a:lnTo>
                <a:lnTo>
                  <a:pt x="12788" y="698500"/>
                </a:lnTo>
                <a:lnTo>
                  <a:pt x="12700" y="1905000"/>
                </a:lnTo>
                <a:close/>
              </a:path>
              <a:path w="3278504" h="2209800">
                <a:moveTo>
                  <a:pt x="3278111" y="1905000"/>
                </a:moveTo>
                <a:lnTo>
                  <a:pt x="3265411" y="1905000"/>
                </a:lnTo>
                <a:lnTo>
                  <a:pt x="3265309" y="698500"/>
                </a:lnTo>
                <a:lnTo>
                  <a:pt x="3278009" y="698500"/>
                </a:lnTo>
                <a:lnTo>
                  <a:pt x="3278111" y="1905000"/>
                </a:lnTo>
                <a:close/>
              </a:path>
              <a:path w="3278504" h="2209800">
                <a:moveTo>
                  <a:pt x="13550" y="1930400"/>
                </a:moveTo>
                <a:lnTo>
                  <a:pt x="876" y="1930400"/>
                </a:lnTo>
                <a:lnTo>
                  <a:pt x="393" y="1917700"/>
                </a:lnTo>
                <a:lnTo>
                  <a:pt x="88" y="1905000"/>
                </a:lnTo>
                <a:lnTo>
                  <a:pt x="12788" y="1905000"/>
                </a:lnTo>
                <a:lnTo>
                  <a:pt x="13080" y="1917700"/>
                </a:lnTo>
                <a:lnTo>
                  <a:pt x="13550" y="1930400"/>
                </a:lnTo>
                <a:close/>
              </a:path>
              <a:path w="3278504" h="2209800">
                <a:moveTo>
                  <a:pt x="3277222" y="1930400"/>
                </a:moveTo>
                <a:lnTo>
                  <a:pt x="3264560" y="1930400"/>
                </a:lnTo>
                <a:lnTo>
                  <a:pt x="3265030" y="1917700"/>
                </a:lnTo>
                <a:lnTo>
                  <a:pt x="3265322" y="1905000"/>
                </a:lnTo>
                <a:lnTo>
                  <a:pt x="3278009" y="1905000"/>
                </a:lnTo>
                <a:lnTo>
                  <a:pt x="3277717" y="1917700"/>
                </a:lnTo>
                <a:lnTo>
                  <a:pt x="3277222" y="1930400"/>
                </a:lnTo>
                <a:close/>
              </a:path>
              <a:path w="3278504" h="2209800">
                <a:moveTo>
                  <a:pt x="15049" y="1943100"/>
                </a:moveTo>
                <a:lnTo>
                  <a:pt x="2438" y="1943100"/>
                </a:lnTo>
                <a:lnTo>
                  <a:pt x="1562" y="1930400"/>
                </a:lnTo>
                <a:lnTo>
                  <a:pt x="14198" y="1930400"/>
                </a:lnTo>
                <a:lnTo>
                  <a:pt x="15049" y="1943100"/>
                </a:lnTo>
                <a:close/>
              </a:path>
              <a:path w="3278504" h="2209800">
                <a:moveTo>
                  <a:pt x="3275672" y="1943100"/>
                </a:moveTo>
                <a:lnTo>
                  <a:pt x="3263061" y="1943100"/>
                </a:lnTo>
                <a:lnTo>
                  <a:pt x="3263912" y="1930400"/>
                </a:lnTo>
                <a:lnTo>
                  <a:pt x="3276536" y="1930400"/>
                </a:lnTo>
                <a:lnTo>
                  <a:pt x="3275672" y="1943100"/>
                </a:lnTo>
                <a:close/>
              </a:path>
              <a:path w="3278504" h="2209800">
                <a:moveTo>
                  <a:pt x="20180" y="1968500"/>
                </a:moveTo>
                <a:lnTo>
                  <a:pt x="6172" y="1968500"/>
                </a:lnTo>
                <a:lnTo>
                  <a:pt x="4749" y="1955800"/>
                </a:lnTo>
                <a:lnTo>
                  <a:pt x="3505" y="1943100"/>
                </a:lnTo>
                <a:lnTo>
                  <a:pt x="16040" y="1943100"/>
                </a:lnTo>
                <a:lnTo>
                  <a:pt x="17259" y="1955800"/>
                </a:lnTo>
                <a:lnTo>
                  <a:pt x="18605" y="1955800"/>
                </a:lnTo>
                <a:lnTo>
                  <a:pt x="20180" y="1968500"/>
                </a:lnTo>
                <a:close/>
              </a:path>
              <a:path w="3278504" h="2209800">
                <a:moveTo>
                  <a:pt x="3271926" y="1968500"/>
                </a:moveTo>
                <a:lnTo>
                  <a:pt x="3257930" y="1968500"/>
                </a:lnTo>
                <a:lnTo>
                  <a:pt x="3259505" y="1955800"/>
                </a:lnTo>
                <a:lnTo>
                  <a:pt x="3260839" y="1955800"/>
                </a:lnTo>
                <a:lnTo>
                  <a:pt x="3262058" y="1943100"/>
                </a:lnTo>
                <a:lnTo>
                  <a:pt x="3274606" y="1943100"/>
                </a:lnTo>
                <a:lnTo>
                  <a:pt x="3273361" y="1955800"/>
                </a:lnTo>
                <a:lnTo>
                  <a:pt x="3271926" y="1968500"/>
                </a:lnTo>
                <a:close/>
              </a:path>
              <a:path w="3278504" h="2209800">
                <a:moveTo>
                  <a:pt x="23774" y="1981200"/>
                </a:moveTo>
                <a:lnTo>
                  <a:pt x="9575" y="1981200"/>
                </a:lnTo>
                <a:lnTo>
                  <a:pt x="7785" y="1968500"/>
                </a:lnTo>
                <a:lnTo>
                  <a:pt x="21856" y="1968500"/>
                </a:lnTo>
                <a:lnTo>
                  <a:pt x="23774" y="1981200"/>
                </a:lnTo>
                <a:close/>
              </a:path>
              <a:path w="3278504" h="2209800">
                <a:moveTo>
                  <a:pt x="3268535" y="1981200"/>
                </a:moveTo>
                <a:lnTo>
                  <a:pt x="3254324" y="1981200"/>
                </a:lnTo>
                <a:lnTo>
                  <a:pt x="3256254" y="1968500"/>
                </a:lnTo>
                <a:lnTo>
                  <a:pt x="3270313" y="1968500"/>
                </a:lnTo>
                <a:lnTo>
                  <a:pt x="3268535" y="1981200"/>
                </a:lnTo>
                <a:close/>
              </a:path>
              <a:path w="3278504" h="2209800">
                <a:moveTo>
                  <a:pt x="25831" y="1993900"/>
                </a:moveTo>
                <a:lnTo>
                  <a:pt x="13677" y="1993900"/>
                </a:lnTo>
                <a:lnTo>
                  <a:pt x="11544" y="1981200"/>
                </a:lnTo>
                <a:lnTo>
                  <a:pt x="23736" y="1981200"/>
                </a:lnTo>
                <a:lnTo>
                  <a:pt x="25831" y="1993900"/>
                </a:lnTo>
                <a:close/>
              </a:path>
              <a:path w="3278504" h="2209800">
                <a:moveTo>
                  <a:pt x="3264433" y="1993900"/>
                </a:moveTo>
                <a:lnTo>
                  <a:pt x="3252279" y="1993900"/>
                </a:lnTo>
                <a:lnTo>
                  <a:pt x="3254375" y="1981200"/>
                </a:lnTo>
                <a:lnTo>
                  <a:pt x="3266567" y="1981200"/>
                </a:lnTo>
                <a:lnTo>
                  <a:pt x="3264433" y="1993900"/>
                </a:lnTo>
                <a:close/>
              </a:path>
              <a:path w="3278504" h="2209800">
                <a:moveTo>
                  <a:pt x="35636" y="2019300"/>
                </a:moveTo>
                <a:lnTo>
                  <a:pt x="21107" y="2019300"/>
                </a:lnTo>
                <a:lnTo>
                  <a:pt x="18465" y="2006600"/>
                </a:lnTo>
                <a:lnTo>
                  <a:pt x="15989" y="1993900"/>
                </a:lnTo>
                <a:lnTo>
                  <a:pt x="27990" y="1993900"/>
                </a:lnTo>
                <a:lnTo>
                  <a:pt x="30416" y="2006600"/>
                </a:lnTo>
                <a:lnTo>
                  <a:pt x="32893" y="2006600"/>
                </a:lnTo>
                <a:lnTo>
                  <a:pt x="35636" y="2019300"/>
                </a:lnTo>
                <a:close/>
              </a:path>
              <a:path w="3278504" h="2209800">
                <a:moveTo>
                  <a:pt x="3257003" y="2019300"/>
                </a:moveTo>
                <a:lnTo>
                  <a:pt x="3242475" y="2019300"/>
                </a:lnTo>
                <a:lnTo>
                  <a:pt x="3245218" y="2006600"/>
                </a:lnTo>
                <a:lnTo>
                  <a:pt x="3247694" y="2006600"/>
                </a:lnTo>
                <a:lnTo>
                  <a:pt x="3250120" y="1993900"/>
                </a:lnTo>
                <a:lnTo>
                  <a:pt x="3262122" y="1993900"/>
                </a:lnTo>
                <a:lnTo>
                  <a:pt x="3259645" y="2006600"/>
                </a:lnTo>
                <a:lnTo>
                  <a:pt x="3257003" y="2019300"/>
                </a:lnTo>
                <a:close/>
              </a:path>
              <a:path w="3278504" h="2209800">
                <a:moveTo>
                  <a:pt x="41478" y="2032000"/>
                </a:moveTo>
                <a:lnTo>
                  <a:pt x="26873" y="2032000"/>
                </a:lnTo>
                <a:lnTo>
                  <a:pt x="23914" y="2019300"/>
                </a:lnTo>
                <a:lnTo>
                  <a:pt x="38417" y="2019300"/>
                </a:lnTo>
                <a:lnTo>
                  <a:pt x="41478" y="2032000"/>
                </a:lnTo>
                <a:close/>
              </a:path>
              <a:path w="3278504" h="2209800">
                <a:moveTo>
                  <a:pt x="3251225" y="2032000"/>
                </a:moveTo>
                <a:lnTo>
                  <a:pt x="3236633" y="2032000"/>
                </a:lnTo>
                <a:lnTo>
                  <a:pt x="3239693" y="2019300"/>
                </a:lnTo>
                <a:lnTo>
                  <a:pt x="3254197" y="2019300"/>
                </a:lnTo>
                <a:lnTo>
                  <a:pt x="3251225" y="2032000"/>
                </a:lnTo>
                <a:close/>
              </a:path>
              <a:path w="3278504" h="2209800">
                <a:moveTo>
                  <a:pt x="47917" y="2044700"/>
                </a:moveTo>
                <a:lnTo>
                  <a:pt x="33286" y="2044700"/>
                </a:lnTo>
                <a:lnTo>
                  <a:pt x="30010" y="2032000"/>
                </a:lnTo>
                <a:lnTo>
                  <a:pt x="44551" y="2032000"/>
                </a:lnTo>
                <a:lnTo>
                  <a:pt x="47917" y="2044700"/>
                </a:lnTo>
                <a:close/>
              </a:path>
              <a:path w="3278504" h="2209800">
                <a:moveTo>
                  <a:pt x="3244824" y="2044700"/>
                </a:moveTo>
                <a:lnTo>
                  <a:pt x="3230181" y="2044700"/>
                </a:lnTo>
                <a:lnTo>
                  <a:pt x="3233547" y="2032000"/>
                </a:lnTo>
                <a:lnTo>
                  <a:pt x="3248101" y="2032000"/>
                </a:lnTo>
                <a:lnTo>
                  <a:pt x="3244824" y="2044700"/>
                </a:lnTo>
                <a:close/>
              </a:path>
              <a:path w="3278504" h="2209800">
                <a:moveTo>
                  <a:pt x="54940" y="2057400"/>
                </a:moveTo>
                <a:lnTo>
                  <a:pt x="40309" y="2057400"/>
                </a:lnTo>
                <a:lnTo>
                  <a:pt x="36728" y="2044700"/>
                </a:lnTo>
                <a:lnTo>
                  <a:pt x="51282" y="2044700"/>
                </a:lnTo>
                <a:lnTo>
                  <a:pt x="54940" y="2057400"/>
                </a:lnTo>
                <a:close/>
              </a:path>
              <a:path w="3278504" h="2209800">
                <a:moveTo>
                  <a:pt x="3237788" y="2057400"/>
                </a:moveTo>
                <a:lnTo>
                  <a:pt x="3223158" y="2057400"/>
                </a:lnTo>
                <a:lnTo>
                  <a:pt x="3226816" y="2044700"/>
                </a:lnTo>
                <a:lnTo>
                  <a:pt x="3241382" y="2044700"/>
                </a:lnTo>
                <a:lnTo>
                  <a:pt x="3237788" y="2057400"/>
                </a:lnTo>
                <a:close/>
              </a:path>
              <a:path w="3278504" h="2209800">
                <a:moveTo>
                  <a:pt x="62534" y="2070100"/>
                </a:moveTo>
                <a:lnTo>
                  <a:pt x="47942" y="2070100"/>
                </a:lnTo>
                <a:lnTo>
                  <a:pt x="44056" y="2057400"/>
                </a:lnTo>
                <a:lnTo>
                  <a:pt x="58585" y="2057400"/>
                </a:lnTo>
                <a:lnTo>
                  <a:pt x="62534" y="2070100"/>
                </a:lnTo>
                <a:close/>
              </a:path>
              <a:path w="3278504" h="2209800">
                <a:moveTo>
                  <a:pt x="3230168" y="2070100"/>
                </a:moveTo>
                <a:lnTo>
                  <a:pt x="3215576" y="2070100"/>
                </a:lnTo>
                <a:lnTo>
                  <a:pt x="3219513" y="2057400"/>
                </a:lnTo>
                <a:lnTo>
                  <a:pt x="3234055" y="2057400"/>
                </a:lnTo>
                <a:lnTo>
                  <a:pt x="3230168" y="2070100"/>
                </a:lnTo>
                <a:close/>
              </a:path>
              <a:path w="3278504" h="2209800">
                <a:moveTo>
                  <a:pt x="74930" y="2082800"/>
                </a:moveTo>
                <a:lnTo>
                  <a:pt x="56134" y="2082800"/>
                </a:lnTo>
                <a:lnTo>
                  <a:pt x="51968" y="2070100"/>
                </a:lnTo>
                <a:lnTo>
                  <a:pt x="70573" y="2070100"/>
                </a:lnTo>
                <a:lnTo>
                  <a:pt x="74930" y="2082800"/>
                </a:lnTo>
                <a:close/>
              </a:path>
              <a:path w="3278504" h="2209800">
                <a:moveTo>
                  <a:pt x="3221964" y="2082800"/>
                </a:moveTo>
                <a:lnTo>
                  <a:pt x="3203168" y="2082800"/>
                </a:lnTo>
                <a:lnTo>
                  <a:pt x="3207537" y="2070100"/>
                </a:lnTo>
                <a:lnTo>
                  <a:pt x="3226142" y="2070100"/>
                </a:lnTo>
                <a:lnTo>
                  <a:pt x="3221964" y="2082800"/>
                </a:lnTo>
                <a:close/>
              </a:path>
              <a:path w="3278504" h="2209800">
                <a:moveTo>
                  <a:pt x="83845" y="2095500"/>
                </a:moveTo>
                <a:lnTo>
                  <a:pt x="64896" y="2095500"/>
                </a:lnTo>
                <a:lnTo>
                  <a:pt x="60452" y="2082800"/>
                </a:lnTo>
                <a:lnTo>
                  <a:pt x="79235" y="2082800"/>
                </a:lnTo>
                <a:lnTo>
                  <a:pt x="83845" y="2095500"/>
                </a:lnTo>
                <a:close/>
              </a:path>
              <a:path w="3278504" h="2209800">
                <a:moveTo>
                  <a:pt x="3213201" y="2095500"/>
                </a:moveTo>
                <a:lnTo>
                  <a:pt x="3194253" y="2095500"/>
                </a:lnTo>
                <a:lnTo>
                  <a:pt x="3198876" y="2082800"/>
                </a:lnTo>
                <a:lnTo>
                  <a:pt x="3217659" y="2082800"/>
                </a:lnTo>
                <a:lnTo>
                  <a:pt x="3213201" y="2095500"/>
                </a:lnTo>
                <a:close/>
              </a:path>
              <a:path w="3278504" h="2209800">
                <a:moveTo>
                  <a:pt x="93268" y="2108200"/>
                </a:moveTo>
                <a:lnTo>
                  <a:pt x="79044" y="2108200"/>
                </a:lnTo>
                <a:lnTo>
                  <a:pt x="74193" y="2095500"/>
                </a:lnTo>
                <a:lnTo>
                  <a:pt x="88391" y="2095500"/>
                </a:lnTo>
                <a:lnTo>
                  <a:pt x="93268" y="2108200"/>
                </a:lnTo>
                <a:close/>
              </a:path>
              <a:path w="3278504" h="2209800">
                <a:moveTo>
                  <a:pt x="3199066" y="2108200"/>
                </a:moveTo>
                <a:lnTo>
                  <a:pt x="3184842" y="2108200"/>
                </a:lnTo>
                <a:lnTo>
                  <a:pt x="3189719" y="2095500"/>
                </a:lnTo>
                <a:lnTo>
                  <a:pt x="3203905" y="2095500"/>
                </a:lnTo>
                <a:lnTo>
                  <a:pt x="3199066" y="2108200"/>
                </a:lnTo>
                <a:close/>
              </a:path>
              <a:path w="3278504" h="2209800">
                <a:moveTo>
                  <a:pt x="108280" y="2120900"/>
                </a:moveTo>
                <a:lnTo>
                  <a:pt x="89115" y="2120900"/>
                </a:lnTo>
                <a:lnTo>
                  <a:pt x="84023" y="2108200"/>
                </a:lnTo>
                <a:lnTo>
                  <a:pt x="103047" y="2108200"/>
                </a:lnTo>
                <a:lnTo>
                  <a:pt x="108280" y="2120900"/>
                </a:lnTo>
                <a:close/>
              </a:path>
              <a:path w="3278504" h="2209800">
                <a:moveTo>
                  <a:pt x="3188982" y="2120900"/>
                </a:moveTo>
                <a:lnTo>
                  <a:pt x="3169818" y="2120900"/>
                </a:lnTo>
                <a:lnTo>
                  <a:pt x="3175050" y="2108200"/>
                </a:lnTo>
                <a:lnTo>
                  <a:pt x="3194088" y="2108200"/>
                </a:lnTo>
                <a:lnTo>
                  <a:pt x="3188982" y="2120900"/>
                </a:lnTo>
                <a:close/>
              </a:path>
              <a:path w="3278504" h="2209800">
                <a:moveTo>
                  <a:pt x="124320" y="2133600"/>
                </a:moveTo>
                <a:lnTo>
                  <a:pt x="105143" y="2133600"/>
                </a:lnTo>
                <a:lnTo>
                  <a:pt x="99682" y="2120900"/>
                </a:lnTo>
                <a:lnTo>
                  <a:pt x="118757" y="2120900"/>
                </a:lnTo>
                <a:lnTo>
                  <a:pt x="124320" y="2133600"/>
                </a:lnTo>
                <a:close/>
              </a:path>
              <a:path w="3278504" h="2209800">
                <a:moveTo>
                  <a:pt x="3172955" y="2133600"/>
                </a:moveTo>
                <a:lnTo>
                  <a:pt x="3153778" y="2133600"/>
                </a:lnTo>
                <a:lnTo>
                  <a:pt x="3159353" y="2120900"/>
                </a:lnTo>
                <a:lnTo>
                  <a:pt x="3178416" y="2120900"/>
                </a:lnTo>
                <a:lnTo>
                  <a:pt x="3172955" y="2133600"/>
                </a:lnTo>
                <a:close/>
              </a:path>
              <a:path w="3278504" h="2209800">
                <a:moveTo>
                  <a:pt x="141325" y="2146300"/>
                </a:moveTo>
                <a:lnTo>
                  <a:pt x="116420" y="2146300"/>
                </a:lnTo>
                <a:lnTo>
                  <a:pt x="110731" y="2133600"/>
                </a:lnTo>
                <a:lnTo>
                  <a:pt x="135432" y="2133600"/>
                </a:lnTo>
                <a:lnTo>
                  <a:pt x="141325" y="2146300"/>
                </a:lnTo>
                <a:close/>
              </a:path>
              <a:path w="3278504" h="2209800">
                <a:moveTo>
                  <a:pt x="3161690" y="2146300"/>
                </a:moveTo>
                <a:lnTo>
                  <a:pt x="3136785" y="2146300"/>
                </a:lnTo>
                <a:lnTo>
                  <a:pt x="3142678" y="2133600"/>
                </a:lnTo>
                <a:lnTo>
                  <a:pt x="3167380" y="2133600"/>
                </a:lnTo>
                <a:lnTo>
                  <a:pt x="3161690" y="2146300"/>
                </a:lnTo>
                <a:close/>
              </a:path>
              <a:path w="3278504" h="2209800">
                <a:moveTo>
                  <a:pt x="159219" y="2159000"/>
                </a:moveTo>
                <a:lnTo>
                  <a:pt x="134150" y="2159000"/>
                </a:lnTo>
                <a:lnTo>
                  <a:pt x="128130" y="2146300"/>
                </a:lnTo>
                <a:lnTo>
                  <a:pt x="153022" y="2146300"/>
                </a:lnTo>
                <a:lnTo>
                  <a:pt x="159219" y="2159000"/>
                </a:lnTo>
                <a:close/>
              </a:path>
              <a:path w="3278504" h="2209800">
                <a:moveTo>
                  <a:pt x="3143961" y="2159000"/>
                </a:moveTo>
                <a:lnTo>
                  <a:pt x="3118891" y="2159000"/>
                </a:lnTo>
                <a:lnTo>
                  <a:pt x="3125076" y="2146300"/>
                </a:lnTo>
                <a:lnTo>
                  <a:pt x="3149968" y="2146300"/>
                </a:lnTo>
                <a:lnTo>
                  <a:pt x="3143961" y="2159000"/>
                </a:lnTo>
                <a:close/>
              </a:path>
              <a:path w="3278504" h="2209800">
                <a:moveTo>
                  <a:pt x="184365" y="2171700"/>
                </a:moveTo>
                <a:lnTo>
                  <a:pt x="152819" y="2171700"/>
                </a:lnTo>
                <a:lnTo>
                  <a:pt x="146494" y="2159000"/>
                </a:lnTo>
                <a:lnTo>
                  <a:pt x="177800" y="2159000"/>
                </a:lnTo>
                <a:lnTo>
                  <a:pt x="184365" y="2171700"/>
                </a:lnTo>
                <a:close/>
              </a:path>
              <a:path w="3278504" h="2209800">
                <a:moveTo>
                  <a:pt x="3125292" y="2171700"/>
                </a:moveTo>
                <a:lnTo>
                  <a:pt x="3093745" y="2171700"/>
                </a:lnTo>
                <a:lnTo>
                  <a:pt x="3100298" y="2159000"/>
                </a:lnTo>
                <a:lnTo>
                  <a:pt x="3131616" y="2159000"/>
                </a:lnTo>
                <a:lnTo>
                  <a:pt x="3125292" y="2171700"/>
                </a:lnTo>
                <a:close/>
              </a:path>
              <a:path w="3278504" h="2209800">
                <a:moveTo>
                  <a:pt x="210832" y="2184400"/>
                </a:moveTo>
                <a:lnTo>
                  <a:pt x="179057" y="2184400"/>
                </a:lnTo>
                <a:lnTo>
                  <a:pt x="172364" y="2171700"/>
                </a:lnTo>
                <a:lnTo>
                  <a:pt x="203949" y="2171700"/>
                </a:lnTo>
                <a:lnTo>
                  <a:pt x="210832" y="2184400"/>
                </a:lnTo>
                <a:close/>
              </a:path>
              <a:path w="3278504" h="2209800">
                <a:moveTo>
                  <a:pt x="217652" y="2184400"/>
                </a:moveTo>
                <a:lnTo>
                  <a:pt x="210832" y="2184400"/>
                </a:lnTo>
                <a:lnTo>
                  <a:pt x="210693" y="2171700"/>
                </a:lnTo>
                <a:lnTo>
                  <a:pt x="217652" y="2184400"/>
                </a:lnTo>
                <a:close/>
              </a:path>
              <a:path w="3278504" h="2209800">
                <a:moveTo>
                  <a:pt x="3067265" y="2184400"/>
                </a:moveTo>
                <a:lnTo>
                  <a:pt x="3060458" y="2184400"/>
                </a:lnTo>
                <a:lnTo>
                  <a:pt x="3067418" y="2171700"/>
                </a:lnTo>
                <a:lnTo>
                  <a:pt x="3067265" y="2184400"/>
                </a:lnTo>
                <a:close/>
              </a:path>
              <a:path w="3278504" h="2209800">
                <a:moveTo>
                  <a:pt x="3099054" y="2184400"/>
                </a:moveTo>
                <a:lnTo>
                  <a:pt x="3067265" y="2184400"/>
                </a:lnTo>
                <a:lnTo>
                  <a:pt x="3074149" y="2171700"/>
                </a:lnTo>
                <a:lnTo>
                  <a:pt x="3105746" y="2171700"/>
                </a:lnTo>
                <a:lnTo>
                  <a:pt x="3099054" y="2184400"/>
                </a:lnTo>
                <a:close/>
              </a:path>
              <a:path w="3278504" h="2209800">
                <a:moveTo>
                  <a:pt x="267220" y="2197100"/>
                </a:moveTo>
                <a:lnTo>
                  <a:pt x="213804" y="2197100"/>
                </a:lnTo>
                <a:lnTo>
                  <a:pt x="206692" y="2184400"/>
                </a:lnTo>
                <a:lnTo>
                  <a:pt x="259791" y="2184400"/>
                </a:lnTo>
                <a:lnTo>
                  <a:pt x="267220" y="2197100"/>
                </a:lnTo>
                <a:close/>
              </a:path>
              <a:path w="3278504" h="2209800">
                <a:moveTo>
                  <a:pt x="3064306" y="2197100"/>
                </a:moveTo>
                <a:lnTo>
                  <a:pt x="3010890" y="2197100"/>
                </a:lnTo>
                <a:lnTo>
                  <a:pt x="3018307" y="2184400"/>
                </a:lnTo>
                <a:lnTo>
                  <a:pt x="3071418" y="2184400"/>
                </a:lnTo>
                <a:lnTo>
                  <a:pt x="3064306" y="2197100"/>
                </a:lnTo>
                <a:close/>
              </a:path>
              <a:path w="3278504" h="2209800">
                <a:moveTo>
                  <a:pt x="3012567" y="2209800"/>
                </a:moveTo>
                <a:lnTo>
                  <a:pt x="265544" y="2209800"/>
                </a:lnTo>
                <a:lnTo>
                  <a:pt x="257949" y="2197100"/>
                </a:lnTo>
                <a:lnTo>
                  <a:pt x="3020148" y="2197100"/>
                </a:lnTo>
                <a:lnTo>
                  <a:pt x="3012567" y="2209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6138" y="4451083"/>
            <a:ext cx="293839" cy="3069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9071" y="4481245"/>
            <a:ext cx="206527" cy="2504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6683" y="4440186"/>
            <a:ext cx="595058" cy="3156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51661" y="4481652"/>
            <a:ext cx="179095" cy="2458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95183" y="4439094"/>
            <a:ext cx="1709394" cy="3167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5216" y="4945278"/>
            <a:ext cx="294932" cy="31130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8622" y="5016081"/>
            <a:ext cx="128892" cy="21757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9678" y="4984572"/>
            <a:ext cx="339166" cy="2490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2543" y="4942001"/>
            <a:ext cx="2253995" cy="3309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9415" y="5446648"/>
            <a:ext cx="2082927" cy="31784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38458" y="528357"/>
            <a:ext cx="5214620" cy="1148080"/>
          </a:xfrm>
          <a:prstGeom prst="rect">
            <a:avLst/>
          </a:prstGeom>
        </p:spPr>
        <p:txBody>
          <a:bodyPr wrap="square" lIns="0" tIns="2082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39"/>
              </a:spcBef>
              <a:tabLst>
                <a:tab pos="3446779" algn="l"/>
                <a:tab pos="4132579" algn="l"/>
              </a:tabLst>
            </a:pPr>
            <a:r>
              <a:rPr dirty="0" sz="2400" b="1">
                <a:latin typeface="华文楷体"/>
                <a:cs typeface="华文楷体"/>
              </a:rPr>
              <a:t>物理量变化：电场能</a:t>
            </a:r>
            <a:r>
              <a:rPr dirty="0" sz="2400" b="1">
                <a:latin typeface="Times New Roman"/>
                <a:cs typeface="Times New Roman"/>
              </a:rPr>
              <a:t>↓	→	</a:t>
            </a:r>
            <a:r>
              <a:rPr dirty="0" sz="2400" b="1">
                <a:latin typeface="华文楷体"/>
                <a:cs typeface="华文楷体"/>
              </a:rPr>
              <a:t>磁场能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  <a:p>
            <a:pPr marL="1612900">
              <a:lnSpc>
                <a:spcPct val="100000"/>
              </a:lnSpc>
              <a:spcBef>
                <a:spcPts val="1540"/>
              </a:spcBef>
              <a:tabLst>
                <a:tab pos="2221865" algn="l"/>
                <a:tab pos="2958465" algn="l"/>
                <a:tab pos="4490720" algn="l"/>
              </a:tabLst>
            </a:pPr>
            <a:r>
              <a:rPr dirty="0" sz="2400" b="1" i="1">
                <a:latin typeface="Times New Roman"/>
                <a:cs typeface="Times New Roman"/>
              </a:rPr>
              <a:t>q </a:t>
            </a:r>
            <a:r>
              <a:rPr dirty="0" sz="2400" b="1">
                <a:latin typeface="Times New Roman"/>
                <a:cs typeface="Times New Roman"/>
              </a:rPr>
              <a:t>↓	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↓	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↑	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3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6701" y="4479074"/>
            <a:ext cx="3917315" cy="168148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2400" b="1">
                <a:latin typeface="华文楷体"/>
                <a:cs typeface="华文楷体"/>
              </a:rPr>
              <a:t>特殊值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400" b="1">
                <a:latin typeface="Times New Roman"/>
                <a:cs typeface="Times New Roman"/>
              </a:rPr>
              <a:t>(a)</a:t>
            </a:r>
            <a:r>
              <a:rPr dirty="0" sz="2400" b="1">
                <a:latin typeface="华文楷体"/>
                <a:cs typeface="华文楷体"/>
              </a:rPr>
              <a:t>图位置磁场能、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=0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25" b="1">
                <a:latin typeface="华文楷体"/>
                <a:cs typeface="华文楷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spc="-5" b="1">
                <a:latin typeface="Times New Roman"/>
                <a:cs typeface="Times New Roman"/>
              </a:rPr>
              <a:t>=0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 i="1">
                <a:latin typeface="Times New Roman"/>
                <a:cs typeface="Times New Roman"/>
              </a:rPr>
              <a:t>q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、 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、电场能最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25816" y="5037874"/>
            <a:ext cx="4044315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Times New Roman"/>
                <a:cs typeface="Times New Roman"/>
              </a:rPr>
              <a:t>(b)</a:t>
            </a:r>
            <a:r>
              <a:rPr dirty="0" sz="2400" b="1">
                <a:latin typeface="华文楷体"/>
                <a:cs typeface="华文楷体"/>
              </a:rPr>
              <a:t>图位置磁场能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20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5" b="1" i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15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2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  <a:p>
            <a:pPr marL="518795">
              <a:lnSpc>
                <a:spcPct val="100000"/>
              </a:lnSpc>
              <a:spcBef>
                <a:spcPts val="1440"/>
              </a:spcBef>
            </a:pPr>
            <a:r>
              <a:rPr dirty="0" sz="2400" b="1" i="1">
                <a:latin typeface="Times New Roman"/>
                <a:cs typeface="Times New Roman"/>
              </a:rPr>
              <a:t>q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、 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1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、电场能均为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58870" y="2096185"/>
            <a:ext cx="0" cy="597535"/>
          </a:xfrm>
          <a:custGeom>
            <a:avLst/>
            <a:gdLst/>
            <a:ahLst/>
            <a:cxnLst/>
            <a:rect l="l" t="t" r="r" b="b"/>
            <a:pathLst>
              <a:path w="0" h="597535">
                <a:moveTo>
                  <a:pt x="0" y="0"/>
                </a:moveTo>
                <a:lnTo>
                  <a:pt x="0" y="597242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58870" y="2773070"/>
            <a:ext cx="0" cy="876300"/>
          </a:xfrm>
          <a:custGeom>
            <a:avLst/>
            <a:gdLst/>
            <a:ahLst/>
            <a:cxnLst/>
            <a:rect l="l" t="t" r="r" b="b"/>
            <a:pathLst>
              <a:path w="0" h="876300">
                <a:moveTo>
                  <a:pt x="0" y="0"/>
                </a:moveTo>
                <a:lnTo>
                  <a:pt x="0" y="875957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61526" y="3649027"/>
            <a:ext cx="597535" cy="0"/>
          </a:xfrm>
          <a:custGeom>
            <a:avLst/>
            <a:gdLst/>
            <a:ahLst/>
            <a:cxnLst/>
            <a:rect l="l" t="t" r="r" b="b"/>
            <a:pathLst>
              <a:path w="597535" h="0">
                <a:moveTo>
                  <a:pt x="0" y="0"/>
                </a:moveTo>
                <a:lnTo>
                  <a:pt x="597344" y="0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42934" y="2096185"/>
            <a:ext cx="0" cy="597535"/>
          </a:xfrm>
          <a:custGeom>
            <a:avLst/>
            <a:gdLst/>
            <a:ahLst/>
            <a:cxnLst/>
            <a:rect l="l" t="t" r="r" b="b"/>
            <a:pathLst>
              <a:path w="0" h="597535">
                <a:moveTo>
                  <a:pt x="0" y="0"/>
                </a:moveTo>
                <a:lnTo>
                  <a:pt x="0" y="597242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44597" y="2932328"/>
            <a:ext cx="0" cy="315595"/>
          </a:xfrm>
          <a:custGeom>
            <a:avLst/>
            <a:gdLst/>
            <a:ahLst/>
            <a:cxnLst/>
            <a:rect l="l" t="t" r="r" b="b"/>
            <a:pathLst>
              <a:path w="0" h="315594">
                <a:moveTo>
                  <a:pt x="0" y="0"/>
                </a:moveTo>
                <a:lnTo>
                  <a:pt x="0" y="315417"/>
                </a:lnTo>
              </a:path>
            </a:pathLst>
          </a:custGeom>
          <a:ln w="199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34641" y="2932328"/>
            <a:ext cx="20320" cy="315595"/>
          </a:xfrm>
          <a:custGeom>
            <a:avLst/>
            <a:gdLst/>
            <a:ahLst/>
            <a:cxnLst/>
            <a:rect l="l" t="t" r="r" b="b"/>
            <a:pathLst>
              <a:path w="20319" h="315594">
                <a:moveTo>
                  <a:pt x="16586" y="0"/>
                </a:moveTo>
                <a:lnTo>
                  <a:pt x="19913" y="315213"/>
                </a:lnTo>
                <a:lnTo>
                  <a:pt x="3314" y="315417"/>
                </a:lnTo>
                <a:lnTo>
                  <a:pt x="0" y="215"/>
                </a:lnTo>
                <a:lnTo>
                  <a:pt x="1658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0443" y="3645706"/>
            <a:ext cx="1454150" cy="0"/>
          </a:xfrm>
          <a:custGeom>
            <a:avLst/>
            <a:gdLst/>
            <a:ahLst/>
            <a:cxnLst/>
            <a:rect l="l" t="t" r="r" b="b"/>
            <a:pathLst>
              <a:path w="1454150" h="0">
                <a:moveTo>
                  <a:pt x="0" y="0"/>
                </a:moveTo>
                <a:lnTo>
                  <a:pt x="1453756" y="0"/>
                </a:lnTo>
              </a:path>
            </a:pathLst>
          </a:custGeom>
          <a:ln w="23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0443" y="3634092"/>
            <a:ext cx="1454150" cy="23495"/>
          </a:xfrm>
          <a:custGeom>
            <a:avLst/>
            <a:gdLst/>
            <a:ahLst/>
            <a:cxnLst/>
            <a:rect l="l" t="t" r="r" b="b"/>
            <a:pathLst>
              <a:path w="1454150" h="23495">
                <a:moveTo>
                  <a:pt x="215" y="0"/>
                </a:moveTo>
                <a:lnTo>
                  <a:pt x="1453756" y="6642"/>
                </a:lnTo>
                <a:lnTo>
                  <a:pt x="1453553" y="23228"/>
                </a:lnTo>
                <a:lnTo>
                  <a:pt x="0" y="16586"/>
                </a:lnTo>
                <a:lnTo>
                  <a:pt x="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40292" y="3315982"/>
            <a:ext cx="216535" cy="304800"/>
          </a:xfrm>
          <a:custGeom>
            <a:avLst/>
            <a:gdLst/>
            <a:ahLst/>
            <a:cxnLst/>
            <a:rect l="l" t="t" r="r" b="b"/>
            <a:pathLst>
              <a:path w="216535" h="304800">
                <a:moveTo>
                  <a:pt x="13690" y="304634"/>
                </a:moveTo>
                <a:lnTo>
                  <a:pt x="0" y="295300"/>
                </a:lnTo>
                <a:lnTo>
                  <a:pt x="202438" y="0"/>
                </a:lnTo>
                <a:lnTo>
                  <a:pt x="216128" y="9321"/>
                </a:lnTo>
                <a:lnTo>
                  <a:pt x="13690" y="304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40292" y="3315982"/>
            <a:ext cx="216535" cy="304800"/>
          </a:xfrm>
          <a:custGeom>
            <a:avLst/>
            <a:gdLst/>
            <a:ahLst/>
            <a:cxnLst/>
            <a:rect l="l" t="t" r="r" b="b"/>
            <a:pathLst>
              <a:path w="216535" h="304800">
                <a:moveTo>
                  <a:pt x="216128" y="9321"/>
                </a:moveTo>
                <a:lnTo>
                  <a:pt x="13690" y="304634"/>
                </a:lnTo>
                <a:lnTo>
                  <a:pt x="0" y="295300"/>
                </a:lnTo>
                <a:lnTo>
                  <a:pt x="202438" y="0"/>
                </a:lnTo>
                <a:lnTo>
                  <a:pt x="216128" y="932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7128" y="3330498"/>
            <a:ext cx="0" cy="318770"/>
          </a:xfrm>
          <a:custGeom>
            <a:avLst/>
            <a:gdLst/>
            <a:ahLst/>
            <a:cxnLst/>
            <a:rect l="l" t="t" r="r" b="b"/>
            <a:pathLst>
              <a:path w="0" h="318770">
                <a:moveTo>
                  <a:pt x="0" y="0"/>
                </a:moveTo>
                <a:lnTo>
                  <a:pt x="0" y="318528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7128" y="2096185"/>
            <a:ext cx="0" cy="358775"/>
          </a:xfrm>
          <a:custGeom>
            <a:avLst/>
            <a:gdLst/>
            <a:ahLst/>
            <a:cxnLst/>
            <a:rect l="l" t="t" r="r" b="b"/>
            <a:pathLst>
              <a:path w="0" h="358775">
                <a:moveTo>
                  <a:pt x="0" y="0"/>
                </a:moveTo>
                <a:lnTo>
                  <a:pt x="0" y="358355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619372" y="2427820"/>
            <a:ext cx="23812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 i="1">
                <a:latin typeface="Times New Roman"/>
                <a:cs typeface="Times New Roman"/>
              </a:rPr>
              <a:t>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20595" y="2693428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 h="0">
                <a:moveTo>
                  <a:pt x="0" y="0"/>
                </a:moveTo>
                <a:lnTo>
                  <a:pt x="428104" y="0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27224" y="2927350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 h="0">
                <a:moveTo>
                  <a:pt x="0" y="0"/>
                </a:moveTo>
                <a:lnTo>
                  <a:pt x="421678" y="0"/>
                </a:lnTo>
              </a:path>
            </a:pathLst>
          </a:custGeom>
          <a:ln w="265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27224" y="2914078"/>
            <a:ext cx="422275" cy="26670"/>
          </a:xfrm>
          <a:custGeom>
            <a:avLst/>
            <a:gdLst/>
            <a:ahLst/>
            <a:cxnLst/>
            <a:rect l="l" t="t" r="r" b="b"/>
            <a:pathLst>
              <a:path w="422275" h="26669">
                <a:moveTo>
                  <a:pt x="203" y="0"/>
                </a:moveTo>
                <a:lnTo>
                  <a:pt x="421678" y="9956"/>
                </a:lnTo>
                <a:lnTo>
                  <a:pt x="421462" y="26542"/>
                </a:lnTo>
                <a:lnTo>
                  <a:pt x="0" y="16598"/>
                </a:lnTo>
                <a:lnTo>
                  <a:pt x="2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59760" y="2693428"/>
            <a:ext cx="438150" cy="0"/>
          </a:xfrm>
          <a:custGeom>
            <a:avLst/>
            <a:gdLst/>
            <a:ahLst/>
            <a:cxnLst/>
            <a:rect l="l" t="t" r="r" b="b"/>
            <a:pathLst>
              <a:path w="438150" h="0">
                <a:moveTo>
                  <a:pt x="0" y="0"/>
                </a:moveTo>
                <a:lnTo>
                  <a:pt x="438061" y="0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39401" y="2773070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8937" y="0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588005" y="2544000"/>
            <a:ext cx="23812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 i="1">
                <a:latin typeface="Times New Roman"/>
                <a:cs typeface="Times New Roman"/>
              </a:rPr>
              <a:t>C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9209" y="2632900"/>
            <a:ext cx="22034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 i="1">
                <a:latin typeface="Times New Roman"/>
                <a:cs typeface="Times New Roman"/>
              </a:rPr>
              <a:t>L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901850" y="3127641"/>
            <a:ext cx="20256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 i="1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53770" y="2101164"/>
            <a:ext cx="2605405" cy="0"/>
          </a:xfrm>
          <a:custGeom>
            <a:avLst/>
            <a:gdLst/>
            <a:ahLst/>
            <a:cxnLst/>
            <a:rect l="l" t="t" r="r" b="b"/>
            <a:pathLst>
              <a:path w="2605404" h="0">
                <a:moveTo>
                  <a:pt x="0" y="0"/>
                </a:moveTo>
                <a:lnTo>
                  <a:pt x="2605303" y="0"/>
                </a:lnTo>
              </a:path>
            </a:pathLst>
          </a:custGeom>
          <a:ln w="265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3770" y="2087892"/>
            <a:ext cx="2605405" cy="26670"/>
          </a:xfrm>
          <a:custGeom>
            <a:avLst/>
            <a:gdLst/>
            <a:ahLst/>
            <a:cxnLst/>
            <a:rect l="l" t="t" r="r" b="b"/>
            <a:pathLst>
              <a:path w="2605404" h="26669">
                <a:moveTo>
                  <a:pt x="0" y="9956"/>
                </a:moveTo>
                <a:lnTo>
                  <a:pt x="2605100" y="0"/>
                </a:lnTo>
                <a:lnTo>
                  <a:pt x="2605303" y="16598"/>
                </a:lnTo>
                <a:lnTo>
                  <a:pt x="203" y="26543"/>
                </a:lnTo>
                <a:lnTo>
                  <a:pt x="0" y="995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513281" y="2079599"/>
            <a:ext cx="477875" cy="796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05191" y="1869109"/>
            <a:ext cx="494665" cy="454659"/>
          </a:xfrm>
          <a:custGeom>
            <a:avLst/>
            <a:gdLst/>
            <a:ahLst/>
            <a:cxnLst/>
            <a:rect l="l" t="t" r="r" b="b"/>
            <a:pathLst>
              <a:path w="494664" h="454660">
                <a:moveTo>
                  <a:pt x="247446" y="454367"/>
                </a:moveTo>
                <a:lnTo>
                  <a:pt x="197878" y="450011"/>
                </a:lnTo>
                <a:lnTo>
                  <a:pt x="151625" y="436740"/>
                </a:lnTo>
                <a:lnTo>
                  <a:pt x="109512" y="416001"/>
                </a:lnTo>
                <a:lnTo>
                  <a:pt x="73012" y="388416"/>
                </a:lnTo>
                <a:lnTo>
                  <a:pt x="42519" y="355028"/>
                </a:lnTo>
                <a:lnTo>
                  <a:pt x="19710" y="316255"/>
                </a:lnTo>
                <a:lnTo>
                  <a:pt x="4978" y="273735"/>
                </a:lnTo>
                <a:lnTo>
                  <a:pt x="0" y="227698"/>
                </a:lnTo>
                <a:lnTo>
                  <a:pt x="1244" y="204266"/>
                </a:lnTo>
                <a:lnTo>
                  <a:pt x="10998" y="159689"/>
                </a:lnTo>
                <a:lnTo>
                  <a:pt x="29667" y="119037"/>
                </a:lnTo>
                <a:lnTo>
                  <a:pt x="56210" y="82537"/>
                </a:lnTo>
                <a:lnTo>
                  <a:pt x="89814" y="51854"/>
                </a:lnTo>
                <a:lnTo>
                  <a:pt x="129222" y="27381"/>
                </a:lnTo>
                <a:lnTo>
                  <a:pt x="173608" y="10160"/>
                </a:lnTo>
                <a:lnTo>
                  <a:pt x="221526" y="1041"/>
                </a:lnTo>
                <a:lnTo>
                  <a:pt x="246824" y="0"/>
                </a:lnTo>
                <a:lnTo>
                  <a:pt x="271919" y="1041"/>
                </a:lnTo>
                <a:lnTo>
                  <a:pt x="296392" y="4356"/>
                </a:lnTo>
                <a:lnTo>
                  <a:pt x="320243" y="9956"/>
                </a:lnTo>
                <a:lnTo>
                  <a:pt x="339191" y="16383"/>
                </a:lnTo>
                <a:lnTo>
                  <a:pt x="247446" y="16383"/>
                </a:lnTo>
                <a:lnTo>
                  <a:pt x="223799" y="17424"/>
                </a:lnTo>
                <a:lnTo>
                  <a:pt x="178790" y="25717"/>
                </a:lnTo>
                <a:lnTo>
                  <a:pt x="137312" y="41681"/>
                </a:lnTo>
                <a:lnTo>
                  <a:pt x="100393" y="64503"/>
                </a:lnTo>
                <a:lnTo>
                  <a:pt x="69278" y="93116"/>
                </a:lnTo>
                <a:lnTo>
                  <a:pt x="44386" y="126707"/>
                </a:lnTo>
                <a:lnTo>
                  <a:pt x="26962" y="164452"/>
                </a:lnTo>
                <a:lnTo>
                  <a:pt x="17627" y="205308"/>
                </a:lnTo>
                <a:lnTo>
                  <a:pt x="16395" y="226669"/>
                </a:lnTo>
                <a:lnTo>
                  <a:pt x="17627" y="248234"/>
                </a:lnTo>
                <a:lnTo>
                  <a:pt x="26758" y="289293"/>
                </a:lnTo>
                <a:lnTo>
                  <a:pt x="43980" y="327037"/>
                </a:lnTo>
                <a:lnTo>
                  <a:pt x="68656" y="360629"/>
                </a:lnTo>
                <a:lnTo>
                  <a:pt x="99771" y="389255"/>
                </a:lnTo>
                <a:lnTo>
                  <a:pt x="136486" y="412267"/>
                </a:lnTo>
                <a:lnTo>
                  <a:pt x="178168" y="428447"/>
                </a:lnTo>
                <a:lnTo>
                  <a:pt x="222973" y="436943"/>
                </a:lnTo>
                <a:lnTo>
                  <a:pt x="246824" y="437984"/>
                </a:lnTo>
                <a:lnTo>
                  <a:pt x="339349" y="437984"/>
                </a:lnTo>
                <a:lnTo>
                  <a:pt x="320865" y="444207"/>
                </a:lnTo>
                <a:lnTo>
                  <a:pt x="297230" y="449808"/>
                </a:lnTo>
                <a:lnTo>
                  <a:pt x="272757" y="453326"/>
                </a:lnTo>
                <a:lnTo>
                  <a:pt x="247446" y="454367"/>
                </a:lnTo>
                <a:close/>
              </a:path>
              <a:path w="494664" h="454660">
                <a:moveTo>
                  <a:pt x="339349" y="437984"/>
                </a:moveTo>
                <a:lnTo>
                  <a:pt x="246824" y="437984"/>
                </a:lnTo>
                <a:lnTo>
                  <a:pt x="270471" y="436943"/>
                </a:lnTo>
                <a:lnTo>
                  <a:pt x="293281" y="433832"/>
                </a:lnTo>
                <a:lnTo>
                  <a:pt x="336842" y="421386"/>
                </a:lnTo>
                <a:lnTo>
                  <a:pt x="376046" y="401904"/>
                </a:lnTo>
                <a:lnTo>
                  <a:pt x="410260" y="376186"/>
                </a:lnTo>
                <a:lnTo>
                  <a:pt x="438264" y="345071"/>
                </a:lnTo>
                <a:lnTo>
                  <a:pt x="459625" y="309410"/>
                </a:lnTo>
                <a:lnTo>
                  <a:pt x="473113" y="270002"/>
                </a:lnTo>
                <a:lnTo>
                  <a:pt x="477888" y="227698"/>
                </a:lnTo>
                <a:lnTo>
                  <a:pt x="476643" y="206133"/>
                </a:lnTo>
                <a:lnTo>
                  <a:pt x="467512" y="165074"/>
                </a:lnTo>
                <a:lnTo>
                  <a:pt x="450291" y="127546"/>
                </a:lnTo>
                <a:lnTo>
                  <a:pt x="425615" y="93738"/>
                </a:lnTo>
                <a:lnTo>
                  <a:pt x="394500" y="64909"/>
                </a:lnTo>
                <a:lnTo>
                  <a:pt x="357581" y="42100"/>
                </a:lnTo>
                <a:lnTo>
                  <a:pt x="316306" y="25920"/>
                </a:lnTo>
                <a:lnTo>
                  <a:pt x="271297" y="17424"/>
                </a:lnTo>
                <a:lnTo>
                  <a:pt x="247446" y="16383"/>
                </a:lnTo>
                <a:lnTo>
                  <a:pt x="339191" y="16383"/>
                </a:lnTo>
                <a:lnTo>
                  <a:pt x="384759" y="38366"/>
                </a:lnTo>
                <a:lnTo>
                  <a:pt x="421462" y="65951"/>
                </a:lnTo>
                <a:lnTo>
                  <a:pt x="451751" y="99542"/>
                </a:lnTo>
                <a:lnTo>
                  <a:pt x="474776" y="138112"/>
                </a:lnTo>
                <a:lnTo>
                  <a:pt x="489292" y="180632"/>
                </a:lnTo>
                <a:lnTo>
                  <a:pt x="494271" y="226669"/>
                </a:lnTo>
                <a:lnTo>
                  <a:pt x="493026" y="250101"/>
                </a:lnTo>
                <a:lnTo>
                  <a:pt x="483273" y="294690"/>
                </a:lnTo>
                <a:lnTo>
                  <a:pt x="464604" y="335534"/>
                </a:lnTo>
                <a:lnTo>
                  <a:pt x="437857" y="371830"/>
                </a:lnTo>
                <a:lnTo>
                  <a:pt x="404456" y="402526"/>
                </a:lnTo>
                <a:lnTo>
                  <a:pt x="365048" y="426986"/>
                </a:lnTo>
                <a:lnTo>
                  <a:pt x="343687" y="436524"/>
                </a:lnTo>
                <a:lnTo>
                  <a:pt x="339349" y="437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505191" y="1869109"/>
            <a:ext cx="494665" cy="454659"/>
          </a:xfrm>
          <a:custGeom>
            <a:avLst/>
            <a:gdLst/>
            <a:ahLst/>
            <a:cxnLst/>
            <a:rect l="l" t="t" r="r" b="b"/>
            <a:pathLst>
              <a:path w="494664" h="454660">
                <a:moveTo>
                  <a:pt x="0" y="227698"/>
                </a:moveTo>
                <a:lnTo>
                  <a:pt x="4775" y="181660"/>
                </a:lnTo>
                <a:lnTo>
                  <a:pt x="19291" y="138950"/>
                </a:lnTo>
                <a:lnTo>
                  <a:pt x="42113" y="100164"/>
                </a:lnTo>
                <a:lnTo>
                  <a:pt x="72389" y="66370"/>
                </a:lnTo>
                <a:lnTo>
                  <a:pt x="108889" y="38569"/>
                </a:lnTo>
                <a:lnTo>
                  <a:pt x="150787" y="17843"/>
                </a:lnTo>
                <a:lnTo>
                  <a:pt x="197040" y="4572"/>
                </a:lnTo>
                <a:lnTo>
                  <a:pt x="246824" y="0"/>
                </a:lnTo>
                <a:lnTo>
                  <a:pt x="271919" y="1041"/>
                </a:lnTo>
                <a:lnTo>
                  <a:pt x="320243" y="9956"/>
                </a:lnTo>
                <a:lnTo>
                  <a:pt x="364426" y="26962"/>
                </a:lnTo>
                <a:lnTo>
                  <a:pt x="403834" y="51231"/>
                </a:lnTo>
                <a:lnTo>
                  <a:pt x="437438" y="81915"/>
                </a:lnTo>
                <a:lnTo>
                  <a:pt x="464197" y="118211"/>
                </a:lnTo>
                <a:lnTo>
                  <a:pt x="483069" y="159067"/>
                </a:lnTo>
                <a:lnTo>
                  <a:pt x="493026" y="203441"/>
                </a:lnTo>
                <a:lnTo>
                  <a:pt x="494271" y="226669"/>
                </a:lnTo>
                <a:lnTo>
                  <a:pt x="493026" y="250101"/>
                </a:lnTo>
                <a:lnTo>
                  <a:pt x="483273" y="294690"/>
                </a:lnTo>
                <a:lnTo>
                  <a:pt x="464604" y="335534"/>
                </a:lnTo>
                <a:lnTo>
                  <a:pt x="437857" y="371830"/>
                </a:lnTo>
                <a:lnTo>
                  <a:pt x="404456" y="402526"/>
                </a:lnTo>
                <a:lnTo>
                  <a:pt x="365048" y="426986"/>
                </a:lnTo>
                <a:lnTo>
                  <a:pt x="320865" y="444207"/>
                </a:lnTo>
                <a:lnTo>
                  <a:pt x="272757" y="453326"/>
                </a:lnTo>
                <a:lnTo>
                  <a:pt x="247446" y="454367"/>
                </a:lnTo>
                <a:lnTo>
                  <a:pt x="222351" y="453326"/>
                </a:lnTo>
                <a:lnTo>
                  <a:pt x="174231" y="444411"/>
                </a:lnTo>
                <a:lnTo>
                  <a:pt x="129844" y="427405"/>
                </a:lnTo>
                <a:lnTo>
                  <a:pt x="90436" y="402932"/>
                </a:lnTo>
                <a:lnTo>
                  <a:pt x="56832" y="372452"/>
                </a:lnTo>
                <a:lnTo>
                  <a:pt x="30073" y="336372"/>
                </a:lnTo>
                <a:lnTo>
                  <a:pt x="11201" y="295313"/>
                </a:lnTo>
                <a:lnTo>
                  <a:pt x="1244" y="250926"/>
                </a:lnTo>
                <a:lnTo>
                  <a:pt x="0" y="2276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521586" y="1885492"/>
            <a:ext cx="461645" cy="421640"/>
          </a:xfrm>
          <a:custGeom>
            <a:avLst/>
            <a:gdLst/>
            <a:ahLst/>
            <a:cxnLst/>
            <a:rect l="l" t="t" r="r" b="b"/>
            <a:pathLst>
              <a:path w="461644" h="421639">
                <a:moveTo>
                  <a:pt x="1231" y="231851"/>
                </a:moveTo>
                <a:lnTo>
                  <a:pt x="10363" y="272910"/>
                </a:lnTo>
                <a:lnTo>
                  <a:pt x="27584" y="310654"/>
                </a:lnTo>
                <a:lnTo>
                  <a:pt x="52260" y="344246"/>
                </a:lnTo>
                <a:lnTo>
                  <a:pt x="83375" y="372872"/>
                </a:lnTo>
                <a:lnTo>
                  <a:pt x="120091" y="395884"/>
                </a:lnTo>
                <a:lnTo>
                  <a:pt x="161772" y="412064"/>
                </a:lnTo>
                <a:lnTo>
                  <a:pt x="206578" y="420560"/>
                </a:lnTo>
                <a:lnTo>
                  <a:pt x="230428" y="421601"/>
                </a:lnTo>
                <a:lnTo>
                  <a:pt x="254076" y="420560"/>
                </a:lnTo>
                <a:lnTo>
                  <a:pt x="299288" y="412267"/>
                </a:lnTo>
                <a:lnTo>
                  <a:pt x="340563" y="396303"/>
                </a:lnTo>
                <a:lnTo>
                  <a:pt x="377482" y="373481"/>
                </a:lnTo>
                <a:lnTo>
                  <a:pt x="408597" y="344868"/>
                </a:lnTo>
                <a:lnTo>
                  <a:pt x="433489" y="311480"/>
                </a:lnTo>
                <a:lnTo>
                  <a:pt x="450913" y="273532"/>
                </a:lnTo>
                <a:lnTo>
                  <a:pt x="460248" y="232676"/>
                </a:lnTo>
                <a:lnTo>
                  <a:pt x="461492" y="211315"/>
                </a:lnTo>
                <a:lnTo>
                  <a:pt x="460248" y="189750"/>
                </a:lnTo>
                <a:lnTo>
                  <a:pt x="451116" y="148691"/>
                </a:lnTo>
                <a:lnTo>
                  <a:pt x="433895" y="111163"/>
                </a:lnTo>
                <a:lnTo>
                  <a:pt x="409219" y="77355"/>
                </a:lnTo>
                <a:lnTo>
                  <a:pt x="378104" y="48526"/>
                </a:lnTo>
                <a:lnTo>
                  <a:pt x="341185" y="25717"/>
                </a:lnTo>
                <a:lnTo>
                  <a:pt x="299910" y="9537"/>
                </a:lnTo>
                <a:lnTo>
                  <a:pt x="254901" y="1041"/>
                </a:lnTo>
                <a:lnTo>
                  <a:pt x="231051" y="0"/>
                </a:lnTo>
                <a:lnTo>
                  <a:pt x="207403" y="1041"/>
                </a:lnTo>
                <a:lnTo>
                  <a:pt x="162394" y="9334"/>
                </a:lnTo>
                <a:lnTo>
                  <a:pt x="120916" y="25298"/>
                </a:lnTo>
                <a:lnTo>
                  <a:pt x="83997" y="48120"/>
                </a:lnTo>
                <a:lnTo>
                  <a:pt x="52882" y="76733"/>
                </a:lnTo>
                <a:lnTo>
                  <a:pt x="27990" y="110324"/>
                </a:lnTo>
                <a:lnTo>
                  <a:pt x="10566" y="148069"/>
                </a:lnTo>
                <a:lnTo>
                  <a:pt x="1231" y="188925"/>
                </a:lnTo>
                <a:lnTo>
                  <a:pt x="0" y="210286"/>
                </a:lnTo>
                <a:lnTo>
                  <a:pt x="1231" y="2318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628787" y="1866391"/>
            <a:ext cx="255270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b="1">
                <a:latin typeface="Times New Roman"/>
                <a:cs typeface="Times New Roman"/>
              </a:rPr>
              <a:t>A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20657" y="3588550"/>
            <a:ext cx="17145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300693" y="3228530"/>
            <a:ext cx="91325" cy="1045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960257" y="3605148"/>
            <a:ext cx="17145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5" b="1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79458" y="3600145"/>
            <a:ext cx="91325" cy="1045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088299" y="3596830"/>
            <a:ext cx="91338" cy="1045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32320" y="2435529"/>
            <a:ext cx="300405" cy="90962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88721" y="876147"/>
            <a:ext cx="3770629" cy="599440"/>
          </a:xfrm>
          <a:custGeom>
            <a:avLst/>
            <a:gdLst/>
            <a:ahLst/>
            <a:cxnLst/>
            <a:rect l="l" t="t" r="r" b="b"/>
            <a:pathLst>
              <a:path w="3770629" h="599440">
                <a:moveTo>
                  <a:pt x="3770617" y="599414"/>
                </a:moveTo>
                <a:lnTo>
                  <a:pt x="0" y="599414"/>
                </a:lnTo>
                <a:lnTo>
                  <a:pt x="0" y="0"/>
                </a:lnTo>
                <a:lnTo>
                  <a:pt x="3770617" y="0"/>
                </a:lnTo>
                <a:lnTo>
                  <a:pt x="3770617" y="38100"/>
                </a:lnTo>
                <a:lnTo>
                  <a:pt x="76199" y="38100"/>
                </a:lnTo>
                <a:lnTo>
                  <a:pt x="38099" y="76200"/>
                </a:lnTo>
                <a:lnTo>
                  <a:pt x="76199" y="76200"/>
                </a:lnTo>
                <a:lnTo>
                  <a:pt x="76199" y="523214"/>
                </a:lnTo>
                <a:lnTo>
                  <a:pt x="38099" y="523214"/>
                </a:lnTo>
                <a:lnTo>
                  <a:pt x="76199" y="561314"/>
                </a:lnTo>
                <a:lnTo>
                  <a:pt x="3770617" y="561314"/>
                </a:lnTo>
                <a:lnTo>
                  <a:pt x="3770617" y="599414"/>
                </a:lnTo>
                <a:close/>
              </a:path>
              <a:path w="3770629" h="599440">
                <a:moveTo>
                  <a:pt x="76199" y="76200"/>
                </a:moveTo>
                <a:lnTo>
                  <a:pt x="38099" y="76200"/>
                </a:lnTo>
                <a:lnTo>
                  <a:pt x="76199" y="38100"/>
                </a:lnTo>
                <a:lnTo>
                  <a:pt x="76199" y="76200"/>
                </a:lnTo>
                <a:close/>
              </a:path>
              <a:path w="3770629" h="599440">
                <a:moveTo>
                  <a:pt x="3694417" y="76200"/>
                </a:moveTo>
                <a:lnTo>
                  <a:pt x="76199" y="76200"/>
                </a:lnTo>
                <a:lnTo>
                  <a:pt x="76199" y="38100"/>
                </a:lnTo>
                <a:lnTo>
                  <a:pt x="3694417" y="38100"/>
                </a:lnTo>
                <a:lnTo>
                  <a:pt x="3694417" y="76200"/>
                </a:lnTo>
                <a:close/>
              </a:path>
              <a:path w="3770629" h="599440">
                <a:moveTo>
                  <a:pt x="3694417" y="561314"/>
                </a:moveTo>
                <a:lnTo>
                  <a:pt x="3694417" y="38100"/>
                </a:lnTo>
                <a:lnTo>
                  <a:pt x="3732517" y="76200"/>
                </a:lnTo>
                <a:lnTo>
                  <a:pt x="3770617" y="76200"/>
                </a:lnTo>
                <a:lnTo>
                  <a:pt x="3770617" y="523214"/>
                </a:lnTo>
                <a:lnTo>
                  <a:pt x="3732517" y="523214"/>
                </a:lnTo>
                <a:lnTo>
                  <a:pt x="3694417" y="561314"/>
                </a:lnTo>
                <a:close/>
              </a:path>
              <a:path w="3770629" h="599440">
                <a:moveTo>
                  <a:pt x="3770617" y="76200"/>
                </a:moveTo>
                <a:lnTo>
                  <a:pt x="3732517" y="76200"/>
                </a:lnTo>
                <a:lnTo>
                  <a:pt x="3694417" y="38100"/>
                </a:lnTo>
                <a:lnTo>
                  <a:pt x="3770617" y="38100"/>
                </a:lnTo>
                <a:lnTo>
                  <a:pt x="3770617" y="76200"/>
                </a:lnTo>
                <a:close/>
              </a:path>
              <a:path w="3770629" h="599440">
                <a:moveTo>
                  <a:pt x="76199" y="561314"/>
                </a:moveTo>
                <a:lnTo>
                  <a:pt x="38099" y="523214"/>
                </a:lnTo>
                <a:lnTo>
                  <a:pt x="76199" y="523214"/>
                </a:lnTo>
                <a:lnTo>
                  <a:pt x="76199" y="561314"/>
                </a:lnTo>
                <a:close/>
              </a:path>
              <a:path w="3770629" h="599440">
                <a:moveTo>
                  <a:pt x="3694417" y="561314"/>
                </a:moveTo>
                <a:lnTo>
                  <a:pt x="76199" y="561314"/>
                </a:lnTo>
                <a:lnTo>
                  <a:pt x="76199" y="523214"/>
                </a:lnTo>
                <a:lnTo>
                  <a:pt x="3694417" y="523214"/>
                </a:lnTo>
                <a:lnTo>
                  <a:pt x="3694417" y="561314"/>
                </a:lnTo>
                <a:close/>
              </a:path>
              <a:path w="3770629" h="599440">
                <a:moveTo>
                  <a:pt x="3770617" y="561314"/>
                </a:moveTo>
                <a:lnTo>
                  <a:pt x="3694417" y="561314"/>
                </a:lnTo>
                <a:lnTo>
                  <a:pt x="3732517" y="523214"/>
                </a:lnTo>
                <a:lnTo>
                  <a:pt x="3770617" y="523214"/>
                </a:lnTo>
                <a:lnTo>
                  <a:pt x="3770617" y="56131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46861" y="911072"/>
            <a:ext cx="30518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过程</a:t>
            </a:r>
            <a:r>
              <a:rPr dirty="0" sz="2800" spc="-5" b="1">
                <a:latin typeface="Times New Roman"/>
                <a:cs typeface="Times New Roman"/>
              </a:rPr>
              <a:t>2</a:t>
            </a:r>
            <a:r>
              <a:rPr dirty="0" sz="2800" b="1">
                <a:latin typeface="华文楷体"/>
                <a:cs typeface="华文楷体"/>
              </a:rPr>
              <a:t>（正向充电</a:t>
            </a:r>
            <a:r>
              <a:rPr dirty="0" sz="2800" spc="-10" b="1"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50827" y="2836811"/>
            <a:ext cx="1321460" cy="557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16137" y="1844890"/>
            <a:ext cx="2960700" cy="2990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15327" y="1867458"/>
            <a:ext cx="3141916" cy="29768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49064" y="286194"/>
            <a:ext cx="1857375" cy="168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4800">
              <a:lnSpc>
                <a:spcPct val="1514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物理量变化</a:t>
            </a:r>
            <a:r>
              <a:rPr dirty="0" sz="2400" spc="-5" b="1">
                <a:latin typeface="华文楷体"/>
                <a:cs typeface="华文楷体"/>
              </a:rPr>
              <a:t>： </a:t>
            </a:r>
            <a:r>
              <a:rPr dirty="0" sz="2400" b="1">
                <a:latin typeface="华文楷体"/>
                <a:cs typeface="华文楷体"/>
              </a:rPr>
              <a:t>磁场能</a:t>
            </a:r>
            <a:r>
              <a:rPr dirty="0" sz="2400" b="1">
                <a:latin typeface="Times New Roman"/>
                <a:cs typeface="Times New Roman"/>
              </a:rPr>
              <a:t>↓</a:t>
            </a:r>
            <a:endParaRPr sz="24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144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1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5969" y="844994"/>
            <a:ext cx="3411854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697865" algn="l"/>
              </a:tabLst>
            </a:pPr>
            <a:r>
              <a:rPr dirty="0" sz="2400" b="1">
                <a:latin typeface="Times New Roman"/>
                <a:cs typeface="Times New Roman"/>
              </a:rPr>
              <a:t>→	</a:t>
            </a:r>
            <a:r>
              <a:rPr dirty="0" sz="2400" b="1">
                <a:latin typeface="华文楷体"/>
                <a:cs typeface="华文楷体"/>
              </a:rPr>
              <a:t>电场能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  <a:p>
            <a:pPr marL="518795">
              <a:lnSpc>
                <a:spcPct val="100000"/>
              </a:lnSpc>
              <a:spcBef>
                <a:spcPts val="1440"/>
              </a:spcBef>
              <a:tabLst>
                <a:tab pos="1127760" algn="l"/>
                <a:tab pos="1745614" algn="l"/>
              </a:tabLst>
            </a:pPr>
            <a:r>
              <a:rPr dirty="0" sz="2400" b="1" i="1">
                <a:latin typeface="Times New Roman"/>
                <a:cs typeface="Times New Roman"/>
              </a:rPr>
              <a:t>q </a:t>
            </a:r>
            <a:r>
              <a:rPr dirty="0" sz="2400" b="1">
                <a:latin typeface="Times New Roman"/>
                <a:cs typeface="Times New Roman"/>
              </a:rPr>
              <a:t>↑	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↓	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8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r>
              <a:rPr dirty="0" sz="2400" b="1">
                <a:latin typeface="华文楷体"/>
                <a:cs typeface="华文楷体"/>
              </a:rPr>
              <a:t>（反向</a:t>
            </a:r>
            <a:r>
              <a:rPr dirty="0" sz="2400" spc="-5" b="1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7269" y="4721452"/>
            <a:ext cx="4121150" cy="166116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b="1">
                <a:latin typeface="华文楷体"/>
                <a:cs typeface="华文楷体"/>
              </a:rPr>
              <a:t>特殊值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400" b="1">
                <a:latin typeface="Times New Roman"/>
                <a:cs typeface="Times New Roman"/>
              </a:rPr>
              <a:t>(b)</a:t>
            </a:r>
            <a:r>
              <a:rPr dirty="0" sz="2400" b="1">
                <a:latin typeface="华文楷体"/>
                <a:cs typeface="华文楷体"/>
              </a:rPr>
              <a:t>图位置磁场能、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65" b="1" i="1">
                <a:latin typeface="Times New Roman"/>
                <a:cs typeface="Times New Roman"/>
              </a:rPr>
              <a:t> 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b="1">
                <a:latin typeface="华文楷体"/>
                <a:cs typeface="华文楷体"/>
              </a:rPr>
              <a:t>最大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400" spc="-245" b="1" i="1">
                <a:latin typeface="Times New Roman"/>
                <a:cs typeface="Times New Roman"/>
              </a:rPr>
              <a:t>q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E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>
                <a:latin typeface="华文楷体"/>
                <a:cs typeface="华文楷体"/>
              </a:rPr>
              <a:t>电场能均为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2854" y="5259854"/>
            <a:ext cx="4052570" cy="112268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400" spc="-5" b="1">
                <a:latin typeface="Times New Roman"/>
                <a:cs typeface="Times New Roman"/>
              </a:rPr>
              <a:t>(c)</a:t>
            </a:r>
            <a:r>
              <a:rPr dirty="0" sz="2400" b="1">
                <a:latin typeface="华文楷体"/>
                <a:cs typeface="华文楷体"/>
              </a:rPr>
              <a:t>图位置磁场能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15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=0</a:t>
            </a:r>
            <a:r>
              <a:rPr dirty="0" sz="2400" spc="-250" b="1">
                <a:latin typeface="Times New Roman"/>
                <a:cs typeface="Times New Roman"/>
              </a:rPr>
              <a:t> 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=0</a:t>
            </a:r>
            <a:endParaRPr sz="2400">
              <a:latin typeface="Times New Roman"/>
              <a:cs typeface="Times New Roman"/>
            </a:endParaRPr>
          </a:p>
          <a:p>
            <a:pPr marL="1381125">
              <a:lnSpc>
                <a:spcPct val="100000"/>
              </a:lnSpc>
              <a:spcBef>
                <a:spcPts val="1320"/>
              </a:spcBef>
            </a:pPr>
            <a:r>
              <a:rPr dirty="0" sz="2400" spc="-245" b="1" i="1">
                <a:latin typeface="Times New Roman"/>
                <a:cs typeface="Times New Roman"/>
              </a:rPr>
              <a:t>q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E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>
                <a:latin typeface="华文楷体"/>
                <a:cs typeface="华文楷体"/>
              </a:rPr>
              <a:t>电场能最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80581" y="928916"/>
            <a:ext cx="3538854" cy="599440"/>
          </a:xfrm>
          <a:custGeom>
            <a:avLst/>
            <a:gdLst/>
            <a:ahLst/>
            <a:cxnLst/>
            <a:rect l="l" t="t" r="r" b="b"/>
            <a:pathLst>
              <a:path w="3538854" h="599440">
                <a:moveTo>
                  <a:pt x="3538791" y="599414"/>
                </a:moveTo>
                <a:lnTo>
                  <a:pt x="0" y="599414"/>
                </a:lnTo>
                <a:lnTo>
                  <a:pt x="0" y="0"/>
                </a:lnTo>
                <a:lnTo>
                  <a:pt x="3538791" y="0"/>
                </a:lnTo>
                <a:lnTo>
                  <a:pt x="3538791" y="38099"/>
                </a:lnTo>
                <a:lnTo>
                  <a:pt x="76200" y="380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523214"/>
                </a:lnTo>
                <a:lnTo>
                  <a:pt x="38099" y="523214"/>
                </a:lnTo>
                <a:lnTo>
                  <a:pt x="76200" y="561314"/>
                </a:lnTo>
                <a:lnTo>
                  <a:pt x="3538791" y="561314"/>
                </a:lnTo>
                <a:lnTo>
                  <a:pt x="3538791" y="599414"/>
                </a:lnTo>
                <a:close/>
              </a:path>
              <a:path w="3538854" h="599440">
                <a:moveTo>
                  <a:pt x="76200" y="76199"/>
                </a:moveTo>
                <a:lnTo>
                  <a:pt x="38100" y="76199"/>
                </a:lnTo>
                <a:lnTo>
                  <a:pt x="76200" y="38099"/>
                </a:lnTo>
                <a:lnTo>
                  <a:pt x="76200" y="76199"/>
                </a:lnTo>
                <a:close/>
              </a:path>
              <a:path w="3538854" h="599440">
                <a:moveTo>
                  <a:pt x="3462591" y="76199"/>
                </a:moveTo>
                <a:lnTo>
                  <a:pt x="76200" y="76199"/>
                </a:lnTo>
                <a:lnTo>
                  <a:pt x="76200" y="38099"/>
                </a:lnTo>
                <a:lnTo>
                  <a:pt x="3462591" y="38099"/>
                </a:lnTo>
                <a:lnTo>
                  <a:pt x="3462591" y="76199"/>
                </a:lnTo>
                <a:close/>
              </a:path>
              <a:path w="3538854" h="599440">
                <a:moveTo>
                  <a:pt x="3462591" y="561314"/>
                </a:moveTo>
                <a:lnTo>
                  <a:pt x="3462591" y="38099"/>
                </a:lnTo>
                <a:lnTo>
                  <a:pt x="3500691" y="76199"/>
                </a:lnTo>
                <a:lnTo>
                  <a:pt x="3538791" y="76199"/>
                </a:lnTo>
                <a:lnTo>
                  <a:pt x="3538791" y="523214"/>
                </a:lnTo>
                <a:lnTo>
                  <a:pt x="3500691" y="523214"/>
                </a:lnTo>
                <a:lnTo>
                  <a:pt x="3462591" y="561314"/>
                </a:lnTo>
                <a:close/>
              </a:path>
              <a:path w="3538854" h="599440">
                <a:moveTo>
                  <a:pt x="3538791" y="76199"/>
                </a:moveTo>
                <a:lnTo>
                  <a:pt x="3500691" y="76199"/>
                </a:lnTo>
                <a:lnTo>
                  <a:pt x="3462591" y="38099"/>
                </a:lnTo>
                <a:lnTo>
                  <a:pt x="3538791" y="38099"/>
                </a:lnTo>
                <a:lnTo>
                  <a:pt x="3538791" y="76199"/>
                </a:lnTo>
                <a:close/>
              </a:path>
              <a:path w="3538854" h="599440">
                <a:moveTo>
                  <a:pt x="76200" y="561314"/>
                </a:moveTo>
                <a:lnTo>
                  <a:pt x="38099" y="523214"/>
                </a:lnTo>
                <a:lnTo>
                  <a:pt x="76200" y="523214"/>
                </a:lnTo>
                <a:lnTo>
                  <a:pt x="76200" y="561314"/>
                </a:lnTo>
                <a:close/>
              </a:path>
              <a:path w="3538854" h="599440">
                <a:moveTo>
                  <a:pt x="3462591" y="561314"/>
                </a:moveTo>
                <a:lnTo>
                  <a:pt x="76200" y="561314"/>
                </a:lnTo>
                <a:lnTo>
                  <a:pt x="76200" y="523214"/>
                </a:lnTo>
                <a:lnTo>
                  <a:pt x="3462591" y="523214"/>
                </a:lnTo>
                <a:lnTo>
                  <a:pt x="3462591" y="561314"/>
                </a:lnTo>
                <a:close/>
              </a:path>
              <a:path w="3538854" h="599440">
                <a:moveTo>
                  <a:pt x="3538791" y="561314"/>
                </a:moveTo>
                <a:lnTo>
                  <a:pt x="3462591" y="561314"/>
                </a:lnTo>
                <a:lnTo>
                  <a:pt x="3500691" y="523214"/>
                </a:lnTo>
                <a:lnTo>
                  <a:pt x="3538791" y="523214"/>
                </a:lnTo>
                <a:lnTo>
                  <a:pt x="3538791" y="56131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151" y="963840"/>
            <a:ext cx="30518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过程</a:t>
            </a:r>
            <a:r>
              <a:rPr dirty="0" sz="2800" spc="-5" b="1">
                <a:latin typeface="Times New Roman"/>
                <a:cs typeface="Times New Roman"/>
              </a:rPr>
              <a:t>3</a:t>
            </a:r>
            <a:r>
              <a:rPr dirty="0" sz="2800" b="1">
                <a:latin typeface="华文楷体"/>
                <a:cs typeface="华文楷体"/>
              </a:rPr>
              <a:t>（反向放电</a:t>
            </a:r>
            <a:r>
              <a:rPr dirty="0" sz="2800" spc="-10" b="1"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408" y="3092272"/>
            <a:ext cx="1321460" cy="557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56140" y="1998751"/>
            <a:ext cx="3033928" cy="2875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05229" y="1919732"/>
            <a:ext cx="3027121" cy="30271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79634" y="322554"/>
            <a:ext cx="3608704" cy="167132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algn="ctr" marR="220345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华文楷体"/>
                <a:cs typeface="华文楷体"/>
              </a:rPr>
              <a:t>物理量变化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460500">
              <a:lnSpc>
                <a:spcPct val="100000"/>
              </a:lnSpc>
              <a:spcBef>
                <a:spcPts val="1440"/>
              </a:spcBef>
              <a:tabLst>
                <a:tab pos="3290570" algn="l"/>
              </a:tabLst>
            </a:pPr>
            <a:r>
              <a:rPr dirty="0" sz="2400" b="1">
                <a:latin typeface="华文楷体"/>
                <a:cs typeface="华文楷体"/>
              </a:rPr>
              <a:t>电场能</a:t>
            </a:r>
            <a:r>
              <a:rPr dirty="0" sz="2400" b="1">
                <a:latin typeface="Times New Roman"/>
                <a:cs typeface="Times New Roman"/>
              </a:rPr>
              <a:t>↓	→</a:t>
            </a:r>
            <a:endParaRPr sz="2400">
              <a:latin typeface="Times New Roman"/>
              <a:cs typeface="Times New Roman"/>
            </a:endParaRPr>
          </a:p>
          <a:p>
            <a:pPr algn="ctr" marR="135890">
              <a:lnSpc>
                <a:spcPct val="100000"/>
              </a:lnSpc>
              <a:spcBef>
                <a:spcPts val="1440"/>
              </a:spcBef>
              <a:tabLst>
                <a:tab pos="608965" algn="l"/>
                <a:tab pos="2193290" algn="l"/>
              </a:tabLst>
            </a:pPr>
            <a:r>
              <a:rPr dirty="0" sz="2400" b="1" i="1">
                <a:latin typeface="Times New Roman"/>
                <a:cs typeface="Times New Roman"/>
              </a:rPr>
              <a:t>q </a:t>
            </a:r>
            <a:r>
              <a:rPr dirty="0" sz="2400" b="1">
                <a:latin typeface="Times New Roman"/>
                <a:cs typeface="Times New Roman"/>
              </a:rPr>
              <a:t>↓	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↑ (</a:t>
            </a:r>
            <a:r>
              <a:rPr dirty="0" sz="2400" b="1">
                <a:latin typeface="华文楷体"/>
                <a:cs typeface="华文楷体"/>
              </a:rPr>
              <a:t>反向</a:t>
            </a:r>
            <a:r>
              <a:rPr dirty="0" sz="2400" b="1">
                <a:latin typeface="Times New Roman"/>
                <a:cs typeface="Times New Roman"/>
              </a:rPr>
              <a:t>)	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8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↓(</a:t>
            </a:r>
            <a:r>
              <a:rPr dirty="0" sz="2400" b="1">
                <a:latin typeface="华文楷体"/>
                <a:cs typeface="华文楷体"/>
              </a:rPr>
              <a:t>反向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429" y="871194"/>
            <a:ext cx="1347470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algn="ctr" marR="110489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华文楷体"/>
                <a:cs typeface="华文楷体"/>
              </a:rPr>
              <a:t>磁场能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5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华文楷体"/>
                <a:cs typeface="华文楷体"/>
              </a:rPr>
              <a:t>反向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2649" y="4679480"/>
            <a:ext cx="3976370" cy="1684655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2400" b="1">
                <a:latin typeface="华文楷体"/>
                <a:cs typeface="华文楷体"/>
              </a:rPr>
              <a:t>特殊值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400" spc="-5" b="1">
                <a:latin typeface="Times New Roman"/>
                <a:cs typeface="Times New Roman"/>
              </a:rPr>
              <a:t>(c)</a:t>
            </a:r>
            <a:r>
              <a:rPr dirty="0" sz="2400" b="1">
                <a:latin typeface="华文楷体"/>
                <a:cs typeface="华文楷体"/>
              </a:rPr>
              <a:t>图位置磁场能、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=0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20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2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=0</a:t>
            </a:r>
            <a:endParaRPr sz="2400">
              <a:latin typeface="Times New Roman"/>
              <a:cs typeface="Times New Roman"/>
            </a:endParaRPr>
          </a:p>
          <a:p>
            <a:pPr marL="850900">
              <a:lnSpc>
                <a:spcPct val="100000"/>
              </a:lnSpc>
              <a:spcBef>
                <a:spcPts val="1340"/>
              </a:spcBef>
            </a:pPr>
            <a:r>
              <a:rPr dirty="0" sz="2400" spc="-245" b="1" i="1">
                <a:latin typeface="Times New Roman"/>
                <a:cs typeface="Times New Roman"/>
              </a:rPr>
              <a:t>q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E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>
                <a:latin typeface="华文楷体"/>
                <a:cs typeface="华文楷体"/>
              </a:rPr>
              <a:t>电场能最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6619" y="5241325"/>
            <a:ext cx="3891915" cy="112268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400" b="1">
                <a:latin typeface="Times New Roman"/>
                <a:cs typeface="Times New Roman"/>
              </a:rPr>
              <a:t>(d)</a:t>
            </a:r>
            <a:r>
              <a:rPr dirty="0" sz="2400" b="1">
                <a:latin typeface="华文楷体"/>
                <a:cs typeface="华文楷体"/>
              </a:rPr>
              <a:t>图位置磁场能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25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54" b="1" i="1">
                <a:latin typeface="Times New Roman"/>
                <a:cs typeface="Times New Roman"/>
              </a:rPr>
              <a:t> 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b="1">
                <a:latin typeface="华文楷体"/>
                <a:cs typeface="华文楷体"/>
              </a:rPr>
              <a:t>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  <a:p>
            <a:pPr marL="535940">
              <a:lnSpc>
                <a:spcPct val="100000"/>
              </a:lnSpc>
              <a:spcBef>
                <a:spcPts val="1320"/>
              </a:spcBef>
            </a:pPr>
            <a:r>
              <a:rPr dirty="0" sz="2400" spc="-245" b="1" i="1">
                <a:latin typeface="Times New Roman"/>
                <a:cs typeface="Times New Roman"/>
              </a:rPr>
              <a:t>q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E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>
                <a:latin typeface="华文楷体"/>
                <a:cs typeface="华文楷体"/>
              </a:rPr>
              <a:t>电场能均为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56158" y="956589"/>
            <a:ext cx="3268345" cy="599440"/>
          </a:xfrm>
          <a:custGeom>
            <a:avLst/>
            <a:gdLst/>
            <a:ahLst/>
            <a:cxnLst/>
            <a:rect l="l" t="t" r="r" b="b"/>
            <a:pathLst>
              <a:path w="3268345" h="599440">
                <a:moveTo>
                  <a:pt x="3268332" y="599427"/>
                </a:moveTo>
                <a:lnTo>
                  <a:pt x="0" y="599427"/>
                </a:lnTo>
                <a:lnTo>
                  <a:pt x="0" y="0"/>
                </a:lnTo>
                <a:lnTo>
                  <a:pt x="3268332" y="0"/>
                </a:lnTo>
                <a:lnTo>
                  <a:pt x="3268332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23227"/>
                </a:lnTo>
                <a:lnTo>
                  <a:pt x="38100" y="523227"/>
                </a:lnTo>
                <a:lnTo>
                  <a:pt x="76200" y="561327"/>
                </a:lnTo>
                <a:lnTo>
                  <a:pt x="3268332" y="561327"/>
                </a:lnTo>
                <a:lnTo>
                  <a:pt x="3268332" y="599427"/>
                </a:lnTo>
                <a:close/>
              </a:path>
              <a:path w="3268345" h="599440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3268345" h="599440">
                <a:moveTo>
                  <a:pt x="3192132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3192132" y="38100"/>
                </a:lnTo>
                <a:lnTo>
                  <a:pt x="3192132" y="76200"/>
                </a:lnTo>
                <a:close/>
              </a:path>
              <a:path w="3268345" h="599440">
                <a:moveTo>
                  <a:pt x="3192132" y="561327"/>
                </a:moveTo>
                <a:lnTo>
                  <a:pt x="3192132" y="38100"/>
                </a:lnTo>
                <a:lnTo>
                  <a:pt x="3230232" y="76200"/>
                </a:lnTo>
                <a:lnTo>
                  <a:pt x="3268332" y="76200"/>
                </a:lnTo>
                <a:lnTo>
                  <a:pt x="3268332" y="523227"/>
                </a:lnTo>
                <a:lnTo>
                  <a:pt x="3230232" y="523227"/>
                </a:lnTo>
                <a:lnTo>
                  <a:pt x="3192132" y="561327"/>
                </a:lnTo>
                <a:close/>
              </a:path>
              <a:path w="3268345" h="599440">
                <a:moveTo>
                  <a:pt x="3268332" y="76200"/>
                </a:moveTo>
                <a:lnTo>
                  <a:pt x="3230232" y="76200"/>
                </a:lnTo>
                <a:lnTo>
                  <a:pt x="3192132" y="38100"/>
                </a:lnTo>
                <a:lnTo>
                  <a:pt x="3268332" y="38100"/>
                </a:lnTo>
                <a:lnTo>
                  <a:pt x="3268332" y="76200"/>
                </a:lnTo>
                <a:close/>
              </a:path>
              <a:path w="3268345" h="599440">
                <a:moveTo>
                  <a:pt x="76200" y="561327"/>
                </a:moveTo>
                <a:lnTo>
                  <a:pt x="38100" y="523227"/>
                </a:lnTo>
                <a:lnTo>
                  <a:pt x="76200" y="523227"/>
                </a:lnTo>
                <a:lnTo>
                  <a:pt x="76200" y="561327"/>
                </a:lnTo>
                <a:close/>
              </a:path>
              <a:path w="3268345" h="599440">
                <a:moveTo>
                  <a:pt x="3192132" y="561327"/>
                </a:moveTo>
                <a:lnTo>
                  <a:pt x="76200" y="561327"/>
                </a:lnTo>
                <a:lnTo>
                  <a:pt x="76200" y="523227"/>
                </a:lnTo>
                <a:lnTo>
                  <a:pt x="3192132" y="523227"/>
                </a:lnTo>
                <a:lnTo>
                  <a:pt x="3192132" y="561327"/>
                </a:lnTo>
                <a:close/>
              </a:path>
              <a:path w="3268345" h="599440">
                <a:moveTo>
                  <a:pt x="3268332" y="561327"/>
                </a:moveTo>
                <a:lnTo>
                  <a:pt x="3192132" y="561327"/>
                </a:lnTo>
                <a:lnTo>
                  <a:pt x="3230232" y="523227"/>
                </a:lnTo>
                <a:lnTo>
                  <a:pt x="3268332" y="523227"/>
                </a:lnTo>
                <a:lnTo>
                  <a:pt x="3268332" y="5613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3473" y="991514"/>
            <a:ext cx="30518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过程</a:t>
            </a:r>
            <a:r>
              <a:rPr dirty="0" sz="2800" spc="-5" b="1">
                <a:latin typeface="Times New Roman"/>
                <a:cs typeface="Times New Roman"/>
              </a:rPr>
              <a:t>4</a:t>
            </a:r>
            <a:r>
              <a:rPr dirty="0" sz="2800" b="1">
                <a:latin typeface="华文楷体"/>
                <a:cs typeface="华文楷体"/>
              </a:rPr>
              <a:t>（反向充电</a:t>
            </a:r>
            <a:r>
              <a:rPr dirty="0" sz="2800" spc="-10" b="1"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56301" y="2989592"/>
            <a:ext cx="1321460" cy="557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98509" y="1997659"/>
            <a:ext cx="2981972" cy="2981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30846" y="1997659"/>
            <a:ext cx="3260280" cy="29819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49115" y="286384"/>
            <a:ext cx="1857375" cy="168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4800">
              <a:lnSpc>
                <a:spcPct val="1514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物理量变化</a:t>
            </a:r>
            <a:r>
              <a:rPr dirty="0" sz="2400" spc="-5" b="1">
                <a:latin typeface="华文楷体"/>
                <a:cs typeface="华文楷体"/>
              </a:rPr>
              <a:t>： </a:t>
            </a:r>
            <a:r>
              <a:rPr dirty="0" sz="2400" b="1">
                <a:latin typeface="华文楷体"/>
                <a:cs typeface="华文楷体"/>
              </a:rPr>
              <a:t>磁场能</a:t>
            </a:r>
            <a:r>
              <a:rPr dirty="0" sz="2400" b="1">
                <a:latin typeface="Times New Roman"/>
                <a:cs typeface="Times New Roman"/>
              </a:rPr>
              <a:t>↓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44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↓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华文楷体"/>
                <a:cs typeface="华文楷体"/>
              </a:rPr>
              <a:t>反向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6020" y="845185"/>
            <a:ext cx="3056890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697865" algn="l"/>
              </a:tabLst>
            </a:pPr>
            <a:r>
              <a:rPr dirty="0" sz="2400" b="1">
                <a:latin typeface="Times New Roman"/>
                <a:cs typeface="Times New Roman"/>
              </a:rPr>
              <a:t>→	</a:t>
            </a:r>
            <a:r>
              <a:rPr dirty="0" sz="2400" b="1">
                <a:latin typeface="华文楷体"/>
                <a:cs typeface="华文楷体"/>
              </a:rPr>
              <a:t>电场能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  <a:p>
            <a:pPr marL="417830">
              <a:lnSpc>
                <a:spcPct val="100000"/>
              </a:lnSpc>
              <a:spcBef>
                <a:spcPts val="1440"/>
              </a:spcBef>
              <a:tabLst>
                <a:tab pos="1027430" algn="l"/>
                <a:tab pos="2611755" algn="l"/>
              </a:tabLst>
            </a:pPr>
            <a:r>
              <a:rPr dirty="0" sz="2400" b="1" i="1">
                <a:latin typeface="Times New Roman"/>
                <a:cs typeface="Times New Roman"/>
              </a:rPr>
              <a:t>q </a:t>
            </a:r>
            <a:r>
              <a:rPr dirty="0" sz="2400" b="1">
                <a:latin typeface="Times New Roman"/>
                <a:cs typeface="Times New Roman"/>
              </a:rPr>
              <a:t>↑	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↓ (</a:t>
            </a:r>
            <a:r>
              <a:rPr dirty="0" sz="2400" b="1">
                <a:latin typeface="华文楷体"/>
                <a:cs typeface="华文楷体"/>
              </a:rPr>
              <a:t>反向</a:t>
            </a:r>
            <a:r>
              <a:rPr dirty="0" sz="2400" b="1">
                <a:latin typeface="Times New Roman"/>
                <a:cs typeface="Times New Roman"/>
              </a:rPr>
              <a:t>)	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9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2069" y="4721452"/>
            <a:ext cx="4121150" cy="166116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b="1">
                <a:latin typeface="华文楷体"/>
                <a:cs typeface="华文楷体"/>
              </a:rPr>
              <a:t>特殊值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400" b="1">
                <a:latin typeface="Times New Roman"/>
                <a:cs typeface="Times New Roman"/>
              </a:rPr>
              <a:t>(d)</a:t>
            </a:r>
            <a:r>
              <a:rPr dirty="0" sz="2400" b="1">
                <a:latin typeface="华文楷体"/>
                <a:cs typeface="华文楷体"/>
              </a:rPr>
              <a:t>图位置磁场能、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65" b="1" i="1">
                <a:latin typeface="Times New Roman"/>
                <a:cs typeface="Times New Roman"/>
              </a:rPr>
              <a:t> 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b="1">
                <a:latin typeface="华文楷体"/>
                <a:cs typeface="华文楷体"/>
              </a:rPr>
              <a:t>最大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  <a:p>
            <a:pPr algn="ctr" marL="73660">
              <a:lnSpc>
                <a:spcPct val="100000"/>
              </a:lnSpc>
              <a:spcBef>
                <a:spcPts val="1320"/>
              </a:spcBef>
            </a:pPr>
            <a:r>
              <a:rPr dirty="0" sz="2400" spc="-245" b="1" i="1">
                <a:latin typeface="Times New Roman"/>
                <a:cs typeface="Times New Roman"/>
              </a:rPr>
              <a:t>q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E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>
                <a:latin typeface="华文楷体"/>
                <a:cs typeface="华文楷体"/>
              </a:rPr>
              <a:t>电场能均为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87654" y="5259854"/>
            <a:ext cx="4069715" cy="112268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400" b="1">
                <a:latin typeface="Times New Roman"/>
                <a:cs typeface="Times New Roman"/>
              </a:rPr>
              <a:t>(a)</a:t>
            </a:r>
            <a:r>
              <a:rPr dirty="0" sz="2400" b="1">
                <a:latin typeface="华文楷体"/>
                <a:cs typeface="华文楷体"/>
              </a:rPr>
              <a:t>图位置磁场能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15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=0</a:t>
            </a:r>
            <a:r>
              <a:rPr dirty="0" sz="2400" spc="-254" b="1">
                <a:latin typeface="Times New Roman"/>
                <a:cs typeface="Times New Roman"/>
              </a:rPr>
              <a:t> 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=0</a:t>
            </a:r>
            <a:endParaRPr sz="2400">
              <a:latin typeface="Times New Roman"/>
              <a:cs typeface="Times New Roman"/>
            </a:endParaRPr>
          </a:p>
          <a:p>
            <a:pPr marL="923925">
              <a:lnSpc>
                <a:spcPct val="100000"/>
              </a:lnSpc>
              <a:spcBef>
                <a:spcPts val="1320"/>
              </a:spcBef>
            </a:pPr>
            <a:r>
              <a:rPr dirty="0" sz="2400" spc="-245" b="1" i="1">
                <a:latin typeface="Times New Roman"/>
                <a:cs typeface="Times New Roman"/>
              </a:rPr>
              <a:t>q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E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>
                <a:latin typeface="华文楷体"/>
                <a:cs typeface="华文楷体"/>
              </a:rPr>
              <a:t>电场能最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226959" y="754443"/>
            <a:ext cx="1623860" cy="2993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89830" y="4112221"/>
            <a:ext cx="1772615" cy="2745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61090" y="649960"/>
            <a:ext cx="1445158" cy="3219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8969" y="3952646"/>
            <a:ext cx="1620316" cy="29053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8246" y="2093239"/>
            <a:ext cx="2175408" cy="2000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47810" y="4787"/>
            <a:ext cx="2201633" cy="22225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95710" y="2081949"/>
            <a:ext cx="2253488" cy="21409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21508" y="4486478"/>
            <a:ext cx="2214333" cy="22143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88224" y="3153397"/>
            <a:ext cx="3918585" cy="1112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2.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总结：一个周期内充放电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几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次？电流方向变化几次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49540" y="4501794"/>
            <a:ext cx="3918585" cy="1112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总结：充电、放电的过程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分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别有哪些规律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53248" y="1312684"/>
            <a:ext cx="3995420" cy="16611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49300"/>
              </a:lnSpc>
              <a:spcBef>
                <a:spcPts val="80"/>
              </a:spcBef>
            </a:pP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1.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总结：一个周期内有几个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特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殊状态？各个物理量的极值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出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现在那个状态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08506" y="437311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54" y="660971"/>
                </a:moveTo>
                <a:lnTo>
                  <a:pt x="0" y="660971"/>
                </a:lnTo>
                <a:lnTo>
                  <a:pt x="0" y="0"/>
                </a:lnTo>
                <a:lnTo>
                  <a:pt x="1310754" y="0"/>
                </a:lnTo>
                <a:lnTo>
                  <a:pt x="1310754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71"/>
                </a:lnTo>
                <a:lnTo>
                  <a:pt x="38100" y="584771"/>
                </a:lnTo>
                <a:lnTo>
                  <a:pt x="76200" y="622871"/>
                </a:lnTo>
                <a:lnTo>
                  <a:pt x="1310754" y="622871"/>
                </a:lnTo>
                <a:lnTo>
                  <a:pt x="1310754" y="660971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54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54" y="38100"/>
                </a:lnTo>
                <a:lnTo>
                  <a:pt x="1234554" y="76200"/>
                </a:lnTo>
                <a:close/>
              </a:path>
              <a:path w="1311275" h="661035">
                <a:moveTo>
                  <a:pt x="1234554" y="622871"/>
                </a:moveTo>
                <a:lnTo>
                  <a:pt x="1234554" y="38100"/>
                </a:lnTo>
                <a:lnTo>
                  <a:pt x="1272654" y="76200"/>
                </a:lnTo>
                <a:lnTo>
                  <a:pt x="1310754" y="76200"/>
                </a:lnTo>
                <a:lnTo>
                  <a:pt x="1310754" y="584771"/>
                </a:lnTo>
                <a:lnTo>
                  <a:pt x="1272654" y="584771"/>
                </a:lnTo>
                <a:lnTo>
                  <a:pt x="1234554" y="622871"/>
                </a:lnTo>
                <a:close/>
              </a:path>
              <a:path w="1311275" h="661035">
                <a:moveTo>
                  <a:pt x="1310754" y="76200"/>
                </a:moveTo>
                <a:lnTo>
                  <a:pt x="1272654" y="76200"/>
                </a:lnTo>
                <a:lnTo>
                  <a:pt x="1234554" y="38100"/>
                </a:lnTo>
                <a:lnTo>
                  <a:pt x="1310754" y="38100"/>
                </a:lnTo>
                <a:lnTo>
                  <a:pt x="1310754" y="76200"/>
                </a:lnTo>
                <a:close/>
              </a:path>
              <a:path w="1311275" h="661035">
                <a:moveTo>
                  <a:pt x="76200" y="622871"/>
                </a:moveTo>
                <a:lnTo>
                  <a:pt x="38100" y="584771"/>
                </a:lnTo>
                <a:lnTo>
                  <a:pt x="76200" y="584771"/>
                </a:lnTo>
                <a:lnTo>
                  <a:pt x="76200" y="622871"/>
                </a:lnTo>
                <a:close/>
              </a:path>
              <a:path w="1311275" h="661035">
                <a:moveTo>
                  <a:pt x="1234554" y="622871"/>
                </a:moveTo>
                <a:lnTo>
                  <a:pt x="76200" y="622871"/>
                </a:lnTo>
                <a:lnTo>
                  <a:pt x="76200" y="584771"/>
                </a:lnTo>
                <a:lnTo>
                  <a:pt x="1234554" y="584771"/>
                </a:lnTo>
                <a:lnTo>
                  <a:pt x="1234554" y="622871"/>
                </a:lnTo>
                <a:close/>
              </a:path>
              <a:path w="1311275" h="661035">
                <a:moveTo>
                  <a:pt x="1310754" y="622871"/>
                </a:moveTo>
                <a:lnTo>
                  <a:pt x="1234554" y="622871"/>
                </a:lnTo>
                <a:lnTo>
                  <a:pt x="1272654" y="584771"/>
                </a:lnTo>
                <a:lnTo>
                  <a:pt x="1310754" y="584771"/>
                </a:lnTo>
                <a:lnTo>
                  <a:pt x="1310754" y="6228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642821" y="484936"/>
            <a:ext cx="840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思</a:t>
            </a:r>
            <a:r>
              <a:rPr dirty="0" sz="3200" spc="-10" b="1">
                <a:latin typeface="黑体"/>
                <a:cs typeface="黑体"/>
              </a:rPr>
              <a:t>考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301" y="2530246"/>
            <a:ext cx="4222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E720C4"/>
                </a:solidFill>
                <a:latin typeface="Times New Roman"/>
                <a:cs typeface="Times New Roman"/>
              </a:rPr>
              <a:t>B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</a:t>
            </a:r>
            <a:r>
              <a:rPr dirty="0" sz="1800" b="1">
                <a:solidFill>
                  <a:srgbClr val="E720C4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 i="1">
                <a:solidFill>
                  <a:srgbClr val="E720C4"/>
                </a:solidFill>
                <a:latin typeface="Times New Roman"/>
                <a:cs typeface="Times New Roman"/>
              </a:rPr>
              <a:t>i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58791" y="2682646"/>
            <a:ext cx="4222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E720C4"/>
                </a:solidFill>
                <a:latin typeface="Times New Roman"/>
                <a:cs typeface="Times New Roman"/>
              </a:rPr>
              <a:t>B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</a:t>
            </a:r>
            <a:r>
              <a:rPr dirty="0" sz="1800" b="1">
                <a:solidFill>
                  <a:srgbClr val="E720C4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 i="1">
                <a:solidFill>
                  <a:srgbClr val="E720C4"/>
                </a:solidFill>
                <a:latin typeface="Times New Roman"/>
                <a:cs typeface="Times New Roman"/>
              </a:rPr>
              <a:t>i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11540" y="5545505"/>
            <a:ext cx="635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97810" y="1013015"/>
            <a:ext cx="635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12030" y="1158646"/>
            <a:ext cx="479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E720C4"/>
                </a:solidFill>
                <a:latin typeface="Times New Roman"/>
                <a:cs typeface="Times New Roman"/>
              </a:rPr>
              <a:t>q</a:t>
            </a:r>
            <a:r>
              <a:rPr dirty="0" sz="1800" spc="-50" b="1" i="1">
                <a:solidFill>
                  <a:srgbClr val="E720C4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 i="1">
                <a:solidFill>
                  <a:srgbClr val="E720C4"/>
                </a:solidFill>
                <a:latin typeface="Times New Roman"/>
                <a:cs typeface="Times New Roman"/>
              </a:rPr>
              <a:t>E</a:t>
            </a:r>
            <a:r>
              <a:rPr dirty="0" sz="1800" spc="-85" b="1" i="1">
                <a:solidFill>
                  <a:srgbClr val="E720C4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14481" y="5679846"/>
            <a:ext cx="479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E720C4"/>
                </a:solidFill>
                <a:latin typeface="Times New Roman"/>
                <a:cs typeface="Times New Roman"/>
              </a:rPr>
              <a:t>q</a:t>
            </a:r>
            <a:r>
              <a:rPr dirty="0" sz="1800" spc="-50" b="1" i="1">
                <a:solidFill>
                  <a:srgbClr val="E720C4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 i="1">
                <a:solidFill>
                  <a:srgbClr val="E720C4"/>
                </a:solidFill>
                <a:latin typeface="Times New Roman"/>
                <a:cs typeface="Times New Roman"/>
              </a:rPr>
              <a:t>E</a:t>
            </a:r>
            <a:r>
              <a:rPr dirty="0" sz="1800" spc="-85" b="1" i="1">
                <a:solidFill>
                  <a:srgbClr val="E720C4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E720C4"/>
                </a:solidFill>
                <a:latin typeface="Times New Roman"/>
                <a:cs typeface="Times New Roman"/>
              </a:rPr>
              <a:t>=0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30081" y="3203066"/>
            <a:ext cx="635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2920" y="3445776"/>
            <a:ext cx="635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最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01540" y="3506723"/>
            <a:ext cx="1445260" cy="779145"/>
          </a:xfrm>
          <a:custGeom>
            <a:avLst/>
            <a:gdLst/>
            <a:ahLst/>
            <a:cxnLst/>
            <a:rect l="l" t="t" r="r" b="b"/>
            <a:pathLst>
              <a:path w="1445260" h="779145">
                <a:moveTo>
                  <a:pt x="954024" y="175260"/>
                </a:moveTo>
                <a:lnTo>
                  <a:pt x="734568" y="175260"/>
                </a:lnTo>
                <a:lnTo>
                  <a:pt x="937260" y="0"/>
                </a:lnTo>
                <a:lnTo>
                  <a:pt x="954024" y="175260"/>
                </a:lnTo>
                <a:close/>
              </a:path>
              <a:path w="1445260" h="779145">
                <a:moveTo>
                  <a:pt x="1297765" y="175260"/>
                </a:moveTo>
                <a:lnTo>
                  <a:pt x="954024" y="175260"/>
                </a:lnTo>
                <a:lnTo>
                  <a:pt x="1178052" y="50291"/>
                </a:lnTo>
                <a:lnTo>
                  <a:pt x="1086612" y="172212"/>
                </a:lnTo>
                <a:lnTo>
                  <a:pt x="1304020" y="172212"/>
                </a:lnTo>
                <a:lnTo>
                  <a:pt x="1297765" y="175260"/>
                </a:lnTo>
                <a:close/>
              </a:path>
              <a:path w="1445260" h="779145">
                <a:moveTo>
                  <a:pt x="1304020" y="172212"/>
                </a:moveTo>
                <a:lnTo>
                  <a:pt x="1086612" y="172212"/>
                </a:lnTo>
                <a:lnTo>
                  <a:pt x="1444752" y="103631"/>
                </a:lnTo>
                <a:lnTo>
                  <a:pt x="1304020" y="172212"/>
                </a:lnTo>
                <a:close/>
              </a:path>
              <a:path w="1445260" h="779145">
                <a:moveTo>
                  <a:pt x="1211884" y="275843"/>
                </a:moveTo>
                <a:lnTo>
                  <a:pt x="547115" y="275843"/>
                </a:lnTo>
                <a:lnTo>
                  <a:pt x="600456" y="126491"/>
                </a:lnTo>
                <a:lnTo>
                  <a:pt x="734568" y="175260"/>
                </a:lnTo>
                <a:lnTo>
                  <a:pt x="1297765" y="175260"/>
                </a:lnTo>
                <a:lnTo>
                  <a:pt x="1144524" y="249936"/>
                </a:lnTo>
                <a:lnTo>
                  <a:pt x="1211884" y="275843"/>
                </a:lnTo>
                <a:close/>
              </a:path>
              <a:path w="1445260" h="779145">
                <a:moveTo>
                  <a:pt x="117348" y="717803"/>
                </a:moveTo>
                <a:lnTo>
                  <a:pt x="242315" y="615696"/>
                </a:lnTo>
                <a:lnTo>
                  <a:pt x="0" y="588263"/>
                </a:lnTo>
                <a:lnTo>
                  <a:pt x="262127" y="495300"/>
                </a:lnTo>
                <a:lnTo>
                  <a:pt x="51815" y="434339"/>
                </a:lnTo>
                <a:lnTo>
                  <a:pt x="338327" y="362712"/>
                </a:lnTo>
                <a:lnTo>
                  <a:pt x="252984" y="249936"/>
                </a:lnTo>
                <a:lnTo>
                  <a:pt x="547115" y="275843"/>
                </a:lnTo>
                <a:lnTo>
                  <a:pt x="1211884" y="275843"/>
                </a:lnTo>
                <a:lnTo>
                  <a:pt x="1243584" y="288036"/>
                </a:lnTo>
                <a:lnTo>
                  <a:pt x="1120139" y="344424"/>
                </a:lnTo>
                <a:lnTo>
                  <a:pt x="1312164" y="408431"/>
                </a:lnTo>
                <a:lnTo>
                  <a:pt x="1013460" y="429767"/>
                </a:lnTo>
                <a:lnTo>
                  <a:pt x="1049518" y="510539"/>
                </a:lnTo>
                <a:lnTo>
                  <a:pt x="853439" y="510539"/>
                </a:lnTo>
                <a:lnTo>
                  <a:pt x="836577" y="585215"/>
                </a:lnTo>
                <a:lnTo>
                  <a:pt x="704088" y="585215"/>
                </a:lnTo>
                <a:lnTo>
                  <a:pt x="660980" y="640079"/>
                </a:lnTo>
                <a:lnTo>
                  <a:pt x="547115" y="640079"/>
                </a:lnTo>
                <a:lnTo>
                  <a:pt x="500089" y="681227"/>
                </a:lnTo>
                <a:lnTo>
                  <a:pt x="361188" y="681227"/>
                </a:lnTo>
                <a:lnTo>
                  <a:pt x="117348" y="717803"/>
                </a:lnTo>
                <a:close/>
              </a:path>
              <a:path w="1445260" h="779145">
                <a:moveTo>
                  <a:pt x="1051560" y="515112"/>
                </a:moveTo>
                <a:lnTo>
                  <a:pt x="853439" y="510539"/>
                </a:lnTo>
                <a:lnTo>
                  <a:pt x="1049518" y="510539"/>
                </a:lnTo>
                <a:lnTo>
                  <a:pt x="1051560" y="515112"/>
                </a:lnTo>
                <a:close/>
              </a:path>
              <a:path w="1445260" h="779145">
                <a:moveTo>
                  <a:pt x="832104" y="605027"/>
                </a:moveTo>
                <a:lnTo>
                  <a:pt x="704088" y="585215"/>
                </a:lnTo>
                <a:lnTo>
                  <a:pt x="836577" y="585215"/>
                </a:lnTo>
                <a:lnTo>
                  <a:pt x="832104" y="605027"/>
                </a:lnTo>
                <a:close/>
              </a:path>
              <a:path w="1445260" h="779145">
                <a:moveTo>
                  <a:pt x="637032" y="670560"/>
                </a:moveTo>
                <a:lnTo>
                  <a:pt x="547115" y="640079"/>
                </a:lnTo>
                <a:lnTo>
                  <a:pt x="660980" y="640079"/>
                </a:lnTo>
                <a:lnTo>
                  <a:pt x="637032" y="670560"/>
                </a:lnTo>
                <a:close/>
              </a:path>
              <a:path w="1445260" h="779145">
                <a:moveTo>
                  <a:pt x="388620" y="778763"/>
                </a:moveTo>
                <a:lnTo>
                  <a:pt x="361188" y="681227"/>
                </a:lnTo>
                <a:lnTo>
                  <a:pt x="500089" y="681227"/>
                </a:lnTo>
                <a:lnTo>
                  <a:pt x="388620" y="7787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72901" y="3494379"/>
            <a:ext cx="1520190" cy="803275"/>
          </a:xfrm>
          <a:custGeom>
            <a:avLst/>
            <a:gdLst/>
            <a:ahLst/>
            <a:cxnLst/>
            <a:rect l="l" t="t" r="r" b="b"/>
            <a:pathLst>
              <a:path w="1520189" h="803275">
                <a:moveTo>
                  <a:pt x="779087" y="183133"/>
                </a:moveTo>
                <a:lnTo>
                  <a:pt x="759675" y="183133"/>
                </a:lnTo>
                <a:lnTo>
                  <a:pt x="766000" y="181965"/>
                </a:lnTo>
                <a:lnTo>
                  <a:pt x="762501" y="180691"/>
                </a:lnTo>
                <a:lnTo>
                  <a:pt x="971473" y="0"/>
                </a:lnTo>
                <a:lnTo>
                  <a:pt x="972733" y="13462"/>
                </a:lnTo>
                <a:lnTo>
                  <a:pt x="959967" y="13462"/>
                </a:lnTo>
                <a:lnTo>
                  <a:pt x="961116" y="25732"/>
                </a:lnTo>
                <a:lnTo>
                  <a:pt x="779087" y="183133"/>
                </a:lnTo>
                <a:close/>
              </a:path>
              <a:path w="1520189" h="803275">
                <a:moveTo>
                  <a:pt x="961116" y="25732"/>
                </a:moveTo>
                <a:lnTo>
                  <a:pt x="959967" y="13462"/>
                </a:lnTo>
                <a:lnTo>
                  <a:pt x="970445" y="17665"/>
                </a:lnTo>
                <a:lnTo>
                  <a:pt x="961116" y="25732"/>
                </a:lnTo>
                <a:close/>
              </a:path>
              <a:path w="1520189" h="803275">
                <a:moveTo>
                  <a:pt x="977290" y="198526"/>
                </a:moveTo>
                <a:lnTo>
                  <a:pt x="961116" y="25732"/>
                </a:lnTo>
                <a:lnTo>
                  <a:pt x="970445" y="17665"/>
                </a:lnTo>
                <a:lnTo>
                  <a:pt x="959967" y="13462"/>
                </a:lnTo>
                <a:lnTo>
                  <a:pt x="972733" y="13462"/>
                </a:lnTo>
                <a:lnTo>
                  <a:pt x="988114" y="177872"/>
                </a:lnTo>
                <a:lnTo>
                  <a:pt x="979589" y="182664"/>
                </a:lnTo>
                <a:lnTo>
                  <a:pt x="989025" y="187604"/>
                </a:lnTo>
                <a:lnTo>
                  <a:pt x="996722" y="187604"/>
                </a:lnTo>
                <a:lnTo>
                  <a:pt x="977290" y="198526"/>
                </a:lnTo>
                <a:close/>
              </a:path>
              <a:path w="1520189" h="803275">
                <a:moveTo>
                  <a:pt x="996722" y="187604"/>
                </a:moveTo>
                <a:lnTo>
                  <a:pt x="989025" y="187604"/>
                </a:lnTo>
                <a:lnTo>
                  <a:pt x="988114" y="177872"/>
                </a:lnTo>
                <a:lnTo>
                  <a:pt x="1229245" y="42341"/>
                </a:lnTo>
                <a:lnTo>
                  <a:pt x="1216927" y="58800"/>
                </a:lnTo>
                <a:lnTo>
                  <a:pt x="1201064" y="58800"/>
                </a:lnTo>
                <a:lnTo>
                  <a:pt x="1183042" y="82881"/>
                </a:lnTo>
                <a:lnTo>
                  <a:pt x="996722" y="187604"/>
                </a:lnTo>
                <a:close/>
              </a:path>
              <a:path w="1520189" h="803275">
                <a:moveTo>
                  <a:pt x="1183042" y="82881"/>
                </a:moveTo>
                <a:lnTo>
                  <a:pt x="1201064" y="58800"/>
                </a:lnTo>
                <a:lnTo>
                  <a:pt x="1209255" y="68148"/>
                </a:lnTo>
                <a:lnTo>
                  <a:pt x="1183042" y="82881"/>
                </a:lnTo>
                <a:close/>
              </a:path>
              <a:path w="1520189" h="803275">
                <a:moveTo>
                  <a:pt x="1099667" y="194284"/>
                </a:moveTo>
                <a:lnTo>
                  <a:pt x="1183042" y="82881"/>
                </a:lnTo>
                <a:lnTo>
                  <a:pt x="1209255" y="68148"/>
                </a:lnTo>
                <a:lnTo>
                  <a:pt x="1201064" y="58800"/>
                </a:lnTo>
                <a:lnTo>
                  <a:pt x="1216927" y="58800"/>
                </a:lnTo>
                <a:lnTo>
                  <a:pt x="1129489" y="175635"/>
                </a:lnTo>
                <a:lnTo>
                  <a:pt x="1113370" y="178727"/>
                </a:lnTo>
                <a:lnTo>
                  <a:pt x="1119657" y="188772"/>
                </a:lnTo>
                <a:lnTo>
                  <a:pt x="1128402" y="188772"/>
                </a:lnTo>
                <a:lnTo>
                  <a:pt x="1099667" y="194284"/>
                </a:lnTo>
                <a:close/>
              </a:path>
              <a:path w="1520189" h="803275">
                <a:moveTo>
                  <a:pt x="1128402" y="188772"/>
                </a:moveTo>
                <a:lnTo>
                  <a:pt x="1119657" y="188772"/>
                </a:lnTo>
                <a:lnTo>
                  <a:pt x="1129489" y="175635"/>
                </a:lnTo>
                <a:lnTo>
                  <a:pt x="1519682" y="100787"/>
                </a:lnTo>
                <a:lnTo>
                  <a:pt x="1499929" y="110375"/>
                </a:lnTo>
                <a:lnTo>
                  <a:pt x="1470837" y="110375"/>
                </a:lnTo>
                <a:lnTo>
                  <a:pt x="1427542" y="131393"/>
                </a:lnTo>
                <a:lnTo>
                  <a:pt x="1128402" y="188772"/>
                </a:lnTo>
                <a:close/>
              </a:path>
              <a:path w="1520189" h="803275">
                <a:moveTo>
                  <a:pt x="1427542" y="131393"/>
                </a:moveTo>
                <a:lnTo>
                  <a:pt x="1470837" y="110375"/>
                </a:lnTo>
                <a:lnTo>
                  <a:pt x="1474812" y="122326"/>
                </a:lnTo>
                <a:lnTo>
                  <a:pt x="1427542" y="131393"/>
                </a:lnTo>
                <a:close/>
              </a:path>
              <a:path w="1520189" h="803275">
                <a:moveTo>
                  <a:pt x="1256456" y="300695"/>
                </a:moveTo>
                <a:lnTo>
                  <a:pt x="1157376" y="262547"/>
                </a:lnTo>
                <a:lnTo>
                  <a:pt x="1427542" y="131393"/>
                </a:lnTo>
                <a:lnTo>
                  <a:pt x="1474812" y="122326"/>
                </a:lnTo>
                <a:lnTo>
                  <a:pt x="1470837" y="110375"/>
                </a:lnTo>
                <a:lnTo>
                  <a:pt x="1499929" y="110375"/>
                </a:lnTo>
                <a:lnTo>
                  <a:pt x="1200061" y="255943"/>
                </a:lnTo>
                <a:lnTo>
                  <a:pt x="1175575" y="255943"/>
                </a:lnTo>
                <a:lnTo>
                  <a:pt x="1176070" y="267588"/>
                </a:lnTo>
                <a:lnTo>
                  <a:pt x="1205821" y="267588"/>
                </a:lnTo>
                <a:lnTo>
                  <a:pt x="1275514" y="294424"/>
                </a:lnTo>
                <a:lnTo>
                  <a:pt x="1270190" y="294424"/>
                </a:lnTo>
                <a:lnTo>
                  <a:pt x="1256456" y="300695"/>
                </a:lnTo>
                <a:close/>
              </a:path>
              <a:path w="1520189" h="803275">
                <a:moveTo>
                  <a:pt x="583631" y="286715"/>
                </a:moveTo>
                <a:lnTo>
                  <a:pt x="570141" y="286715"/>
                </a:lnTo>
                <a:lnTo>
                  <a:pt x="576681" y="282524"/>
                </a:lnTo>
                <a:lnTo>
                  <a:pt x="571792" y="282093"/>
                </a:lnTo>
                <a:lnTo>
                  <a:pt x="625830" y="130911"/>
                </a:lnTo>
                <a:lnTo>
                  <a:pt x="654073" y="141198"/>
                </a:lnTo>
                <a:lnTo>
                  <a:pt x="635647" y="141198"/>
                </a:lnTo>
                <a:lnTo>
                  <a:pt x="627494" y="145033"/>
                </a:lnTo>
                <a:lnTo>
                  <a:pt x="633495" y="147220"/>
                </a:lnTo>
                <a:lnTo>
                  <a:pt x="583631" y="286715"/>
                </a:lnTo>
                <a:close/>
              </a:path>
              <a:path w="1520189" h="803275">
                <a:moveTo>
                  <a:pt x="633495" y="147220"/>
                </a:moveTo>
                <a:lnTo>
                  <a:pt x="627494" y="145033"/>
                </a:lnTo>
                <a:lnTo>
                  <a:pt x="635647" y="141198"/>
                </a:lnTo>
                <a:lnTo>
                  <a:pt x="633495" y="147220"/>
                </a:lnTo>
                <a:close/>
              </a:path>
              <a:path w="1520189" h="803275">
                <a:moveTo>
                  <a:pt x="765149" y="195186"/>
                </a:moveTo>
                <a:lnTo>
                  <a:pt x="633495" y="147220"/>
                </a:lnTo>
                <a:lnTo>
                  <a:pt x="635647" y="141198"/>
                </a:lnTo>
                <a:lnTo>
                  <a:pt x="654073" y="141198"/>
                </a:lnTo>
                <a:lnTo>
                  <a:pt x="762501" y="180691"/>
                </a:lnTo>
                <a:lnTo>
                  <a:pt x="759675" y="183133"/>
                </a:lnTo>
                <a:lnTo>
                  <a:pt x="779087" y="183133"/>
                </a:lnTo>
                <a:lnTo>
                  <a:pt x="765149" y="195186"/>
                </a:lnTo>
                <a:close/>
              </a:path>
              <a:path w="1520189" h="803275">
                <a:moveTo>
                  <a:pt x="1119657" y="188772"/>
                </a:moveTo>
                <a:lnTo>
                  <a:pt x="1113370" y="178727"/>
                </a:lnTo>
                <a:lnTo>
                  <a:pt x="1129489" y="175635"/>
                </a:lnTo>
                <a:lnTo>
                  <a:pt x="1119657" y="188772"/>
                </a:lnTo>
                <a:close/>
              </a:path>
              <a:path w="1520189" h="803275">
                <a:moveTo>
                  <a:pt x="989025" y="187604"/>
                </a:moveTo>
                <a:lnTo>
                  <a:pt x="979589" y="182664"/>
                </a:lnTo>
                <a:lnTo>
                  <a:pt x="988114" y="177872"/>
                </a:lnTo>
                <a:lnTo>
                  <a:pt x="989025" y="187604"/>
                </a:lnTo>
                <a:close/>
              </a:path>
              <a:path w="1520189" h="803275">
                <a:moveTo>
                  <a:pt x="759675" y="183133"/>
                </a:moveTo>
                <a:lnTo>
                  <a:pt x="762501" y="180691"/>
                </a:lnTo>
                <a:lnTo>
                  <a:pt x="766000" y="181965"/>
                </a:lnTo>
                <a:lnTo>
                  <a:pt x="759675" y="183133"/>
                </a:lnTo>
                <a:close/>
              </a:path>
              <a:path w="1520189" h="803275">
                <a:moveTo>
                  <a:pt x="355699" y="371633"/>
                </a:moveTo>
                <a:lnTo>
                  <a:pt x="268046" y="255358"/>
                </a:lnTo>
                <a:lnTo>
                  <a:pt x="310755" y="259118"/>
                </a:lnTo>
                <a:lnTo>
                  <a:pt x="286778" y="259118"/>
                </a:lnTo>
                <a:lnTo>
                  <a:pt x="281152" y="269265"/>
                </a:lnTo>
                <a:lnTo>
                  <a:pt x="295371" y="270516"/>
                </a:lnTo>
                <a:lnTo>
                  <a:pt x="369845" y="369303"/>
                </a:lnTo>
                <a:lnTo>
                  <a:pt x="364998" y="369303"/>
                </a:lnTo>
                <a:lnTo>
                  <a:pt x="355699" y="371633"/>
                </a:lnTo>
                <a:close/>
              </a:path>
              <a:path w="1520189" h="803275">
                <a:moveTo>
                  <a:pt x="1176070" y="267588"/>
                </a:moveTo>
                <a:lnTo>
                  <a:pt x="1175575" y="255943"/>
                </a:lnTo>
                <a:lnTo>
                  <a:pt x="1189230" y="261200"/>
                </a:lnTo>
                <a:lnTo>
                  <a:pt x="1176070" y="267588"/>
                </a:lnTo>
                <a:close/>
              </a:path>
              <a:path w="1520189" h="803275">
                <a:moveTo>
                  <a:pt x="1189230" y="261200"/>
                </a:moveTo>
                <a:lnTo>
                  <a:pt x="1175575" y="255943"/>
                </a:lnTo>
                <a:lnTo>
                  <a:pt x="1200061" y="255943"/>
                </a:lnTo>
                <a:lnTo>
                  <a:pt x="1189230" y="261200"/>
                </a:lnTo>
                <a:close/>
              </a:path>
              <a:path w="1520189" h="803275">
                <a:moveTo>
                  <a:pt x="295371" y="270516"/>
                </a:moveTo>
                <a:lnTo>
                  <a:pt x="281152" y="269265"/>
                </a:lnTo>
                <a:lnTo>
                  <a:pt x="286778" y="259118"/>
                </a:lnTo>
                <a:lnTo>
                  <a:pt x="295371" y="270516"/>
                </a:lnTo>
                <a:close/>
              </a:path>
              <a:path w="1520189" h="803275">
                <a:moveTo>
                  <a:pt x="580453" y="295605"/>
                </a:moveTo>
                <a:lnTo>
                  <a:pt x="295371" y="270516"/>
                </a:lnTo>
                <a:lnTo>
                  <a:pt x="286778" y="259118"/>
                </a:lnTo>
                <a:lnTo>
                  <a:pt x="310755" y="259118"/>
                </a:lnTo>
                <a:lnTo>
                  <a:pt x="571792" y="282093"/>
                </a:lnTo>
                <a:lnTo>
                  <a:pt x="570141" y="286715"/>
                </a:lnTo>
                <a:lnTo>
                  <a:pt x="583631" y="286715"/>
                </a:lnTo>
                <a:lnTo>
                  <a:pt x="580453" y="295605"/>
                </a:lnTo>
                <a:close/>
              </a:path>
              <a:path w="1520189" h="803275">
                <a:moveTo>
                  <a:pt x="1205821" y="267588"/>
                </a:moveTo>
                <a:lnTo>
                  <a:pt x="1176070" y="267588"/>
                </a:lnTo>
                <a:lnTo>
                  <a:pt x="1189230" y="261200"/>
                </a:lnTo>
                <a:lnTo>
                  <a:pt x="1205821" y="267588"/>
                </a:lnTo>
                <a:close/>
              </a:path>
              <a:path w="1520189" h="803275">
                <a:moveTo>
                  <a:pt x="570141" y="286715"/>
                </a:moveTo>
                <a:lnTo>
                  <a:pt x="571792" y="282093"/>
                </a:lnTo>
                <a:lnTo>
                  <a:pt x="576681" y="282524"/>
                </a:lnTo>
                <a:lnTo>
                  <a:pt x="570141" y="286715"/>
                </a:lnTo>
                <a:close/>
              </a:path>
              <a:path w="1520189" h="803275">
                <a:moveTo>
                  <a:pt x="1270546" y="306120"/>
                </a:moveTo>
                <a:lnTo>
                  <a:pt x="1256456" y="300695"/>
                </a:lnTo>
                <a:lnTo>
                  <a:pt x="1270190" y="294424"/>
                </a:lnTo>
                <a:lnTo>
                  <a:pt x="1270546" y="306120"/>
                </a:lnTo>
                <a:close/>
              </a:path>
              <a:path w="1520189" h="803275">
                <a:moveTo>
                  <a:pt x="1275129" y="306120"/>
                </a:moveTo>
                <a:lnTo>
                  <a:pt x="1270546" y="306120"/>
                </a:lnTo>
                <a:lnTo>
                  <a:pt x="1270190" y="294424"/>
                </a:lnTo>
                <a:lnTo>
                  <a:pt x="1275514" y="294424"/>
                </a:lnTo>
                <a:lnTo>
                  <a:pt x="1289202" y="299694"/>
                </a:lnTo>
                <a:lnTo>
                  <a:pt x="1275129" y="306120"/>
                </a:lnTo>
                <a:close/>
              </a:path>
              <a:path w="1520189" h="803275">
                <a:moveTo>
                  <a:pt x="1308199" y="416681"/>
                </a:moveTo>
                <a:lnTo>
                  <a:pt x="1131912" y="357568"/>
                </a:lnTo>
                <a:lnTo>
                  <a:pt x="1256456" y="300695"/>
                </a:lnTo>
                <a:lnTo>
                  <a:pt x="1270546" y="306120"/>
                </a:lnTo>
                <a:lnTo>
                  <a:pt x="1275129" y="306120"/>
                </a:lnTo>
                <a:lnTo>
                  <a:pt x="1177650" y="350634"/>
                </a:lnTo>
                <a:lnTo>
                  <a:pt x="1151191" y="350634"/>
                </a:lnTo>
                <a:lnTo>
                  <a:pt x="1151813" y="362432"/>
                </a:lnTo>
                <a:lnTo>
                  <a:pt x="1186368" y="362432"/>
                </a:lnTo>
                <a:lnTo>
                  <a:pt x="1341580" y="414489"/>
                </a:lnTo>
                <a:lnTo>
                  <a:pt x="1340065" y="414489"/>
                </a:lnTo>
                <a:lnTo>
                  <a:pt x="1308199" y="416681"/>
                </a:lnTo>
                <a:close/>
              </a:path>
              <a:path w="1520189" h="803275">
                <a:moveTo>
                  <a:pt x="1151813" y="362432"/>
                </a:moveTo>
                <a:lnTo>
                  <a:pt x="1151191" y="350634"/>
                </a:lnTo>
                <a:lnTo>
                  <a:pt x="1166446" y="355750"/>
                </a:lnTo>
                <a:lnTo>
                  <a:pt x="1151813" y="362432"/>
                </a:lnTo>
                <a:close/>
              </a:path>
              <a:path w="1520189" h="803275">
                <a:moveTo>
                  <a:pt x="1166446" y="355750"/>
                </a:moveTo>
                <a:lnTo>
                  <a:pt x="1151191" y="350634"/>
                </a:lnTo>
                <a:lnTo>
                  <a:pt x="1177650" y="350634"/>
                </a:lnTo>
                <a:lnTo>
                  <a:pt x="1166446" y="355750"/>
                </a:lnTo>
                <a:close/>
              </a:path>
              <a:path w="1520189" h="803275">
                <a:moveTo>
                  <a:pt x="1186368" y="362432"/>
                </a:moveTo>
                <a:lnTo>
                  <a:pt x="1151813" y="362432"/>
                </a:lnTo>
                <a:lnTo>
                  <a:pt x="1166446" y="355750"/>
                </a:lnTo>
                <a:lnTo>
                  <a:pt x="1186368" y="362432"/>
                </a:lnTo>
                <a:close/>
              </a:path>
              <a:path w="1520189" h="803275">
                <a:moveTo>
                  <a:pt x="361467" y="379285"/>
                </a:moveTo>
                <a:lnTo>
                  <a:pt x="355699" y="371633"/>
                </a:lnTo>
                <a:lnTo>
                  <a:pt x="364998" y="369303"/>
                </a:lnTo>
                <a:lnTo>
                  <a:pt x="361467" y="379285"/>
                </a:lnTo>
                <a:close/>
              </a:path>
              <a:path w="1520189" h="803275">
                <a:moveTo>
                  <a:pt x="377370" y="379285"/>
                </a:moveTo>
                <a:lnTo>
                  <a:pt x="361467" y="379285"/>
                </a:lnTo>
                <a:lnTo>
                  <a:pt x="364998" y="369303"/>
                </a:lnTo>
                <a:lnTo>
                  <a:pt x="369845" y="369303"/>
                </a:lnTo>
                <a:lnTo>
                  <a:pt x="377370" y="379285"/>
                </a:lnTo>
                <a:close/>
              </a:path>
              <a:path w="1520189" h="803275">
                <a:moveTo>
                  <a:pt x="269700" y="508132"/>
                </a:moveTo>
                <a:lnTo>
                  <a:pt x="56514" y="446608"/>
                </a:lnTo>
                <a:lnTo>
                  <a:pt x="355699" y="371633"/>
                </a:lnTo>
                <a:lnTo>
                  <a:pt x="361467" y="379285"/>
                </a:lnTo>
                <a:lnTo>
                  <a:pt x="377380" y="379298"/>
                </a:lnTo>
                <a:lnTo>
                  <a:pt x="131369" y="440943"/>
                </a:lnTo>
                <a:lnTo>
                  <a:pt x="82676" y="440943"/>
                </a:lnTo>
                <a:lnTo>
                  <a:pt x="82461" y="453199"/>
                </a:lnTo>
                <a:lnTo>
                  <a:pt x="125145" y="453199"/>
                </a:lnTo>
                <a:lnTo>
                  <a:pt x="292642" y="501535"/>
                </a:lnTo>
                <a:lnTo>
                  <a:pt x="288391" y="501535"/>
                </a:lnTo>
                <a:lnTo>
                  <a:pt x="269700" y="508132"/>
                </a:lnTo>
                <a:close/>
              </a:path>
              <a:path w="1520189" h="803275">
                <a:moveTo>
                  <a:pt x="1338478" y="426834"/>
                </a:moveTo>
                <a:lnTo>
                  <a:pt x="1308199" y="416681"/>
                </a:lnTo>
                <a:lnTo>
                  <a:pt x="1340065" y="414489"/>
                </a:lnTo>
                <a:lnTo>
                  <a:pt x="1338478" y="426834"/>
                </a:lnTo>
                <a:close/>
              </a:path>
              <a:path w="1520189" h="803275">
                <a:moveTo>
                  <a:pt x="1345667" y="426834"/>
                </a:moveTo>
                <a:lnTo>
                  <a:pt x="1338478" y="426834"/>
                </a:lnTo>
                <a:lnTo>
                  <a:pt x="1340065" y="414489"/>
                </a:lnTo>
                <a:lnTo>
                  <a:pt x="1341580" y="414489"/>
                </a:lnTo>
                <a:lnTo>
                  <a:pt x="1372819" y="424967"/>
                </a:lnTo>
                <a:lnTo>
                  <a:pt x="1345667" y="426834"/>
                </a:lnTo>
                <a:close/>
              </a:path>
              <a:path w="1520189" h="803275">
                <a:moveTo>
                  <a:pt x="1088922" y="529539"/>
                </a:moveTo>
                <a:lnTo>
                  <a:pt x="1074978" y="529539"/>
                </a:lnTo>
                <a:lnTo>
                  <a:pt x="1080897" y="520560"/>
                </a:lnTo>
                <a:lnTo>
                  <a:pt x="1070803" y="520335"/>
                </a:lnTo>
                <a:lnTo>
                  <a:pt x="1032383" y="435648"/>
                </a:lnTo>
                <a:lnTo>
                  <a:pt x="1308199" y="416681"/>
                </a:lnTo>
                <a:lnTo>
                  <a:pt x="1338478" y="426834"/>
                </a:lnTo>
                <a:lnTo>
                  <a:pt x="1345667" y="426834"/>
                </a:lnTo>
                <a:lnTo>
                  <a:pt x="1172596" y="438734"/>
                </a:lnTo>
                <a:lnTo>
                  <a:pt x="1047724" y="438734"/>
                </a:lnTo>
                <a:lnTo>
                  <a:pt x="1042377" y="447687"/>
                </a:lnTo>
                <a:lnTo>
                  <a:pt x="1051786" y="447687"/>
                </a:lnTo>
                <a:lnTo>
                  <a:pt x="1088922" y="529539"/>
                </a:lnTo>
                <a:close/>
              </a:path>
              <a:path w="1520189" h="803275">
                <a:moveTo>
                  <a:pt x="1042377" y="447687"/>
                </a:moveTo>
                <a:lnTo>
                  <a:pt x="1047724" y="438734"/>
                </a:lnTo>
                <a:lnTo>
                  <a:pt x="1051502" y="447060"/>
                </a:lnTo>
                <a:lnTo>
                  <a:pt x="1042377" y="447687"/>
                </a:lnTo>
                <a:close/>
              </a:path>
              <a:path w="1520189" h="803275">
                <a:moveTo>
                  <a:pt x="1051502" y="447060"/>
                </a:moveTo>
                <a:lnTo>
                  <a:pt x="1047724" y="438734"/>
                </a:lnTo>
                <a:lnTo>
                  <a:pt x="1172596" y="438734"/>
                </a:lnTo>
                <a:lnTo>
                  <a:pt x="1051502" y="447060"/>
                </a:lnTo>
                <a:close/>
              </a:path>
              <a:path w="1520189" h="803275">
                <a:moveTo>
                  <a:pt x="82461" y="453199"/>
                </a:moveTo>
                <a:lnTo>
                  <a:pt x="82676" y="440943"/>
                </a:lnTo>
                <a:lnTo>
                  <a:pt x="105307" y="447474"/>
                </a:lnTo>
                <a:lnTo>
                  <a:pt x="82461" y="453199"/>
                </a:lnTo>
                <a:close/>
              </a:path>
              <a:path w="1520189" h="803275">
                <a:moveTo>
                  <a:pt x="105307" y="447474"/>
                </a:moveTo>
                <a:lnTo>
                  <a:pt x="82676" y="440943"/>
                </a:lnTo>
                <a:lnTo>
                  <a:pt x="131369" y="440943"/>
                </a:lnTo>
                <a:lnTo>
                  <a:pt x="105307" y="447474"/>
                </a:lnTo>
                <a:close/>
              </a:path>
              <a:path w="1520189" h="803275">
                <a:moveTo>
                  <a:pt x="1051786" y="447687"/>
                </a:moveTo>
                <a:lnTo>
                  <a:pt x="1042377" y="447687"/>
                </a:lnTo>
                <a:lnTo>
                  <a:pt x="1051502" y="447060"/>
                </a:lnTo>
                <a:lnTo>
                  <a:pt x="1051786" y="447687"/>
                </a:lnTo>
                <a:close/>
              </a:path>
              <a:path w="1520189" h="803275">
                <a:moveTo>
                  <a:pt x="125145" y="453199"/>
                </a:moveTo>
                <a:lnTo>
                  <a:pt x="82461" y="453199"/>
                </a:lnTo>
                <a:lnTo>
                  <a:pt x="105307" y="447474"/>
                </a:lnTo>
                <a:lnTo>
                  <a:pt x="125145" y="453199"/>
                </a:lnTo>
                <a:close/>
              </a:path>
              <a:path w="1520189" h="803275">
                <a:moveTo>
                  <a:pt x="288734" y="513626"/>
                </a:moveTo>
                <a:lnTo>
                  <a:pt x="269700" y="508132"/>
                </a:lnTo>
                <a:lnTo>
                  <a:pt x="288391" y="501535"/>
                </a:lnTo>
                <a:lnTo>
                  <a:pt x="288734" y="513626"/>
                </a:lnTo>
                <a:close/>
              </a:path>
              <a:path w="1520189" h="803275">
                <a:moveTo>
                  <a:pt x="292303" y="513626"/>
                </a:moveTo>
                <a:lnTo>
                  <a:pt x="288734" y="513626"/>
                </a:lnTo>
                <a:lnTo>
                  <a:pt x="288391" y="501535"/>
                </a:lnTo>
                <a:lnTo>
                  <a:pt x="292642" y="501535"/>
                </a:lnTo>
                <a:lnTo>
                  <a:pt x="311302" y="506920"/>
                </a:lnTo>
                <a:lnTo>
                  <a:pt x="292303" y="513626"/>
                </a:lnTo>
                <a:close/>
              </a:path>
              <a:path w="1520189" h="803275">
                <a:moveTo>
                  <a:pt x="255796" y="632734"/>
                </a:moveTo>
                <a:lnTo>
                  <a:pt x="0" y="603326"/>
                </a:lnTo>
                <a:lnTo>
                  <a:pt x="269700" y="508132"/>
                </a:lnTo>
                <a:lnTo>
                  <a:pt x="288734" y="513626"/>
                </a:lnTo>
                <a:lnTo>
                  <a:pt x="292303" y="513626"/>
                </a:lnTo>
                <a:lnTo>
                  <a:pt x="64994" y="593851"/>
                </a:lnTo>
                <a:lnTo>
                  <a:pt x="28778" y="593851"/>
                </a:lnTo>
                <a:lnTo>
                  <a:pt x="30162" y="606145"/>
                </a:lnTo>
                <a:lnTo>
                  <a:pt x="135713" y="606145"/>
                </a:lnTo>
                <a:lnTo>
                  <a:pt x="284184" y="623214"/>
                </a:lnTo>
                <a:lnTo>
                  <a:pt x="267614" y="623214"/>
                </a:lnTo>
                <a:lnTo>
                  <a:pt x="255796" y="632734"/>
                </a:lnTo>
                <a:close/>
              </a:path>
              <a:path w="1520189" h="803275">
                <a:moveTo>
                  <a:pt x="867801" y="615314"/>
                </a:moveTo>
                <a:lnTo>
                  <a:pt x="854773" y="615314"/>
                </a:lnTo>
                <a:lnTo>
                  <a:pt x="861923" y="610450"/>
                </a:lnTo>
                <a:lnTo>
                  <a:pt x="856092" y="609556"/>
                </a:lnTo>
                <a:lnTo>
                  <a:pt x="877519" y="516026"/>
                </a:lnTo>
                <a:lnTo>
                  <a:pt x="1070803" y="520335"/>
                </a:lnTo>
                <a:lnTo>
                  <a:pt x="1072426" y="523913"/>
                </a:lnTo>
                <a:lnTo>
                  <a:pt x="888733" y="523913"/>
                </a:lnTo>
                <a:lnTo>
                  <a:pt x="882408" y="528840"/>
                </a:lnTo>
                <a:lnTo>
                  <a:pt x="887578" y="528956"/>
                </a:lnTo>
                <a:lnTo>
                  <a:pt x="867801" y="615314"/>
                </a:lnTo>
                <a:close/>
              </a:path>
              <a:path w="1520189" h="803275">
                <a:moveTo>
                  <a:pt x="1074978" y="529539"/>
                </a:moveTo>
                <a:lnTo>
                  <a:pt x="1070803" y="520335"/>
                </a:lnTo>
                <a:lnTo>
                  <a:pt x="1080897" y="520560"/>
                </a:lnTo>
                <a:lnTo>
                  <a:pt x="1074978" y="529539"/>
                </a:lnTo>
                <a:close/>
              </a:path>
              <a:path w="1520189" h="803275">
                <a:moveTo>
                  <a:pt x="887578" y="528956"/>
                </a:moveTo>
                <a:lnTo>
                  <a:pt x="882408" y="528840"/>
                </a:lnTo>
                <a:lnTo>
                  <a:pt x="888733" y="523913"/>
                </a:lnTo>
                <a:lnTo>
                  <a:pt x="887578" y="528956"/>
                </a:lnTo>
                <a:close/>
              </a:path>
              <a:path w="1520189" h="803275">
                <a:moveTo>
                  <a:pt x="1090714" y="533488"/>
                </a:moveTo>
                <a:lnTo>
                  <a:pt x="887578" y="528956"/>
                </a:lnTo>
                <a:lnTo>
                  <a:pt x="888733" y="523913"/>
                </a:lnTo>
                <a:lnTo>
                  <a:pt x="1072426" y="523913"/>
                </a:lnTo>
                <a:lnTo>
                  <a:pt x="1074978" y="529539"/>
                </a:lnTo>
                <a:lnTo>
                  <a:pt x="1088922" y="529539"/>
                </a:lnTo>
                <a:lnTo>
                  <a:pt x="1090714" y="533488"/>
                </a:lnTo>
                <a:close/>
              </a:path>
              <a:path w="1520189" h="803275">
                <a:moveTo>
                  <a:pt x="677301" y="678992"/>
                </a:moveTo>
                <a:lnTo>
                  <a:pt x="661238" y="678992"/>
                </a:lnTo>
                <a:lnTo>
                  <a:pt x="668324" y="676871"/>
                </a:lnTo>
                <a:lnTo>
                  <a:pt x="664023" y="675394"/>
                </a:lnTo>
                <a:lnTo>
                  <a:pt x="729957" y="590219"/>
                </a:lnTo>
                <a:lnTo>
                  <a:pt x="799958" y="600951"/>
                </a:lnTo>
                <a:lnTo>
                  <a:pt x="737717" y="600951"/>
                </a:lnTo>
                <a:lnTo>
                  <a:pt x="731735" y="603338"/>
                </a:lnTo>
                <a:lnTo>
                  <a:pt x="735430" y="603905"/>
                </a:lnTo>
                <a:lnTo>
                  <a:pt x="677301" y="678992"/>
                </a:lnTo>
                <a:close/>
              </a:path>
              <a:path w="1520189" h="803275">
                <a:moveTo>
                  <a:pt x="30162" y="606145"/>
                </a:moveTo>
                <a:lnTo>
                  <a:pt x="28778" y="593851"/>
                </a:lnTo>
                <a:lnTo>
                  <a:pt x="56096" y="596992"/>
                </a:lnTo>
                <a:lnTo>
                  <a:pt x="30162" y="606145"/>
                </a:lnTo>
                <a:close/>
              </a:path>
              <a:path w="1520189" h="803275">
                <a:moveTo>
                  <a:pt x="56096" y="596992"/>
                </a:moveTo>
                <a:lnTo>
                  <a:pt x="28778" y="593851"/>
                </a:lnTo>
                <a:lnTo>
                  <a:pt x="64994" y="593851"/>
                </a:lnTo>
                <a:lnTo>
                  <a:pt x="56096" y="596992"/>
                </a:lnTo>
                <a:close/>
              </a:path>
              <a:path w="1520189" h="803275">
                <a:moveTo>
                  <a:pt x="135713" y="606145"/>
                </a:moveTo>
                <a:lnTo>
                  <a:pt x="30162" y="606145"/>
                </a:lnTo>
                <a:lnTo>
                  <a:pt x="56096" y="596992"/>
                </a:lnTo>
                <a:lnTo>
                  <a:pt x="135713" y="606145"/>
                </a:lnTo>
                <a:close/>
              </a:path>
              <a:path w="1520189" h="803275">
                <a:moveTo>
                  <a:pt x="735430" y="603905"/>
                </a:moveTo>
                <a:lnTo>
                  <a:pt x="731735" y="603338"/>
                </a:lnTo>
                <a:lnTo>
                  <a:pt x="737717" y="600951"/>
                </a:lnTo>
                <a:lnTo>
                  <a:pt x="735430" y="603905"/>
                </a:lnTo>
                <a:close/>
              </a:path>
              <a:path w="1520189" h="803275">
                <a:moveTo>
                  <a:pt x="865835" y="623900"/>
                </a:moveTo>
                <a:lnTo>
                  <a:pt x="735430" y="603905"/>
                </a:lnTo>
                <a:lnTo>
                  <a:pt x="737717" y="600951"/>
                </a:lnTo>
                <a:lnTo>
                  <a:pt x="799958" y="600951"/>
                </a:lnTo>
                <a:lnTo>
                  <a:pt x="856092" y="609556"/>
                </a:lnTo>
                <a:lnTo>
                  <a:pt x="854773" y="615314"/>
                </a:lnTo>
                <a:lnTo>
                  <a:pt x="867801" y="615314"/>
                </a:lnTo>
                <a:lnTo>
                  <a:pt x="865835" y="623900"/>
                </a:lnTo>
                <a:close/>
              </a:path>
              <a:path w="1520189" h="803275">
                <a:moveTo>
                  <a:pt x="854773" y="615314"/>
                </a:moveTo>
                <a:lnTo>
                  <a:pt x="856092" y="609556"/>
                </a:lnTo>
                <a:lnTo>
                  <a:pt x="861923" y="610450"/>
                </a:lnTo>
                <a:lnTo>
                  <a:pt x="854773" y="615314"/>
                </a:lnTo>
                <a:close/>
              </a:path>
              <a:path w="1520189" h="803275">
                <a:moveTo>
                  <a:pt x="270865" y="634466"/>
                </a:moveTo>
                <a:lnTo>
                  <a:pt x="255796" y="632734"/>
                </a:lnTo>
                <a:lnTo>
                  <a:pt x="267614" y="623214"/>
                </a:lnTo>
                <a:lnTo>
                  <a:pt x="270865" y="634466"/>
                </a:lnTo>
                <a:close/>
              </a:path>
              <a:path w="1520189" h="803275">
                <a:moveTo>
                  <a:pt x="273877" y="634466"/>
                </a:moveTo>
                <a:lnTo>
                  <a:pt x="270865" y="634466"/>
                </a:lnTo>
                <a:lnTo>
                  <a:pt x="267614" y="623214"/>
                </a:lnTo>
                <a:lnTo>
                  <a:pt x="284184" y="623214"/>
                </a:lnTo>
                <a:lnTo>
                  <a:pt x="287388" y="623582"/>
                </a:lnTo>
                <a:lnTo>
                  <a:pt x="273877" y="634466"/>
                </a:lnTo>
                <a:close/>
              </a:path>
              <a:path w="1520189" h="803275">
                <a:moveTo>
                  <a:pt x="123698" y="739139"/>
                </a:moveTo>
                <a:lnTo>
                  <a:pt x="255796" y="632734"/>
                </a:lnTo>
                <a:lnTo>
                  <a:pt x="270865" y="634466"/>
                </a:lnTo>
                <a:lnTo>
                  <a:pt x="273877" y="634466"/>
                </a:lnTo>
                <a:lnTo>
                  <a:pt x="168099" y="719679"/>
                </a:lnTo>
                <a:lnTo>
                  <a:pt x="144970" y="723125"/>
                </a:lnTo>
                <a:lnTo>
                  <a:pt x="149885" y="734352"/>
                </a:lnTo>
                <a:lnTo>
                  <a:pt x="155830" y="734352"/>
                </a:lnTo>
                <a:lnTo>
                  <a:pt x="123698" y="739139"/>
                </a:lnTo>
                <a:close/>
              </a:path>
              <a:path w="1520189" h="803275">
                <a:moveTo>
                  <a:pt x="429438" y="789597"/>
                </a:moveTo>
                <a:lnTo>
                  <a:pt x="423964" y="789597"/>
                </a:lnTo>
                <a:lnTo>
                  <a:pt x="421222" y="779910"/>
                </a:lnTo>
                <a:lnTo>
                  <a:pt x="574801" y="644753"/>
                </a:lnTo>
                <a:lnTo>
                  <a:pt x="609637" y="656716"/>
                </a:lnTo>
                <a:lnTo>
                  <a:pt x="580415" y="656716"/>
                </a:lnTo>
                <a:lnTo>
                  <a:pt x="574166" y="657961"/>
                </a:lnTo>
                <a:lnTo>
                  <a:pt x="577644" y="659155"/>
                </a:lnTo>
                <a:lnTo>
                  <a:pt x="429438" y="789597"/>
                </a:lnTo>
                <a:close/>
              </a:path>
              <a:path w="1520189" h="803275">
                <a:moveTo>
                  <a:pt x="577644" y="659155"/>
                </a:moveTo>
                <a:lnTo>
                  <a:pt x="574166" y="657961"/>
                </a:lnTo>
                <a:lnTo>
                  <a:pt x="580415" y="656716"/>
                </a:lnTo>
                <a:lnTo>
                  <a:pt x="577644" y="659155"/>
                </a:lnTo>
                <a:close/>
              </a:path>
              <a:path w="1520189" h="803275">
                <a:moveTo>
                  <a:pt x="668502" y="690359"/>
                </a:moveTo>
                <a:lnTo>
                  <a:pt x="577644" y="659155"/>
                </a:lnTo>
                <a:lnTo>
                  <a:pt x="580415" y="656716"/>
                </a:lnTo>
                <a:lnTo>
                  <a:pt x="609637" y="656716"/>
                </a:lnTo>
                <a:lnTo>
                  <a:pt x="664023" y="675394"/>
                </a:lnTo>
                <a:lnTo>
                  <a:pt x="661238" y="678992"/>
                </a:lnTo>
                <a:lnTo>
                  <a:pt x="677301" y="678992"/>
                </a:lnTo>
                <a:lnTo>
                  <a:pt x="668502" y="690359"/>
                </a:lnTo>
                <a:close/>
              </a:path>
              <a:path w="1520189" h="803275">
                <a:moveTo>
                  <a:pt x="661238" y="678992"/>
                </a:moveTo>
                <a:lnTo>
                  <a:pt x="664023" y="675394"/>
                </a:lnTo>
                <a:lnTo>
                  <a:pt x="668324" y="676871"/>
                </a:lnTo>
                <a:lnTo>
                  <a:pt x="661238" y="678992"/>
                </a:lnTo>
                <a:close/>
              </a:path>
              <a:path w="1520189" h="803275">
                <a:moveTo>
                  <a:pt x="155830" y="734352"/>
                </a:moveTo>
                <a:lnTo>
                  <a:pt x="149885" y="734352"/>
                </a:lnTo>
                <a:lnTo>
                  <a:pt x="168099" y="719679"/>
                </a:lnTo>
                <a:lnTo>
                  <a:pt x="394627" y="685926"/>
                </a:lnTo>
                <a:lnTo>
                  <a:pt x="397128" y="694766"/>
                </a:lnTo>
                <a:lnTo>
                  <a:pt x="383933" y="694766"/>
                </a:lnTo>
                <a:lnTo>
                  <a:pt x="385453" y="700136"/>
                </a:lnTo>
                <a:lnTo>
                  <a:pt x="155830" y="734352"/>
                </a:lnTo>
                <a:close/>
              </a:path>
              <a:path w="1520189" h="803275">
                <a:moveTo>
                  <a:pt x="385453" y="700136"/>
                </a:moveTo>
                <a:lnTo>
                  <a:pt x="383933" y="694766"/>
                </a:lnTo>
                <a:lnTo>
                  <a:pt x="390982" y="699312"/>
                </a:lnTo>
                <a:lnTo>
                  <a:pt x="385453" y="700136"/>
                </a:lnTo>
                <a:close/>
              </a:path>
              <a:path w="1520189" h="803275">
                <a:moveTo>
                  <a:pt x="414489" y="802754"/>
                </a:moveTo>
                <a:lnTo>
                  <a:pt x="385453" y="700136"/>
                </a:lnTo>
                <a:lnTo>
                  <a:pt x="390982" y="699312"/>
                </a:lnTo>
                <a:lnTo>
                  <a:pt x="383933" y="694766"/>
                </a:lnTo>
                <a:lnTo>
                  <a:pt x="397128" y="694766"/>
                </a:lnTo>
                <a:lnTo>
                  <a:pt x="421222" y="779910"/>
                </a:lnTo>
                <a:lnTo>
                  <a:pt x="413664" y="786561"/>
                </a:lnTo>
                <a:lnTo>
                  <a:pt x="423964" y="789597"/>
                </a:lnTo>
                <a:lnTo>
                  <a:pt x="429438" y="789597"/>
                </a:lnTo>
                <a:lnTo>
                  <a:pt x="414489" y="802754"/>
                </a:lnTo>
                <a:close/>
              </a:path>
              <a:path w="1520189" h="803275">
                <a:moveTo>
                  <a:pt x="149885" y="734352"/>
                </a:moveTo>
                <a:lnTo>
                  <a:pt x="144970" y="723125"/>
                </a:lnTo>
                <a:lnTo>
                  <a:pt x="168099" y="719679"/>
                </a:lnTo>
                <a:lnTo>
                  <a:pt x="149885" y="734352"/>
                </a:lnTo>
                <a:close/>
              </a:path>
              <a:path w="1520189" h="803275">
                <a:moveTo>
                  <a:pt x="423964" y="789597"/>
                </a:moveTo>
                <a:lnTo>
                  <a:pt x="413664" y="786561"/>
                </a:lnTo>
                <a:lnTo>
                  <a:pt x="421222" y="779910"/>
                </a:lnTo>
                <a:lnTo>
                  <a:pt x="423964" y="789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 rot="20940000">
            <a:off x="5118842" y="3787886"/>
            <a:ext cx="514858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-20" b="1">
                <a:latin typeface="黑体"/>
                <a:cs typeface="黑体"/>
              </a:rPr>
              <a:t>反</a:t>
            </a:r>
            <a:r>
              <a:rPr dirty="0" sz="1800" spc="-10" b="1">
                <a:latin typeface="黑体"/>
                <a:cs typeface="黑体"/>
              </a:rPr>
              <a:t>向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723" y="3389376"/>
            <a:ext cx="1445260" cy="777240"/>
          </a:xfrm>
          <a:custGeom>
            <a:avLst/>
            <a:gdLst/>
            <a:ahLst/>
            <a:cxnLst/>
            <a:rect l="l" t="t" r="r" b="b"/>
            <a:pathLst>
              <a:path w="1445260" h="777239">
                <a:moveTo>
                  <a:pt x="953878" y="173736"/>
                </a:moveTo>
                <a:lnTo>
                  <a:pt x="734568" y="173736"/>
                </a:lnTo>
                <a:lnTo>
                  <a:pt x="937260" y="0"/>
                </a:lnTo>
                <a:lnTo>
                  <a:pt x="953878" y="173736"/>
                </a:lnTo>
                <a:close/>
              </a:path>
              <a:path w="1445260" h="777239">
                <a:moveTo>
                  <a:pt x="1294638" y="175260"/>
                </a:moveTo>
                <a:lnTo>
                  <a:pt x="954023" y="175260"/>
                </a:lnTo>
                <a:lnTo>
                  <a:pt x="1178052" y="48768"/>
                </a:lnTo>
                <a:lnTo>
                  <a:pt x="1086612" y="170687"/>
                </a:lnTo>
                <a:lnTo>
                  <a:pt x="1304020" y="170687"/>
                </a:lnTo>
                <a:lnTo>
                  <a:pt x="1294638" y="175260"/>
                </a:lnTo>
                <a:close/>
              </a:path>
              <a:path w="1445260" h="777239">
                <a:moveTo>
                  <a:pt x="1304020" y="170687"/>
                </a:moveTo>
                <a:lnTo>
                  <a:pt x="1086612" y="170687"/>
                </a:lnTo>
                <a:lnTo>
                  <a:pt x="1444752" y="102108"/>
                </a:lnTo>
                <a:lnTo>
                  <a:pt x="1304020" y="170687"/>
                </a:lnTo>
                <a:close/>
              </a:path>
              <a:path w="1445260" h="777239">
                <a:moveTo>
                  <a:pt x="1215847" y="275844"/>
                </a:moveTo>
                <a:lnTo>
                  <a:pt x="547116" y="275844"/>
                </a:lnTo>
                <a:lnTo>
                  <a:pt x="600456" y="124968"/>
                </a:lnTo>
                <a:lnTo>
                  <a:pt x="734568" y="173736"/>
                </a:lnTo>
                <a:lnTo>
                  <a:pt x="953878" y="173736"/>
                </a:lnTo>
                <a:lnTo>
                  <a:pt x="954023" y="175260"/>
                </a:lnTo>
                <a:lnTo>
                  <a:pt x="1294638" y="175260"/>
                </a:lnTo>
                <a:lnTo>
                  <a:pt x="1144523" y="248412"/>
                </a:lnTo>
                <a:lnTo>
                  <a:pt x="1215847" y="275844"/>
                </a:lnTo>
                <a:close/>
              </a:path>
              <a:path w="1445260" h="777239">
                <a:moveTo>
                  <a:pt x="117347" y="716279"/>
                </a:moveTo>
                <a:lnTo>
                  <a:pt x="242315" y="614172"/>
                </a:lnTo>
                <a:lnTo>
                  <a:pt x="0" y="586739"/>
                </a:lnTo>
                <a:lnTo>
                  <a:pt x="262128" y="493775"/>
                </a:lnTo>
                <a:lnTo>
                  <a:pt x="51815" y="432815"/>
                </a:lnTo>
                <a:lnTo>
                  <a:pt x="338327" y="361188"/>
                </a:lnTo>
                <a:lnTo>
                  <a:pt x="252983" y="249936"/>
                </a:lnTo>
                <a:lnTo>
                  <a:pt x="547116" y="275844"/>
                </a:lnTo>
                <a:lnTo>
                  <a:pt x="1215847" y="275844"/>
                </a:lnTo>
                <a:lnTo>
                  <a:pt x="1243584" y="286512"/>
                </a:lnTo>
                <a:lnTo>
                  <a:pt x="1120139" y="342900"/>
                </a:lnTo>
                <a:lnTo>
                  <a:pt x="1312164" y="406908"/>
                </a:lnTo>
                <a:lnTo>
                  <a:pt x="1013460" y="428244"/>
                </a:lnTo>
                <a:lnTo>
                  <a:pt x="1049518" y="509015"/>
                </a:lnTo>
                <a:lnTo>
                  <a:pt x="853439" y="509015"/>
                </a:lnTo>
                <a:lnTo>
                  <a:pt x="836577" y="583691"/>
                </a:lnTo>
                <a:lnTo>
                  <a:pt x="704088" y="583691"/>
                </a:lnTo>
                <a:lnTo>
                  <a:pt x="660980" y="638556"/>
                </a:lnTo>
                <a:lnTo>
                  <a:pt x="547116" y="638556"/>
                </a:lnTo>
                <a:lnTo>
                  <a:pt x="500089" y="679703"/>
                </a:lnTo>
                <a:lnTo>
                  <a:pt x="361188" y="679703"/>
                </a:lnTo>
                <a:lnTo>
                  <a:pt x="117347" y="716279"/>
                </a:lnTo>
                <a:close/>
              </a:path>
              <a:path w="1445260" h="777239">
                <a:moveTo>
                  <a:pt x="1051560" y="513588"/>
                </a:moveTo>
                <a:lnTo>
                  <a:pt x="853439" y="509015"/>
                </a:lnTo>
                <a:lnTo>
                  <a:pt x="1049518" y="509015"/>
                </a:lnTo>
                <a:lnTo>
                  <a:pt x="1051560" y="513588"/>
                </a:lnTo>
                <a:close/>
              </a:path>
              <a:path w="1445260" h="777239">
                <a:moveTo>
                  <a:pt x="832104" y="603503"/>
                </a:moveTo>
                <a:lnTo>
                  <a:pt x="704088" y="583691"/>
                </a:lnTo>
                <a:lnTo>
                  <a:pt x="836577" y="583691"/>
                </a:lnTo>
                <a:lnTo>
                  <a:pt x="832104" y="603503"/>
                </a:lnTo>
                <a:close/>
              </a:path>
              <a:path w="1445260" h="777239">
                <a:moveTo>
                  <a:pt x="637032" y="669036"/>
                </a:moveTo>
                <a:lnTo>
                  <a:pt x="547116" y="638556"/>
                </a:lnTo>
                <a:lnTo>
                  <a:pt x="660980" y="638556"/>
                </a:lnTo>
                <a:lnTo>
                  <a:pt x="637032" y="669036"/>
                </a:lnTo>
                <a:close/>
              </a:path>
              <a:path w="1445260" h="777239">
                <a:moveTo>
                  <a:pt x="388620" y="777239"/>
                </a:moveTo>
                <a:lnTo>
                  <a:pt x="361188" y="679703"/>
                </a:lnTo>
                <a:lnTo>
                  <a:pt x="500089" y="679703"/>
                </a:lnTo>
                <a:lnTo>
                  <a:pt x="388620" y="7772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072" y="3375837"/>
            <a:ext cx="1520190" cy="803275"/>
          </a:xfrm>
          <a:custGeom>
            <a:avLst/>
            <a:gdLst/>
            <a:ahLst/>
            <a:cxnLst/>
            <a:rect l="l" t="t" r="r" b="b"/>
            <a:pathLst>
              <a:path w="1520190" h="803275">
                <a:moveTo>
                  <a:pt x="779085" y="183146"/>
                </a:moveTo>
                <a:lnTo>
                  <a:pt x="759675" y="183146"/>
                </a:lnTo>
                <a:lnTo>
                  <a:pt x="766000" y="181978"/>
                </a:lnTo>
                <a:lnTo>
                  <a:pt x="762501" y="180703"/>
                </a:lnTo>
                <a:lnTo>
                  <a:pt x="971473" y="0"/>
                </a:lnTo>
                <a:lnTo>
                  <a:pt x="972733" y="13462"/>
                </a:lnTo>
                <a:lnTo>
                  <a:pt x="959967" y="13462"/>
                </a:lnTo>
                <a:lnTo>
                  <a:pt x="961117" y="25744"/>
                </a:lnTo>
                <a:lnTo>
                  <a:pt x="779085" y="183146"/>
                </a:lnTo>
                <a:close/>
              </a:path>
              <a:path w="1520190" h="803275">
                <a:moveTo>
                  <a:pt x="961117" y="25744"/>
                </a:moveTo>
                <a:lnTo>
                  <a:pt x="959967" y="13462"/>
                </a:lnTo>
                <a:lnTo>
                  <a:pt x="970445" y="17678"/>
                </a:lnTo>
                <a:lnTo>
                  <a:pt x="961117" y="25744"/>
                </a:lnTo>
                <a:close/>
              </a:path>
              <a:path w="1520190" h="803275">
                <a:moveTo>
                  <a:pt x="977290" y="198526"/>
                </a:moveTo>
                <a:lnTo>
                  <a:pt x="961117" y="25744"/>
                </a:lnTo>
                <a:lnTo>
                  <a:pt x="970445" y="17678"/>
                </a:lnTo>
                <a:lnTo>
                  <a:pt x="959967" y="13462"/>
                </a:lnTo>
                <a:lnTo>
                  <a:pt x="972733" y="13462"/>
                </a:lnTo>
                <a:lnTo>
                  <a:pt x="988114" y="177872"/>
                </a:lnTo>
                <a:lnTo>
                  <a:pt x="979589" y="182664"/>
                </a:lnTo>
                <a:lnTo>
                  <a:pt x="989025" y="187604"/>
                </a:lnTo>
                <a:lnTo>
                  <a:pt x="996722" y="187604"/>
                </a:lnTo>
                <a:lnTo>
                  <a:pt x="977290" y="198526"/>
                </a:lnTo>
                <a:close/>
              </a:path>
              <a:path w="1520190" h="803275">
                <a:moveTo>
                  <a:pt x="996722" y="187604"/>
                </a:moveTo>
                <a:lnTo>
                  <a:pt x="989025" y="187604"/>
                </a:lnTo>
                <a:lnTo>
                  <a:pt x="988114" y="177872"/>
                </a:lnTo>
                <a:lnTo>
                  <a:pt x="1229245" y="42341"/>
                </a:lnTo>
                <a:lnTo>
                  <a:pt x="1216918" y="58813"/>
                </a:lnTo>
                <a:lnTo>
                  <a:pt x="1201064" y="58813"/>
                </a:lnTo>
                <a:lnTo>
                  <a:pt x="1183058" y="82872"/>
                </a:lnTo>
                <a:lnTo>
                  <a:pt x="996722" y="187604"/>
                </a:lnTo>
                <a:close/>
              </a:path>
              <a:path w="1520190" h="803275">
                <a:moveTo>
                  <a:pt x="1183058" y="82872"/>
                </a:moveTo>
                <a:lnTo>
                  <a:pt x="1201064" y="58813"/>
                </a:lnTo>
                <a:lnTo>
                  <a:pt x="1209255" y="68148"/>
                </a:lnTo>
                <a:lnTo>
                  <a:pt x="1183058" y="82872"/>
                </a:lnTo>
                <a:close/>
              </a:path>
              <a:path w="1520190" h="803275">
                <a:moveTo>
                  <a:pt x="1099667" y="194297"/>
                </a:moveTo>
                <a:lnTo>
                  <a:pt x="1183058" y="82872"/>
                </a:lnTo>
                <a:lnTo>
                  <a:pt x="1209255" y="68148"/>
                </a:lnTo>
                <a:lnTo>
                  <a:pt x="1201064" y="58813"/>
                </a:lnTo>
                <a:lnTo>
                  <a:pt x="1216918" y="58813"/>
                </a:lnTo>
                <a:lnTo>
                  <a:pt x="1129487" y="175638"/>
                </a:lnTo>
                <a:lnTo>
                  <a:pt x="1113383" y="178727"/>
                </a:lnTo>
                <a:lnTo>
                  <a:pt x="1119657" y="188772"/>
                </a:lnTo>
                <a:lnTo>
                  <a:pt x="1128468" y="188772"/>
                </a:lnTo>
                <a:lnTo>
                  <a:pt x="1099667" y="194297"/>
                </a:lnTo>
                <a:close/>
              </a:path>
              <a:path w="1520190" h="803275">
                <a:moveTo>
                  <a:pt x="1128468" y="188772"/>
                </a:moveTo>
                <a:lnTo>
                  <a:pt x="1119657" y="188772"/>
                </a:lnTo>
                <a:lnTo>
                  <a:pt x="1129487" y="175638"/>
                </a:lnTo>
                <a:lnTo>
                  <a:pt x="1519682" y="100799"/>
                </a:lnTo>
                <a:lnTo>
                  <a:pt x="1499928" y="110388"/>
                </a:lnTo>
                <a:lnTo>
                  <a:pt x="1470837" y="110388"/>
                </a:lnTo>
                <a:lnTo>
                  <a:pt x="1427536" y="131407"/>
                </a:lnTo>
                <a:lnTo>
                  <a:pt x="1128468" y="188772"/>
                </a:lnTo>
                <a:close/>
              </a:path>
              <a:path w="1520190" h="803275">
                <a:moveTo>
                  <a:pt x="1427536" y="131407"/>
                </a:moveTo>
                <a:lnTo>
                  <a:pt x="1470837" y="110388"/>
                </a:lnTo>
                <a:lnTo>
                  <a:pt x="1474812" y="122339"/>
                </a:lnTo>
                <a:lnTo>
                  <a:pt x="1427536" y="131407"/>
                </a:lnTo>
                <a:close/>
              </a:path>
              <a:path w="1520190" h="803275">
                <a:moveTo>
                  <a:pt x="1256443" y="300701"/>
                </a:moveTo>
                <a:lnTo>
                  <a:pt x="1157376" y="262547"/>
                </a:lnTo>
                <a:lnTo>
                  <a:pt x="1427536" y="131407"/>
                </a:lnTo>
                <a:lnTo>
                  <a:pt x="1474812" y="122339"/>
                </a:lnTo>
                <a:lnTo>
                  <a:pt x="1470837" y="110388"/>
                </a:lnTo>
                <a:lnTo>
                  <a:pt x="1499928" y="110388"/>
                </a:lnTo>
                <a:lnTo>
                  <a:pt x="1200036" y="255955"/>
                </a:lnTo>
                <a:lnTo>
                  <a:pt x="1175575" y="255955"/>
                </a:lnTo>
                <a:lnTo>
                  <a:pt x="1176070" y="267588"/>
                </a:lnTo>
                <a:lnTo>
                  <a:pt x="1205788" y="267588"/>
                </a:lnTo>
                <a:lnTo>
                  <a:pt x="1275481" y="294424"/>
                </a:lnTo>
                <a:lnTo>
                  <a:pt x="1270190" y="294424"/>
                </a:lnTo>
                <a:lnTo>
                  <a:pt x="1256443" y="300701"/>
                </a:lnTo>
                <a:close/>
              </a:path>
              <a:path w="1520190" h="803275">
                <a:moveTo>
                  <a:pt x="583635" y="286715"/>
                </a:moveTo>
                <a:lnTo>
                  <a:pt x="570153" y="286715"/>
                </a:lnTo>
                <a:lnTo>
                  <a:pt x="576681" y="282536"/>
                </a:lnTo>
                <a:lnTo>
                  <a:pt x="571800" y="282107"/>
                </a:lnTo>
                <a:lnTo>
                  <a:pt x="625843" y="130911"/>
                </a:lnTo>
                <a:lnTo>
                  <a:pt x="654111" y="141211"/>
                </a:lnTo>
                <a:lnTo>
                  <a:pt x="635647" y="141211"/>
                </a:lnTo>
                <a:lnTo>
                  <a:pt x="627494" y="145033"/>
                </a:lnTo>
                <a:lnTo>
                  <a:pt x="633499" y="147221"/>
                </a:lnTo>
                <a:lnTo>
                  <a:pt x="583635" y="286715"/>
                </a:lnTo>
                <a:close/>
              </a:path>
              <a:path w="1520190" h="803275">
                <a:moveTo>
                  <a:pt x="633499" y="147221"/>
                </a:moveTo>
                <a:lnTo>
                  <a:pt x="627494" y="145033"/>
                </a:lnTo>
                <a:lnTo>
                  <a:pt x="635647" y="141211"/>
                </a:lnTo>
                <a:lnTo>
                  <a:pt x="633499" y="147221"/>
                </a:lnTo>
                <a:close/>
              </a:path>
              <a:path w="1520190" h="803275">
                <a:moveTo>
                  <a:pt x="765162" y="195186"/>
                </a:moveTo>
                <a:lnTo>
                  <a:pt x="633499" y="147221"/>
                </a:lnTo>
                <a:lnTo>
                  <a:pt x="635647" y="141211"/>
                </a:lnTo>
                <a:lnTo>
                  <a:pt x="654111" y="141211"/>
                </a:lnTo>
                <a:lnTo>
                  <a:pt x="762501" y="180703"/>
                </a:lnTo>
                <a:lnTo>
                  <a:pt x="759675" y="183146"/>
                </a:lnTo>
                <a:lnTo>
                  <a:pt x="779085" y="183146"/>
                </a:lnTo>
                <a:lnTo>
                  <a:pt x="765162" y="195186"/>
                </a:lnTo>
                <a:close/>
              </a:path>
              <a:path w="1520190" h="803275">
                <a:moveTo>
                  <a:pt x="1119657" y="188772"/>
                </a:moveTo>
                <a:lnTo>
                  <a:pt x="1113383" y="178727"/>
                </a:lnTo>
                <a:lnTo>
                  <a:pt x="1129487" y="175638"/>
                </a:lnTo>
                <a:lnTo>
                  <a:pt x="1119657" y="188772"/>
                </a:lnTo>
                <a:close/>
              </a:path>
              <a:path w="1520190" h="803275">
                <a:moveTo>
                  <a:pt x="989025" y="187604"/>
                </a:moveTo>
                <a:lnTo>
                  <a:pt x="979589" y="182664"/>
                </a:lnTo>
                <a:lnTo>
                  <a:pt x="988114" y="177872"/>
                </a:lnTo>
                <a:lnTo>
                  <a:pt x="989025" y="187604"/>
                </a:lnTo>
                <a:close/>
              </a:path>
              <a:path w="1520190" h="803275">
                <a:moveTo>
                  <a:pt x="759675" y="183146"/>
                </a:moveTo>
                <a:lnTo>
                  <a:pt x="762501" y="180703"/>
                </a:lnTo>
                <a:lnTo>
                  <a:pt x="766000" y="181978"/>
                </a:lnTo>
                <a:lnTo>
                  <a:pt x="759675" y="183146"/>
                </a:lnTo>
                <a:close/>
              </a:path>
              <a:path w="1520190" h="803275">
                <a:moveTo>
                  <a:pt x="355709" y="371643"/>
                </a:moveTo>
                <a:lnTo>
                  <a:pt x="268046" y="255371"/>
                </a:lnTo>
                <a:lnTo>
                  <a:pt x="310611" y="259118"/>
                </a:lnTo>
                <a:lnTo>
                  <a:pt x="286778" y="259118"/>
                </a:lnTo>
                <a:lnTo>
                  <a:pt x="281152" y="269265"/>
                </a:lnTo>
                <a:lnTo>
                  <a:pt x="295372" y="270517"/>
                </a:lnTo>
                <a:lnTo>
                  <a:pt x="369855" y="369315"/>
                </a:lnTo>
                <a:lnTo>
                  <a:pt x="364998" y="369315"/>
                </a:lnTo>
                <a:lnTo>
                  <a:pt x="355709" y="371643"/>
                </a:lnTo>
                <a:close/>
              </a:path>
              <a:path w="1520190" h="803275">
                <a:moveTo>
                  <a:pt x="1176070" y="267588"/>
                </a:moveTo>
                <a:lnTo>
                  <a:pt x="1175575" y="255955"/>
                </a:lnTo>
                <a:lnTo>
                  <a:pt x="1189216" y="261208"/>
                </a:lnTo>
                <a:lnTo>
                  <a:pt x="1176070" y="267588"/>
                </a:lnTo>
                <a:close/>
              </a:path>
              <a:path w="1520190" h="803275">
                <a:moveTo>
                  <a:pt x="1189216" y="261208"/>
                </a:moveTo>
                <a:lnTo>
                  <a:pt x="1175575" y="255955"/>
                </a:lnTo>
                <a:lnTo>
                  <a:pt x="1200036" y="255955"/>
                </a:lnTo>
                <a:lnTo>
                  <a:pt x="1189216" y="261208"/>
                </a:lnTo>
                <a:close/>
              </a:path>
              <a:path w="1520190" h="803275">
                <a:moveTo>
                  <a:pt x="295372" y="270517"/>
                </a:moveTo>
                <a:lnTo>
                  <a:pt x="281152" y="269265"/>
                </a:lnTo>
                <a:lnTo>
                  <a:pt x="286778" y="259118"/>
                </a:lnTo>
                <a:lnTo>
                  <a:pt x="295372" y="270517"/>
                </a:lnTo>
                <a:close/>
              </a:path>
              <a:path w="1520190" h="803275">
                <a:moveTo>
                  <a:pt x="580453" y="295617"/>
                </a:moveTo>
                <a:lnTo>
                  <a:pt x="295372" y="270517"/>
                </a:lnTo>
                <a:lnTo>
                  <a:pt x="286778" y="259118"/>
                </a:lnTo>
                <a:lnTo>
                  <a:pt x="310611" y="259118"/>
                </a:lnTo>
                <a:lnTo>
                  <a:pt x="571800" y="282107"/>
                </a:lnTo>
                <a:lnTo>
                  <a:pt x="570153" y="286715"/>
                </a:lnTo>
                <a:lnTo>
                  <a:pt x="583635" y="286715"/>
                </a:lnTo>
                <a:lnTo>
                  <a:pt x="580453" y="295617"/>
                </a:lnTo>
                <a:close/>
              </a:path>
              <a:path w="1520190" h="803275">
                <a:moveTo>
                  <a:pt x="1205788" y="267588"/>
                </a:moveTo>
                <a:lnTo>
                  <a:pt x="1176070" y="267588"/>
                </a:lnTo>
                <a:lnTo>
                  <a:pt x="1189216" y="261208"/>
                </a:lnTo>
                <a:lnTo>
                  <a:pt x="1205788" y="267588"/>
                </a:lnTo>
                <a:close/>
              </a:path>
              <a:path w="1520190" h="803275">
                <a:moveTo>
                  <a:pt x="570153" y="286715"/>
                </a:moveTo>
                <a:lnTo>
                  <a:pt x="571800" y="282107"/>
                </a:lnTo>
                <a:lnTo>
                  <a:pt x="576681" y="282536"/>
                </a:lnTo>
                <a:lnTo>
                  <a:pt x="570153" y="286715"/>
                </a:lnTo>
                <a:close/>
              </a:path>
              <a:path w="1520190" h="803275">
                <a:moveTo>
                  <a:pt x="1270546" y="306133"/>
                </a:moveTo>
                <a:lnTo>
                  <a:pt x="1256443" y="300701"/>
                </a:lnTo>
                <a:lnTo>
                  <a:pt x="1270190" y="294424"/>
                </a:lnTo>
                <a:lnTo>
                  <a:pt x="1270546" y="306133"/>
                </a:lnTo>
                <a:close/>
              </a:path>
              <a:path w="1520190" h="803275">
                <a:moveTo>
                  <a:pt x="1275129" y="306133"/>
                </a:moveTo>
                <a:lnTo>
                  <a:pt x="1270546" y="306133"/>
                </a:lnTo>
                <a:lnTo>
                  <a:pt x="1270190" y="294424"/>
                </a:lnTo>
                <a:lnTo>
                  <a:pt x="1275481" y="294424"/>
                </a:lnTo>
                <a:lnTo>
                  <a:pt x="1289202" y="299707"/>
                </a:lnTo>
                <a:lnTo>
                  <a:pt x="1275129" y="306133"/>
                </a:lnTo>
                <a:close/>
              </a:path>
              <a:path w="1520190" h="803275">
                <a:moveTo>
                  <a:pt x="1308172" y="416683"/>
                </a:moveTo>
                <a:lnTo>
                  <a:pt x="1131912" y="357568"/>
                </a:lnTo>
                <a:lnTo>
                  <a:pt x="1256443" y="300701"/>
                </a:lnTo>
                <a:lnTo>
                  <a:pt x="1270546" y="306133"/>
                </a:lnTo>
                <a:lnTo>
                  <a:pt x="1275129" y="306133"/>
                </a:lnTo>
                <a:lnTo>
                  <a:pt x="1177650" y="350646"/>
                </a:lnTo>
                <a:lnTo>
                  <a:pt x="1151204" y="350646"/>
                </a:lnTo>
                <a:lnTo>
                  <a:pt x="1151813" y="362445"/>
                </a:lnTo>
                <a:lnTo>
                  <a:pt x="1186385" y="362445"/>
                </a:lnTo>
                <a:lnTo>
                  <a:pt x="1341576" y="414489"/>
                </a:lnTo>
                <a:lnTo>
                  <a:pt x="1340065" y="414489"/>
                </a:lnTo>
                <a:lnTo>
                  <a:pt x="1308172" y="416683"/>
                </a:lnTo>
                <a:close/>
              </a:path>
              <a:path w="1520190" h="803275">
                <a:moveTo>
                  <a:pt x="1151813" y="362445"/>
                </a:moveTo>
                <a:lnTo>
                  <a:pt x="1151204" y="350646"/>
                </a:lnTo>
                <a:lnTo>
                  <a:pt x="1166452" y="355760"/>
                </a:lnTo>
                <a:lnTo>
                  <a:pt x="1151813" y="362445"/>
                </a:lnTo>
                <a:close/>
              </a:path>
              <a:path w="1520190" h="803275">
                <a:moveTo>
                  <a:pt x="1166452" y="355760"/>
                </a:moveTo>
                <a:lnTo>
                  <a:pt x="1151204" y="350646"/>
                </a:lnTo>
                <a:lnTo>
                  <a:pt x="1177650" y="350646"/>
                </a:lnTo>
                <a:lnTo>
                  <a:pt x="1166452" y="355760"/>
                </a:lnTo>
                <a:close/>
              </a:path>
              <a:path w="1520190" h="803275">
                <a:moveTo>
                  <a:pt x="1186385" y="362445"/>
                </a:moveTo>
                <a:lnTo>
                  <a:pt x="1151813" y="362445"/>
                </a:lnTo>
                <a:lnTo>
                  <a:pt x="1166452" y="355760"/>
                </a:lnTo>
                <a:lnTo>
                  <a:pt x="1186385" y="362445"/>
                </a:lnTo>
                <a:close/>
              </a:path>
              <a:path w="1520190" h="803275">
                <a:moveTo>
                  <a:pt x="361480" y="379298"/>
                </a:moveTo>
                <a:lnTo>
                  <a:pt x="355709" y="371643"/>
                </a:lnTo>
                <a:lnTo>
                  <a:pt x="364998" y="369315"/>
                </a:lnTo>
                <a:lnTo>
                  <a:pt x="361480" y="379298"/>
                </a:lnTo>
                <a:close/>
              </a:path>
              <a:path w="1520190" h="803275">
                <a:moveTo>
                  <a:pt x="377380" y="379298"/>
                </a:moveTo>
                <a:lnTo>
                  <a:pt x="361480" y="379298"/>
                </a:lnTo>
                <a:lnTo>
                  <a:pt x="364998" y="369315"/>
                </a:lnTo>
                <a:lnTo>
                  <a:pt x="369855" y="369315"/>
                </a:lnTo>
                <a:lnTo>
                  <a:pt x="377380" y="379298"/>
                </a:lnTo>
                <a:close/>
              </a:path>
              <a:path w="1520190" h="803275">
                <a:moveTo>
                  <a:pt x="269717" y="508138"/>
                </a:moveTo>
                <a:lnTo>
                  <a:pt x="56515" y="446620"/>
                </a:lnTo>
                <a:lnTo>
                  <a:pt x="355709" y="371643"/>
                </a:lnTo>
                <a:lnTo>
                  <a:pt x="361480" y="379298"/>
                </a:lnTo>
                <a:lnTo>
                  <a:pt x="377380" y="379298"/>
                </a:lnTo>
                <a:lnTo>
                  <a:pt x="131411" y="440943"/>
                </a:lnTo>
                <a:lnTo>
                  <a:pt x="82677" y="440943"/>
                </a:lnTo>
                <a:lnTo>
                  <a:pt x="82461" y="453212"/>
                </a:lnTo>
                <a:lnTo>
                  <a:pt x="125189" y="453212"/>
                </a:lnTo>
                <a:lnTo>
                  <a:pt x="292686" y="501548"/>
                </a:lnTo>
                <a:lnTo>
                  <a:pt x="288391" y="501548"/>
                </a:lnTo>
                <a:lnTo>
                  <a:pt x="269717" y="508138"/>
                </a:lnTo>
                <a:close/>
              </a:path>
              <a:path w="1520190" h="803275">
                <a:moveTo>
                  <a:pt x="1338478" y="426846"/>
                </a:moveTo>
                <a:lnTo>
                  <a:pt x="1308172" y="416683"/>
                </a:lnTo>
                <a:lnTo>
                  <a:pt x="1340065" y="414489"/>
                </a:lnTo>
                <a:lnTo>
                  <a:pt x="1338478" y="426846"/>
                </a:lnTo>
                <a:close/>
              </a:path>
              <a:path w="1520190" h="803275">
                <a:moveTo>
                  <a:pt x="1345497" y="426846"/>
                </a:moveTo>
                <a:lnTo>
                  <a:pt x="1338478" y="426846"/>
                </a:lnTo>
                <a:lnTo>
                  <a:pt x="1340065" y="414489"/>
                </a:lnTo>
                <a:lnTo>
                  <a:pt x="1341576" y="414489"/>
                </a:lnTo>
                <a:lnTo>
                  <a:pt x="1372819" y="424967"/>
                </a:lnTo>
                <a:lnTo>
                  <a:pt x="1345497" y="426846"/>
                </a:lnTo>
                <a:close/>
              </a:path>
              <a:path w="1520190" h="803275">
                <a:moveTo>
                  <a:pt x="1088922" y="529539"/>
                </a:moveTo>
                <a:lnTo>
                  <a:pt x="1074978" y="529539"/>
                </a:lnTo>
                <a:lnTo>
                  <a:pt x="1080909" y="520572"/>
                </a:lnTo>
                <a:lnTo>
                  <a:pt x="1070808" y="520347"/>
                </a:lnTo>
                <a:lnTo>
                  <a:pt x="1032382" y="435648"/>
                </a:lnTo>
                <a:lnTo>
                  <a:pt x="1308172" y="416683"/>
                </a:lnTo>
                <a:lnTo>
                  <a:pt x="1338478" y="426846"/>
                </a:lnTo>
                <a:lnTo>
                  <a:pt x="1345497" y="426846"/>
                </a:lnTo>
                <a:lnTo>
                  <a:pt x="1172708" y="438734"/>
                </a:lnTo>
                <a:lnTo>
                  <a:pt x="1047724" y="438734"/>
                </a:lnTo>
                <a:lnTo>
                  <a:pt x="1042377" y="447700"/>
                </a:lnTo>
                <a:lnTo>
                  <a:pt x="1051792" y="447700"/>
                </a:lnTo>
                <a:lnTo>
                  <a:pt x="1088922" y="529539"/>
                </a:lnTo>
                <a:close/>
              </a:path>
              <a:path w="1520190" h="803275">
                <a:moveTo>
                  <a:pt x="1042377" y="447700"/>
                </a:moveTo>
                <a:lnTo>
                  <a:pt x="1047724" y="438734"/>
                </a:lnTo>
                <a:lnTo>
                  <a:pt x="1051507" y="447072"/>
                </a:lnTo>
                <a:lnTo>
                  <a:pt x="1042377" y="447700"/>
                </a:lnTo>
                <a:close/>
              </a:path>
              <a:path w="1520190" h="803275">
                <a:moveTo>
                  <a:pt x="1051507" y="447072"/>
                </a:moveTo>
                <a:lnTo>
                  <a:pt x="1047724" y="438734"/>
                </a:lnTo>
                <a:lnTo>
                  <a:pt x="1172708" y="438734"/>
                </a:lnTo>
                <a:lnTo>
                  <a:pt x="1051507" y="447072"/>
                </a:lnTo>
                <a:close/>
              </a:path>
              <a:path w="1520190" h="803275">
                <a:moveTo>
                  <a:pt x="82461" y="453212"/>
                </a:moveTo>
                <a:lnTo>
                  <a:pt x="82677" y="440943"/>
                </a:lnTo>
                <a:lnTo>
                  <a:pt x="105329" y="447480"/>
                </a:lnTo>
                <a:lnTo>
                  <a:pt x="82461" y="453212"/>
                </a:lnTo>
                <a:close/>
              </a:path>
              <a:path w="1520190" h="803275">
                <a:moveTo>
                  <a:pt x="105329" y="447480"/>
                </a:moveTo>
                <a:lnTo>
                  <a:pt x="82677" y="440943"/>
                </a:lnTo>
                <a:lnTo>
                  <a:pt x="131411" y="440943"/>
                </a:lnTo>
                <a:lnTo>
                  <a:pt x="105329" y="447480"/>
                </a:lnTo>
                <a:close/>
              </a:path>
              <a:path w="1520190" h="803275">
                <a:moveTo>
                  <a:pt x="1051792" y="447700"/>
                </a:moveTo>
                <a:lnTo>
                  <a:pt x="1042377" y="447700"/>
                </a:lnTo>
                <a:lnTo>
                  <a:pt x="1051507" y="447072"/>
                </a:lnTo>
                <a:lnTo>
                  <a:pt x="1051792" y="447700"/>
                </a:lnTo>
                <a:close/>
              </a:path>
              <a:path w="1520190" h="803275">
                <a:moveTo>
                  <a:pt x="125189" y="453212"/>
                </a:moveTo>
                <a:lnTo>
                  <a:pt x="82461" y="453212"/>
                </a:lnTo>
                <a:lnTo>
                  <a:pt x="105329" y="447480"/>
                </a:lnTo>
                <a:lnTo>
                  <a:pt x="125189" y="453212"/>
                </a:lnTo>
                <a:close/>
              </a:path>
              <a:path w="1520190" h="803275">
                <a:moveTo>
                  <a:pt x="288734" y="513626"/>
                </a:moveTo>
                <a:lnTo>
                  <a:pt x="269717" y="508138"/>
                </a:lnTo>
                <a:lnTo>
                  <a:pt x="288391" y="501548"/>
                </a:lnTo>
                <a:lnTo>
                  <a:pt x="288734" y="513626"/>
                </a:lnTo>
                <a:close/>
              </a:path>
              <a:path w="1520190" h="803275">
                <a:moveTo>
                  <a:pt x="292305" y="513626"/>
                </a:moveTo>
                <a:lnTo>
                  <a:pt x="288734" y="513626"/>
                </a:lnTo>
                <a:lnTo>
                  <a:pt x="288391" y="501548"/>
                </a:lnTo>
                <a:lnTo>
                  <a:pt x="292686" y="501548"/>
                </a:lnTo>
                <a:lnTo>
                  <a:pt x="311302" y="506920"/>
                </a:lnTo>
                <a:lnTo>
                  <a:pt x="292305" y="513626"/>
                </a:lnTo>
                <a:close/>
              </a:path>
              <a:path w="1520190" h="803275">
                <a:moveTo>
                  <a:pt x="255796" y="632746"/>
                </a:moveTo>
                <a:lnTo>
                  <a:pt x="0" y="603326"/>
                </a:lnTo>
                <a:lnTo>
                  <a:pt x="269717" y="508138"/>
                </a:lnTo>
                <a:lnTo>
                  <a:pt x="288734" y="513626"/>
                </a:lnTo>
                <a:lnTo>
                  <a:pt x="292305" y="513626"/>
                </a:lnTo>
                <a:lnTo>
                  <a:pt x="65026" y="593851"/>
                </a:lnTo>
                <a:lnTo>
                  <a:pt x="28778" y="593851"/>
                </a:lnTo>
                <a:lnTo>
                  <a:pt x="30162" y="606158"/>
                </a:lnTo>
                <a:lnTo>
                  <a:pt x="135783" y="606158"/>
                </a:lnTo>
                <a:lnTo>
                  <a:pt x="284198" y="623227"/>
                </a:lnTo>
                <a:lnTo>
                  <a:pt x="267614" y="623227"/>
                </a:lnTo>
                <a:lnTo>
                  <a:pt x="255796" y="632746"/>
                </a:lnTo>
                <a:close/>
              </a:path>
              <a:path w="1520190" h="803275">
                <a:moveTo>
                  <a:pt x="867805" y="615314"/>
                </a:moveTo>
                <a:lnTo>
                  <a:pt x="854773" y="615314"/>
                </a:lnTo>
                <a:lnTo>
                  <a:pt x="861923" y="610463"/>
                </a:lnTo>
                <a:lnTo>
                  <a:pt x="856089" y="609569"/>
                </a:lnTo>
                <a:lnTo>
                  <a:pt x="877519" y="516039"/>
                </a:lnTo>
                <a:lnTo>
                  <a:pt x="1070808" y="520347"/>
                </a:lnTo>
                <a:lnTo>
                  <a:pt x="1072426" y="523913"/>
                </a:lnTo>
                <a:lnTo>
                  <a:pt x="888745" y="523913"/>
                </a:lnTo>
                <a:lnTo>
                  <a:pt x="882408" y="528840"/>
                </a:lnTo>
                <a:lnTo>
                  <a:pt x="887590" y="528956"/>
                </a:lnTo>
                <a:lnTo>
                  <a:pt x="867805" y="615314"/>
                </a:lnTo>
                <a:close/>
              </a:path>
              <a:path w="1520190" h="803275">
                <a:moveTo>
                  <a:pt x="1074978" y="529539"/>
                </a:moveTo>
                <a:lnTo>
                  <a:pt x="1070808" y="520347"/>
                </a:lnTo>
                <a:lnTo>
                  <a:pt x="1080909" y="520572"/>
                </a:lnTo>
                <a:lnTo>
                  <a:pt x="1074978" y="529539"/>
                </a:lnTo>
                <a:close/>
              </a:path>
              <a:path w="1520190" h="803275">
                <a:moveTo>
                  <a:pt x="887590" y="528956"/>
                </a:moveTo>
                <a:lnTo>
                  <a:pt x="882408" y="528840"/>
                </a:lnTo>
                <a:lnTo>
                  <a:pt x="888745" y="523913"/>
                </a:lnTo>
                <a:lnTo>
                  <a:pt x="887590" y="528956"/>
                </a:lnTo>
                <a:close/>
              </a:path>
              <a:path w="1520190" h="803275">
                <a:moveTo>
                  <a:pt x="1090714" y="533488"/>
                </a:moveTo>
                <a:lnTo>
                  <a:pt x="887590" y="528956"/>
                </a:lnTo>
                <a:lnTo>
                  <a:pt x="888745" y="523913"/>
                </a:lnTo>
                <a:lnTo>
                  <a:pt x="1072426" y="523913"/>
                </a:lnTo>
                <a:lnTo>
                  <a:pt x="1074978" y="529539"/>
                </a:lnTo>
                <a:lnTo>
                  <a:pt x="1088922" y="529539"/>
                </a:lnTo>
                <a:lnTo>
                  <a:pt x="1090714" y="533488"/>
                </a:lnTo>
                <a:close/>
              </a:path>
              <a:path w="1520190" h="803275">
                <a:moveTo>
                  <a:pt x="677311" y="678992"/>
                </a:moveTo>
                <a:lnTo>
                  <a:pt x="661238" y="678992"/>
                </a:lnTo>
                <a:lnTo>
                  <a:pt x="668324" y="676884"/>
                </a:lnTo>
                <a:lnTo>
                  <a:pt x="664016" y="675404"/>
                </a:lnTo>
                <a:lnTo>
                  <a:pt x="729957" y="590232"/>
                </a:lnTo>
                <a:lnTo>
                  <a:pt x="799958" y="600963"/>
                </a:lnTo>
                <a:lnTo>
                  <a:pt x="737717" y="600963"/>
                </a:lnTo>
                <a:lnTo>
                  <a:pt x="731735" y="603351"/>
                </a:lnTo>
                <a:lnTo>
                  <a:pt x="735430" y="603918"/>
                </a:lnTo>
                <a:lnTo>
                  <a:pt x="677311" y="678992"/>
                </a:lnTo>
                <a:close/>
              </a:path>
              <a:path w="1520190" h="803275">
                <a:moveTo>
                  <a:pt x="30162" y="606158"/>
                </a:moveTo>
                <a:lnTo>
                  <a:pt x="28778" y="593851"/>
                </a:lnTo>
                <a:lnTo>
                  <a:pt x="56118" y="596996"/>
                </a:lnTo>
                <a:lnTo>
                  <a:pt x="30162" y="606158"/>
                </a:lnTo>
                <a:close/>
              </a:path>
              <a:path w="1520190" h="803275">
                <a:moveTo>
                  <a:pt x="56118" y="596996"/>
                </a:moveTo>
                <a:lnTo>
                  <a:pt x="28778" y="593851"/>
                </a:lnTo>
                <a:lnTo>
                  <a:pt x="65026" y="593851"/>
                </a:lnTo>
                <a:lnTo>
                  <a:pt x="56118" y="596996"/>
                </a:lnTo>
                <a:close/>
              </a:path>
              <a:path w="1520190" h="803275">
                <a:moveTo>
                  <a:pt x="135783" y="606158"/>
                </a:moveTo>
                <a:lnTo>
                  <a:pt x="30162" y="606158"/>
                </a:lnTo>
                <a:lnTo>
                  <a:pt x="56118" y="596996"/>
                </a:lnTo>
                <a:lnTo>
                  <a:pt x="135783" y="606158"/>
                </a:lnTo>
                <a:close/>
              </a:path>
              <a:path w="1520190" h="803275">
                <a:moveTo>
                  <a:pt x="735430" y="603918"/>
                </a:moveTo>
                <a:lnTo>
                  <a:pt x="731735" y="603351"/>
                </a:lnTo>
                <a:lnTo>
                  <a:pt x="737717" y="600963"/>
                </a:lnTo>
                <a:lnTo>
                  <a:pt x="735430" y="603918"/>
                </a:lnTo>
                <a:close/>
              </a:path>
              <a:path w="1520190" h="803275">
                <a:moveTo>
                  <a:pt x="865835" y="623912"/>
                </a:moveTo>
                <a:lnTo>
                  <a:pt x="735430" y="603918"/>
                </a:lnTo>
                <a:lnTo>
                  <a:pt x="737717" y="600963"/>
                </a:lnTo>
                <a:lnTo>
                  <a:pt x="799958" y="600963"/>
                </a:lnTo>
                <a:lnTo>
                  <a:pt x="856089" y="609569"/>
                </a:lnTo>
                <a:lnTo>
                  <a:pt x="854773" y="615314"/>
                </a:lnTo>
                <a:lnTo>
                  <a:pt x="867805" y="615314"/>
                </a:lnTo>
                <a:lnTo>
                  <a:pt x="865835" y="623912"/>
                </a:lnTo>
                <a:close/>
              </a:path>
              <a:path w="1520190" h="803275">
                <a:moveTo>
                  <a:pt x="854773" y="615314"/>
                </a:moveTo>
                <a:lnTo>
                  <a:pt x="856089" y="609569"/>
                </a:lnTo>
                <a:lnTo>
                  <a:pt x="861923" y="610463"/>
                </a:lnTo>
                <a:lnTo>
                  <a:pt x="854773" y="615314"/>
                </a:lnTo>
                <a:close/>
              </a:path>
              <a:path w="1520190" h="803275">
                <a:moveTo>
                  <a:pt x="270865" y="634479"/>
                </a:moveTo>
                <a:lnTo>
                  <a:pt x="255796" y="632746"/>
                </a:lnTo>
                <a:lnTo>
                  <a:pt x="267614" y="623227"/>
                </a:lnTo>
                <a:lnTo>
                  <a:pt x="270865" y="634479"/>
                </a:lnTo>
                <a:close/>
              </a:path>
              <a:path w="1520190" h="803275">
                <a:moveTo>
                  <a:pt x="273889" y="634479"/>
                </a:moveTo>
                <a:lnTo>
                  <a:pt x="270865" y="634479"/>
                </a:lnTo>
                <a:lnTo>
                  <a:pt x="267614" y="623227"/>
                </a:lnTo>
                <a:lnTo>
                  <a:pt x="284198" y="623227"/>
                </a:lnTo>
                <a:lnTo>
                  <a:pt x="287401" y="623595"/>
                </a:lnTo>
                <a:lnTo>
                  <a:pt x="273889" y="634479"/>
                </a:lnTo>
                <a:close/>
              </a:path>
              <a:path w="1520190" h="803275">
                <a:moveTo>
                  <a:pt x="123710" y="739139"/>
                </a:moveTo>
                <a:lnTo>
                  <a:pt x="255796" y="632746"/>
                </a:lnTo>
                <a:lnTo>
                  <a:pt x="270865" y="634479"/>
                </a:lnTo>
                <a:lnTo>
                  <a:pt x="273889" y="634479"/>
                </a:lnTo>
                <a:lnTo>
                  <a:pt x="168101" y="719691"/>
                </a:lnTo>
                <a:lnTo>
                  <a:pt x="144970" y="723138"/>
                </a:lnTo>
                <a:lnTo>
                  <a:pt x="149885" y="734364"/>
                </a:lnTo>
                <a:lnTo>
                  <a:pt x="155766" y="734364"/>
                </a:lnTo>
                <a:lnTo>
                  <a:pt x="123710" y="739139"/>
                </a:lnTo>
                <a:close/>
              </a:path>
              <a:path w="1520190" h="803275">
                <a:moveTo>
                  <a:pt x="429426" y="789609"/>
                </a:moveTo>
                <a:lnTo>
                  <a:pt x="423964" y="789609"/>
                </a:lnTo>
                <a:lnTo>
                  <a:pt x="421220" y="779911"/>
                </a:lnTo>
                <a:lnTo>
                  <a:pt x="574802" y="644753"/>
                </a:lnTo>
                <a:lnTo>
                  <a:pt x="609660" y="656729"/>
                </a:lnTo>
                <a:lnTo>
                  <a:pt x="580428" y="656729"/>
                </a:lnTo>
                <a:lnTo>
                  <a:pt x="574167" y="657961"/>
                </a:lnTo>
                <a:lnTo>
                  <a:pt x="577663" y="659162"/>
                </a:lnTo>
                <a:lnTo>
                  <a:pt x="429426" y="789609"/>
                </a:lnTo>
                <a:close/>
              </a:path>
              <a:path w="1520190" h="803275">
                <a:moveTo>
                  <a:pt x="577663" y="659162"/>
                </a:moveTo>
                <a:lnTo>
                  <a:pt x="574167" y="657961"/>
                </a:lnTo>
                <a:lnTo>
                  <a:pt x="580428" y="656729"/>
                </a:lnTo>
                <a:lnTo>
                  <a:pt x="577663" y="659162"/>
                </a:lnTo>
                <a:close/>
              </a:path>
              <a:path w="1520190" h="803275">
                <a:moveTo>
                  <a:pt x="668502" y="690371"/>
                </a:moveTo>
                <a:lnTo>
                  <a:pt x="577663" y="659162"/>
                </a:lnTo>
                <a:lnTo>
                  <a:pt x="580428" y="656729"/>
                </a:lnTo>
                <a:lnTo>
                  <a:pt x="609660" y="656729"/>
                </a:lnTo>
                <a:lnTo>
                  <a:pt x="664016" y="675404"/>
                </a:lnTo>
                <a:lnTo>
                  <a:pt x="661238" y="678992"/>
                </a:lnTo>
                <a:lnTo>
                  <a:pt x="677311" y="678992"/>
                </a:lnTo>
                <a:lnTo>
                  <a:pt x="668502" y="690371"/>
                </a:lnTo>
                <a:close/>
              </a:path>
              <a:path w="1520190" h="803275">
                <a:moveTo>
                  <a:pt x="661238" y="678992"/>
                </a:moveTo>
                <a:lnTo>
                  <a:pt x="664016" y="675404"/>
                </a:lnTo>
                <a:lnTo>
                  <a:pt x="668324" y="676884"/>
                </a:lnTo>
                <a:lnTo>
                  <a:pt x="661238" y="678992"/>
                </a:lnTo>
                <a:close/>
              </a:path>
              <a:path w="1520190" h="803275">
                <a:moveTo>
                  <a:pt x="155766" y="734364"/>
                </a:moveTo>
                <a:lnTo>
                  <a:pt x="149885" y="734364"/>
                </a:lnTo>
                <a:lnTo>
                  <a:pt x="168101" y="719691"/>
                </a:lnTo>
                <a:lnTo>
                  <a:pt x="394639" y="685939"/>
                </a:lnTo>
                <a:lnTo>
                  <a:pt x="397136" y="694766"/>
                </a:lnTo>
                <a:lnTo>
                  <a:pt x="383933" y="694766"/>
                </a:lnTo>
                <a:lnTo>
                  <a:pt x="385456" y="700148"/>
                </a:lnTo>
                <a:lnTo>
                  <a:pt x="155766" y="734364"/>
                </a:lnTo>
                <a:close/>
              </a:path>
              <a:path w="1520190" h="803275">
                <a:moveTo>
                  <a:pt x="385456" y="700148"/>
                </a:moveTo>
                <a:lnTo>
                  <a:pt x="383933" y="694766"/>
                </a:lnTo>
                <a:lnTo>
                  <a:pt x="390982" y="699325"/>
                </a:lnTo>
                <a:lnTo>
                  <a:pt x="385456" y="700148"/>
                </a:lnTo>
                <a:close/>
              </a:path>
              <a:path w="1520190" h="803275">
                <a:moveTo>
                  <a:pt x="414489" y="802754"/>
                </a:moveTo>
                <a:lnTo>
                  <a:pt x="385456" y="700148"/>
                </a:lnTo>
                <a:lnTo>
                  <a:pt x="390982" y="699325"/>
                </a:lnTo>
                <a:lnTo>
                  <a:pt x="383933" y="694766"/>
                </a:lnTo>
                <a:lnTo>
                  <a:pt x="397136" y="694766"/>
                </a:lnTo>
                <a:lnTo>
                  <a:pt x="421220" y="779911"/>
                </a:lnTo>
                <a:lnTo>
                  <a:pt x="413664" y="786561"/>
                </a:lnTo>
                <a:lnTo>
                  <a:pt x="423964" y="789609"/>
                </a:lnTo>
                <a:lnTo>
                  <a:pt x="429426" y="789609"/>
                </a:lnTo>
                <a:lnTo>
                  <a:pt x="414489" y="802754"/>
                </a:lnTo>
                <a:close/>
              </a:path>
              <a:path w="1520190" h="803275">
                <a:moveTo>
                  <a:pt x="149885" y="734364"/>
                </a:moveTo>
                <a:lnTo>
                  <a:pt x="144970" y="723138"/>
                </a:lnTo>
                <a:lnTo>
                  <a:pt x="168101" y="719691"/>
                </a:lnTo>
                <a:lnTo>
                  <a:pt x="149885" y="734364"/>
                </a:lnTo>
                <a:close/>
              </a:path>
              <a:path w="1520190" h="803275">
                <a:moveTo>
                  <a:pt x="423964" y="789609"/>
                </a:moveTo>
                <a:lnTo>
                  <a:pt x="413664" y="786561"/>
                </a:lnTo>
                <a:lnTo>
                  <a:pt x="421220" y="779911"/>
                </a:lnTo>
                <a:lnTo>
                  <a:pt x="423964" y="789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 rot="20940000">
            <a:off x="495025" y="3669344"/>
            <a:ext cx="514858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-20" b="1">
                <a:latin typeface="黑体"/>
                <a:cs typeface="黑体"/>
              </a:rPr>
              <a:t>反</a:t>
            </a:r>
            <a:r>
              <a:rPr dirty="0" sz="1800" spc="-10" b="1">
                <a:latin typeface="黑体"/>
                <a:cs typeface="黑体"/>
              </a:rPr>
              <a:t>向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08227" y="457161"/>
            <a:ext cx="1004493" cy="1050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 rot="19080000">
            <a:off x="1357714" y="982792"/>
            <a:ext cx="326886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放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 rot="19080000">
            <a:off x="1695280" y="668822"/>
            <a:ext cx="326886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72988" y="4696142"/>
            <a:ext cx="1004493" cy="10502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 rot="19080000">
            <a:off x="5822476" y="5221772"/>
            <a:ext cx="326886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放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 rot="19080000">
            <a:off x="6160041" y="4907803"/>
            <a:ext cx="326886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30532" y="571461"/>
            <a:ext cx="1021664" cy="10248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 rot="2940000">
            <a:off x="5871985" y="773480"/>
            <a:ext cx="325983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充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8" name="object 38"/>
          <p:cNvSpPr txBox="1"/>
          <p:nvPr/>
        </p:nvSpPr>
        <p:spPr>
          <a:xfrm rot="2940000">
            <a:off x="6171845" y="1123657"/>
            <a:ext cx="325983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69099" y="4524412"/>
            <a:ext cx="892517" cy="10883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 rot="3480000">
            <a:off x="1076707" y="4745591"/>
            <a:ext cx="327790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充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41" name="object 41"/>
          <p:cNvSpPr txBox="1"/>
          <p:nvPr/>
        </p:nvSpPr>
        <p:spPr>
          <a:xfrm rot="3480000">
            <a:off x="1316902" y="5139075"/>
            <a:ext cx="327790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801100" y="458609"/>
            <a:ext cx="2349500" cy="599440"/>
          </a:xfrm>
          <a:custGeom>
            <a:avLst/>
            <a:gdLst/>
            <a:ahLst/>
            <a:cxnLst/>
            <a:rect l="l" t="t" r="r" b="b"/>
            <a:pathLst>
              <a:path w="2349500" h="599440">
                <a:moveTo>
                  <a:pt x="2349322" y="599427"/>
                </a:moveTo>
                <a:lnTo>
                  <a:pt x="0" y="599427"/>
                </a:lnTo>
                <a:lnTo>
                  <a:pt x="0" y="0"/>
                </a:lnTo>
                <a:lnTo>
                  <a:pt x="2349322" y="0"/>
                </a:lnTo>
                <a:lnTo>
                  <a:pt x="2349322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23227"/>
                </a:lnTo>
                <a:lnTo>
                  <a:pt x="38100" y="523227"/>
                </a:lnTo>
                <a:lnTo>
                  <a:pt x="76200" y="561327"/>
                </a:lnTo>
                <a:lnTo>
                  <a:pt x="2349322" y="561327"/>
                </a:lnTo>
                <a:lnTo>
                  <a:pt x="2349322" y="599427"/>
                </a:lnTo>
                <a:close/>
              </a:path>
              <a:path w="2349500" h="599440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2349500" h="599440">
                <a:moveTo>
                  <a:pt x="2273122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2273122" y="38100"/>
                </a:lnTo>
                <a:lnTo>
                  <a:pt x="2273122" y="76200"/>
                </a:lnTo>
                <a:close/>
              </a:path>
              <a:path w="2349500" h="599440">
                <a:moveTo>
                  <a:pt x="2273122" y="561327"/>
                </a:moveTo>
                <a:lnTo>
                  <a:pt x="2273122" y="38100"/>
                </a:lnTo>
                <a:lnTo>
                  <a:pt x="2311222" y="76200"/>
                </a:lnTo>
                <a:lnTo>
                  <a:pt x="2349322" y="76200"/>
                </a:lnTo>
                <a:lnTo>
                  <a:pt x="2349322" y="523227"/>
                </a:lnTo>
                <a:lnTo>
                  <a:pt x="2311222" y="523227"/>
                </a:lnTo>
                <a:lnTo>
                  <a:pt x="2273122" y="561327"/>
                </a:lnTo>
                <a:close/>
              </a:path>
              <a:path w="2349500" h="599440">
                <a:moveTo>
                  <a:pt x="2349322" y="76200"/>
                </a:moveTo>
                <a:lnTo>
                  <a:pt x="2311222" y="76200"/>
                </a:lnTo>
                <a:lnTo>
                  <a:pt x="2273122" y="38100"/>
                </a:lnTo>
                <a:lnTo>
                  <a:pt x="2349322" y="38100"/>
                </a:lnTo>
                <a:lnTo>
                  <a:pt x="2349322" y="76200"/>
                </a:lnTo>
                <a:close/>
              </a:path>
              <a:path w="2349500" h="599440">
                <a:moveTo>
                  <a:pt x="76200" y="561327"/>
                </a:moveTo>
                <a:lnTo>
                  <a:pt x="38100" y="523227"/>
                </a:lnTo>
                <a:lnTo>
                  <a:pt x="76200" y="523227"/>
                </a:lnTo>
                <a:lnTo>
                  <a:pt x="76200" y="561327"/>
                </a:lnTo>
                <a:close/>
              </a:path>
              <a:path w="2349500" h="599440">
                <a:moveTo>
                  <a:pt x="2273122" y="561327"/>
                </a:moveTo>
                <a:lnTo>
                  <a:pt x="76200" y="561327"/>
                </a:lnTo>
                <a:lnTo>
                  <a:pt x="76200" y="523227"/>
                </a:lnTo>
                <a:lnTo>
                  <a:pt x="2273122" y="523227"/>
                </a:lnTo>
                <a:lnTo>
                  <a:pt x="2273122" y="561327"/>
                </a:lnTo>
                <a:close/>
              </a:path>
              <a:path w="2349500" h="599440">
                <a:moveTo>
                  <a:pt x="2349322" y="561327"/>
                </a:moveTo>
                <a:lnTo>
                  <a:pt x="2273122" y="561327"/>
                </a:lnTo>
                <a:lnTo>
                  <a:pt x="2311222" y="523227"/>
                </a:lnTo>
                <a:lnTo>
                  <a:pt x="2349322" y="523227"/>
                </a:lnTo>
                <a:lnTo>
                  <a:pt x="2349322" y="5613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116694" y="493534"/>
            <a:ext cx="17157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2.</a:t>
            </a:r>
            <a:r>
              <a:rPr dirty="0" sz="2800" b="1">
                <a:latin typeface="华文楷体"/>
                <a:cs typeface="华文楷体"/>
              </a:rPr>
              <a:t>变化规</a:t>
            </a:r>
            <a:r>
              <a:rPr dirty="0" sz="2800" spc="-10" b="1"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51358" y="781621"/>
            <a:ext cx="3616325" cy="599440"/>
          </a:xfrm>
          <a:custGeom>
            <a:avLst/>
            <a:gdLst/>
            <a:ahLst/>
            <a:cxnLst/>
            <a:rect l="l" t="t" r="r" b="b"/>
            <a:pathLst>
              <a:path w="3616325" h="599440">
                <a:moveTo>
                  <a:pt x="3616058" y="599414"/>
                </a:moveTo>
                <a:lnTo>
                  <a:pt x="0" y="599414"/>
                </a:lnTo>
                <a:lnTo>
                  <a:pt x="0" y="0"/>
                </a:lnTo>
                <a:lnTo>
                  <a:pt x="3616058" y="0"/>
                </a:lnTo>
                <a:lnTo>
                  <a:pt x="3616058" y="38099"/>
                </a:lnTo>
                <a:lnTo>
                  <a:pt x="76200" y="380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523214"/>
                </a:lnTo>
                <a:lnTo>
                  <a:pt x="38100" y="523214"/>
                </a:lnTo>
                <a:lnTo>
                  <a:pt x="76200" y="561314"/>
                </a:lnTo>
                <a:lnTo>
                  <a:pt x="3616058" y="561314"/>
                </a:lnTo>
                <a:lnTo>
                  <a:pt x="3616058" y="599414"/>
                </a:lnTo>
                <a:close/>
              </a:path>
              <a:path w="3616325" h="599440">
                <a:moveTo>
                  <a:pt x="76200" y="76199"/>
                </a:moveTo>
                <a:lnTo>
                  <a:pt x="38100" y="76199"/>
                </a:lnTo>
                <a:lnTo>
                  <a:pt x="76200" y="38099"/>
                </a:lnTo>
                <a:lnTo>
                  <a:pt x="76200" y="76199"/>
                </a:lnTo>
                <a:close/>
              </a:path>
              <a:path w="3616325" h="599440">
                <a:moveTo>
                  <a:pt x="3539858" y="76199"/>
                </a:moveTo>
                <a:lnTo>
                  <a:pt x="76200" y="76199"/>
                </a:lnTo>
                <a:lnTo>
                  <a:pt x="76200" y="38099"/>
                </a:lnTo>
                <a:lnTo>
                  <a:pt x="3539858" y="38099"/>
                </a:lnTo>
                <a:lnTo>
                  <a:pt x="3539858" y="76199"/>
                </a:lnTo>
                <a:close/>
              </a:path>
              <a:path w="3616325" h="599440">
                <a:moveTo>
                  <a:pt x="3539858" y="561314"/>
                </a:moveTo>
                <a:lnTo>
                  <a:pt x="3539858" y="38099"/>
                </a:lnTo>
                <a:lnTo>
                  <a:pt x="3577958" y="76199"/>
                </a:lnTo>
                <a:lnTo>
                  <a:pt x="3616058" y="76199"/>
                </a:lnTo>
                <a:lnTo>
                  <a:pt x="3616058" y="523214"/>
                </a:lnTo>
                <a:lnTo>
                  <a:pt x="3577958" y="523214"/>
                </a:lnTo>
                <a:lnTo>
                  <a:pt x="3539858" y="561314"/>
                </a:lnTo>
                <a:close/>
              </a:path>
              <a:path w="3616325" h="599440">
                <a:moveTo>
                  <a:pt x="3616058" y="76199"/>
                </a:moveTo>
                <a:lnTo>
                  <a:pt x="3577958" y="76199"/>
                </a:lnTo>
                <a:lnTo>
                  <a:pt x="3539858" y="38099"/>
                </a:lnTo>
                <a:lnTo>
                  <a:pt x="3616058" y="38099"/>
                </a:lnTo>
                <a:lnTo>
                  <a:pt x="3616058" y="76199"/>
                </a:lnTo>
                <a:close/>
              </a:path>
              <a:path w="3616325" h="599440">
                <a:moveTo>
                  <a:pt x="76200" y="561314"/>
                </a:moveTo>
                <a:lnTo>
                  <a:pt x="38100" y="523214"/>
                </a:lnTo>
                <a:lnTo>
                  <a:pt x="76200" y="523214"/>
                </a:lnTo>
                <a:lnTo>
                  <a:pt x="76200" y="561314"/>
                </a:lnTo>
                <a:close/>
              </a:path>
              <a:path w="3616325" h="599440">
                <a:moveTo>
                  <a:pt x="3539858" y="561314"/>
                </a:moveTo>
                <a:lnTo>
                  <a:pt x="76200" y="561314"/>
                </a:lnTo>
                <a:lnTo>
                  <a:pt x="76200" y="523214"/>
                </a:lnTo>
                <a:lnTo>
                  <a:pt x="3539858" y="523214"/>
                </a:lnTo>
                <a:lnTo>
                  <a:pt x="3539858" y="561314"/>
                </a:lnTo>
                <a:close/>
              </a:path>
              <a:path w="3616325" h="599440">
                <a:moveTo>
                  <a:pt x="3616058" y="561314"/>
                </a:moveTo>
                <a:lnTo>
                  <a:pt x="3539858" y="561314"/>
                </a:lnTo>
                <a:lnTo>
                  <a:pt x="3577958" y="523214"/>
                </a:lnTo>
                <a:lnTo>
                  <a:pt x="3616058" y="523214"/>
                </a:lnTo>
                <a:lnTo>
                  <a:pt x="3616058" y="56131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3128" y="811466"/>
            <a:ext cx="32302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电磁振荡的变化规</a:t>
            </a:r>
            <a:r>
              <a:rPr dirty="0" sz="2800" spc="-10" b="1"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165" y="1453451"/>
            <a:ext cx="10360660" cy="4671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buSzPct val="95833"/>
              <a:buFont typeface="Times New Roman"/>
              <a:buAutoNum type="arabicParenBoth"/>
              <a:tabLst>
                <a:tab pos="385445" algn="l"/>
              </a:tabLst>
            </a:pPr>
            <a:r>
              <a:rPr dirty="0" sz="2400" spc="45" b="1">
                <a:latin typeface="华文楷体"/>
                <a:cs typeface="华文楷体"/>
              </a:rPr>
              <a:t>电容器极板上的电量、振荡</a:t>
            </a:r>
            <a:r>
              <a:rPr dirty="0" sz="2400" spc="50" b="1">
                <a:latin typeface="华文楷体"/>
                <a:cs typeface="华文楷体"/>
              </a:rPr>
              <a:t>电流、电场和磁场变化的频率相同，在一个</a:t>
            </a:r>
            <a:r>
              <a:rPr dirty="0" sz="2400" spc="-5" b="1">
                <a:latin typeface="华文楷体"/>
                <a:cs typeface="华文楷体"/>
              </a:rPr>
              <a:t>周 </a:t>
            </a:r>
            <a:r>
              <a:rPr dirty="0" sz="2400" b="1">
                <a:latin typeface="华文楷体"/>
                <a:cs typeface="华文楷体"/>
              </a:rPr>
              <a:t>期内完成一次周期性变化，频率均为</a:t>
            </a:r>
            <a:r>
              <a:rPr dirty="0" sz="2400" b="1" i="1">
                <a:latin typeface="Times New Roman"/>
                <a:cs typeface="Times New Roman"/>
              </a:rPr>
              <a:t>f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华文楷体"/>
                <a:cs typeface="华文楷体"/>
              </a:rPr>
              <a:t>在一个周期内电场能和磁场能相互转化两次，转化的频率为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r>
              <a:rPr dirty="0" sz="2400" b="1" i="1">
                <a:latin typeface="Times New Roman"/>
                <a:cs typeface="Times New Roman"/>
              </a:rPr>
              <a:t>f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370205" indent="-356235">
              <a:lnSpc>
                <a:spcPct val="100000"/>
              </a:lnSpc>
              <a:buSzPct val="95833"/>
              <a:buFont typeface="Times New Roman"/>
              <a:buAutoNum type="arabicParenBoth" startAt="2"/>
              <a:tabLst>
                <a:tab pos="370840" algn="l"/>
              </a:tabLst>
            </a:pPr>
            <a:r>
              <a:rPr dirty="0" sz="2400" b="1">
                <a:latin typeface="华文楷体"/>
                <a:cs typeface="华文楷体"/>
              </a:rPr>
              <a:t>两个物理过程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3970">
              <a:lnSpc>
                <a:spcPct val="100000"/>
              </a:lnSpc>
              <a:spcBef>
                <a:spcPts val="1625"/>
              </a:spcBef>
            </a:pPr>
            <a:r>
              <a:rPr dirty="0" sz="2400" b="1">
                <a:latin typeface="微软雅黑"/>
                <a:cs typeface="微软雅黑"/>
              </a:rPr>
              <a:t>①</a:t>
            </a:r>
            <a:r>
              <a:rPr dirty="0" sz="2400" b="1">
                <a:latin typeface="华文楷体"/>
                <a:cs typeface="华文楷体"/>
              </a:rPr>
              <a:t>放电过程：电场能转化为磁场能，电场能</a:t>
            </a:r>
            <a:r>
              <a:rPr dirty="0" sz="2400" b="1">
                <a:latin typeface="Times New Roman"/>
                <a:cs typeface="Times New Roman"/>
              </a:rPr>
              <a:t>↓→</a:t>
            </a:r>
            <a:r>
              <a:rPr dirty="0" sz="2400" b="1">
                <a:latin typeface="华文楷体"/>
                <a:cs typeface="华文楷体"/>
              </a:rPr>
              <a:t>磁场能</a:t>
            </a:r>
            <a:r>
              <a:rPr dirty="0" sz="2400" b="1">
                <a:latin typeface="Times New Roman"/>
                <a:cs typeface="Times New Roman"/>
              </a:rPr>
              <a:t>↑</a:t>
            </a:r>
            <a:endParaRPr sz="24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255"/>
              </a:spcBef>
            </a:pPr>
            <a:r>
              <a:rPr dirty="0" sz="2400" b="1">
                <a:latin typeface="华文楷体"/>
                <a:cs typeface="华文楷体"/>
              </a:rPr>
              <a:t>电容器带电量</a:t>
            </a:r>
            <a:r>
              <a:rPr dirty="0" sz="2400" b="1" i="1">
                <a:latin typeface="Times New Roman"/>
                <a:cs typeface="Times New Roman"/>
              </a:rPr>
              <a:t>q</a:t>
            </a:r>
            <a:r>
              <a:rPr dirty="0" sz="2400" b="1">
                <a:latin typeface="Times New Roman"/>
                <a:cs typeface="Times New Roman"/>
              </a:rPr>
              <a:t>↓→</a:t>
            </a:r>
            <a:r>
              <a:rPr dirty="0" sz="2400" b="1">
                <a:latin typeface="华文楷体"/>
                <a:cs typeface="华文楷体"/>
              </a:rPr>
              <a:t>电路中电流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spc="-5" b="1">
                <a:latin typeface="Times New Roman"/>
                <a:cs typeface="Times New Roman"/>
              </a:rPr>
              <a:t>↑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电场强度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spc="-5" b="1">
                <a:latin typeface="Times New Roman"/>
                <a:cs typeface="Times New Roman"/>
              </a:rPr>
              <a:t>↓→</a:t>
            </a:r>
            <a:r>
              <a:rPr dirty="0" sz="2400" b="1">
                <a:latin typeface="华文楷体"/>
                <a:cs typeface="华文楷体"/>
              </a:rPr>
              <a:t>磁感应强度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↑</a:t>
            </a:r>
            <a:r>
              <a:rPr dirty="0" sz="2400" spc="-5" b="1">
                <a:latin typeface="华文楷体"/>
                <a:cs typeface="华文楷体"/>
              </a:rPr>
              <a:t>；</a:t>
            </a:r>
            <a:endParaRPr sz="2400">
              <a:latin typeface="华文楷体"/>
              <a:cs typeface="华文楷体"/>
            </a:endParaRPr>
          </a:p>
          <a:p>
            <a:pPr marL="1397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华文楷体"/>
                <a:cs typeface="华文楷体"/>
              </a:rPr>
              <a:t>②充电过程：磁场能转化为电场能，电场能</a:t>
            </a:r>
            <a:r>
              <a:rPr dirty="0" sz="2400" b="1">
                <a:latin typeface="Times New Roman"/>
                <a:cs typeface="Times New Roman"/>
              </a:rPr>
              <a:t>↑→</a:t>
            </a:r>
            <a:r>
              <a:rPr dirty="0" sz="2400" b="1">
                <a:latin typeface="华文楷体"/>
                <a:cs typeface="华文楷体"/>
              </a:rPr>
              <a:t>磁场能</a:t>
            </a:r>
            <a:r>
              <a:rPr dirty="0" sz="2400" b="1">
                <a:latin typeface="Times New Roman"/>
                <a:cs typeface="Times New Roman"/>
              </a:rPr>
              <a:t>↓</a:t>
            </a:r>
            <a:endParaRPr sz="24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华文楷体"/>
                <a:cs typeface="华文楷体"/>
              </a:rPr>
              <a:t>电容器带电量</a:t>
            </a:r>
            <a:r>
              <a:rPr dirty="0" sz="2400" b="1" i="1">
                <a:latin typeface="Times New Roman"/>
                <a:cs typeface="Times New Roman"/>
              </a:rPr>
              <a:t>q</a:t>
            </a:r>
            <a:r>
              <a:rPr dirty="0" sz="2400" b="1">
                <a:latin typeface="Times New Roman"/>
                <a:cs typeface="Times New Roman"/>
              </a:rPr>
              <a:t>↑→</a:t>
            </a:r>
            <a:r>
              <a:rPr dirty="0" sz="2400" b="1">
                <a:latin typeface="华文楷体"/>
                <a:cs typeface="华文楷体"/>
              </a:rPr>
              <a:t>电路中电流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spc="-5" b="1">
                <a:latin typeface="Times New Roman"/>
                <a:cs typeface="Times New Roman"/>
              </a:rPr>
              <a:t>↓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电场强度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spc="-5" b="1">
                <a:latin typeface="Times New Roman"/>
                <a:cs typeface="Times New Roman"/>
              </a:rPr>
              <a:t>↑→</a:t>
            </a:r>
            <a:r>
              <a:rPr dirty="0" sz="2400" b="1">
                <a:latin typeface="华文楷体"/>
                <a:cs typeface="华文楷体"/>
              </a:rPr>
              <a:t>磁感应强度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↓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0692" y="777354"/>
            <a:ext cx="70573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判断</a:t>
            </a:r>
            <a:r>
              <a:rPr dirty="0" sz="3200" spc="-5" b="1" i="1">
                <a:solidFill>
                  <a:srgbClr val="0000FF"/>
                </a:solidFill>
                <a:latin typeface="Times New Roman"/>
                <a:cs typeface="Times New Roman"/>
              </a:rPr>
              <a:t>LC</a:t>
            </a: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振荡电路充放电的方法是什么？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226959" y="754443"/>
            <a:ext cx="1623860" cy="2993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89830" y="4112221"/>
            <a:ext cx="1772615" cy="2745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61090" y="649960"/>
            <a:ext cx="1445158" cy="3219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8969" y="3952646"/>
            <a:ext cx="1620316" cy="29053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8246" y="2093239"/>
            <a:ext cx="2175408" cy="2000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47810" y="4787"/>
            <a:ext cx="2201633" cy="22225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95201" y="2143150"/>
            <a:ext cx="2253487" cy="21409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72600" y="4403293"/>
            <a:ext cx="2214333" cy="22143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937260"/>
            <a:ext cx="11871960" cy="46573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17560" y="2924238"/>
            <a:ext cx="8439785" cy="2895600"/>
          </a:xfrm>
          <a:custGeom>
            <a:avLst/>
            <a:gdLst/>
            <a:ahLst/>
            <a:cxnLst/>
            <a:rect l="l" t="t" r="r" b="b"/>
            <a:pathLst>
              <a:path w="8439785" h="2895600">
                <a:moveTo>
                  <a:pt x="1517535" y="1701800"/>
                </a:moveTo>
                <a:lnTo>
                  <a:pt x="2171" y="12700"/>
                </a:lnTo>
                <a:lnTo>
                  <a:pt x="825" y="12700"/>
                </a:lnTo>
                <a:lnTo>
                  <a:pt x="0" y="0"/>
                </a:lnTo>
                <a:lnTo>
                  <a:pt x="13334" y="0"/>
                </a:lnTo>
                <a:lnTo>
                  <a:pt x="15481" y="1010"/>
                </a:lnTo>
                <a:lnTo>
                  <a:pt x="5194" y="12700"/>
                </a:lnTo>
                <a:lnTo>
                  <a:pt x="44273" y="31101"/>
                </a:lnTo>
                <a:lnTo>
                  <a:pt x="1531747" y="1689100"/>
                </a:lnTo>
                <a:lnTo>
                  <a:pt x="1524635" y="1689100"/>
                </a:lnTo>
                <a:lnTo>
                  <a:pt x="1517535" y="1701800"/>
                </a:lnTo>
                <a:close/>
              </a:path>
              <a:path w="8439785" h="2895600">
                <a:moveTo>
                  <a:pt x="18590" y="2474"/>
                </a:moveTo>
                <a:lnTo>
                  <a:pt x="15481" y="1010"/>
                </a:lnTo>
                <a:lnTo>
                  <a:pt x="16370" y="0"/>
                </a:lnTo>
                <a:lnTo>
                  <a:pt x="18590" y="2474"/>
                </a:lnTo>
                <a:close/>
              </a:path>
              <a:path w="8439785" h="2895600">
                <a:moveTo>
                  <a:pt x="44273" y="31101"/>
                </a:moveTo>
                <a:lnTo>
                  <a:pt x="5194" y="12700"/>
                </a:lnTo>
                <a:lnTo>
                  <a:pt x="15481" y="1010"/>
                </a:lnTo>
                <a:lnTo>
                  <a:pt x="18590" y="2474"/>
                </a:lnTo>
                <a:lnTo>
                  <a:pt x="44273" y="31101"/>
                </a:lnTo>
                <a:close/>
              </a:path>
              <a:path w="8439785" h="2895600">
                <a:moveTo>
                  <a:pt x="8322094" y="1714500"/>
                </a:moveTo>
                <a:lnTo>
                  <a:pt x="3594239" y="1714500"/>
                </a:lnTo>
                <a:lnTo>
                  <a:pt x="3592258" y="1701800"/>
                </a:lnTo>
                <a:lnTo>
                  <a:pt x="44273" y="31101"/>
                </a:lnTo>
                <a:lnTo>
                  <a:pt x="18590" y="2474"/>
                </a:lnTo>
                <a:lnTo>
                  <a:pt x="3600399" y="1689100"/>
                </a:lnTo>
                <a:lnTo>
                  <a:pt x="8273338" y="1689100"/>
                </a:lnTo>
                <a:lnTo>
                  <a:pt x="8283879" y="1701800"/>
                </a:lnTo>
                <a:lnTo>
                  <a:pt x="8312442" y="1701800"/>
                </a:lnTo>
                <a:lnTo>
                  <a:pt x="8322094" y="1714500"/>
                </a:lnTo>
                <a:close/>
              </a:path>
              <a:path w="8439785" h="2895600">
                <a:moveTo>
                  <a:pt x="1517535" y="1701800"/>
                </a:moveTo>
                <a:lnTo>
                  <a:pt x="289902" y="1701800"/>
                </a:lnTo>
                <a:lnTo>
                  <a:pt x="300431" y="1689100"/>
                </a:lnTo>
                <a:lnTo>
                  <a:pt x="1506141" y="1689100"/>
                </a:lnTo>
                <a:lnTo>
                  <a:pt x="1517535" y="1701800"/>
                </a:lnTo>
                <a:close/>
              </a:path>
              <a:path w="8439785" h="2895600">
                <a:moveTo>
                  <a:pt x="1533944" y="1701800"/>
                </a:moveTo>
                <a:lnTo>
                  <a:pt x="1517535" y="1701800"/>
                </a:lnTo>
                <a:lnTo>
                  <a:pt x="1524635" y="1689100"/>
                </a:lnTo>
                <a:lnTo>
                  <a:pt x="1533118" y="1689100"/>
                </a:lnTo>
                <a:lnTo>
                  <a:pt x="1533944" y="1701800"/>
                </a:lnTo>
                <a:close/>
              </a:path>
              <a:path w="8439785" h="2895600">
                <a:moveTo>
                  <a:pt x="1527048" y="1714500"/>
                </a:moveTo>
                <a:lnTo>
                  <a:pt x="252107" y="1714500"/>
                </a:lnTo>
                <a:lnTo>
                  <a:pt x="261327" y="1701800"/>
                </a:lnTo>
                <a:lnTo>
                  <a:pt x="1529295" y="1701800"/>
                </a:lnTo>
                <a:lnTo>
                  <a:pt x="1527048" y="1714500"/>
                </a:lnTo>
                <a:close/>
              </a:path>
              <a:path w="8439785" h="2895600">
                <a:moveTo>
                  <a:pt x="268325" y="1727200"/>
                </a:moveTo>
                <a:lnTo>
                  <a:pt x="225564" y="1727200"/>
                </a:lnTo>
                <a:lnTo>
                  <a:pt x="234403" y="1714500"/>
                </a:lnTo>
                <a:lnTo>
                  <a:pt x="277342" y="1714500"/>
                </a:lnTo>
                <a:lnTo>
                  <a:pt x="268325" y="1727200"/>
                </a:lnTo>
                <a:close/>
              </a:path>
              <a:path w="8439785" h="2895600">
                <a:moveTo>
                  <a:pt x="8347837" y="1727200"/>
                </a:moveTo>
                <a:lnTo>
                  <a:pt x="8305457" y="1727200"/>
                </a:lnTo>
                <a:lnTo>
                  <a:pt x="8296440" y="1714500"/>
                </a:lnTo>
                <a:lnTo>
                  <a:pt x="8339772" y="1714500"/>
                </a:lnTo>
                <a:lnTo>
                  <a:pt x="8347837" y="1727200"/>
                </a:lnTo>
                <a:close/>
              </a:path>
              <a:path w="8439785" h="2895600">
                <a:moveTo>
                  <a:pt x="243890" y="1739900"/>
                </a:moveTo>
                <a:lnTo>
                  <a:pt x="209562" y="1739900"/>
                </a:lnTo>
                <a:lnTo>
                  <a:pt x="217411" y="1727200"/>
                </a:lnTo>
                <a:lnTo>
                  <a:pt x="252209" y="1727200"/>
                </a:lnTo>
                <a:lnTo>
                  <a:pt x="243890" y="1739900"/>
                </a:lnTo>
                <a:close/>
              </a:path>
              <a:path w="8439785" h="2895600">
                <a:moveTo>
                  <a:pt x="8364220" y="1739900"/>
                </a:moveTo>
                <a:lnTo>
                  <a:pt x="8329879" y="1739900"/>
                </a:lnTo>
                <a:lnTo>
                  <a:pt x="8321560" y="1727200"/>
                </a:lnTo>
                <a:lnTo>
                  <a:pt x="8356358" y="1727200"/>
                </a:lnTo>
                <a:lnTo>
                  <a:pt x="8364220" y="1739900"/>
                </a:lnTo>
                <a:close/>
              </a:path>
              <a:path w="8439785" h="2895600">
                <a:moveTo>
                  <a:pt x="221678" y="1752600"/>
                </a:moveTo>
                <a:lnTo>
                  <a:pt x="194792" y="1752600"/>
                </a:lnTo>
                <a:lnTo>
                  <a:pt x="202349" y="1739900"/>
                </a:lnTo>
                <a:lnTo>
                  <a:pt x="229184" y="1739900"/>
                </a:lnTo>
                <a:lnTo>
                  <a:pt x="221678" y="1752600"/>
                </a:lnTo>
                <a:close/>
              </a:path>
              <a:path w="8439785" h="2895600">
                <a:moveTo>
                  <a:pt x="228815" y="1752600"/>
                </a:moveTo>
                <a:lnTo>
                  <a:pt x="229184" y="1739900"/>
                </a:lnTo>
                <a:lnTo>
                  <a:pt x="236601" y="1739900"/>
                </a:lnTo>
                <a:lnTo>
                  <a:pt x="228815" y="1752600"/>
                </a:lnTo>
                <a:close/>
              </a:path>
              <a:path w="8439785" h="2895600">
                <a:moveTo>
                  <a:pt x="8344954" y="1752600"/>
                </a:moveTo>
                <a:lnTo>
                  <a:pt x="8337169" y="1739900"/>
                </a:lnTo>
                <a:lnTo>
                  <a:pt x="8344598" y="1739900"/>
                </a:lnTo>
                <a:lnTo>
                  <a:pt x="8344954" y="1752600"/>
                </a:lnTo>
                <a:close/>
              </a:path>
              <a:path w="8439785" h="2895600">
                <a:moveTo>
                  <a:pt x="8378977" y="1752600"/>
                </a:moveTo>
                <a:lnTo>
                  <a:pt x="8352091" y="1752600"/>
                </a:lnTo>
                <a:lnTo>
                  <a:pt x="8344598" y="1739900"/>
                </a:lnTo>
                <a:lnTo>
                  <a:pt x="8371763" y="1739900"/>
                </a:lnTo>
                <a:lnTo>
                  <a:pt x="8378977" y="1752600"/>
                </a:lnTo>
                <a:close/>
              </a:path>
              <a:path w="8439785" h="2895600">
                <a:moveTo>
                  <a:pt x="196075" y="1778000"/>
                </a:moveTo>
                <a:lnTo>
                  <a:pt x="175209" y="1778000"/>
                </a:lnTo>
                <a:lnTo>
                  <a:pt x="181673" y="1765300"/>
                </a:lnTo>
                <a:lnTo>
                  <a:pt x="187909" y="1752600"/>
                </a:lnTo>
                <a:lnTo>
                  <a:pt x="215163" y="1752600"/>
                </a:lnTo>
                <a:lnTo>
                  <a:pt x="208267" y="1765300"/>
                </a:lnTo>
                <a:lnTo>
                  <a:pt x="202310" y="1765300"/>
                </a:lnTo>
                <a:lnTo>
                  <a:pt x="196075" y="1778000"/>
                </a:lnTo>
                <a:close/>
              </a:path>
              <a:path w="8439785" h="2895600">
                <a:moveTo>
                  <a:pt x="8398294" y="1778000"/>
                </a:moveTo>
                <a:lnTo>
                  <a:pt x="8377707" y="1778000"/>
                </a:lnTo>
                <a:lnTo>
                  <a:pt x="8371459" y="1765300"/>
                </a:lnTo>
                <a:lnTo>
                  <a:pt x="8365515" y="1765300"/>
                </a:lnTo>
                <a:lnTo>
                  <a:pt x="8358619" y="1752600"/>
                </a:lnTo>
                <a:lnTo>
                  <a:pt x="8385556" y="1752600"/>
                </a:lnTo>
                <a:lnTo>
                  <a:pt x="8392401" y="1765300"/>
                </a:lnTo>
                <a:lnTo>
                  <a:pt x="8398294" y="1778000"/>
                </a:lnTo>
                <a:close/>
              </a:path>
              <a:path w="8439785" h="2895600">
                <a:moveTo>
                  <a:pt x="180289" y="1803400"/>
                </a:moveTo>
                <a:lnTo>
                  <a:pt x="159003" y="1803400"/>
                </a:lnTo>
                <a:lnTo>
                  <a:pt x="164007" y="1790700"/>
                </a:lnTo>
                <a:lnTo>
                  <a:pt x="169672" y="1778000"/>
                </a:lnTo>
                <a:lnTo>
                  <a:pt x="196354" y="1778000"/>
                </a:lnTo>
                <a:lnTo>
                  <a:pt x="190461" y="1790700"/>
                </a:lnTo>
                <a:lnTo>
                  <a:pt x="185458" y="1790700"/>
                </a:lnTo>
                <a:lnTo>
                  <a:pt x="180289" y="1803400"/>
                </a:lnTo>
                <a:close/>
              </a:path>
              <a:path w="8439785" h="2895600">
                <a:moveTo>
                  <a:pt x="8414550" y="1803400"/>
                </a:moveTo>
                <a:lnTo>
                  <a:pt x="8393493" y="1803400"/>
                </a:lnTo>
                <a:lnTo>
                  <a:pt x="8388324" y="1790700"/>
                </a:lnTo>
                <a:lnTo>
                  <a:pt x="8383308" y="1790700"/>
                </a:lnTo>
                <a:lnTo>
                  <a:pt x="8377415" y="1778000"/>
                </a:lnTo>
                <a:lnTo>
                  <a:pt x="8404364" y="1778000"/>
                </a:lnTo>
                <a:lnTo>
                  <a:pt x="8409762" y="1790700"/>
                </a:lnTo>
                <a:lnTo>
                  <a:pt x="8414550" y="1803400"/>
                </a:lnTo>
                <a:close/>
              </a:path>
              <a:path w="8439785" h="2895600">
                <a:moveTo>
                  <a:pt x="161467" y="1841500"/>
                </a:moveTo>
                <a:lnTo>
                  <a:pt x="143421" y="1841500"/>
                </a:lnTo>
                <a:lnTo>
                  <a:pt x="146545" y="1828800"/>
                </a:lnTo>
                <a:lnTo>
                  <a:pt x="150444" y="1816100"/>
                </a:lnTo>
                <a:lnTo>
                  <a:pt x="154622" y="1803400"/>
                </a:lnTo>
                <a:lnTo>
                  <a:pt x="175971" y="1803400"/>
                </a:lnTo>
                <a:lnTo>
                  <a:pt x="171577" y="1816100"/>
                </a:lnTo>
                <a:lnTo>
                  <a:pt x="171780" y="1816100"/>
                </a:lnTo>
                <a:lnTo>
                  <a:pt x="167805" y="1828800"/>
                </a:lnTo>
                <a:lnTo>
                  <a:pt x="164591" y="1828800"/>
                </a:lnTo>
                <a:lnTo>
                  <a:pt x="161467" y="1841500"/>
                </a:lnTo>
                <a:close/>
              </a:path>
              <a:path w="8439785" h="2895600">
                <a:moveTo>
                  <a:pt x="8430501" y="1841500"/>
                </a:moveTo>
                <a:lnTo>
                  <a:pt x="8412314" y="1841500"/>
                </a:lnTo>
                <a:lnTo>
                  <a:pt x="8409190" y="1828800"/>
                </a:lnTo>
                <a:lnTo>
                  <a:pt x="8405977" y="1828800"/>
                </a:lnTo>
                <a:lnTo>
                  <a:pt x="8402002" y="1816100"/>
                </a:lnTo>
                <a:lnTo>
                  <a:pt x="8402205" y="1816100"/>
                </a:lnTo>
                <a:lnTo>
                  <a:pt x="8397811" y="1803400"/>
                </a:lnTo>
                <a:lnTo>
                  <a:pt x="8419350" y="1803400"/>
                </a:lnTo>
                <a:lnTo>
                  <a:pt x="8423338" y="1816100"/>
                </a:lnTo>
                <a:lnTo>
                  <a:pt x="8427237" y="1828800"/>
                </a:lnTo>
                <a:lnTo>
                  <a:pt x="8430501" y="1841500"/>
                </a:lnTo>
                <a:close/>
              </a:path>
              <a:path w="8439785" h="2895600">
                <a:moveTo>
                  <a:pt x="153987" y="1879600"/>
                </a:moveTo>
                <a:lnTo>
                  <a:pt x="135089" y="1879600"/>
                </a:lnTo>
                <a:lnTo>
                  <a:pt x="136423" y="1866900"/>
                </a:lnTo>
                <a:lnTo>
                  <a:pt x="138264" y="1854200"/>
                </a:lnTo>
                <a:lnTo>
                  <a:pt x="140601" y="1841500"/>
                </a:lnTo>
                <a:lnTo>
                  <a:pt x="161607" y="1841500"/>
                </a:lnTo>
                <a:lnTo>
                  <a:pt x="158927" y="1854200"/>
                </a:lnTo>
                <a:lnTo>
                  <a:pt x="156921" y="1854200"/>
                </a:lnTo>
                <a:lnTo>
                  <a:pt x="155181" y="1866900"/>
                </a:lnTo>
                <a:lnTo>
                  <a:pt x="153987" y="1879600"/>
                </a:lnTo>
                <a:close/>
              </a:path>
              <a:path w="8439785" h="2895600">
                <a:moveTo>
                  <a:pt x="8438730" y="1879600"/>
                </a:moveTo>
                <a:lnTo>
                  <a:pt x="8419795" y="1879600"/>
                </a:lnTo>
                <a:lnTo>
                  <a:pt x="8418525" y="1866900"/>
                </a:lnTo>
                <a:lnTo>
                  <a:pt x="8416848" y="1854200"/>
                </a:lnTo>
                <a:lnTo>
                  <a:pt x="8414842" y="1854200"/>
                </a:lnTo>
                <a:lnTo>
                  <a:pt x="8412175" y="1841500"/>
                </a:lnTo>
                <a:lnTo>
                  <a:pt x="8433295" y="1841500"/>
                </a:lnTo>
                <a:lnTo>
                  <a:pt x="8435606" y="1854200"/>
                </a:lnTo>
                <a:lnTo>
                  <a:pt x="8437422" y="1866900"/>
                </a:lnTo>
                <a:lnTo>
                  <a:pt x="8438730" y="1879600"/>
                </a:lnTo>
                <a:close/>
              </a:path>
              <a:path w="8439785" h="2895600">
                <a:moveTo>
                  <a:pt x="153276" y="1892300"/>
                </a:moveTo>
                <a:lnTo>
                  <a:pt x="134264" y="1892300"/>
                </a:lnTo>
                <a:lnTo>
                  <a:pt x="134607" y="1879600"/>
                </a:lnTo>
                <a:lnTo>
                  <a:pt x="153593" y="1879600"/>
                </a:lnTo>
                <a:lnTo>
                  <a:pt x="153276" y="1892300"/>
                </a:lnTo>
                <a:close/>
              </a:path>
              <a:path w="8439785" h="2895600">
                <a:moveTo>
                  <a:pt x="8439518" y="1892300"/>
                </a:moveTo>
                <a:lnTo>
                  <a:pt x="8420493" y="1892300"/>
                </a:lnTo>
                <a:lnTo>
                  <a:pt x="8420176" y="1879600"/>
                </a:lnTo>
                <a:lnTo>
                  <a:pt x="8439188" y="1879600"/>
                </a:lnTo>
                <a:lnTo>
                  <a:pt x="8439518" y="1892300"/>
                </a:lnTo>
                <a:close/>
              </a:path>
              <a:path w="8439785" h="2895600">
                <a:moveTo>
                  <a:pt x="153034" y="2692400"/>
                </a:moveTo>
                <a:lnTo>
                  <a:pt x="133984" y="2692400"/>
                </a:lnTo>
                <a:lnTo>
                  <a:pt x="133984" y="1892300"/>
                </a:lnTo>
                <a:lnTo>
                  <a:pt x="153034" y="1892300"/>
                </a:lnTo>
                <a:lnTo>
                  <a:pt x="153034" y="2692400"/>
                </a:lnTo>
                <a:close/>
              </a:path>
              <a:path w="8439785" h="2895600">
                <a:moveTo>
                  <a:pt x="8439785" y="2692400"/>
                </a:moveTo>
                <a:lnTo>
                  <a:pt x="8420735" y="2692400"/>
                </a:lnTo>
                <a:lnTo>
                  <a:pt x="8420735" y="1892300"/>
                </a:lnTo>
                <a:lnTo>
                  <a:pt x="8439785" y="1892300"/>
                </a:lnTo>
                <a:lnTo>
                  <a:pt x="8439785" y="2692400"/>
                </a:lnTo>
                <a:close/>
              </a:path>
              <a:path w="8439785" h="2895600">
                <a:moveTo>
                  <a:pt x="153289" y="2705100"/>
                </a:moveTo>
                <a:lnTo>
                  <a:pt x="134251" y="2705100"/>
                </a:lnTo>
                <a:lnTo>
                  <a:pt x="134061" y="2692400"/>
                </a:lnTo>
                <a:lnTo>
                  <a:pt x="153098" y="2692400"/>
                </a:lnTo>
                <a:lnTo>
                  <a:pt x="153289" y="2705100"/>
                </a:lnTo>
                <a:close/>
              </a:path>
              <a:path w="8439785" h="2895600">
                <a:moveTo>
                  <a:pt x="8439505" y="2705100"/>
                </a:moveTo>
                <a:lnTo>
                  <a:pt x="8420481" y="2705100"/>
                </a:lnTo>
                <a:lnTo>
                  <a:pt x="8420684" y="2692400"/>
                </a:lnTo>
                <a:lnTo>
                  <a:pt x="8439721" y="2692400"/>
                </a:lnTo>
                <a:lnTo>
                  <a:pt x="8439505" y="2705100"/>
                </a:lnTo>
                <a:close/>
              </a:path>
              <a:path w="8439785" h="2895600">
                <a:moveTo>
                  <a:pt x="156921" y="2730500"/>
                </a:moveTo>
                <a:lnTo>
                  <a:pt x="136423" y="2730500"/>
                </a:lnTo>
                <a:lnTo>
                  <a:pt x="135051" y="2717800"/>
                </a:lnTo>
                <a:lnTo>
                  <a:pt x="134581" y="2705100"/>
                </a:lnTo>
                <a:lnTo>
                  <a:pt x="153581" y="2705100"/>
                </a:lnTo>
                <a:lnTo>
                  <a:pt x="154025" y="2717800"/>
                </a:lnTo>
                <a:lnTo>
                  <a:pt x="155181" y="2717800"/>
                </a:lnTo>
                <a:lnTo>
                  <a:pt x="156921" y="2730500"/>
                </a:lnTo>
                <a:close/>
              </a:path>
              <a:path w="8439785" h="2895600">
                <a:moveTo>
                  <a:pt x="155257" y="2717800"/>
                </a:moveTo>
                <a:lnTo>
                  <a:pt x="154025" y="2717800"/>
                </a:lnTo>
                <a:lnTo>
                  <a:pt x="153987" y="2705100"/>
                </a:lnTo>
                <a:lnTo>
                  <a:pt x="155257" y="2717800"/>
                </a:lnTo>
                <a:close/>
              </a:path>
              <a:path w="8439785" h="2895600">
                <a:moveTo>
                  <a:pt x="8419744" y="2717800"/>
                </a:moveTo>
                <a:lnTo>
                  <a:pt x="8418525" y="2717800"/>
                </a:lnTo>
                <a:lnTo>
                  <a:pt x="8419795" y="2705100"/>
                </a:lnTo>
                <a:lnTo>
                  <a:pt x="8419744" y="2717800"/>
                </a:lnTo>
                <a:close/>
              </a:path>
              <a:path w="8439785" h="2895600">
                <a:moveTo>
                  <a:pt x="8438692" y="2717800"/>
                </a:moveTo>
                <a:lnTo>
                  <a:pt x="8419744" y="2717800"/>
                </a:lnTo>
                <a:lnTo>
                  <a:pt x="8420201" y="2705100"/>
                </a:lnTo>
                <a:lnTo>
                  <a:pt x="8439175" y="2705100"/>
                </a:lnTo>
                <a:lnTo>
                  <a:pt x="8438692" y="2717800"/>
                </a:lnTo>
                <a:close/>
              </a:path>
              <a:path w="8439785" h="2895600">
                <a:moveTo>
                  <a:pt x="8427237" y="2768600"/>
                </a:moveTo>
                <a:lnTo>
                  <a:pt x="8405787" y="2768600"/>
                </a:lnTo>
                <a:lnTo>
                  <a:pt x="8409355" y="2755900"/>
                </a:lnTo>
                <a:lnTo>
                  <a:pt x="8409190" y="2755900"/>
                </a:lnTo>
                <a:lnTo>
                  <a:pt x="8412314" y="2743200"/>
                </a:lnTo>
                <a:lnTo>
                  <a:pt x="8414727" y="2743200"/>
                </a:lnTo>
                <a:lnTo>
                  <a:pt x="8416950" y="2730500"/>
                </a:lnTo>
                <a:lnTo>
                  <a:pt x="8418601" y="2717800"/>
                </a:lnTo>
                <a:lnTo>
                  <a:pt x="8437422" y="2717800"/>
                </a:lnTo>
                <a:lnTo>
                  <a:pt x="8435606" y="2730500"/>
                </a:lnTo>
                <a:lnTo>
                  <a:pt x="8433295" y="2743200"/>
                </a:lnTo>
                <a:lnTo>
                  <a:pt x="8430361" y="2755900"/>
                </a:lnTo>
                <a:lnTo>
                  <a:pt x="8427237" y="2768600"/>
                </a:lnTo>
                <a:close/>
              </a:path>
              <a:path w="8439785" h="2895600">
                <a:moveTo>
                  <a:pt x="167982" y="2768600"/>
                </a:moveTo>
                <a:lnTo>
                  <a:pt x="146545" y="2768600"/>
                </a:lnTo>
                <a:lnTo>
                  <a:pt x="143421" y="2755900"/>
                </a:lnTo>
                <a:lnTo>
                  <a:pt x="140601" y="2743200"/>
                </a:lnTo>
                <a:lnTo>
                  <a:pt x="138264" y="2730500"/>
                </a:lnTo>
                <a:lnTo>
                  <a:pt x="156832" y="2730500"/>
                </a:lnTo>
                <a:lnTo>
                  <a:pt x="159054" y="2743200"/>
                </a:lnTo>
                <a:lnTo>
                  <a:pt x="161467" y="2743200"/>
                </a:lnTo>
                <a:lnTo>
                  <a:pt x="164591" y="2755900"/>
                </a:lnTo>
                <a:lnTo>
                  <a:pt x="164426" y="2755900"/>
                </a:lnTo>
                <a:lnTo>
                  <a:pt x="167982" y="2768600"/>
                </a:lnTo>
                <a:close/>
              </a:path>
              <a:path w="8439785" h="2895600">
                <a:moveTo>
                  <a:pt x="180530" y="2794000"/>
                </a:moveTo>
                <a:lnTo>
                  <a:pt x="159003" y="2794000"/>
                </a:lnTo>
                <a:lnTo>
                  <a:pt x="154419" y="2781300"/>
                </a:lnTo>
                <a:lnTo>
                  <a:pt x="150266" y="2768600"/>
                </a:lnTo>
                <a:lnTo>
                  <a:pt x="171577" y="2768600"/>
                </a:lnTo>
                <a:lnTo>
                  <a:pt x="175971" y="2781300"/>
                </a:lnTo>
                <a:lnTo>
                  <a:pt x="175742" y="2781300"/>
                </a:lnTo>
                <a:lnTo>
                  <a:pt x="180530" y="2794000"/>
                </a:lnTo>
                <a:close/>
              </a:path>
              <a:path w="8439785" h="2895600">
                <a:moveTo>
                  <a:pt x="8409520" y="2806700"/>
                </a:moveTo>
                <a:lnTo>
                  <a:pt x="8383041" y="2806700"/>
                </a:lnTo>
                <a:lnTo>
                  <a:pt x="8388578" y="2794000"/>
                </a:lnTo>
                <a:lnTo>
                  <a:pt x="8393252" y="2794000"/>
                </a:lnTo>
                <a:lnTo>
                  <a:pt x="8398027" y="2781300"/>
                </a:lnTo>
                <a:lnTo>
                  <a:pt x="8397811" y="2781300"/>
                </a:lnTo>
                <a:lnTo>
                  <a:pt x="8402205" y="2768600"/>
                </a:lnTo>
                <a:lnTo>
                  <a:pt x="8423338" y="2768600"/>
                </a:lnTo>
                <a:lnTo>
                  <a:pt x="8419147" y="2781300"/>
                </a:lnTo>
                <a:lnTo>
                  <a:pt x="8414550" y="2794000"/>
                </a:lnTo>
                <a:lnTo>
                  <a:pt x="8409520" y="2806700"/>
                </a:lnTo>
                <a:close/>
              </a:path>
              <a:path w="8439785" h="2895600">
                <a:moveTo>
                  <a:pt x="202310" y="2819400"/>
                </a:moveTo>
                <a:lnTo>
                  <a:pt x="175209" y="2819400"/>
                </a:lnTo>
                <a:lnTo>
                  <a:pt x="169672" y="2806700"/>
                </a:lnTo>
                <a:lnTo>
                  <a:pt x="164007" y="2794000"/>
                </a:lnTo>
                <a:lnTo>
                  <a:pt x="185204" y="2794000"/>
                </a:lnTo>
                <a:lnTo>
                  <a:pt x="190741" y="2806700"/>
                </a:lnTo>
                <a:lnTo>
                  <a:pt x="196075" y="2806700"/>
                </a:lnTo>
                <a:lnTo>
                  <a:pt x="202310" y="2819400"/>
                </a:lnTo>
                <a:close/>
              </a:path>
              <a:path w="8439785" h="2895600">
                <a:moveTo>
                  <a:pt x="8398294" y="2819400"/>
                </a:moveTo>
                <a:lnTo>
                  <a:pt x="8371459" y="2819400"/>
                </a:lnTo>
                <a:lnTo>
                  <a:pt x="8377707" y="2806700"/>
                </a:lnTo>
                <a:lnTo>
                  <a:pt x="8404364" y="2806700"/>
                </a:lnTo>
                <a:lnTo>
                  <a:pt x="8398294" y="2819400"/>
                </a:lnTo>
                <a:close/>
              </a:path>
              <a:path w="8439785" h="2895600">
                <a:moveTo>
                  <a:pt x="229184" y="2844800"/>
                </a:moveTo>
                <a:lnTo>
                  <a:pt x="194792" y="2844800"/>
                </a:lnTo>
                <a:lnTo>
                  <a:pt x="187909" y="2832100"/>
                </a:lnTo>
                <a:lnTo>
                  <a:pt x="181381" y="2819400"/>
                </a:lnTo>
                <a:lnTo>
                  <a:pt x="202006" y="2819400"/>
                </a:lnTo>
                <a:lnTo>
                  <a:pt x="208584" y="2832100"/>
                </a:lnTo>
                <a:lnTo>
                  <a:pt x="221678" y="2832100"/>
                </a:lnTo>
                <a:lnTo>
                  <a:pt x="229184" y="2844800"/>
                </a:lnTo>
                <a:close/>
              </a:path>
              <a:path w="8439785" h="2895600">
                <a:moveTo>
                  <a:pt x="8378659" y="2844800"/>
                </a:moveTo>
                <a:lnTo>
                  <a:pt x="8344598" y="2844800"/>
                </a:lnTo>
                <a:lnTo>
                  <a:pt x="8352091" y="2832100"/>
                </a:lnTo>
                <a:lnTo>
                  <a:pt x="8365197" y="2832100"/>
                </a:lnTo>
                <a:lnTo>
                  <a:pt x="8371776" y="2819400"/>
                </a:lnTo>
                <a:lnTo>
                  <a:pt x="8392401" y="2819400"/>
                </a:lnTo>
                <a:lnTo>
                  <a:pt x="8385860" y="2832100"/>
                </a:lnTo>
                <a:lnTo>
                  <a:pt x="8378659" y="2844800"/>
                </a:lnTo>
                <a:close/>
              </a:path>
              <a:path w="8439785" h="2895600">
                <a:moveTo>
                  <a:pt x="244284" y="2857500"/>
                </a:moveTo>
                <a:lnTo>
                  <a:pt x="209905" y="2857500"/>
                </a:lnTo>
                <a:lnTo>
                  <a:pt x="202349" y="2844800"/>
                </a:lnTo>
                <a:lnTo>
                  <a:pt x="236232" y="2844800"/>
                </a:lnTo>
                <a:lnTo>
                  <a:pt x="244284" y="2857500"/>
                </a:lnTo>
                <a:close/>
              </a:path>
              <a:path w="8439785" h="2895600">
                <a:moveTo>
                  <a:pt x="8363864" y="2857500"/>
                </a:moveTo>
                <a:lnTo>
                  <a:pt x="8329485" y="2857500"/>
                </a:lnTo>
                <a:lnTo>
                  <a:pt x="8337550" y="2844800"/>
                </a:lnTo>
                <a:lnTo>
                  <a:pt x="8371763" y="2844800"/>
                </a:lnTo>
                <a:lnTo>
                  <a:pt x="8363864" y="2857500"/>
                </a:lnTo>
                <a:close/>
              </a:path>
              <a:path w="8439785" h="2895600">
                <a:moveTo>
                  <a:pt x="268757" y="2870200"/>
                </a:moveTo>
                <a:lnTo>
                  <a:pt x="225564" y="2870200"/>
                </a:lnTo>
                <a:lnTo>
                  <a:pt x="217779" y="2857500"/>
                </a:lnTo>
                <a:lnTo>
                  <a:pt x="259956" y="2857500"/>
                </a:lnTo>
                <a:lnTo>
                  <a:pt x="268757" y="2870200"/>
                </a:lnTo>
                <a:close/>
              </a:path>
              <a:path w="8439785" h="2895600">
                <a:moveTo>
                  <a:pt x="8347837" y="2870200"/>
                </a:moveTo>
                <a:lnTo>
                  <a:pt x="8305025" y="2870200"/>
                </a:lnTo>
                <a:lnTo>
                  <a:pt x="8313826" y="2857500"/>
                </a:lnTo>
                <a:lnTo>
                  <a:pt x="8356003" y="2857500"/>
                </a:lnTo>
                <a:lnTo>
                  <a:pt x="8347837" y="2870200"/>
                </a:lnTo>
                <a:close/>
              </a:path>
              <a:path w="8439785" h="2895600">
                <a:moveTo>
                  <a:pt x="304253" y="2882900"/>
                </a:moveTo>
                <a:lnTo>
                  <a:pt x="251688" y="2882900"/>
                </a:lnTo>
                <a:lnTo>
                  <a:pt x="243116" y="2870200"/>
                </a:lnTo>
                <a:lnTo>
                  <a:pt x="294640" y="2870200"/>
                </a:lnTo>
                <a:lnTo>
                  <a:pt x="304253" y="2882900"/>
                </a:lnTo>
                <a:close/>
              </a:path>
              <a:path w="8439785" h="2895600">
                <a:moveTo>
                  <a:pt x="8321675" y="2882900"/>
                </a:moveTo>
                <a:lnTo>
                  <a:pt x="8269528" y="2882900"/>
                </a:lnTo>
                <a:lnTo>
                  <a:pt x="8279130" y="2870200"/>
                </a:lnTo>
                <a:lnTo>
                  <a:pt x="8330653" y="2870200"/>
                </a:lnTo>
                <a:lnTo>
                  <a:pt x="8321675" y="2882900"/>
                </a:lnTo>
                <a:close/>
              </a:path>
              <a:path w="8439785" h="2895600">
                <a:moveTo>
                  <a:pt x="8293303" y="2895600"/>
                </a:moveTo>
                <a:lnTo>
                  <a:pt x="280022" y="2895600"/>
                </a:lnTo>
                <a:lnTo>
                  <a:pt x="270789" y="2882900"/>
                </a:lnTo>
                <a:lnTo>
                  <a:pt x="8302980" y="2882900"/>
                </a:lnTo>
                <a:lnTo>
                  <a:pt x="8293303" y="28956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97989" y="4678324"/>
            <a:ext cx="7666990" cy="9956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609600">
              <a:lnSpc>
                <a:spcPts val="3790"/>
              </a:lnSpc>
              <a:spcBef>
                <a:spcPts val="270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实验表明，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LC</a:t>
            </a: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振荡电路里产生的振荡电 </a:t>
            </a: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流是按正弦规律变化的。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86102" y="3516363"/>
            <a:ext cx="147751" cy="2370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70709" y="3484664"/>
            <a:ext cx="367868" cy="2687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3315" y="3560483"/>
            <a:ext cx="147751" cy="23704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07922" y="3600221"/>
            <a:ext cx="221411" cy="12660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00213" y="3532949"/>
            <a:ext cx="245529" cy="26041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43769" y="1763763"/>
            <a:ext cx="147751" cy="2370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28376" y="1803514"/>
            <a:ext cx="221411" cy="12660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20666" y="1732064"/>
            <a:ext cx="457847" cy="2691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06235" y="3756990"/>
            <a:ext cx="147751" cy="23704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90830" y="3796741"/>
            <a:ext cx="221411" cy="12660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83133" y="3725303"/>
            <a:ext cx="452043" cy="26918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87089" y="6139243"/>
            <a:ext cx="147751" cy="23704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71696" y="6107544"/>
            <a:ext cx="802538" cy="26920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003290" y="502704"/>
            <a:ext cx="57511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拓展：各物理量随时间的变化图象如何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99897" y="4375645"/>
            <a:ext cx="2054694" cy="18917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22042" y="4837772"/>
            <a:ext cx="1943569" cy="19615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34471" y="4305858"/>
            <a:ext cx="2061502" cy="19603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11289" y="4859007"/>
            <a:ext cx="1965972" cy="19659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799410" y="1419923"/>
            <a:ext cx="2773045" cy="1112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0">
              <a:lnSpc>
                <a:spcPct val="1486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从图中能得到哪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些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信息呢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1887" y="6969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986202" y="744575"/>
            <a:ext cx="840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思</a:t>
            </a:r>
            <a:r>
              <a:rPr dirty="0" sz="3200" spc="-10" b="1">
                <a:latin typeface="黑体"/>
                <a:cs typeface="黑体"/>
              </a:rPr>
              <a:t>考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9320" y="2961043"/>
            <a:ext cx="703580" cy="1590675"/>
          </a:xfrm>
          <a:custGeom>
            <a:avLst/>
            <a:gdLst/>
            <a:ahLst/>
            <a:cxnLst/>
            <a:rect l="l" t="t" r="r" b="b"/>
            <a:pathLst>
              <a:path w="703580" h="1590675">
                <a:moveTo>
                  <a:pt x="625247" y="1485346"/>
                </a:moveTo>
                <a:lnTo>
                  <a:pt x="580337" y="1450707"/>
                </a:lnTo>
                <a:lnTo>
                  <a:pt x="0" y="21513"/>
                </a:lnTo>
                <a:lnTo>
                  <a:pt x="52959" y="0"/>
                </a:lnTo>
                <a:lnTo>
                  <a:pt x="633293" y="1429198"/>
                </a:lnTo>
                <a:lnTo>
                  <a:pt x="625247" y="1485346"/>
                </a:lnTo>
                <a:close/>
              </a:path>
              <a:path w="703580" h="1590675">
                <a:moveTo>
                  <a:pt x="673909" y="1548638"/>
                </a:moveTo>
                <a:lnTo>
                  <a:pt x="620102" y="1548638"/>
                </a:lnTo>
                <a:lnTo>
                  <a:pt x="673061" y="1527136"/>
                </a:lnTo>
                <a:lnTo>
                  <a:pt x="633293" y="1429198"/>
                </a:lnTo>
                <a:lnTo>
                  <a:pt x="646460" y="1337322"/>
                </a:lnTo>
                <a:lnTo>
                  <a:pt x="674725" y="1312837"/>
                </a:lnTo>
                <a:lnTo>
                  <a:pt x="678860" y="1313129"/>
                </a:lnTo>
                <a:lnTo>
                  <a:pt x="703313" y="1341399"/>
                </a:lnTo>
                <a:lnTo>
                  <a:pt x="703033" y="1345463"/>
                </a:lnTo>
                <a:lnTo>
                  <a:pt x="673909" y="1548638"/>
                </a:lnTo>
                <a:close/>
              </a:path>
              <a:path w="703580" h="1590675">
                <a:moveTo>
                  <a:pt x="667918" y="1590433"/>
                </a:moveTo>
                <a:lnTo>
                  <a:pt x="471957" y="1439290"/>
                </a:lnTo>
                <a:lnTo>
                  <a:pt x="460883" y="1418285"/>
                </a:lnTo>
                <a:lnTo>
                  <a:pt x="460946" y="1414208"/>
                </a:lnTo>
                <a:lnTo>
                  <a:pt x="487781" y="1388135"/>
                </a:lnTo>
                <a:lnTo>
                  <a:pt x="491858" y="1388186"/>
                </a:lnTo>
                <a:lnTo>
                  <a:pt x="580337" y="1450707"/>
                </a:lnTo>
                <a:lnTo>
                  <a:pt x="620102" y="1548638"/>
                </a:lnTo>
                <a:lnTo>
                  <a:pt x="673909" y="1548638"/>
                </a:lnTo>
                <a:lnTo>
                  <a:pt x="667918" y="1590433"/>
                </a:lnTo>
                <a:close/>
              </a:path>
              <a:path w="703580" h="1590675">
                <a:moveTo>
                  <a:pt x="656576" y="1533829"/>
                </a:moveTo>
                <a:lnTo>
                  <a:pt x="618299" y="1533829"/>
                </a:lnTo>
                <a:lnTo>
                  <a:pt x="664032" y="1515262"/>
                </a:lnTo>
                <a:lnTo>
                  <a:pt x="625247" y="1485346"/>
                </a:lnTo>
                <a:lnTo>
                  <a:pt x="633293" y="1429198"/>
                </a:lnTo>
                <a:lnTo>
                  <a:pt x="673061" y="1527136"/>
                </a:lnTo>
                <a:lnTo>
                  <a:pt x="656576" y="1533829"/>
                </a:lnTo>
                <a:close/>
              </a:path>
              <a:path w="703580" h="1590675">
                <a:moveTo>
                  <a:pt x="620102" y="1548638"/>
                </a:moveTo>
                <a:lnTo>
                  <a:pt x="580337" y="1450707"/>
                </a:lnTo>
                <a:lnTo>
                  <a:pt x="625247" y="1485346"/>
                </a:lnTo>
                <a:lnTo>
                  <a:pt x="618299" y="1533829"/>
                </a:lnTo>
                <a:lnTo>
                  <a:pt x="656576" y="1533829"/>
                </a:lnTo>
                <a:lnTo>
                  <a:pt x="620102" y="1548638"/>
                </a:lnTo>
                <a:close/>
              </a:path>
              <a:path w="703580" h="1590675">
                <a:moveTo>
                  <a:pt x="618299" y="1533829"/>
                </a:moveTo>
                <a:lnTo>
                  <a:pt x="625247" y="1485346"/>
                </a:lnTo>
                <a:lnTo>
                  <a:pt x="664032" y="1515262"/>
                </a:lnTo>
                <a:lnTo>
                  <a:pt x="618299" y="15338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30272" y="2277186"/>
            <a:ext cx="942340" cy="2667635"/>
          </a:xfrm>
          <a:custGeom>
            <a:avLst/>
            <a:gdLst/>
            <a:ahLst/>
            <a:cxnLst/>
            <a:rect l="l" t="t" r="r" b="b"/>
            <a:pathLst>
              <a:path w="942339" h="2667635">
                <a:moveTo>
                  <a:pt x="853691" y="2559448"/>
                </a:moveTo>
                <a:lnTo>
                  <a:pt x="811409" y="2521658"/>
                </a:lnTo>
                <a:lnTo>
                  <a:pt x="0" y="17627"/>
                </a:lnTo>
                <a:lnTo>
                  <a:pt x="54355" y="0"/>
                </a:lnTo>
                <a:lnTo>
                  <a:pt x="865775" y="2504037"/>
                </a:lnTo>
                <a:lnTo>
                  <a:pt x="853691" y="2559448"/>
                </a:lnTo>
                <a:close/>
              </a:path>
              <a:path w="942339" h="2667635">
                <a:moveTo>
                  <a:pt x="898500" y="2622207"/>
                </a:moveTo>
                <a:lnTo>
                  <a:pt x="843991" y="2622207"/>
                </a:lnTo>
                <a:lnTo>
                  <a:pt x="898359" y="2604592"/>
                </a:lnTo>
                <a:lnTo>
                  <a:pt x="865775" y="2504037"/>
                </a:lnTo>
                <a:lnTo>
                  <a:pt x="885545" y="2413380"/>
                </a:lnTo>
                <a:lnTo>
                  <a:pt x="911440" y="2390965"/>
                </a:lnTo>
                <a:lnTo>
                  <a:pt x="915517" y="2390965"/>
                </a:lnTo>
                <a:lnTo>
                  <a:pt x="941971" y="2417444"/>
                </a:lnTo>
                <a:lnTo>
                  <a:pt x="941971" y="2421521"/>
                </a:lnTo>
                <a:lnTo>
                  <a:pt x="941387" y="2425560"/>
                </a:lnTo>
                <a:lnTo>
                  <a:pt x="898500" y="2622207"/>
                </a:lnTo>
                <a:close/>
              </a:path>
              <a:path w="942339" h="2667635">
                <a:moveTo>
                  <a:pt x="888657" y="2667342"/>
                </a:moveTo>
                <a:lnTo>
                  <a:pt x="704138" y="2502433"/>
                </a:lnTo>
                <a:lnTo>
                  <a:pt x="694613" y="2480691"/>
                </a:lnTo>
                <a:lnTo>
                  <a:pt x="694969" y="2476626"/>
                </a:lnTo>
                <a:lnTo>
                  <a:pt x="723620" y="2452560"/>
                </a:lnTo>
                <a:lnTo>
                  <a:pt x="727684" y="2452903"/>
                </a:lnTo>
                <a:lnTo>
                  <a:pt x="811409" y="2521658"/>
                </a:lnTo>
                <a:lnTo>
                  <a:pt x="843991" y="2622207"/>
                </a:lnTo>
                <a:lnTo>
                  <a:pt x="898500" y="2622207"/>
                </a:lnTo>
                <a:lnTo>
                  <a:pt x="888657" y="2667342"/>
                </a:lnTo>
                <a:close/>
              </a:path>
              <a:path w="942339" h="2667635">
                <a:moveTo>
                  <a:pt x="889971" y="2607309"/>
                </a:moveTo>
                <a:lnTo>
                  <a:pt x="843254" y="2607309"/>
                </a:lnTo>
                <a:lnTo>
                  <a:pt x="890219" y="2592095"/>
                </a:lnTo>
                <a:lnTo>
                  <a:pt x="853691" y="2559448"/>
                </a:lnTo>
                <a:lnTo>
                  <a:pt x="865775" y="2504037"/>
                </a:lnTo>
                <a:lnTo>
                  <a:pt x="898359" y="2604592"/>
                </a:lnTo>
                <a:lnTo>
                  <a:pt x="889971" y="2607309"/>
                </a:lnTo>
                <a:close/>
              </a:path>
              <a:path w="942339" h="2667635">
                <a:moveTo>
                  <a:pt x="843991" y="2622207"/>
                </a:moveTo>
                <a:lnTo>
                  <a:pt x="811409" y="2521658"/>
                </a:lnTo>
                <a:lnTo>
                  <a:pt x="853691" y="2559448"/>
                </a:lnTo>
                <a:lnTo>
                  <a:pt x="843254" y="2607309"/>
                </a:lnTo>
                <a:lnTo>
                  <a:pt x="889971" y="2607309"/>
                </a:lnTo>
                <a:lnTo>
                  <a:pt x="843991" y="2622207"/>
                </a:lnTo>
                <a:close/>
              </a:path>
              <a:path w="942339" h="2667635">
                <a:moveTo>
                  <a:pt x="843254" y="2607309"/>
                </a:moveTo>
                <a:lnTo>
                  <a:pt x="853691" y="2559448"/>
                </a:lnTo>
                <a:lnTo>
                  <a:pt x="890219" y="2592095"/>
                </a:lnTo>
                <a:lnTo>
                  <a:pt x="843254" y="26073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21784" y="2934055"/>
            <a:ext cx="1343660" cy="1548130"/>
          </a:xfrm>
          <a:custGeom>
            <a:avLst/>
            <a:gdLst/>
            <a:ahLst/>
            <a:cxnLst/>
            <a:rect l="l" t="t" r="r" b="b"/>
            <a:pathLst>
              <a:path w="1343660" h="1548129">
                <a:moveTo>
                  <a:pt x="1269256" y="1461829"/>
                </a:moveTo>
                <a:lnTo>
                  <a:pt x="1215611" y="1443464"/>
                </a:lnTo>
                <a:lnTo>
                  <a:pt x="0" y="37388"/>
                </a:lnTo>
                <a:lnTo>
                  <a:pt x="43230" y="0"/>
                </a:lnTo>
                <a:lnTo>
                  <a:pt x="1258839" y="1406085"/>
                </a:lnTo>
                <a:lnTo>
                  <a:pt x="1269256" y="1461829"/>
                </a:lnTo>
                <a:close/>
              </a:path>
              <a:path w="1343660" h="1548129">
                <a:moveTo>
                  <a:pt x="1338904" y="1523415"/>
                </a:moveTo>
                <a:lnTo>
                  <a:pt x="1284732" y="1523415"/>
                </a:lnTo>
                <a:lnTo>
                  <a:pt x="1327962" y="1486039"/>
                </a:lnTo>
                <a:lnTo>
                  <a:pt x="1258839" y="1406085"/>
                </a:lnTo>
                <a:lnTo>
                  <a:pt x="1241793" y="1314869"/>
                </a:lnTo>
                <a:lnTo>
                  <a:pt x="1241323" y="1310817"/>
                </a:lnTo>
                <a:lnTo>
                  <a:pt x="1241450" y="1306753"/>
                </a:lnTo>
                <a:lnTo>
                  <a:pt x="1268679" y="1281074"/>
                </a:lnTo>
                <a:lnTo>
                  <a:pt x="1272755" y="1281188"/>
                </a:lnTo>
                <a:lnTo>
                  <a:pt x="1297965" y="1304378"/>
                </a:lnTo>
                <a:lnTo>
                  <a:pt x="1338904" y="1523415"/>
                </a:lnTo>
                <a:close/>
              </a:path>
              <a:path w="1343660" h="1548129">
                <a:moveTo>
                  <a:pt x="1300273" y="1509979"/>
                </a:moveTo>
                <a:lnTo>
                  <a:pt x="1278254" y="1509979"/>
                </a:lnTo>
                <a:lnTo>
                  <a:pt x="1315605" y="1477695"/>
                </a:lnTo>
                <a:lnTo>
                  <a:pt x="1269256" y="1461829"/>
                </a:lnTo>
                <a:lnTo>
                  <a:pt x="1258839" y="1406085"/>
                </a:lnTo>
                <a:lnTo>
                  <a:pt x="1327962" y="1486039"/>
                </a:lnTo>
                <a:lnTo>
                  <a:pt x="1300273" y="1509979"/>
                </a:lnTo>
                <a:close/>
              </a:path>
              <a:path w="1343660" h="1548129">
                <a:moveTo>
                  <a:pt x="1343431" y="1547634"/>
                </a:moveTo>
                <a:lnTo>
                  <a:pt x="1109306" y="1467472"/>
                </a:lnTo>
                <a:lnTo>
                  <a:pt x="1090015" y="1439176"/>
                </a:lnTo>
                <a:lnTo>
                  <a:pt x="1090485" y="1435125"/>
                </a:lnTo>
                <a:lnTo>
                  <a:pt x="1119822" y="1411897"/>
                </a:lnTo>
                <a:lnTo>
                  <a:pt x="1123873" y="1412366"/>
                </a:lnTo>
                <a:lnTo>
                  <a:pt x="1127810" y="1413408"/>
                </a:lnTo>
                <a:lnTo>
                  <a:pt x="1215611" y="1443464"/>
                </a:lnTo>
                <a:lnTo>
                  <a:pt x="1284732" y="1523415"/>
                </a:lnTo>
                <a:lnTo>
                  <a:pt x="1338904" y="1523415"/>
                </a:lnTo>
                <a:lnTo>
                  <a:pt x="1343431" y="1547634"/>
                </a:lnTo>
                <a:close/>
              </a:path>
              <a:path w="1343660" h="1548129">
                <a:moveTo>
                  <a:pt x="1284732" y="1523415"/>
                </a:moveTo>
                <a:lnTo>
                  <a:pt x="1215611" y="1443464"/>
                </a:lnTo>
                <a:lnTo>
                  <a:pt x="1269256" y="1461829"/>
                </a:lnTo>
                <a:lnTo>
                  <a:pt x="1278254" y="1509979"/>
                </a:lnTo>
                <a:lnTo>
                  <a:pt x="1300273" y="1509979"/>
                </a:lnTo>
                <a:lnTo>
                  <a:pt x="1284732" y="1523415"/>
                </a:lnTo>
                <a:close/>
              </a:path>
              <a:path w="1343660" h="1548129">
                <a:moveTo>
                  <a:pt x="1278254" y="1509979"/>
                </a:moveTo>
                <a:lnTo>
                  <a:pt x="1269256" y="1461829"/>
                </a:lnTo>
                <a:lnTo>
                  <a:pt x="1315605" y="1477695"/>
                </a:lnTo>
                <a:lnTo>
                  <a:pt x="1278254" y="15099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73533" y="3692321"/>
            <a:ext cx="1503045" cy="1196340"/>
          </a:xfrm>
          <a:custGeom>
            <a:avLst/>
            <a:gdLst/>
            <a:ahLst/>
            <a:cxnLst/>
            <a:rect l="l" t="t" r="r" b="b"/>
            <a:pathLst>
              <a:path w="1503045" h="1196339">
                <a:moveTo>
                  <a:pt x="1413909" y="1125454"/>
                </a:moveTo>
                <a:lnTo>
                  <a:pt x="1357763" y="1117508"/>
                </a:lnTo>
                <a:lnTo>
                  <a:pt x="0" y="44856"/>
                </a:lnTo>
                <a:lnTo>
                  <a:pt x="35432" y="0"/>
                </a:lnTo>
                <a:lnTo>
                  <a:pt x="1393187" y="1072666"/>
                </a:lnTo>
                <a:lnTo>
                  <a:pt x="1413909" y="1125454"/>
                </a:lnTo>
                <a:close/>
              </a:path>
              <a:path w="1503045" h="1196339">
                <a:moveTo>
                  <a:pt x="1497905" y="1183030"/>
                </a:moveTo>
                <a:lnTo>
                  <a:pt x="1440700" y="1183030"/>
                </a:lnTo>
                <a:lnTo>
                  <a:pt x="1476121" y="1138186"/>
                </a:lnTo>
                <a:lnTo>
                  <a:pt x="1393187" y="1072666"/>
                </a:lnTo>
                <a:lnTo>
                  <a:pt x="1359280" y="986294"/>
                </a:lnTo>
                <a:lnTo>
                  <a:pt x="1358061" y="982395"/>
                </a:lnTo>
                <a:lnTo>
                  <a:pt x="1357414" y="978369"/>
                </a:lnTo>
                <a:lnTo>
                  <a:pt x="1357350" y="974305"/>
                </a:lnTo>
                <a:lnTo>
                  <a:pt x="1357858" y="970254"/>
                </a:lnTo>
                <a:lnTo>
                  <a:pt x="1387424" y="947318"/>
                </a:lnTo>
                <a:lnTo>
                  <a:pt x="1391475" y="947826"/>
                </a:lnTo>
                <a:lnTo>
                  <a:pt x="1412481" y="965403"/>
                </a:lnTo>
                <a:lnTo>
                  <a:pt x="1497905" y="1183030"/>
                </a:lnTo>
                <a:close/>
              </a:path>
              <a:path w="1503045" h="1196339">
                <a:moveTo>
                  <a:pt x="1450160" y="1171054"/>
                </a:moveTo>
                <a:lnTo>
                  <a:pt x="1431810" y="1171054"/>
                </a:lnTo>
                <a:lnTo>
                  <a:pt x="1462417" y="1132319"/>
                </a:lnTo>
                <a:lnTo>
                  <a:pt x="1413909" y="1125454"/>
                </a:lnTo>
                <a:lnTo>
                  <a:pt x="1393187" y="1072666"/>
                </a:lnTo>
                <a:lnTo>
                  <a:pt x="1476121" y="1138186"/>
                </a:lnTo>
                <a:lnTo>
                  <a:pt x="1450160" y="1171054"/>
                </a:lnTo>
                <a:close/>
              </a:path>
              <a:path w="1503045" h="1196339">
                <a:moveTo>
                  <a:pt x="1502905" y="1195768"/>
                </a:moveTo>
                <a:lnTo>
                  <a:pt x="1257871" y="1161097"/>
                </a:lnTo>
                <a:lnTo>
                  <a:pt x="1233309" y="1132865"/>
                </a:lnTo>
                <a:lnTo>
                  <a:pt x="1233589" y="1128801"/>
                </a:lnTo>
                <a:lnTo>
                  <a:pt x="1261821" y="1104226"/>
                </a:lnTo>
                <a:lnTo>
                  <a:pt x="1265885" y="1104506"/>
                </a:lnTo>
                <a:lnTo>
                  <a:pt x="1357763" y="1117508"/>
                </a:lnTo>
                <a:lnTo>
                  <a:pt x="1440700" y="1183030"/>
                </a:lnTo>
                <a:lnTo>
                  <a:pt x="1497905" y="1183030"/>
                </a:lnTo>
                <a:lnTo>
                  <a:pt x="1502905" y="1195768"/>
                </a:lnTo>
                <a:close/>
              </a:path>
              <a:path w="1503045" h="1196339">
                <a:moveTo>
                  <a:pt x="1440700" y="1183030"/>
                </a:moveTo>
                <a:lnTo>
                  <a:pt x="1357763" y="1117508"/>
                </a:lnTo>
                <a:lnTo>
                  <a:pt x="1413909" y="1125454"/>
                </a:lnTo>
                <a:lnTo>
                  <a:pt x="1431810" y="1171054"/>
                </a:lnTo>
                <a:lnTo>
                  <a:pt x="1450160" y="1171054"/>
                </a:lnTo>
                <a:lnTo>
                  <a:pt x="1440700" y="1183030"/>
                </a:lnTo>
                <a:close/>
              </a:path>
              <a:path w="1503045" h="1196339">
                <a:moveTo>
                  <a:pt x="1431810" y="1171054"/>
                </a:moveTo>
                <a:lnTo>
                  <a:pt x="1413909" y="1125454"/>
                </a:lnTo>
                <a:lnTo>
                  <a:pt x="1462417" y="1132319"/>
                </a:lnTo>
                <a:lnTo>
                  <a:pt x="1431810" y="117105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56027" y="4584484"/>
            <a:ext cx="2054694" cy="18917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39633" y="2930982"/>
            <a:ext cx="2143760" cy="1829435"/>
          </a:xfrm>
          <a:custGeom>
            <a:avLst/>
            <a:gdLst/>
            <a:ahLst/>
            <a:cxnLst/>
            <a:rect l="l" t="t" r="r" b="b"/>
            <a:pathLst>
              <a:path w="2143759" h="1829435">
                <a:moveTo>
                  <a:pt x="2057341" y="1755852"/>
                </a:moveTo>
                <a:lnTo>
                  <a:pt x="2001516" y="1745885"/>
                </a:lnTo>
                <a:lnTo>
                  <a:pt x="0" y="43535"/>
                </a:lnTo>
                <a:lnTo>
                  <a:pt x="37033" y="0"/>
                </a:lnTo>
                <a:lnTo>
                  <a:pt x="2038538" y="1702339"/>
                </a:lnTo>
                <a:lnTo>
                  <a:pt x="2057341" y="1755852"/>
                </a:lnTo>
                <a:close/>
              </a:path>
              <a:path w="2143759" h="1829435">
                <a:moveTo>
                  <a:pt x="2138473" y="1814360"/>
                </a:moveTo>
                <a:lnTo>
                  <a:pt x="2082025" y="1814360"/>
                </a:lnTo>
                <a:lnTo>
                  <a:pt x="2119058" y="1770824"/>
                </a:lnTo>
                <a:lnTo>
                  <a:pt x="2038538" y="1702339"/>
                </a:lnTo>
                <a:lnTo>
                  <a:pt x="2007781" y="1614804"/>
                </a:lnTo>
                <a:lnTo>
                  <a:pt x="2006701" y="1610867"/>
                </a:lnTo>
                <a:lnTo>
                  <a:pt x="2006206" y="1606829"/>
                </a:lnTo>
                <a:lnTo>
                  <a:pt x="2006282" y="1602752"/>
                </a:lnTo>
                <a:lnTo>
                  <a:pt x="2033244" y="1576793"/>
                </a:lnTo>
                <a:lnTo>
                  <a:pt x="2037321" y="1576870"/>
                </a:lnTo>
                <a:lnTo>
                  <a:pt x="2061692" y="1595856"/>
                </a:lnTo>
                <a:lnTo>
                  <a:pt x="2138473" y="1814360"/>
                </a:lnTo>
                <a:close/>
              </a:path>
              <a:path w="2143759" h="1829435">
                <a:moveTo>
                  <a:pt x="2092482" y="1802066"/>
                </a:moveTo>
                <a:lnTo>
                  <a:pt x="2073579" y="1802066"/>
                </a:lnTo>
                <a:lnTo>
                  <a:pt x="2105558" y="1764461"/>
                </a:lnTo>
                <a:lnTo>
                  <a:pt x="2057341" y="1755852"/>
                </a:lnTo>
                <a:lnTo>
                  <a:pt x="2038538" y="1702339"/>
                </a:lnTo>
                <a:lnTo>
                  <a:pt x="2119058" y="1770824"/>
                </a:lnTo>
                <a:lnTo>
                  <a:pt x="2092482" y="1802066"/>
                </a:lnTo>
                <a:close/>
              </a:path>
              <a:path w="2143759" h="1829435">
                <a:moveTo>
                  <a:pt x="2143734" y="1829333"/>
                </a:moveTo>
                <a:lnTo>
                  <a:pt x="1900123" y="1785823"/>
                </a:lnTo>
                <a:lnTo>
                  <a:pt x="1876680" y="1755852"/>
                </a:lnTo>
                <a:lnTo>
                  <a:pt x="1877009" y="1752676"/>
                </a:lnTo>
                <a:lnTo>
                  <a:pt x="1906117" y="1729143"/>
                </a:lnTo>
                <a:lnTo>
                  <a:pt x="1910168" y="1729574"/>
                </a:lnTo>
                <a:lnTo>
                  <a:pt x="2001516" y="1745885"/>
                </a:lnTo>
                <a:lnTo>
                  <a:pt x="2082025" y="1814360"/>
                </a:lnTo>
                <a:lnTo>
                  <a:pt x="2138473" y="1814360"/>
                </a:lnTo>
                <a:lnTo>
                  <a:pt x="2143734" y="1829333"/>
                </a:lnTo>
                <a:close/>
              </a:path>
              <a:path w="2143759" h="1829435">
                <a:moveTo>
                  <a:pt x="2082025" y="1814360"/>
                </a:moveTo>
                <a:lnTo>
                  <a:pt x="2001516" y="1745885"/>
                </a:lnTo>
                <a:lnTo>
                  <a:pt x="2057341" y="1755852"/>
                </a:lnTo>
                <a:lnTo>
                  <a:pt x="2073579" y="1802066"/>
                </a:lnTo>
                <a:lnTo>
                  <a:pt x="2092482" y="1802066"/>
                </a:lnTo>
                <a:lnTo>
                  <a:pt x="2082025" y="1814360"/>
                </a:lnTo>
                <a:close/>
              </a:path>
              <a:path w="2143759" h="1829435">
                <a:moveTo>
                  <a:pt x="2073579" y="1802066"/>
                </a:moveTo>
                <a:lnTo>
                  <a:pt x="2057341" y="1755852"/>
                </a:lnTo>
                <a:lnTo>
                  <a:pt x="2105558" y="1764461"/>
                </a:lnTo>
                <a:lnTo>
                  <a:pt x="2073579" y="18020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38721" y="1113967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i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9968" y="2724327"/>
            <a:ext cx="8379459" cy="190500"/>
          </a:xfrm>
          <a:custGeom>
            <a:avLst/>
            <a:gdLst/>
            <a:ahLst/>
            <a:cxnLst/>
            <a:rect l="l" t="t" r="r" b="b"/>
            <a:pathLst>
              <a:path w="8379459" h="190500">
                <a:moveTo>
                  <a:pt x="8188807" y="190500"/>
                </a:moveTo>
                <a:lnTo>
                  <a:pt x="8284057" y="95250"/>
                </a:lnTo>
                <a:lnTo>
                  <a:pt x="8188807" y="0"/>
                </a:lnTo>
                <a:lnTo>
                  <a:pt x="8341207" y="76200"/>
                </a:lnTo>
                <a:lnTo>
                  <a:pt x="8307870" y="76200"/>
                </a:lnTo>
                <a:lnTo>
                  <a:pt x="8307870" y="114300"/>
                </a:lnTo>
                <a:lnTo>
                  <a:pt x="8341207" y="114300"/>
                </a:lnTo>
                <a:lnTo>
                  <a:pt x="8188807" y="190500"/>
                </a:lnTo>
                <a:close/>
              </a:path>
              <a:path w="8379459" h="190500">
                <a:moveTo>
                  <a:pt x="8265007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8265007" y="76200"/>
                </a:lnTo>
                <a:lnTo>
                  <a:pt x="8284057" y="95250"/>
                </a:lnTo>
                <a:lnTo>
                  <a:pt x="8265007" y="114300"/>
                </a:lnTo>
                <a:close/>
              </a:path>
              <a:path w="8379459" h="190500">
                <a:moveTo>
                  <a:pt x="8341207" y="114300"/>
                </a:moveTo>
                <a:lnTo>
                  <a:pt x="8307870" y="114300"/>
                </a:lnTo>
                <a:lnTo>
                  <a:pt x="8307870" y="76200"/>
                </a:lnTo>
                <a:lnTo>
                  <a:pt x="8341207" y="76200"/>
                </a:lnTo>
                <a:lnTo>
                  <a:pt x="8379307" y="95250"/>
                </a:lnTo>
                <a:lnTo>
                  <a:pt x="8341207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2109" y="1574977"/>
            <a:ext cx="190500" cy="2303780"/>
          </a:xfrm>
          <a:custGeom>
            <a:avLst/>
            <a:gdLst/>
            <a:ahLst/>
            <a:cxnLst/>
            <a:rect l="l" t="t" r="r" b="b"/>
            <a:pathLst>
              <a:path w="190500" h="2303779">
                <a:moveTo>
                  <a:pt x="0" y="190500"/>
                </a:moveTo>
                <a:lnTo>
                  <a:pt x="95249" y="0"/>
                </a:lnTo>
                <a:lnTo>
                  <a:pt x="130968" y="71437"/>
                </a:lnTo>
                <a:lnTo>
                  <a:pt x="76199" y="71437"/>
                </a:lnTo>
                <a:lnTo>
                  <a:pt x="76199" y="114300"/>
                </a:lnTo>
                <a:lnTo>
                  <a:pt x="0" y="190500"/>
                </a:lnTo>
                <a:close/>
              </a:path>
              <a:path w="190500" h="2303779">
                <a:moveTo>
                  <a:pt x="76199" y="114300"/>
                </a:moveTo>
                <a:lnTo>
                  <a:pt x="76199" y="71437"/>
                </a:lnTo>
                <a:lnTo>
                  <a:pt x="114299" y="71437"/>
                </a:lnTo>
                <a:lnTo>
                  <a:pt x="114299" y="95250"/>
                </a:lnTo>
                <a:lnTo>
                  <a:pt x="95249" y="95250"/>
                </a:lnTo>
                <a:lnTo>
                  <a:pt x="76199" y="114300"/>
                </a:lnTo>
                <a:close/>
              </a:path>
              <a:path w="190500" h="2303779">
                <a:moveTo>
                  <a:pt x="190499" y="190500"/>
                </a:moveTo>
                <a:lnTo>
                  <a:pt x="114299" y="114300"/>
                </a:lnTo>
                <a:lnTo>
                  <a:pt x="114299" y="71437"/>
                </a:lnTo>
                <a:lnTo>
                  <a:pt x="130968" y="71437"/>
                </a:lnTo>
                <a:lnTo>
                  <a:pt x="190499" y="190500"/>
                </a:lnTo>
                <a:close/>
              </a:path>
              <a:path w="190500" h="2303779">
                <a:moveTo>
                  <a:pt x="114299" y="2303462"/>
                </a:moveTo>
                <a:lnTo>
                  <a:pt x="76199" y="2303462"/>
                </a:lnTo>
                <a:lnTo>
                  <a:pt x="76199" y="114300"/>
                </a:lnTo>
                <a:lnTo>
                  <a:pt x="95249" y="95250"/>
                </a:lnTo>
                <a:lnTo>
                  <a:pt x="114299" y="114300"/>
                </a:lnTo>
                <a:lnTo>
                  <a:pt x="114299" y="2303462"/>
                </a:lnTo>
                <a:close/>
              </a:path>
              <a:path w="190500" h="2303779">
                <a:moveTo>
                  <a:pt x="114299" y="114300"/>
                </a:moveTo>
                <a:lnTo>
                  <a:pt x="95249" y="95250"/>
                </a:lnTo>
                <a:lnTo>
                  <a:pt x="114299" y="95250"/>
                </a:lnTo>
                <a:lnTo>
                  <a:pt x="114299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848800" y="2328682"/>
            <a:ext cx="2773045" cy="136588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 marR="5080" indent="69215">
              <a:lnSpc>
                <a:spcPct val="122500"/>
              </a:lnSpc>
              <a:spcBef>
                <a:spcPts val="81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r>
              <a:rPr dirty="0" sz="4000" spc="-330" b="1" i="1"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其他物理量的图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像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如何呢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2443657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88539" y="271797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88539" y="254017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88539" y="236237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88539" y="218457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75839" y="2098852"/>
            <a:ext cx="25400" cy="9525"/>
          </a:xfrm>
          <a:custGeom>
            <a:avLst/>
            <a:gdLst/>
            <a:ahLst/>
            <a:cxnLst/>
            <a:rect l="l" t="t" r="r" b="b"/>
            <a:pathLst>
              <a:path w="25400" h="9525">
                <a:moveTo>
                  <a:pt x="25400" y="9525"/>
                </a:moveTo>
                <a:lnTo>
                  <a:pt x="0" y="9525"/>
                </a:lnTo>
                <a:lnTo>
                  <a:pt x="0" y="0"/>
                </a:lnTo>
                <a:lnTo>
                  <a:pt x="25400" y="0"/>
                </a:lnTo>
                <a:lnTo>
                  <a:pt x="254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9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7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55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933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711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48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26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7045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823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601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237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415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935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7713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491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126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304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4825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603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8381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15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193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715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493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7271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904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082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2605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4383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6161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7939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71781" y="361174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49581" y="3611740"/>
            <a:ext cx="94615" cy="0"/>
          </a:xfrm>
          <a:custGeom>
            <a:avLst/>
            <a:gdLst/>
            <a:ahLst/>
            <a:cxnLst/>
            <a:rect l="l" t="t" r="r" b="b"/>
            <a:pathLst>
              <a:path w="94614" h="0">
                <a:moveTo>
                  <a:pt x="0" y="0"/>
                </a:moveTo>
                <a:lnTo>
                  <a:pt x="9425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58865" y="351014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58865" y="333234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158865" y="315454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158865" y="297674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146165" y="2819577"/>
            <a:ext cx="25400" cy="81280"/>
          </a:xfrm>
          <a:custGeom>
            <a:avLst/>
            <a:gdLst/>
            <a:ahLst/>
            <a:cxnLst/>
            <a:rect l="l" t="t" r="r" b="b"/>
            <a:pathLst>
              <a:path w="25400" h="81280">
                <a:moveTo>
                  <a:pt x="25400" y="80962"/>
                </a:moveTo>
                <a:lnTo>
                  <a:pt x="0" y="80962"/>
                </a:lnTo>
                <a:lnTo>
                  <a:pt x="0" y="0"/>
                </a:lnTo>
                <a:lnTo>
                  <a:pt x="25400" y="0"/>
                </a:lnTo>
                <a:lnTo>
                  <a:pt x="25400" y="80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58241" y="2080120"/>
            <a:ext cx="7634605" cy="1549400"/>
          </a:xfrm>
          <a:custGeom>
            <a:avLst/>
            <a:gdLst/>
            <a:ahLst/>
            <a:cxnLst/>
            <a:rect l="l" t="t" r="r" b="b"/>
            <a:pathLst>
              <a:path w="7634605" h="1549400">
                <a:moveTo>
                  <a:pt x="2198662" y="12700"/>
                </a:moveTo>
                <a:lnTo>
                  <a:pt x="1761782" y="12700"/>
                </a:lnTo>
                <a:lnTo>
                  <a:pt x="1792300" y="0"/>
                </a:lnTo>
                <a:lnTo>
                  <a:pt x="2183853" y="0"/>
                </a:lnTo>
                <a:lnTo>
                  <a:pt x="2198662" y="12700"/>
                </a:lnTo>
                <a:close/>
              </a:path>
              <a:path w="7634605" h="1549400">
                <a:moveTo>
                  <a:pt x="2272499" y="25400"/>
                </a:moveTo>
                <a:lnTo>
                  <a:pt x="1669935" y="25400"/>
                </a:lnTo>
                <a:lnTo>
                  <a:pt x="1700606" y="12700"/>
                </a:lnTo>
                <a:lnTo>
                  <a:pt x="2257704" y="12700"/>
                </a:lnTo>
                <a:lnTo>
                  <a:pt x="2272499" y="25400"/>
                </a:lnTo>
                <a:close/>
              </a:path>
              <a:path w="7634605" h="1549400">
                <a:moveTo>
                  <a:pt x="2331110" y="38100"/>
                </a:moveTo>
                <a:lnTo>
                  <a:pt x="1608467" y="38100"/>
                </a:lnTo>
                <a:lnTo>
                  <a:pt x="1639227" y="25400"/>
                </a:lnTo>
                <a:lnTo>
                  <a:pt x="2301849" y="25400"/>
                </a:lnTo>
                <a:lnTo>
                  <a:pt x="2331110" y="38100"/>
                </a:lnTo>
                <a:close/>
              </a:path>
              <a:path w="7634605" h="1549400">
                <a:moveTo>
                  <a:pt x="1766455" y="50800"/>
                </a:moveTo>
                <a:lnTo>
                  <a:pt x="1546821" y="50800"/>
                </a:lnTo>
                <a:lnTo>
                  <a:pt x="1577657" y="38100"/>
                </a:lnTo>
                <a:lnTo>
                  <a:pt x="1796694" y="38100"/>
                </a:lnTo>
                <a:lnTo>
                  <a:pt x="1766455" y="50800"/>
                </a:lnTo>
                <a:close/>
              </a:path>
              <a:path w="7634605" h="1549400">
                <a:moveTo>
                  <a:pt x="2389416" y="50800"/>
                </a:moveTo>
                <a:lnTo>
                  <a:pt x="2193302" y="50800"/>
                </a:lnTo>
                <a:lnTo>
                  <a:pt x="2178685" y="38100"/>
                </a:lnTo>
                <a:lnTo>
                  <a:pt x="2360307" y="38100"/>
                </a:lnTo>
                <a:lnTo>
                  <a:pt x="2389416" y="50800"/>
                </a:lnTo>
                <a:close/>
              </a:path>
              <a:path w="7634605" h="1549400">
                <a:moveTo>
                  <a:pt x="1615795" y="76200"/>
                </a:moveTo>
                <a:lnTo>
                  <a:pt x="1454010" y="76200"/>
                </a:lnTo>
                <a:lnTo>
                  <a:pt x="1515922" y="50800"/>
                </a:lnTo>
                <a:lnTo>
                  <a:pt x="1706651" y="50800"/>
                </a:lnTo>
                <a:lnTo>
                  <a:pt x="1676247" y="63500"/>
                </a:lnTo>
                <a:lnTo>
                  <a:pt x="1646301" y="63500"/>
                </a:lnTo>
                <a:lnTo>
                  <a:pt x="1615795" y="76200"/>
                </a:lnTo>
                <a:close/>
              </a:path>
              <a:path w="7634605" h="1549400">
                <a:moveTo>
                  <a:pt x="2476322" y="76200"/>
                </a:moveTo>
                <a:lnTo>
                  <a:pt x="2351138" y="76200"/>
                </a:lnTo>
                <a:lnTo>
                  <a:pt x="2322271" y="63500"/>
                </a:lnTo>
                <a:lnTo>
                  <a:pt x="2265235" y="63500"/>
                </a:lnTo>
                <a:lnTo>
                  <a:pt x="2250694" y="50800"/>
                </a:lnTo>
                <a:lnTo>
                  <a:pt x="2418461" y="50800"/>
                </a:lnTo>
                <a:lnTo>
                  <a:pt x="2476322" y="76200"/>
                </a:lnTo>
                <a:close/>
              </a:path>
              <a:path w="7634605" h="1549400">
                <a:moveTo>
                  <a:pt x="1463611" y="114300"/>
                </a:moveTo>
                <a:lnTo>
                  <a:pt x="1329715" y="114300"/>
                </a:lnTo>
                <a:lnTo>
                  <a:pt x="1422996" y="76200"/>
                </a:lnTo>
                <a:lnTo>
                  <a:pt x="1585709" y="76200"/>
                </a:lnTo>
                <a:lnTo>
                  <a:pt x="1555089" y="88900"/>
                </a:lnTo>
                <a:lnTo>
                  <a:pt x="1524876" y="88900"/>
                </a:lnTo>
                <a:lnTo>
                  <a:pt x="1494155" y="101600"/>
                </a:lnTo>
                <a:lnTo>
                  <a:pt x="1494370" y="101600"/>
                </a:lnTo>
                <a:lnTo>
                  <a:pt x="1463611" y="114300"/>
                </a:lnTo>
                <a:close/>
              </a:path>
              <a:path w="7634605" h="1549400">
                <a:moveTo>
                  <a:pt x="2648381" y="139700"/>
                </a:moveTo>
                <a:lnTo>
                  <a:pt x="2549702" y="139700"/>
                </a:lnTo>
                <a:lnTo>
                  <a:pt x="2521216" y="127000"/>
                </a:lnTo>
                <a:lnTo>
                  <a:pt x="2521458" y="127000"/>
                </a:lnTo>
                <a:lnTo>
                  <a:pt x="2492933" y="114300"/>
                </a:lnTo>
                <a:lnTo>
                  <a:pt x="2464866" y="114300"/>
                </a:lnTo>
                <a:lnTo>
                  <a:pt x="2436228" y="101600"/>
                </a:lnTo>
                <a:lnTo>
                  <a:pt x="2436507" y="101600"/>
                </a:lnTo>
                <a:lnTo>
                  <a:pt x="2407818" y="88900"/>
                </a:lnTo>
                <a:lnTo>
                  <a:pt x="2379649" y="88900"/>
                </a:lnTo>
                <a:lnTo>
                  <a:pt x="2350833" y="76200"/>
                </a:lnTo>
                <a:lnTo>
                  <a:pt x="2505151" y="76200"/>
                </a:lnTo>
                <a:lnTo>
                  <a:pt x="2648381" y="139700"/>
                </a:lnTo>
                <a:close/>
              </a:path>
              <a:path w="7634605" h="1549400">
                <a:moveTo>
                  <a:pt x="1248295" y="177800"/>
                </a:moveTo>
                <a:lnTo>
                  <a:pt x="1142174" y="177800"/>
                </a:lnTo>
                <a:lnTo>
                  <a:pt x="1298549" y="114300"/>
                </a:lnTo>
                <a:lnTo>
                  <a:pt x="1433207" y="114300"/>
                </a:lnTo>
                <a:lnTo>
                  <a:pt x="1402346" y="127000"/>
                </a:lnTo>
                <a:lnTo>
                  <a:pt x="1402537" y="127000"/>
                </a:lnTo>
                <a:lnTo>
                  <a:pt x="1371638" y="139700"/>
                </a:lnTo>
                <a:lnTo>
                  <a:pt x="1341056" y="139700"/>
                </a:lnTo>
                <a:lnTo>
                  <a:pt x="1310055" y="152400"/>
                </a:lnTo>
                <a:lnTo>
                  <a:pt x="1310233" y="152400"/>
                </a:lnTo>
                <a:lnTo>
                  <a:pt x="1279194" y="165100"/>
                </a:lnTo>
                <a:lnTo>
                  <a:pt x="1279359" y="165100"/>
                </a:lnTo>
                <a:lnTo>
                  <a:pt x="1248295" y="177800"/>
                </a:lnTo>
                <a:close/>
              </a:path>
              <a:path w="7634605" h="1549400">
                <a:moveTo>
                  <a:pt x="5286019" y="1460500"/>
                </a:moveTo>
                <a:lnTo>
                  <a:pt x="5159286" y="1460500"/>
                </a:lnTo>
                <a:lnTo>
                  <a:pt x="4817033" y="1308100"/>
                </a:lnTo>
                <a:lnTo>
                  <a:pt x="4788839" y="1282700"/>
                </a:lnTo>
                <a:lnTo>
                  <a:pt x="4704422" y="1244600"/>
                </a:lnTo>
                <a:lnTo>
                  <a:pt x="4648352" y="1206500"/>
                </a:lnTo>
                <a:lnTo>
                  <a:pt x="4592383" y="1181100"/>
                </a:lnTo>
                <a:lnTo>
                  <a:pt x="4536503" y="1143000"/>
                </a:lnTo>
                <a:lnTo>
                  <a:pt x="4480699" y="1117600"/>
                </a:lnTo>
                <a:lnTo>
                  <a:pt x="4369219" y="1041400"/>
                </a:lnTo>
                <a:lnTo>
                  <a:pt x="4313504" y="1016000"/>
                </a:lnTo>
                <a:lnTo>
                  <a:pt x="4257802" y="977900"/>
                </a:lnTo>
                <a:lnTo>
                  <a:pt x="4202087" y="952500"/>
                </a:lnTo>
                <a:lnTo>
                  <a:pt x="4202226" y="952500"/>
                </a:lnTo>
                <a:lnTo>
                  <a:pt x="4146346" y="914400"/>
                </a:lnTo>
                <a:lnTo>
                  <a:pt x="4146473" y="914400"/>
                </a:lnTo>
                <a:lnTo>
                  <a:pt x="4118508" y="901700"/>
                </a:lnTo>
                <a:lnTo>
                  <a:pt x="4090619" y="889000"/>
                </a:lnTo>
                <a:lnTo>
                  <a:pt x="4062717" y="876300"/>
                </a:lnTo>
                <a:lnTo>
                  <a:pt x="4034802" y="863600"/>
                </a:lnTo>
                <a:lnTo>
                  <a:pt x="4006862" y="850900"/>
                </a:lnTo>
                <a:lnTo>
                  <a:pt x="4007002" y="850900"/>
                </a:lnTo>
                <a:lnTo>
                  <a:pt x="3978910" y="825500"/>
                </a:lnTo>
                <a:lnTo>
                  <a:pt x="3979062" y="825500"/>
                </a:lnTo>
                <a:lnTo>
                  <a:pt x="3950931" y="812800"/>
                </a:lnTo>
                <a:lnTo>
                  <a:pt x="3951109" y="812800"/>
                </a:lnTo>
                <a:lnTo>
                  <a:pt x="3922941" y="800100"/>
                </a:lnTo>
                <a:lnTo>
                  <a:pt x="3923118" y="800100"/>
                </a:lnTo>
                <a:lnTo>
                  <a:pt x="3894924" y="787400"/>
                </a:lnTo>
                <a:lnTo>
                  <a:pt x="3895115" y="787400"/>
                </a:lnTo>
                <a:lnTo>
                  <a:pt x="3866870" y="774700"/>
                </a:lnTo>
                <a:lnTo>
                  <a:pt x="3867073" y="774700"/>
                </a:lnTo>
                <a:lnTo>
                  <a:pt x="3838803" y="762000"/>
                </a:lnTo>
                <a:lnTo>
                  <a:pt x="3839019" y="762000"/>
                </a:lnTo>
                <a:lnTo>
                  <a:pt x="3810698" y="749300"/>
                </a:lnTo>
                <a:lnTo>
                  <a:pt x="3471773" y="596900"/>
                </a:lnTo>
                <a:lnTo>
                  <a:pt x="3415791" y="558800"/>
                </a:lnTo>
                <a:lnTo>
                  <a:pt x="3359873" y="533400"/>
                </a:lnTo>
                <a:lnTo>
                  <a:pt x="3248329" y="469900"/>
                </a:lnTo>
                <a:lnTo>
                  <a:pt x="3136849" y="419100"/>
                </a:lnTo>
                <a:lnTo>
                  <a:pt x="3081147" y="381000"/>
                </a:lnTo>
                <a:lnTo>
                  <a:pt x="3025432" y="355600"/>
                </a:lnTo>
                <a:lnTo>
                  <a:pt x="2969691" y="330200"/>
                </a:lnTo>
                <a:lnTo>
                  <a:pt x="2969844" y="330200"/>
                </a:lnTo>
                <a:lnTo>
                  <a:pt x="2913913" y="292100"/>
                </a:lnTo>
                <a:lnTo>
                  <a:pt x="2914053" y="292100"/>
                </a:lnTo>
                <a:lnTo>
                  <a:pt x="2886049" y="279400"/>
                </a:lnTo>
                <a:lnTo>
                  <a:pt x="2858135" y="266700"/>
                </a:lnTo>
                <a:lnTo>
                  <a:pt x="2830195" y="254000"/>
                </a:lnTo>
                <a:lnTo>
                  <a:pt x="2802242" y="241300"/>
                </a:lnTo>
                <a:lnTo>
                  <a:pt x="2774264" y="228600"/>
                </a:lnTo>
                <a:lnTo>
                  <a:pt x="2774403" y="228600"/>
                </a:lnTo>
                <a:lnTo>
                  <a:pt x="2746260" y="215900"/>
                </a:lnTo>
                <a:lnTo>
                  <a:pt x="2746413" y="215900"/>
                </a:lnTo>
                <a:lnTo>
                  <a:pt x="2718244" y="203200"/>
                </a:lnTo>
                <a:lnTo>
                  <a:pt x="2718396" y="203200"/>
                </a:lnTo>
                <a:lnTo>
                  <a:pt x="2690190" y="190500"/>
                </a:lnTo>
                <a:lnTo>
                  <a:pt x="2690355" y="190500"/>
                </a:lnTo>
                <a:lnTo>
                  <a:pt x="2662110" y="177800"/>
                </a:lnTo>
                <a:lnTo>
                  <a:pt x="2662288" y="177800"/>
                </a:lnTo>
                <a:lnTo>
                  <a:pt x="2634005" y="165100"/>
                </a:lnTo>
                <a:lnTo>
                  <a:pt x="2634195" y="165100"/>
                </a:lnTo>
                <a:lnTo>
                  <a:pt x="2605862" y="152400"/>
                </a:lnTo>
                <a:lnTo>
                  <a:pt x="2577896" y="152400"/>
                </a:lnTo>
                <a:lnTo>
                  <a:pt x="2549474" y="139700"/>
                </a:lnTo>
                <a:lnTo>
                  <a:pt x="2676855" y="139700"/>
                </a:lnTo>
                <a:lnTo>
                  <a:pt x="2846705" y="215900"/>
                </a:lnTo>
                <a:lnTo>
                  <a:pt x="2874873" y="241300"/>
                </a:lnTo>
                <a:lnTo>
                  <a:pt x="3043212" y="317500"/>
                </a:lnTo>
                <a:lnTo>
                  <a:pt x="3099104" y="355600"/>
                </a:lnTo>
                <a:lnTo>
                  <a:pt x="3154946" y="381000"/>
                </a:lnTo>
                <a:lnTo>
                  <a:pt x="3266427" y="444500"/>
                </a:lnTo>
                <a:lnTo>
                  <a:pt x="3377946" y="495300"/>
                </a:lnTo>
                <a:lnTo>
                  <a:pt x="3433686" y="533400"/>
                </a:lnTo>
                <a:lnTo>
                  <a:pt x="3489464" y="558800"/>
                </a:lnTo>
                <a:lnTo>
                  <a:pt x="3545293" y="584200"/>
                </a:lnTo>
                <a:lnTo>
                  <a:pt x="3573195" y="596900"/>
                </a:lnTo>
                <a:lnTo>
                  <a:pt x="3601135" y="609600"/>
                </a:lnTo>
                <a:lnTo>
                  <a:pt x="3629101" y="635000"/>
                </a:lnTo>
                <a:lnTo>
                  <a:pt x="3657091" y="647700"/>
                </a:lnTo>
                <a:lnTo>
                  <a:pt x="3685108" y="660400"/>
                </a:lnTo>
                <a:lnTo>
                  <a:pt x="3684968" y="660400"/>
                </a:lnTo>
                <a:lnTo>
                  <a:pt x="3713137" y="673100"/>
                </a:lnTo>
                <a:lnTo>
                  <a:pt x="3712997" y="673100"/>
                </a:lnTo>
                <a:lnTo>
                  <a:pt x="3741191" y="685800"/>
                </a:lnTo>
                <a:lnTo>
                  <a:pt x="3741051" y="685800"/>
                </a:lnTo>
                <a:lnTo>
                  <a:pt x="3769283" y="698500"/>
                </a:lnTo>
                <a:lnTo>
                  <a:pt x="3769131" y="698500"/>
                </a:lnTo>
                <a:lnTo>
                  <a:pt x="3797401" y="711200"/>
                </a:lnTo>
                <a:lnTo>
                  <a:pt x="3797236" y="711200"/>
                </a:lnTo>
                <a:lnTo>
                  <a:pt x="4108767" y="850900"/>
                </a:lnTo>
                <a:lnTo>
                  <a:pt x="4136859" y="876300"/>
                </a:lnTo>
                <a:lnTo>
                  <a:pt x="4220997" y="914400"/>
                </a:lnTo>
                <a:lnTo>
                  <a:pt x="4276928" y="952500"/>
                </a:lnTo>
                <a:lnTo>
                  <a:pt x="4332782" y="977900"/>
                </a:lnTo>
                <a:lnTo>
                  <a:pt x="4388573" y="1016000"/>
                </a:lnTo>
                <a:lnTo>
                  <a:pt x="4500054" y="1079500"/>
                </a:lnTo>
                <a:lnTo>
                  <a:pt x="4555794" y="1117600"/>
                </a:lnTo>
                <a:lnTo>
                  <a:pt x="4611535" y="1143000"/>
                </a:lnTo>
                <a:lnTo>
                  <a:pt x="4667288" y="1181100"/>
                </a:lnTo>
                <a:lnTo>
                  <a:pt x="4667148" y="1181100"/>
                </a:lnTo>
                <a:lnTo>
                  <a:pt x="4723091" y="1206500"/>
                </a:lnTo>
                <a:lnTo>
                  <a:pt x="4722952" y="1206500"/>
                </a:lnTo>
                <a:lnTo>
                  <a:pt x="4750955" y="1219200"/>
                </a:lnTo>
                <a:lnTo>
                  <a:pt x="4778883" y="1244600"/>
                </a:lnTo>
                <a:lnTo>
                  <a:pt x="4806823" y="1257300"/>
                </a:lnTo>
                <a:lnTo>
                  <a:pt x="4834775" y="1270000"/>
                </a:lnTo>
                <a:lnTo>
                  <a:pt x="4834648" y="1270000"/>
                </a:lnTo>
                <a:lnTo>
                  <a:pt x="4862753" y="1282700"/>
                </a:lnTo>
                <a:lnTo>
                  <a:pt x="4862614" y="1282700"/>
                </a:lnTo>
                <a:lnTo>
                  <a:pt x="4890757" y="1295400"/>
                </a:lnTo>
                <a:lnTo>
                  <a:pt x="4890604" y="1295400"/>
                </a:lnTo>
                <a:lnTo>
                  <a:pt x="4918786" y="1308100"/>
                </a:lnTo>
                <a:lnTo>
                  <a:pt x="4918621" y="1308100"/>
                </a:lnTo>
                <a:lnTo>
                  <a:pt x="4946827" y="1320800"/>
                </a:lnTo>
                <a:lnTo>
                  <a:pt x="4946650" y="1320800"/>
                </a:lnTo>
                <a:lnTo>
                  <a:pt x="4974907" y="1333500"/>
                </a:lnTo>
                <a:lnTo>
                  <a:pt x="4974717" y="1333500"/>
                </a:lnTo>
                <a:lnTo>
                  <a:pt x="5003012" y="1346200"/>
                </a:lnTo>
                <a:lnTo>
                  <a:pt x="5002809" y="1346200"/>
                </a:lnTo>
                <a:lnTo>
                  <a:pt x="5031143" y="1358900"/>
                </a:lnTo>
                <a:lnTo>
                  <a:pt x="5030927" y="1358900"/>
                </a:lnTo>
                <a:lnTo>
                  <a:pt x="5059311" y="1371600"/>
                </a:lnTo>
                <a:lnTo>
                  <a:pt x="5059083" y="1371600"/>
                </a:lnTo>
                <a:lnTo>
                  <a:pt x="5087518" y="1384300"/>
                </a:lnTo>
                <a:lnTo>
                  <a:pt x="5087277" y="1384300"/>
                </a:lnTo>
                <a:lnTo>
                  <a:pt x="5115750" y="1397000"/>
                </a:lnTo>
                <a:lnTo>
                  <a:pt x="5115496" y="1397000"/>
                </a:lnTo>
                <a:lnTo>
                  <a:pt x="5144020" y="1409700"/>
                </a:lnTo>
                <a:lnTo>
                  <a:pt x="5143754" y="1409700"/>
                </a:lnTo>
                <a:lnTo>
                  <a:pt x="5172341" y="1422400"/>
                </a:lnTo>
                <a:lnTo>
                  <a:pt x="5172062" y="1422400"/>
                </a:lnTo>
                <a:lnTo>
                  <a:pt x="5200688" y="1435100"/>
                </a:lnTo>
                <a:lnTo>
                  <a:pt x="5228780" y="1435100"/>
                </a:lnTo>
                <a:lnTo>
                  <a:pt x="5257533" y="1447800"/>
                </a:lnTo>
                <a:lnTo>
                  <a:pt x="5257203" y="1447800"/>
                </a:lnTo>
                <a:lnTo>
                  <a:pt x="5286019" y="1460500"/>
                </a:lnTo>
                <a:close/>
              </a:path>
              <a:path w="7634605" h="1549400">
                <a:moveTo>
                  <a:pt x="17868" y="749300"/>
                </a:moveTo>
                <a:lnTo>
                  <a:pt x="0" y="723900"/>
                </a:lnTo>
                <a:lnTo>
                  <a:pt x="127558" y="647700"/>
                </a:lnTo>
                <a:lnTo>
                  <a:pt x="191350" y="622300"/>
                </a:lnTo>
                <a:lnTo>
                  <a:pt x="318871" y="546100"/>
                </a:lnTo>
                <a:lnTo>
                  <a:pt x="382587" y="520700"/>
                </a:lnTo>
                <a:lnTo>
                  <a:pt x="446277" y="482600"/>
                </a:lnTo>
                <a:lnTo>
                  <a:pt x="509917" y="457200"/>
                </a:lnTo>
                <a:lnTo>
                  <a:pt x="573506" y="419100"/>
                </a:lnTo>
                <a:lnTo>
                  <a:pt x="637044" y="393700"/>
                </a:lnTo>
                <a:lnTo>
                  <a:pt x="700468" y="355600"/>
                </a:lnTo>
                <a:lnTo>
                  <a:pt x="921943" y="266700"/>
                </a:lnTo>
                <a:lnTo>
                  <a:pt x="953477" y="241300"/>
                </a:lnTo>
                <a:lnTo>
                  <a:pt x="1110792" y="177800"/>
                </a:lnTo>
                <a:lnTo>
                  <a:pt x="1248448" y="177800"/>
                </a:lnTo>
                <a:lnTo>
                  <a:pt x="1217333" y="190500"/>
                </a:lnTo>
                <a:lnTo>
                  <a:pt x="1186484" y="190500"/>
                </a:lnTo>
                <a:lnTo>
                  <a:pt x="1155293" y="203200"/>
                </a:lnTo>
                <a:lnTo>
                  <a:pt x="1155433" y="203200"/>
                </a:lnTo>
                <a:lnTo>
                  <a:pt x="1124204" y="215900"/>
                </a:lnTo>
                <a:lnTo>
                  <a:pt x="1124343" y="215900"/>
                </a:lnTo>
                <a:lnTo>
                  <a:pt x="1093076" y="228600"/>
                </a:lnTo>
                <a:lnTo>
                  <a:pt x="1093203" y="228600"/>
                </a:lnTo>
                <a:lnTo>
                  <a:pt x="1061897" y="241300"/>
                </a:lnTo>
                <a:lnTo>
                  <a:pt x="1030693" y="254000"/>
                </a:lnTo>
                <a:lnTo>
                  <a:pt x="999439" y="266700"/>
                </a:lnTo>
                <a:lnTo>
                  <a:pt x="968159" y="279400"/>
                </a:lnTo>
                <a:lnTo>
                  <a:pt x="936828" y="292100"/>
                </a:lnTo>
                <a:lnTo>
                  <a:pt x="905471" y="304800"/>
                </a:lnTo>
                <a:lnTo>
                  <a:pt x="874090" y="317500"/>
                </a:lnTo>
                <a:lnTo>
                  <a:pt x="842657" y="342900"/>
                </a:lnTo>
                <a:lnTo>
                  <a:pt x="811212" y="355600"/>
                </a:lnTo>
                <a:lnTo>
                  <a:pt x="779729" y="368300"/>
                </a:lnTo>
                <a:lnTo>
                  <a:pt x="748207" y="381000"/>
                </a:lnTo>
                <a:lnTo>
                  <a:pt x="716673" y="393700"/>
                </a:lnTo>
                <a:lnTo>
                  <a:pt x="653465" y="419100"/>
                </a:lnTo>
                <a:lnTo>
                  <a:pt x="653605" y="419100"/>
                </a:lnTo>
                <a:lnTo>
                  <a:pt x="590207" y="457200"/>
                </a:lnTo>
                <a:lnTo>
                  <a:pt x="526859" y="482600"/>
                </a:lnTo>
                <a:lnTo>
                  <a:pt x="463435" y="520700"/>
                </a:lnTo>
                <a:lnTo>
                  <a:pt x="399935" y="546100"/>
                </a:lnTo>
                <a:lnTo>
                  <a:pt x="336359" y="584200"/>
                </a:lnTo>
                <a:lnTo>
                  <a:pt x="272745" y="622300"/>
                </a:lnTo>
                <a:lnTo>
                  <a:pt x="209080" y="647700"/>
                </a:lnTo>
                <a:lnTo>
                  <a:pt x="145376" y="685800"/>
                </a:lnTo>
                <a:lnTo>
                  <a:pt x="17868" y="749300"/>
                </a:lnTo>
                <a:close/>
              </a:path>
              <a:path w="7634605" h="1549400">
                <a:moveTo>
                  <a:pt x="6028347" y="1485900"/>
                </a:moveTo>
                <a:lnTo>
                  <a:pt x="5865964" y="1485900"/>
                </a:lnTo>
                <a:lnTo>
                  <a:pt x="5882703" y="1473200"/>
                </a:lnTo>
                <a:lnTo>
                  <a:pt x="5932779" y="1473200"/>
                </a:lnTo>
                <a:lnTo>
                  <a:pt x="5949873" y="1460500"/>
                </a:lnTo>
                <a:lnTo>
                  <a:pt x="5983782" y="1460500"/>
                </a:lnTo>
                <a:lnTo>
                  <a:pt x="6018517" y="1447800"/>
                </a:lnTo>
                <a:lnTo>
                  <a:pt x="6018237" y="1447800"/>
                </a:lnTo>
                <a:lnTo>
                  <a:pt x="6053251" y="1435100"/>
                </a:lnTo>
                <a:lnTo>
                  <a:pt x="6052985" y="1435100"/>
                </a:lnTo>
                <a:lnTo>
                  <a:pt x="6088253" y="1422400"/>
                </a:lnTo>
                <a:lnTo>
                  <a:pt x="6088011" y="1422400"/>
                </a:lnTo>
                <a:lnTo>
                  <a:pt x="6123495" y="1409700"/>
                </a:lnTo>
                <a:lnTo>
                  <a:pt x="6123266" y="1409700"/>
                </a:lnTo>
                <a:lnTo>
                  <a:pt x="6158953" y="1397000"/>
                </a:lnTo>
                <a:lnTo>
                  <a:pt x="6158738" y="1397000"/>
                </a:lnTo>
                <a:lnTo>
                  <a:pt x="6194602" y="1384300"/>
                </a:lnTo>
                <a:lnTo>
                  <a:pt x="6194412" y="1384300"/>
                </a:lnTo>
                <a:lnTo>
                  <a:pt x="6230429" y="1371600"/>
                </a:lnTo>
                <a:lnTo>
                  <a:pt x="6230239" y="1371600"/>
                </a:lnTo>
                <a:lnTo>
                  <a:pt x="6266383" y="1358900"/>
                </a:lnTo>
                <a:lnTo>
                  <a:pt x="6266205" y="1358900"/>
                </a:lnTo>
                <a:lnTo>
                  <a:pt x="6302451" y="1346200"/>
                </a:lnTo>
                <a:lnTo>
                  <a:pt x="6302286" y="1346200"/>
                </a:lnTo>
                <a:lnTo>
                  <a:pt x="6338608" y="1333500"/>
                </a:lnTo>
                <a:lnTo>
                  <a:pt x="6338455" y="1333500"/>
                </a:lnTo>
                <a:lnTo>
                  <a:pt x="6374828" y="1320800"/>
                </a:lnTo>
                <a:lnTo>
                  <a:pt x="6374688" y="1320800"/>
                </a:lnTo>
                <a:lnTo>
                  <a:pt x="6411087" y="1308100"/>
                </a:lnTo>
                <a:lnTo>
                  <a:pt x="6410947" y="1308100"/>
                </a:lnTo>
                <a:lnTo>
                  <a:pt x="6447358" y="1295400"/>
                </a:lnTo>
                <a:lnTo>
                  <a:pt x="6483616" y="1282700"/>
                </a:lnTo>
                <a:lnTo>
                  <a:pt x="6519824" y="1257300"/>
                </a:lnTo>
                <a:lnTo>
                  <a:pt x="6555981" y="1244600"/>
                </a:lnTo>
                <a:lnTo>
                  <a:pt x="6592036" y="1231900"/>
                </a:lnTo>
                <a:lnTo>
                  <a:pt x="6627990" y="1219200"/>
                </a:lnTo>
                <a:lnTo>
                  <a:pt x="6663791" y="1193800"/>
                </a:lnTo>
                <a:lnTo>
                  <a:pt x="6699427" y="1181100"/>
                </a:lnTo>
                <a:lnTo>
                  <a:pt x="6734873" y="1168400"/>
                </a:lnTo>
                <a:lnTo>
                  <a:pt x="6770116" y="1143000"/>
                </a:lnTo>
                <a:lnTo>
                  <a:pt x="6805104" y="1130300"/>
                </a:lnTo>
                <a:lnTo>
                  <a:pt x="6874294" y="1092200"/>
                </a:lnTo>
                <a:lnTo>
                  <a:pt x="6942188" y="1066800"/>
                </a:lnTo>
                <a:lnTo>
                  <a:pt x="7008622" y="1028700"/>
                </a:lnTo>
                <a:lnTo>
                  <a:pt x="7073379" y="990600"/>
                </a:lnTo>
                <a:lnTo>
                  <a:pt x="7136295" y="965200"/>
                </a:lnTo>
                <a:lnTo>
                  <a:pt x="7255751" y="901700"/>
                </a:lnTo>
                <a:lnTo>
                  <a:pt x="7365403" y="838200"/>
                </a:lnTo>
                <a:lnTo>
                  <a:pt x="7416088" y="812800"/>
                </a:lnTo>
                <a:lnTo>
                  <a:pt x="7463751" y="787400"/>
                </a:lnTo>
                <a:lnTo>
                  <a:pt x="7508125" y="774700"/>
                </a:lnTo>
                <a:lnTo>
                  <a:pt x="7529080" y="762000"/>
                </a:lnTo>
                <a:lnTo>
                  <a:pt x="7549172" y="749300"/>
                </a:lnTo>
                <a:lnTo>
                  <a:pt x="7568387" y="736600"/>
                </a:lnTo>
                <a:lnTo>
                  <a:pt x="7586687" y="736600"/>
                </a:lnTo>
                <a:lnTo>
                  <a:pt x="7604074" y="723900"/>
                </a:lnTo>
                <a:lnTo>
                  <a:pt x="7620165" y="723900"/>
                </a:lnTo>
                <a:lnTo>
                  <a:pt x="7634516" y="749300"/>
                </a:lnTo>
                <a:lnTo>
                  <a:pt x="7618425" y="762000"/>
                </a:lnTo>
                <a:lnTo>
                  <a:pt x="7601877" y="762000"/>
                </a:lnTo>
                <a:lnTo>
                  <a:pt x="7583830" y="774700"/>
                </a:lnTo>
                <a:lnTo>
                  <a:pt x="7584033" y="774700"/>
                </a:lnTo>
                <a:lnTo>
                  <a:pt x="7565034" y="787400"/>
                </a:lnTo>
                <a:lnTo>
                  <a:pt x="7545425" y="787400"/>
                </a:lnTo>
                <a:lnTo>
                  <a:pt x="7524623" y="800100"/>
                </a:lnTo>
                <a:lnTo>
                  <a:pt x="7524788" y="800100"/>
                </a:lnTo>
                <a:lnTo>
                  <a:pt x="7480592" y="825500"/>
                </a:lnTo>
                <a:lnTo>
                  <a:pt x="7480757" y="825500"/>
                </a:lnTo>
                <a:lnTo>
                  <a:pt x="7433271" y="850900"/>
                </a:lnTo>
                <a:lnTo>
                  <a:pt x="7382827" y="876300"/>
                </a:lnTo>
                <a:lnTo>
                  <a:pt x="7273366" y="927100"/>
                </a:lnTo>
                <a:lnTo>
                  <a:pt x="7153871" y="990600"/>
                </a:lnTo>
                <a:lnTo>
                  <a:pt x="7090841" y="1028700"/>
                </a:lnTo>
                <a:lnTo>
                  <a:pt x="7025932" y="1066800"/>
                </a:lnTo>
                <a:lnTo>
                  <a:pt x="6959295" y="1092200"/>
                </a:lnTo>
                <a:lnTo>
                  <a:pt x="6891172" y="1130300"/>
                </a:lnTo>
                <a:lnTo>
                  <a:pt x="6821779" y="1168400"/>
                </a:lnTo>
                <a:lnTo>
                  <a:pt x="6751243" y="1193800"/>
                </a:lnTo>
                <a:lnTo>
                  <a:pt x="6715620" y="1219200"/>
                </a:lnTo>
                <a:lnTo>
                  <a:pt x="6643801" y="1244600"/>
                </a:lnTo>
                <a:lnTo>
                  <a:pt x="6607759" y="1270000"/>
                </a:lnTo>
                <a:lnTo>
                  <a:pt x="6498513" y="1308100"/>
                </a:lnTo>
                <a:lnTo>
                  <a:pt x="6462001" y="1333500"/>
                </a:lnTo>
                <a:lnTo>
                  <a:pt x="6028347" y="1485900"/>
                </a:lnTo>
                <a:close/>
              </a:path>
              <a:path w="7634605" h="1549400">
                <a:moveTo>
                  <a:pt x="5457939" y="1498600"/>
                </a:moveTo>
                <a:lnTo>
                  <a:pt x="5275402" y="1498600"/>
                </a:lnTo>
                <a:lnTo>
                  <a:pt x="5188204" y="1460500"/>
                </a:lnTo>
                <a:lnTo>
                  <a:pt x="5314289" y="1460500"/>
                </a:lnTo>
                <a:lnTo>
                  <a:pt x="5328754" y="1473200"/>
                </a:lnTo>
                <a:lnTo>
                  <a:pt x="5371490" y="1473200"/>
                </a:lnTo>
                <a:lnTo>
                  <a:pt x="5386031" y="1485900"/>
                </a:lnTo>
                <a:lnTo>
                  <a:pt x="5443308" y="1485900"/>
                </a:lnTo>
                <a:lnTo>
                  <a:pt x="5457939" y="1498600"/>
                </a:lnTo>
                <a:close/>
              </a:path>
              <a:path w="7634605" h="1549400">
                <a:moveTo>
                  <a:pt x="5975997" y="1498600"/>
                </a:moveTo>
                <a:lnTo>
                  <a:pt x="5800801" y="1498600"/>
                </a:lnTo>
                <a:lnTo>
                  <a:pt x="5817133" y="1485900"/>
                </a:lnTo>
                <a:lnTo>
                  <a:pt x="5993409" y="1485900"/>
                </a:lnTo>
                <a:lnTo>
                  <a:pt x="5975997" y="1498600"/>
                </a:lnTo>
                <a:close/>
              </a:path>
              <a:path w="7634605" h="1549400">
                <a:moveTo>
                  <a:pt x="5588368" y="1511300"/>
                </a:moveTo>
                <a:lnTo>
                  <a:pt x="5334012" y="1511300"/>
                </a:lnTo>
                <a:lnTo>
                  <a:pt x="5319344" y="1498600"/>
                </a:lnTo>
                <a:lnTo>
                  <a:pt x="5573560" y="1498600"/>
                </a:lnTo>
                <a:lnTo>
                  <a:pt x="5588368" y="1511300"/>
                </a:lnTo>
                <a:close/>
              </a:path>
              <a:path w="7634605" h="1549400">
                <a:moveTo>
                  <a:pt x="5924232" y="1511300"/>
                </a:moveTo>
                <a:lnTo>
                  <a:pt x="5676303" y="1511300"/>
                </a:lnTo>
                <a:lnTo>
                  <a:pt x="5691657" y="1498600"/>
                </a:lnTo>
                <a:lnTo>
                  <a:pt x="5941415" y="1498600"/>
                </a:lnTo>
                <a:lnTo>
                  <a:pt x="5924232" y="1511300"/>
                </a:lnTo>
                <a:close/>
              </a:path>
              <a:path w="7634605" h="1549400">
                <a:moveTo>
                  <a:pt x="5873203" y="1524000"/>
                </a:moveTo>
                <a:lnTo>
                  <a:pt x="5392877" y="1524000"/>
                </a:lnTo>
                <a:lnTo>
                  <a:pt x="5378119" y="1511300"/>
                </a:lnTo>
                <a:lnTo>
                  <a:pt x="5890133" y="1511300"/>
                </a:lnTo>
                <a:lnTo>
                  <a:pt x="5873203" y="1524000"/>
                </a:lnTo>
                <a:close/>
              </a:path>
              <a:path w="7634605" h="1549400">
                <a:moveTo>
                  <a:pt x="5790018" y="1536700"/>
                </a:moveTo>
                <a:lnTo>
                  <a:pt x="5452084" y="1536700"/>
                </a:lnTo>
                <a:lnTo>
                  <a:pt x="5437238" y="1524000"/>
                </a:lnTo>
                <a:lnTo>
                  <a:pt x="5806465" y="1524000"/>
                </a:lnTo>
                <a:lnTo>
                  <a:pt x="5790018" y="1536700"/>
                </a:lnTo>
                <a:close/>
              </a:path>
              <a:path w="7634605" h="1549400">
                <a:moveTo>
                  <a:pt x="5678055" y="1549400"/>
                </a:moveTo>
                <a:lnTo>
                  <a:pt x="5586641" y="1549400"/>
                </a:lnTo>
                <a:lnTo>
                  <a:pt x="5571591" y="1536700"/>
                </a:lnTo>
                <a:lnTo>
                  <a:pt x="5693702" y="1536700"/>
                </a:lnTo>
                <a:lnTo>
                  <a:pt x="5678055" y="1549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59968" y="206296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37768" y="206290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15568" y="206284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993368" y="2062791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171168" y="206273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348968" y="2062676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26768" y="2062626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704568" y="206256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882368" y="2062511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060168" y="206245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237968" y="206239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415768" y="2049640"/>
            <a:ext cx="30480" cy="26034"/>
          </a:xfrm>
          <a:custGeom>
            <a:avLst/>
            <a:gdLst/>
            <a:ahLst/>
            <a:cxnLst/>
            <a:rect l="l" t="t" r="r" b="b"/>
            <a:pathLst>
              <a:path w="30480" h="26035">
                <a:moveTo>
                  <a:pt x="12" y="25412"/>
                </a:moveTo>
                <a:lnTo>
                  <a:pt x="0" y="12"/>
                </a:lnTo>
                <a:lnTo>
                  <a:pt x="29857" y="0"/>
                </a:lnTo>
                <a:lnTo>
                  <a:pt x="29857" y="25400"/>
                </a:lnTo>
                <a:lnTo>
                  <a:pt x="12" y="25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457056" y="40194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455672" y="38194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454300" y="361941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452916" y="34193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51538" y="321937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450160" y="30193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448775" y="28193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447404" y="261931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446020" y="24192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444635" y="221927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443264" y="201924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441879" y="18192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440508" y="161921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439123" y="14191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4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323956" y="40003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322571" y="38003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321200" y="36003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319816" y="34003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318431" y="320032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317060" y="30002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315675" y="28002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314304" y="26002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312920" y="24002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311535" y="220022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310164" y="200019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308779" y="18001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307408" y="16001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306023" y="14001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4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057756" y="40384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056371" y="38384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8055000" y="36384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053616" y="34384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052231" y="323842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050860" y="30383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8049476" y="28383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8048104" y="26383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046719" y="24383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8045336" y="223832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043964" y="203829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042579" y="18382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041208" y="16382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8039823" y="14382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4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133706" y="40384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132321" y="38384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130950" y="36384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129566" y="34384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128181" y="323842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126810" y="30383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6125425" y="28383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6124054" y="26383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122670" y="24383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6121285" y="223832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119914" y="203829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6118529" y="183828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117158" y="163826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490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6115773" y="143823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4">
                <a:moveTo>
                  <a:pt x="0" y="0"/>
                </a:moveTo>
                <a:lnTo>
                  <a:pt x="0" y="114503"/>
                </a:lnTo>
              </a:path>
            </a:pathLst>
          </a:custGeom>
          <a:ln w="293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953541" y="1293698"/>
            <a:ext cx="1209675" cy="368300"/>
          </a:xfrm>
          <a:custGeom>
            <a:avLst/>
            <a:gdLst/>
            <a:ahLst/>
            <a:cxnLst/>
            <a:rect l="l" t="t" r="r" b="b"/>
            <a:pathLst>
              <a:path w="1209675" h="368300">
                <a:moveTo>
                  <a:pt x="1189324" y="12700"/>
                </a:moveTo>
                <a:lnTo>
                  <a:pt x="1161681" y="12700"/>
                </a:lnTo>
                <a:lnTo>
                  <a:pt x="1170482" y="8890"/>
                </a:lnTo>
                <a:lnTo>
                  <a:pt x="1170228" y="8890"/>
                </a:lnTo>
                <a:lnTo>
                  <a:pt x="1179017" y="6350"/>
                </a:lnTo>
                <a:lnTo>
                  <a:pt x="1178750" y="6350"/>
                </a:lnTo>
                <a:lnTo>
                  <a:pt x="1187526" y="3810"/>
                </a:lnTo>
                <a:lnTo>
                  <a:pt x="1187259" y="3810"/>
                </a:lnTo>
                <a:lnTo>
                  <a:pt x="1196022" y="0"/>
                </a:lnTo>
                <a:lnTo>
                  <a:pt x="1202613" y="0"/>
                </a:lnTo>
                <a:lnTo>
                  <a:pt x="1209078" y="7620"/>
                </a:lnTo>
                <a:lnTo>
                  <a:pt x="1190180" y="7620"/>
                </a:lnTo>
                <a:lnTo>
                  <a:pt x="1189324" y="12700"/>
                </a:lnTo>
                <a:close/>
              </a:path>
              <a:path w="1209675" h="368300">
                <a:moveTo>
                  <a:pt x="675106" y="33020"/>
                </a:moveTo>
                <a:lnTo>
                  <a:pt x="616610" y="33020"/>
                </a:lnTo>
                <a:lnTo>
                  <a:pt x="634123" y="26670"/>
                </a:lnTo>
                <a:lnTo>
                  <a:pt x="643420" y="22860"/>
                </a:lnTo>
                <a:lnTo>
                  <a:pt x="652462" y="20320"/>
                </a:lnTo>
                <a:lnTo>
                  <a:pt x="661517" y="16510"/>
                </a:lnTo>
                <a:lnTo>
                  <a:pt x="670585" y="15240"/>
                </a:lnTo>
                <a:lnTo>
                  <a:pt x="688746" y="10160"/>
                </a:lnTo>
                <a:lnTo>
                  <a:pt x="734199" y="3810"/>
                </a:lnTo>
                <a:lnTo>
                  <a:pt x="743305" y="3810"/>
                </a:lnTo>
                <a:lnTo>
                  <a:pt x="752221" y="2540"/>
                </a:lnTo>
                <a:lnTo>
                  <a:pt x="788619" y="2540"/>
                </a:lnTo>
                <a:lnTo>
                  <a:pt x="861326" y="7620"/>
                </a:lnTo>
                <a:lnTo>
                  <a:pt x="879411" y="10160"/>
                </a:lnTo>
                <a:lnTo>
                  <a:pt x="951395" y="19050"/>
                </a:lnTo>
                <a:lnTo>
                  <a:pt x="969289" y="20320"/>
                </a:lnTo>
                <a:lnTo>
                  <a:pt x="978160" y="21590"/>
                </a:lnTo>
                <a:lnTo>
                  <a:pt x="753224" y="21590"/>
                </a:lnTo>
                <a:lnTo>
                  <a:pt x="744308" y="22860"/>
                </a:lnTo>
                <a:lnTo>
                  <a:pt x="735787" y="22860"/>
                </a:lnTo>
                <a:lnTo>
                  <a:pt x="726884" y="24130"/>
                </a:lnTo>
                <a:lnTo>
                  <a:pt x="727100" y="24130"/>
                </a:lnTo>
                <a:lnTo>
                  <a:pt x="718210" y="25400"/>
                </a:lnTo>
                <a:lnTo>
                  <a:pt x="718426" y="25400"/>
                </a:lnTo>
                <a:lnTo>
                  <a:pt x="709549" y="26670"/>
                </a:lnTo>
                <a:lnTo>
                  <a:pt x="709777" y="26670"/>
                </a:lnTo>
                <a:lnTo>
                  <a:pt x="700913" y="27940"/>
                </a:lnTo>
                <a:lnTo>
                  <a:pt x="701141" y="27940"/>
                </a:lnTo>
                <a:lnTo>
                  <a:pt x="692289" y="29210"/>
                </a:lnTo>
                <a:lnTo>
                  <a:pt x="692531" y="29210"/>
                </a:lnTo>
                <a:lnTo>
                  <a:pt x="683691" y="30480"/>
                </a:lnTo>
                <a:lnTo>
                  <a:pt x="683933" y="30480"/>
                </a:lnTo>
                <a:lnTo>
                  <a:pt x="675106" y="33020"/>
                </a:lnTo>
                <a:close/>
              </a:path>
              <a:path w="1209675" h="368300">
                <a:moveTo>
                  <a:pt x="1187516" y="23439"/>
                </a:moveTo>
                <a:lnTo>
                  <a:pt x="1190180" y="7620"/>
                </a:lnTo>
                <a:lnTo>
                  <a:pt x="1203121" y="17780"/>
                </a:lnTo>
                <a:lnTo>
                  <a:pt x="1194092" y="21590"/>
                </a:lnTo>
                <a:lnTo>
                  <a:pt x="1187516" y="23439"/>
                </a:lnTo>
                <a:close/>
              </a:path>
              <a:path w="1209675" h="368300">
                <a:moveTo>
                  <a:pt x="1142335" y="291701"/>
                </a:moveTo>
                <a:lnTo>
                  <a:pt x="1187516" y="23439"/>
                </a:lnTo>
                <a:lnTo>
                  <a:pt x="1194092" y="21590"/>
                </a:lnTo>
                <a:lnTo>
                  <a:pt x="1203121" y="17780"/>
                </a:lnTo>
                <a:lnTo>
                  <a:pt x="1190180" y="7620"/>
                </a:lnTo>
                <a:lnTo>
                  <a:pt x="1209078" y="7620"/>
                </a:lnTo>
                <a:lnTo>
                  <a:pt x="1208963" y="10160"/>
                </a:lnTo>
                <a:lnTo>
                  <a:pt x="1161906" y="289560"/>
                </a:lnTo>
                <a:lnTo>
                  <a:pt x="1147254" y="289560"/>
                </a:lnTo>
                <a:lnTo>
                  <a:pt x="1142335" y="291701"/>
                </a:lnTo>
                <a:close/>
              </a:path>
              <a:path w="1209675" h="368300">
                <a:moveTo>
                  <a:pt x="1085189" y="44450"/>
                </a:moveTo>
                <a:lnTo>
                  <a:pt x="1021499" y="44450"/>
                </a:lnTo>
                <a:lnTo>
                  <a:pt x="985253" y="41910"/>
                </a:lnTo>
                <a:lnTo>
                  <a:pt x="967155" y="39370"/>
                </a:lnTo>
                <a:lnTo>
                  <a:pt x="949071" y="38100"/>
                </a:lnTo>
                <a:lnTo>
                  <a:pt x="877087" y="29210"/>
                </a:lnTo>
                <a:lnTo>
                  <a:pt x="859193" y="26670"/>
                </a:lnTo>
                <a:lnTo>
                  <a:pt x="841336" y="25400"/>
                </a:lnTo>
                <a:lnTo>
                  <a:pt x="1083995" y="25400"/>
                </a:lnTo>
                <a:lnTo>
                  <a:pt x="1092898" y="24130"/>
                </a:lnTo>
                <a:lnTo>
                  <a:pt x="1101382" y="24130"/>
                </a:lnTo>
                <a:lnTo>
                  <a:pt x="1110272" y="22860"/>
                </a:lnTo>
                <a:lnTo>
                  <a:pt x="1110056" y="22860"/>
                </a:lnTo>
                <a:lnTo>
                  <a:pt x="1118933" y="21590"/>
                </a:lnTo>
                <a:lnTo>
                  <a:pt x="1118704" y="21590"/>
                </a:lnTo>
                <a:lnTo>
                  <a:pt x="1127569" y="20320"/>
                </a:lnTo>
                <a:lnTo>
                  <a:pt x="1127340" y="20320"/>
                </a:lnTo>
                <a:lnTo>
                  <a:pt x="1136192" y="17780"/>
                </a:lnTo>
                <a:lnTo>
                  <a:pt x="1135951" y="17780"/>
                </a:lnTo>
                <a:lnTo>
                  <a:pt x="1144790" y="16510"/>
                </a:lnTo>
                <a:lnTo>
                  <a:pt x="1144549" y="16510"/>
                </a:lnTo>
                <a:lnTo>
                  <a:pt x="1153375" y="13970"/>
                </a:lnTo>
                <a:lnTo>
                  <a:pt x="1153121" y="13970"/>
                </a:lnTo>
                <a:lnTo>
                  <a:pt x="1161935" y="11430"/>
                </a:lnTo>
                <a:lnTo>
                  <a:pt x="1161681" y="12700"/>
                </a:lnTo>
                <a:lnTo>
                  <a:pt x="1189324" y="12700"/>
                </a:lnTo>
                <a:lnTo>
                  <a:pt x="1187516" y="23439"/>
                </a:lnTo>
                <a:lnTo>
                  <a:pt x="1185062" y="24130"/>
                </a:lnTo>
                <a:lnTo>
                  <a:pt x="1176020" y="27940"/>
                </a:lnTo>
                <a:lnTo>
                  <a:pt x="1148816" y="35560"/>
                </a:lnTo>
                <a:lnTo>
                  <a:pt x="1139977" y="36830"/>
                </a:lnTo>
                <a:lnTo>
                  <a:pt x="1130655" y="39370"/>
                </a:lnTo>
                <a:lnTo>
                  <a:pt x="1103376" y="43180"/>
                </a:lnTo>
                <a:lnTo>
                  <a:pt x="1094282" y="43180"/>
                </a:lnTo>
                <a:lnTo>
                  <a:pt x="1085189" y="44450"/>
                </a:lnTo>
                <a:close/>
              </a:path>
              <a:path w="1209675" h="368300">
                <a:moveTo>
                  <a:pt x="987145" y="22860"/>
                </a:moveTo>
                <a:lnTo>
                  <a:pt x="806018" y="22860"/>
                </a:lnTo>
                <a:lnTo>
                  <a:pt x="788111" y="21590"/>
                </a:lnTo>
                <a:lnTo>
                  <a:pt x="978160" y="21590"/>
                </a:lnTo>
                <a:lnTo>
                  <a:pt x="987145" y="22860"/>
                </a:lnTo>
                <a:close/>
              </a:path>
              <a:path w="1209675" h="368300">
                <a:moveTo>
                  <a:pt x="823722" y="24130"/>
                </a:moveTo>
                <a:lnTo>
                  <a:pt x="805789" y="22860"/>
                </a:lnTo>
                <a:lnTo>
                  <a:pt x="823531" y="22860"/>
                </a:lnTo>
                <a:lnTo>
                  <a:pt x="823722" y="24130"/>
                </a:lnTo>
                <a:close/>
              </a:path>
              <a:path w="1209675" h="368300">
                <a:moveTo>
                  <a:pt x="1022692" y="25400"/>
                </a:moveTo>
                <a:lnTo>
                  <a:pt x="841489" y="25400"/>
                </a:lnTo>
                <a:lnTo>
                  <a:pt x="823531" y="22860"/>
                </a:lnTo>
                <a:lnTo>
                  <a:pt x="986993" y="22860"/>
                </a:lnTo>
                <a:lnTo>
                  <a:pt x="1004951" y="24130"/>
                </a:lnTo>
                <a:lnTo>
                  <a:pt x="1004760" y="24130"/>
                </a:lnTo>
                <a:lnTo>
                  <a:pt x="1022692" y="25400"/>
                </a:lnTo>
                <a:close/>
              </a:path>
              <a:path w="1209675" h="368300">
                <a:moveTo>
                  <a:pt x="217970" y="33020"/>
                </a:moveTo>
                <a:lnTo>
                  <a:pt x="190665" y="33020"/>
                </a:lnTo>
                <a:lnTo>
                  <a:pt x="199771" y="31750"/>
                </a:lnTo>
                <a:lnTo>
                  <a:pt x="209029" y="31750"/>
                </a:lnTo>
                <a:lnTo>
                  <a:pt x="217970" y="33020"/>
                </a:lnTo>
                <a:close/>
              </a:path>
              <a:path w="1209675" h="368300">
                <a:moveTo>
                  <a:pt x="8648" y="368300"/>
                </a:moveTo>
                <a:lnTo>
                  <a:pt x="0" y="359410"/>
                </a:lnTo>
                <a:lnTo>
                  <a:pt x="101" y="356870"/>
                </a:lnTo>
                <a:lnTo>
                  <a:pt x="48869" y="67310"/>
                </a:lnTo>
                <a:lnTo>
                  <a:pt x="109016" y="41910"/>
                </a:lnTo>
                <a:lnTo>
                  <a:pt x="118097" y="40640"/>
                </a:lnTo>
                <a:lnTo>
                  <a:pt x="127177" y="38100"/>
                </a:lnTo>
                <a:lnTo>
                  <a:pt x="154457" y="34290"/>
                </a:lnTo>
                <a:lnTo>
                  <a:pt x="163550" y="34290"/>
                </a:lnTo>
                <a:lnTo>
                  <a:pt x="172643" y="33020"/>
                </a:lnTo>
                <a:lnTo>
                  <a:pt x="236334" y="33020"/>
                </a:lnTo>
                <a:lnTo>
                  <a:pt x="272580" y="35560"/>
                </a:lnTo>
                <a:lnTo>
                  <a:pt x="290677" y="38100"/>
                </a:lnTo>
                <a:lnTo>
                  <a:pt x="308762" y="39370"/>
                </a:lnTo>
                <a:lnTo>
                  <a:pt x="380746" y="48260"/>
                </a:lnTo>
                <a:lnTo>
                  <a:pt x="398640" y="50800"/>
                </a:lnTo>
                <a:lnTo>
                  <a:pt x="200075" y="50800"/>
                </a:lnTo>
                <a:lnTo>
                  <a:pt x="191147" y="52070"/>
                </a:lnTo>
                <a:lnTo>
                  <a:pt x="173837" y="52070"/>
                </a:lnTo>
                <a:lnTo>
                  <a:pt x="164934" y="53340"/>
                </a:lnTo>
                <a:lnTo>
                  <a:pt x="156451" y="53340"/>
                </a:lnTo>
                <a:lnTo>
                  <a:pt x="147561" y="54610"/>
                </a:lnTo>
                <a:lnTo>
                  <a:pt x="147777" y="54610"/>
                </a:lnTo>
                <a:lnTo>
                  <a:pt x="138899" y="55880"/>
                </a:lnTo>
                <a:lnTo>
                  <a:pt x="139128" y="55880"/>
                </a:lnTo>
                <a:lnTo>
                  <a:pt x="130263" y="57150"/>
                </a:lnTo>
                <a:lnTo>
                  <a:pt x="130492" y="57150"/>
                </a:lnTo>
                <a:lnTo>
                  <a:pt x="121640" y="58420"/>
                </a:lnTo>
                <a:lnTo>
                  <a:pt x="121881" y="58420"/>
                </a:lnTo>
                <a:lnTo>
                  <a:pt x="113042" y="60960"/>
                </a:lnTo>
                <a:lnTo>
                  <a:pt x="113284" y="60960"/>
                </a:lnTo>
                <a:lnTo>
                  <a:pt x="104457" y="63500"/>
                </a:lnTo>
                <a:lnTo>
                  <a:pt x="104711" y="63500"/>
                </a:lnTo>
                <a:lnTo>
                  <a:pt x="95897" y="64770"/>
                </a:lnTo>
                <a:lnTo>
                  <a:pt x="96151" y="64770"/>
                </a:lnTo>
                <a:lnTo>
                  <a:pt x="87350" y="67310"/>
                </a:lnTo>
                <a:lnTo>
                  <a:pt x="87604" y="67310"/>
                </a:lnTo>
                <a:lnTo>
                  <a:pt x="81745" y="69850"/>
                </a:lnTo>
                <a:lnTo>
                  <a:pt x="67652" y="69850"/>
                </a:lnTo>
                <a:lnTo>
                  <a:pt x="61810" y="77470"/>
                </a:lnTo>
                <a:lnTo>
                  <a:pt x="66369" y="77470"/>
                </a:lnTo>
                <a:lnTo>
                  <a:pt x="21549" y="343590"/>
                </a:lnTo>
                <a:lnTo>
                  <a:pt x="14973" y="345440"/>
                </a:lnTo>
                <a:lnTo>
                  <a:pt x="5943" y="349250"/>
                </a:lnTo>
                <a:lnTo>
                  <a:pt x="18884" y="359410"/>
                </a:lnTo>
                <a:lnTo>
                  <a:pt x="34442" y="359410"/>
                </a:lnTo>
                <a:lnTo>
                  <a:pt x="30048" y="360680"/>
                </a:lnTo>
                <a:lnTo>
                  <a:pt x="30314" y="360680"/>
                </a:lnTo>
                <a:lnTo>
                  <a:pt x="21539" y="363220"/>
                </a:lnTo>
                <a:lnTo>
                  <a:pt x="21805" y="363220"/>
                </a:lnTo>
                <a:lnTo>
                  <a:pt x="13042" y="367030"/>
                </a:lnTo>
                <a:lnTo>
                  <a:pt x="10883" y="367030"/>
                </a:lnTo>
                <a:lnTo>
                  <a:pt x="8648" y="368300"/>
                </a:lnTo>
                <a:close/>
              </a:path>
              <a:path w="1209675" h="368300">
                <a:moveTo>
                  <a:pt x="640956" y="44450"/>
                </a:moveTo>
                <a:lnTo>
                  <a:pt x="582472" y="44450"/>
                </a:lnTo>
                <a:lnTo>
                  <a:pt x="591286" y="41910"/>
                </a:lnTo>
                <a:lnTo>
                  <a:pt x="591032" y="41910"/>
                </a:lnTo>
                <a:lnTo>
                  <a:pt x="599833" y="39370"/>
                </a:lnTo>
                <a:lnTo>
                  <a:pt x="599579" y="39370"/>
                </a:lnTo>
                <a:lnTo>
                  <a:pt x="608368" y="36830"/>
                </a:lnTo>
                <a:lnTo>
                  <a:pt x="608101" y="36830"/>
                </a:lnTo>
                <a:lnTo>
                  <a:pt x="616877" y="33020"/>
                </a:lnTo>
                <a:lnTo>
                  <a:pt x="675360" y="33020"/>
                </a:lnTo>
                <a:lnTo>
                  <a:pt x="666546" y="35560"/>
                </a:lnTo>
                <a:lnTo>
                  <a:pt x="666800" y="35560"/>
                </a:lnTo>
                <a:lnTo>
                  <a:pt x="657999" y="38100"/>
                </a:lnTo>
                <a:lnTo>
                  <a:pt x="658253" y="38100"/>
                </a:lnTo>
                <a:lnTo>
                  <a:pt x="649465" y="40640"/>
                </a:lnTo>
                <a:lnTo>
                  <a:pt x="649732" y="40640"/>
                </a:lnTo>
                <a:lnTo>
                  <a:pt x="640956" y="44450"/>
                </a:lnTo>
                <a:close/>
              </a:path>
              <a:path w="1209675" h="368300">
                <a:moveTo>
                  <a:pt x="609880" y="55880"/>
                </a:moveTo>
                <a:lnTo>
                  <a:pt x="504609" y="55880"/>
                </a:lnTo>
                <a:lnTo>
                  <a:pt x="513524" y="54610"/>
                </a:lnTo>
                <a:lnTo>
                  <a:pt x="522046" y="54610"/>
                </a:lnTo>
                <a:lnTo>
                  <a:pt x="530948" y="53340"/>
                </a:lnTo>
                <a:lnTo>
                  <a:pt x="530733" y="53340"/>
                </a:lnTo>
                <a:lnTo>
                  <a:pt x="539623" y="52070"/>
                </a:lnTo>
                <a:lnTo>
                  <a:pt x="539407" y="52070"/>
                </a:lnTo>
                <a:lnTo>
                  <a:pt x="548284" y="50800"/>
                </a:lnTo>
                <a:lnTo>
                  <a:pt x="548055" y="50800"/>
                </a:lnTo>
                <a:lnTo>
                  <a:pt x="556920" y="49530"/>
                </a:lnTo>
                <a:lnTo>
                  <a:pt x="556691" y="49530"/>
                </a:lnTo>
                <a:lnTo>
                  <a:pt x="565543" y="48260"/>
                </a:lnTo>
                <a:lnTo>
                  <a:pt x="565302" y="48260"/>
                </a:lnTo>
                <a:lnTo>
                  <a:pt x="574141" y="45720"/>
                </a:lnTo>
                <a:lnTo>
                  <a:pt x="573900" y="45720"/>
                </a:lnTo>
                <a:lnTo>
                  <a:pt x="582726" y="44450"/>
                </a:lnTo>
                <a:lnTo>
                  <a:pt x="641223" y="44450"/>
                </a:lnTo>
                <a:lnTo>
                  <a:pt x="623443" y="50800"/>
                </a:lnTo>
                <a:lnTo>
                  <a:pt x="614413" y="54610"/>
                </a:lnTo>
                <a:lnTo>
                  <a:pt x="609880" y="55880"/>
                </a:lnTo>
                <a:close/>
              </a:path>
              <a:path w="1209675" h="368300">
                <a:moveTo>
                  <a:pt x="416496" y="52070"/>
                </a:moveTo>
                <a:lnTo>
                  <a:pt x="217652" y="52070"/>
                </a:lnTo>
                <a:lnTo>
                  <a:pt x="208711" y="50800"/>
                </a:lnTo>
                <a:lnTo>
                  <a:pt x="398526" y="50800"/>
                </a:lnTo>
                <a:lnTo>
                  <a:pt x="416496" y="52070"/>
                </a:lnTo>
                <a:close/>
              </a:path>
              <a:path w="1209675" h="368300">
                <a:moveTo>
                  <a:pt x="434301" y="53340"/>
                </a:moveTo>
                <a:lnTo>
                  <a:pt x="253072" y="53340"/>
                </a:lnTo>
                <a:lnTo>
                  <a:pt x="235127" y="52070"/>
                </a:lnTo>
                <a:lnTo>
                  <a:pt x="416344" y="52070"/>
                </a:lnTo>
                <a:lnTo>
                  <a:pt x="434301" y="53340"/>
                </a:lnTo>
                <a:close/>
              </a:path>
              <a:path w="1209675" h="368300">
                <a:moveTo>
                  <a:pt x="452043" y="54610"/>
                </a:moveTo>
                <a:lnTo>
                  <a:pt x="270840" y="54610"/>
                </a:lnTo>
                <a:lnTo>
                  <a:pt x="252882" y="53340"/>
                </a:lnTo>
                <a:lnTo>
                  <a:pt x="434111" y="53340"/>
                </a:lnTo>
                <a:lnTo>
                  <a:pt x="452043" y="54610"/>
                </a:lnTo>
                <a:close/>
              </a:path>
              <a:path w="1209675" h="368300">
                <a:moveTo>
                  <a:pt x="505434" y="74930"/>
                </a:moveTo>
                <a:lnTo>
                  <a:pt x="468998" y="74930"/>
                </a:lnTo>
                <a:lnTo>
                  <a:pt x="396506" y="69850"/>
                </a:lnTo>
                <a:lnTo>
                  <a:pt x="378523" y="67310"/>
                </a:lnTo>
                <a:lnTo>
                  <a:pt x="306425" y="58420"/>
                </a:lnTo>
                <a:lnTo>
                  <a:pt x="288544" y="57150"/>
                </a:lnTo>
                <a:lnTo>
                  <a:pt x="270687" y="54610"/>
                </a:lnTo>
                <a:lnTo>
                  <a:pt x="451815" y="54610"/>
                </a:lnTo>
                <a:lnTo>
                  <a:pt x="469722" y="55880"/>
                </a:lnTo>
                <a:lnTo>
                  <a:pt x="609880" y="55880"/>
                </a:lnTo>
                <a:lnTo>
                  <a:pt x="569087" y="67310"/>
                </a:lnTo>
                <a:lnTo>
                  <a:pt x="523633" y="73660"/>
                </a:lnTo>
                <a:lnTo>
                  <a:pt x="514527" y="73660"/>
                </a:lnTo>
                <a:lnTo>
                  <a:pt x="505434" y="74930"/>
                </a:lnTo>
                <a:close/>
              </a:path>
              <a:path w="1209675" h="368300">
                <a:moveTo>
                  <a:pt x="61810" y="77470"/>
                </a:moveTo>
                <a:lnTo>
                  <a:pt x="67652" y="69850"/>
                </a:lnTo>
                <a:lnTo>
                  <a:pt x="66729" y="75331"/>
                </a:lnTo>
                <a:lnTo>
                  <a:pt x="61810" y="77470"/>
                </a:lnTo>
                <a:close/>
              </a:path>
              <a:path w="1209675" h="368300">
                <a:moveTo>
                  <a:pt x="66729" y="75331"/>
                </a:moveTo>
                <a:lnTo>
                  <a:pt x="67652" y="69850"/>
                </a:lnTo>
                <a:lnTo>
                  <a:pt x="81745" y="69850"/>
                </a:lnTo>
                <a:lnTo>
                  <a:pt x="78816" y="71120"/>
                </a:lnTo>
                <a:lnTo>
                  <a:pt x="79082" y="71120"/>
                </a:lnTo>
                <a:lnTo>
                  <a:pt x="70307" y="73660"/>
                </a:lnTo>
                <a:lnTo>
                  <a:pt x="70573" y="73660"/>
                </a:lnTo>
                <a:lnTo>
                  <a:pt x="66729" y="75331"/>
                </a:lnTo>
                <a:close/>
              </a:path>
              <a:path w="1209675" h="368300">
                <a:moveTo>
                  <a:pt x="66369" y="77470"/>
                </a:moveTo>
                <a:lnTo>
                  <a:pt x="61810" y="77470"/>
                </a:lnTo>
                <a:lnTo>
                  <a:pt x="66729" y="75331"/>
                </a:lnTo>
                <a:lnTo>
                  <a:pt x="66369" y="77470"/>
                </a:lnTo>
                <a:close/>
              </a:path>
              <a:path w="1209675" h="368300">
                <a:moveTo>
                  <a:pt x="1141412" y="297180"/>
                </a:moveTo>
                <a:lnTo>
                  <a:pt x="1142335" y="291701"/>
                </a:lnTo>
                <a:lnTo>
                  <a:pt x="1147254" y="289560"/>
                </a:lnTo>
                <a:lnTo>
                  <a:pt x="1141412" y="297180"/>
                </a:lnTo>
                <a:close/>
              </a:path>
              <a:path w="1209675" h="368300">
                <a:moveTo>
                  <a:pt x="1160623" y="297180"/>
                </a:moveTo>
                <a:lnTo>
                  <a:pt x="1141412" y="297180"/>
                </a:lnTo>
                <a:lnTo>
                  <a:pt x="1147254" y="289560"/>
                </a:lnTo>
                <a:lnTo>
                  <a:pt x="1161906" y="289560"/>
                </a:lnTo>
                <a:lnTo>
                  <a:pt x="1160623" y="297180"/>
                </a:lnTo>
                <a:close/>
              </a:path>
              <a:path w="1209675" h="368300">
                <a:moveTo>
                  <a:pt x="1158214" y="304800"/>
                </a:moveTo>
                <a:lnTo>
                  <a:pt x="1104353" y="304800"/>
                </a:lnTo>
                <a:lnTo>
                  <a:pt x="1113167" y="302260"/>
                </a:lnTo>
                <a:lnTo>
                  <a:pt x="1112913" y="302260"/>
                </a:lnTo>
                <a:lnTo>
                  <a:pt x="1121714" y="299720"/>
                </a:lnTo>
                <a:lnTo>
                  <a:pt x="1121460" y="299720"/>
                </a:lnTo>
                <a:lnTo>
                  <a:pt x="1130249" y="295910"/>
                </a:lnTo>
                <a:lnTo>
                  <a:pt x="1129982" y="295910"/>
                </a:lnTo>
                <a:lnTo>
                  <a:pt x="1138758" y="293370"/>
                </a:lnTo>
                <a:lnTo>
                  <a:pt x="1138504" y="293370"/>
                </a:lnTo>
                <a:lnTo>
                  <a:pt x="1142335" y="291701"/>
                </a:lnTo>
                <a:lnTo>
                  <a:pt x="1141412" y="297180"/>
                </a:lnTo>
                <a:lnTo>
                  <a:pt x="1160623" y="297180"/>
                </a:lnTo>
                <a:lnTo>
                  <a:pt x="1160195" y="299720"/>
                </a:lnTo>
                <a:lnTo>
                  <a:pt x="1159484" y="302260"/>
                </a:lnTo>
                <a:lnTo>
                  <a:pt x="1158214" y="304800"/>
                </a:lnTo>
                <a:close/>
              </a:path>
              <a:path w="1209675" h="368300">
                <a:moveTo>
                  <a:pt x="626338" y="322580"/>
                </a:moveTo>
                <a:lnTo>
                  <a:pt x="567842" y="322580"/>
                </a:lnTo>
                <a:lnTo>
                  <a:pt x="585622" y="316230"/>
                </a:lnTo>
                <a:lnTo>
                  <a:pt x="594652" y="312420"/>
                </a:lnTo>
                <a:lnTo>
                  <a:pt x="639978" y="299720"/>
                </a:lnTo>
                <a:lnTo>
                  <a:pt x="685444" y="293370"/>
                </a:lnTo>
                <a:lnTo>
                  <a:pt x="694537" y="293370"/>
                </a:lnTo>
                <a:lnTo>
                  <a:pt x="703630" y="292100"/>
                </a:lnTo>
                <a:lnTo>
                  <a:pt x="740067" y="292100"/>
                </a:lnTo>
                <a:lnTo>
                  <a:pt x="812558" y="297180"/>
                </a:lnTo>
                <a:lnTo>
                  <a:pt x="830554" y="299720"/>
                </a:lnTo>
                <a:lnTo>
                  <a:pt x="902639" y="308610"/>
                </a:lnTo>
                <a:lnTo>
                  <a:pt x="920521" y="309880"/>
                </a:lnTo>
                <a:lnTo>
                  <a:pt x="929398" y="311150"/>
                </a:lnTo>
                <a:lnTo>
                  <a:pt x="704456" y="311150"/>
                </a:lnTo>
                <a:lnTo>
                  <a:pt x="695540" y="312420"/>
                </a:lnTo>
                <a:lnTo>
                  <a:pt x="687019" y="312420"/>
                </a:lnTo>
                <a:lnTo>
                  <a:pt x="678129" y="313690"/>
                </a:lnTo>
                <a:lnTo>
                  <a:pt x="678332" y="313690"/>
                </a:lnTo>
                <a:lnTo>
                  <a:pt x="669442" y="314960"/>
                </a:lnTo>
                <a:lnTo>
                  <a:pt x="669658" y="314960"/>
                </a:lnTo>
                <a:lnTo>
                  <a:pt x="660781" y="316230"/>
                </a:lnTo>
                <a:lnTo>
                  <a:pt x="661009" y="316230"/>
                </a:lnTo>
                <a:lnTo>
                  <a:pt x="652145" y="317500"/>
                </a:lnTo>
                <a:lnTo>
                  <a:pt x="652373" y="317500"/>
                </a:lnTo>
                <a:lnTo>
                  <a:pt x="643521" y="318770"/>
                </a:lnTo>
                <a:lnTo>
                  <a:pt x="643763" y="318770"/>
                </a:lnTo>
                <a:lnTo>
                  <a:pt x="634923" y="321310"/>
                </a:lnTo>
                <a:lnTo>
                  <a:pt x="635165" y="321310"/>
                </a:lnTo>
                <a:lnTo>
                  <a:pt x="626338" y="322580"/>
                </a:lnTo>
                <a:close/>
              </a:path>
              <a:path w="1209675" h="368300">
                <a:moveTo>
                  <a:pt x="1036421" y="334010"/>
                </a:moveTo>
                <a:lnTo>
                  <a:pt x="972731" y="334010"/>
                </a:lnTo>
                <a:lnTo>
                  <a:pt x="936485" y="331470"/>
                </a:lnTo>
                <a:lnTo>
                  <a:pt x="918387" y="328930"/>
                </a:lnTo>
                <a:lnTo>
                  <a:pt x="900303" y="327660"/>
                </a:lnTo>
                <a:lnTo>
                  <a:pt x="828319" y="318770"/>
                </a:lnTo>
                <a:lnTo>
                  <a:pt x="810425" y="316230"/>
                </a:lnTo>
                <a:lnTo>
                  <a:pt x="1008989" y="316230"/>
                </a:lnTo>
                <a:lnTo>
                  <a:pt x="1017917" y="314960"/>
                </a:lnTo>
                <a:lnTo>
                  <a:pt x="1035227" y="314960"/>
                </a:lnTo>
                <a:lnTo>
                  <a:pt x="1044130" y="313690"/>
                </a:lnTo>
                <a:lnTo>
                  <a:pt x="1052614" y="313690"/>
                </a:lnTo>
                <a:lnTo>
                  <a:pt x="1061504" y="312420"/>
                </a:lnTo>
                <a:lnTo>
                  <a:pt x="1061288" y="312420"/>
                </a:lnTo>
                <a:lnTo>
                  <a:pt x="1070165" y="311150"/>
                </a:lnTo>
                <a:lnTo>
                  <a:pt x="1069936" y="311150"/>
                </a:lnTo>
                <a:lnTo>
                  <a:pt x="1078801" y="309880"/>
                </a:lnTo>
                <a:lnTo>
                  <a:pt x="1078572" y="309880"/>
                </a:lnTo>
                <a:lnTo>
                  <a:pt x="1087424" y="308610"/>
                </a:lnTo>
                <a:lnTo>
                  <a:pt x="1087183" y="308610"/>
                </a:lnTo>
                <a:lnTo>
                  <a:pt x="1096022" y="306070"/>
                </a:lnTo>
                <a:lnTo>
                  <a:pt x="1095781" y="306070"/>
                </a:lnTo>
                <a:lnTo>
                  <a:pt x="1104607" y="303530"/>
                </a:lnTo>
                <a:lnTo>
                  <a:pt x="1104353" y="304800"/>
                </a:lnTo>
                <a:lnTo>
                  <a:pt x="1158214" y="304800"/>
                </a:lnTo>
                <a:lnTo>
                  <a:pt x="1100061" y="325120"/>
                </a:lnTo>
                <a:lnTo>
                  <a:pt x="1090968" y="326390"/>
                </a:lnTo>
                <a:lnTo>
                  <a:pt x="1081887" y="328930"/>
                </a:lnTo>
                <a:lnTo>
                  <a:pt x="1054608" y="332740"/>
                </a:lnTo>
                <a:lnTo>
                  <a:pt x="1045514" y="332740"/>
                </a:lnTo>
                <a:lnTo>
                  <a:pt x="1036421" y="334010"/>
                </a:lnTo>
                <a:close/>
              </a:path>
              <a:path w="1209675" h="368300">
                <a:moveTo>
                  <a:pt x="938390" y="312420"/>
                </a:moveTo>
                <a:lnTo>
                  <a:pt x="757262" y="312420"/>
                </a:lnTo>
                <a:lnTo>
                  <a:pt x="739343" y="311150"/>
                </a:lnTo>
                <a:lnTo>
                  <a:pt x="929398" y="311150"/>
                </a:lnTo>
                <a:lnTo>
                  <a:pt x="938390" y="312420"/>
                </a:lnTo>
                <a:close/>
              </a:path>
              <a:path w="1209675" h="368300">
                <a:moveTo>
                  <a:pt x="956183" y="313690"/>
                </a:moveTo>
                <a:lnTo>
                  <a:pt x="774954" y="313690"/>
                </a:lnTo>
                <a:lnTo>
                  <a:pt x="757021" y="312420"/>
                </a:lnTo>
                <a:lnTo>
                  <a:pt x="938225" y="312420"/>
                </a:lnTo>
                <a:lnTo>
                  <a:pt x="956183" y="313690"/>
                </a:lnTo>
                <a:close/>
              </a:path>
              <a:path w="1209675" h="368300">
                <a:moveTo>
                  <a:pt x="973937" y="314960"/>
                </a:moveTo>
                <a:lnTo>
                  <a:pt x="792721" y="314960"/>
                </a:lnTo>
                <a:lnTo>
                  <a:pt x="774763" y="313690"/>
                </a:lnTo>
                <a:lnTo>
                  <a:pt x="955992" y="313690"/>
                </a:lnTo>
                <a:lnTo>
                  <a:pt x="973937" y="314960"/>
                </a:lnTo>
                <a:close/>
              </a:path>
              <a:path w="1209675" h="368300">
                <a:moveTo>
                  <a:pt x="1000353" y="316230"/>
                </a:moveTo>
                <a:lnTo>
                  <a:pt x="810539" y="316230"/>
                </a:lnTo>
                <a:lnTo>
                  <a:pt x="792568" y="314960"/>
                </a:lnTo>
                <a:lnTo>
                  <a:pt x="991412" y="314960"/>
                </a:lnTo>
                <a:lnTo>
                  <a:pt x="1000353" y="316230"/>
                </a:lnTo>
                <a:close/>
              </a:path>
              <a:path w="1209675" h="368300">
                <a:moveTo>
                  <a:pt x="34442" y="359410"/>
                </a:moveTo>
                <a:lnTo>
                  <a:pt x="18884" y="359410"/>
                </a:lnTo>
                <a:lnTo>
                  <a:pt x="21549" y="343590"/>
                </a:lnTo>
                <a:lnTo>
                  <a:pt x="24003" y="342900"/>
                </a:lnTo>
                <a:lnTo>
                  <a:pt x="33045" y="339090"/>
                </a:lnTo>
                <a:lnTo>
                  <a:pt x="60248" y="331470"/>
                </a:lnTo>
                <a:lnTo>
                  <a:pt x="69329" y="330200"/>
                </a:lnTo>
                <a:lnTo>
                  <a:pt x="78409" y="327660"/>
                </a:lnTo>
                <a:lnTo>
                  <a:pt x="105689" y="323850"/>
                </a:lnTo>
                <a:lnTo>
                  <a:pt x="114782" y="323850"/>
                </a:lnTo>
                <a:lnTo>
                  <a:pt x="123888" y="322580"/>
                </a:lnTo>
                <a:lnTo>
                  <a:pt x="187566" y="322580"/>
                </a:lnTo>
                <a:lnTo>
                  <a:pt x="223812" y="325120"/>
                </a:lnTo>
                <a:lnTo>
                  <a:pt x="241909" y="327660"/>
                </a:lnTo>
                <a:lnTo>
                  <a:pt x="259994" y="328930"/>
                </a:lnTo>
                <a:lnTo>
                  <a:pt x="331978" y="337820"/>
                </a:lnTo>
                <a:lnTo>
                  <a:pt x="349872" y="340360"/>
                </a:lnTo>
                <a:lnTo>
                  <a:pt x="367728" y="341630"/>
                </a:lnTo>
                <a:lnTo>
                  <a:pt x="125069" y="341630"/>
                </a:lnTo>
                <a:lnTo>
                  <a:pt x="116166" y="342900"/>
                </a:lnTo>
                <a:lnTo>
                  <a:pt x="107683" y="342900"/>
                </a:lnTo>
                <a:lnTo>
                  <a:pt x="98793" y="344170"/>
                </a:lnTo>
                <a:lnTo>
                  <a:pt x="99009" y="344170"/>
                </a:lnTo>
                <a:lnTo>
                  <a:pt x="90131" y="345440"/>
                </a:lnTo>
                <a:lnTo>
                  <a:pt x="90360" y="345440"/>
                </a:lnTo>
                <a:lnTo>
                  <a:pt x="81495" y="346710"/>
                </a:lnTo>
                <a:lnTo>
                  <a:pt x="81724" y="346710"/>
                </a:lnTo>
                <a:lnTo>
                  <a:pt x="72872" y="349250"/>
                </a:lnTo>
                <a:lnTo>
                  <a:pt x="73113" y="349250"/>
                </a:lnTo>
                <a:lnTo>
                  <a:pt x="64274" y="350520"/>
                </a:lnTo>
                <a:lnTo>
                  <a:pt x="64516" y="350520"/>
                </a:lnTo>
                <a:lnTo>
                  <a:pt x="55689" y="353060"/>
                </a:lnTo>
                <a:lnTo>
                  <a:pt x="55943" y="353060"/>
                </a:lnTo>
                <a:lnTo>
                  <a:pt x="51536" y="354330"/>
                </a:lnTo>
                <a:lnTo>
                  <a:pt x="47383" y="354330"/>
                </a:lnTo>
                <a:lnTo>
                  <a:pt x="38582" y="358140"/>
                </a:lnTo>
                <a:lnTo>
                  <a:pt x="38836" y="358140"/>
                </a:lnTo>
                <a:lnTo>
                  <a:pt x="34442" y="359410"/>
                </a:lnTo>
                <a:close/>
              </a:path>
              <a:path w="1209675" h="368300">
                <a:moveTo>
                  <a:pt x="592188" y="334010"/>
                </a:moveTo>
                <a:lnTo>
                  <a:pt x="533704" y="334010"/>
                </a:lnTo>
                <a:lnTo>
                  <a:pt x="542518" y="331470"/>
                </a:lnTo>
                <a:lnTo>
                  <a:pt x="542264" y="331470"/>
                </a:lnTo>
                <a:lnTo>
                  <a:pt x="551065" y="328930"/>
                </a:lnTo>
                <a:lnTo>
                  <a:pt x="550811" y="328930"/>
                </a:lnTo>
                <a:lnTo>
                  <a:pt x="559600" y="326390"/>
                </a:lnTo>
                <a:lnTo>
                  <a:pt x="559333" y="326390"/>
                </a:lnTo>
                <a:lnTo>
                  <a:pt x="568109" y="322580"/>
                </a:lnTo>
                <a:lnTo>
                  <a:pt x="626592" y="322580"/>
                </a:lnTo>
                <a:lnTo>
                  <a:pt x="617778" y="325120"/>
                </a:lnTo>
                <a:lnTo>
                  <a:pt x="618032" y="325120"/>
                </a:lnTo>
                <a:lnTo>
                  <a:pt x="609231" y="327660"/>
                </a:lnTo>
                <a:lnTo>
                  <a:pt x="609485" y="327660"/>
                </a:lnTo>
                <a:lnTo>
                  <a:pt x="600710" y="330200"/>
                </a:lnTo>
                <a:lnTo>
                  <a:pt x="600964" y="330200"/>
                </a:lnTo>
                <a:lnTo>
                  <a:pt x="592188" y="334010"/>
                </a:lnTo>
                <a:close/>
              </a:path>
              <a:path w="1209675" h="368300">
                <a:moveTo>
                  <a:pt x="561124" y="345440"/>
                </a:moveTo>
                <a:lnTo>
                  <a:pt x="455841" y="345440"/>
                </a:lnTo>
                <a:lnTo>
                  <a:pt x="464756" y="344170"/>
                </a:lnTo>
                <a:lnTo>
                  <a:pt x="473278" y="344170"/>
                </a:lnTo>
                <a:lnTo>
                  <a:pt x="482180" y="342900"/>
                </a:lnTo>
                <a:lnTo>
                  <a:pt x="481965" y="342900"/>
                </a:lnTo>
                <a:lnTo>
                  <a:pt x="490855" y="341630"/>
                </a:lnTo>
                <a:lnTo>
                  <a:pt x="490639" y="341630"/>
                </a:lnTo>
                <a:lnTo>
                  <a:pt x="499516" y="340360"/>
                </a:lnTo>
                <a:lnTo>
                  <a:pt x="499287" y="340360"/>
                </a:lnTo>
                <a:lnTo>
                  <a:pt x="508152" y="339090"/>
                </a:lnTo>
                <a:lnTo>
                  <a:pt x="507923" y="339090"/>
                </a:lnTo>
                <a:lnTo>
                  <a:pt x="516775" y="337820"/>
                </a:lnTo>
                <a:lnTo>
                  <a:pt x="516534" y="337820"/>
                </a:lnTo>
                <a:lnTo>
                  <a:pt x="525373" y="336550"/>
                </a:lnTo>
                <a:lnTo>
                  <a:pt x="525132" y="336550"/>
                </a:lnTo>
                <a:lnTo>
                  <a:pt x="533958" y="334010"/>
                </a:lnTo>
                <a:lnTo>
                  <a:pt x="592455" y="334010"/>
                </a:lnTo>
                <a:lnTo>
                  <a:pt x="574941" y="340360"/>
                </a:lnTo>
                <a:lnTo>
                  <a:pt x="565645" y="344170"/>
                </a:lnTo>
                <a:lnTo>
                  <a:pt x="561124" y="345440"/>
                </a:lnTo>
                <a:close/>
              </a:path>
              <a:path w="1209675" h="368300">
                <a:moveTo>
                  <a:pt x="1009294" y="335280"/>
                </a:moveTo>
                <a:lnTo>
                  <a:pt x="1000036" y="335280"/>
                </a:lnTo>
                <a:lnTo>
                  <a:pt x="991095" y="334010"/>
                </a:lnTo>
                <a:lnTo>
                  <a:pt x="1018400" y="334010"/>
                </a:lnTo>
                <a:lnTo>
                  <a:pt x="1009294" y="335280"/>
                </a:lnTo>
                <a:close/>
              </a:path>
              <a:path w="1209675" h="368300">
                <a:moveTo>
                  <a:pt x="385533" y="344170"/>
                </a:moveTo>
                <a:lnTo>
                  <a:pt x="222072" y="344170"/>
                </a:lnTo>
                <a:lnTo>
                  <a:pt x="204114" y="342900"/>
                </a:lnTo>
                <a:lnTo>
                  <a:pt x="204304" y="342900"/>
                </a:lnTo>
                <a:lnTo>
                  <a:pt x="186372" y="341630"/>
                </a:lnTo>
                <a:lnTo>
                  <a:pt x="367576" y="341630"/>
                </a:lnTo>
                <a:lnTo>
                  <a:pt x="385533" y="344170"/>
                </a:lnTo>
                <a:close/>
              </a:path>
              <a:path w="1209675" h="368300">
                <a:moveTo>
                  <a:pt x="18884" y="359410"/>
                </a:moveTo>
                <a:lnTo>
                  <a:pt x="5943" y="349250"/>
                </a:lnTo>
                <a:lnTo>
                  <a:pt x="14973" y="345440"/>
                </a:lnTo>
                <a:lnTo>
                  <a:pt x="21549" y="343590"/>
                </a:lnTo>
                <a:lnTo>
                  <a:pt x="18884" y="359410"/>
                </a:lnTo>
                <a:close/>
              </a:path>
              <a:path w="1209675" h="368300">
                <a:moveTo>
                  <a:pt x="456844" y="364490"/>
                </a:moveTo>
                <a:lnTo>
                  <a:pt x="420446" y="364490"/>
                </a:lnTo>
                <a:lnTo>
                  <a:pt x="347738" y="359410"/>
                </a:lnTo>
                <a:lnTo>
                  <a:pt x="329653" y="356870"/>
                </a:lnTo>
                <a:lnTo>
                  <a:pt x="257670" y="347980"/>
                </a:lnTo>
                <a:lnTo>
                  <a:pt x="239776" y="346710"/>
                </a:lnTo>
                <a:lnTo>
                  <a:pt x="221919" y="344170"/>
                </a:lnTo>
                <a:lnTo>
                  <a:pt x="403047" y="344170"/>
                </a:lnTo>
                <a:lnTo>
                  <a:pt x="420954" y="345440"/>
                </a:lnTo>
                <a:lnTo>
                  <a:pt x="561124" y="345440"/>
                </a:lnTo>
                <a:lnTo>
                  <a:pt x="556602" y="346710"/>
                </a:lnTo>
                <a:lnTo>
                  <a:pt x="547547" y="350520"/>
                </a:lnTo>
                <a:lnTo>
                  <a:pt x="538480" y="351790"/>
                </a:lnTo>
                <a:lnTo>
                  <a:pt x="520319" y="356870"/>
                </a:lnTo>
                <a:lnTo>
                  <a:pt x="474865" y="363220"/>
                </a:lnTo>
                <a:lnTo>
                  <a:pt x="465759" y="363220"/>
                </a:lnTo>
                <a:lnTo>
                  <a:pt x="456844" y="364490"/>
                </a:lnTo>
                <a:close/>
              </a:path>
              <a:path w="1209675" h="368300">
                <a:moveTo>
                  <a:pt x="47129" y="355600"/>
                </a:moveTo>
                <a:lnTo>
                  <a:pt x="47383" y="354330"/>
                </a:lnTo>
                <a:lnTo>
                  <a:pt x="51536" y="354330"/>
                </a:lnTo>
                <a:lnTo>
                  <a:pt x="47129" y="35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 txBox="1"/>
          <p:nvPr/>
        </p:nvSpPr>
        <p:spPr>
          <a:xfrm rot="21420000">
            <a:off x="1174753" y="1328725"/>
            <a:ext cx="325537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5"/>
              </a:lnSpc>
            </a:pPr>
            <a:r>
              <a:rPr dirty="0" sz="1800" spc="-5" b="1">
                <a:latin typeface="黑体"/>
                <a:cs typeface="黑体"/>
              </a:rPr>
              <a:t>放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5" name="object 135"/>
          <p:cNvSpPr txBox="1"/>
          <p:nvPr/>
        </p:nvSpPr>
        <p:spPr>
          <a:xfrm rot="21420000">
            <a:off x="1635128" y="1304684"/>
            <a:ext cx="325537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5"/>
              </a:lnSpc>
            </a:pPr>
            <a:r>
              <a:rPr dirty="0" sz="1800" spc="-5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2804350" y="1254340"/>
            <a:ext cx="1226185" cy="344170"/>
          </a:xfrm>
          <a:custGeom>
            <a:avLst/>
            <a:gdLst/>
            <a:ahLst/>
            <a:cxnLst/>
            <a:rect l="l" t="t" r="r" b="b"/>
            <a:pathLst>
              <a:path w="1226185" h="344169">
                <a:moveTo>
                  <a:pt x="10426" y="325119"/>
                </a:moveTo>
                <a:lnTo>
                  <a:pt x="8191" y="325119"/>
                </a:lnTo>
                <a:lnTo>
                  <a:pt x="6019" y="323850"/>
                </a:lnTo>
                <a:lnTo>
                  <a:pt x="0" y="314959"/>
                </a:lnTo>
                <a:lnTo>
                  <a:pt x="228" y="313690"/>
                </a:lnTo>
                <a:lnTo>
                  <a:pt x="64033" y="26669"/>
                </a:lnTo>
                <a:lnTo>
                  <a:pt x="64858" y="24130"/>
                </a:lnTo>
                <a:lnTo>
                  <a:pt x="66243" y="22859"/>
                </a:lnTo>
                <a:lnTo>
                  <a:pt x="68072" y="20319"/>
                </a:lnTo>
                <a:lnTo>
                  <a:pt x="70256" y="19050"/>
                </a:lnTo>
                <a:lnTo>
                  <a:pt x="79184" y="16509"/>
                </a:lnTo>
                <a:lnTo>
                  <a:pt x="116205" y="6350"/>
                </a:lnTo>
                <a:lnTo>
                  <a:pt x="162013" y="0"/>
                </a:lnTo>
                <a:lnTo>
                  <a:pt x="225780" y="0"/>
                </a:lnTo>
                <a:lnTo>
                  <a:pt x="234911" y="1269"/>
                </a:lnTo>
                <a:lnTo>
                  <a:pt x="252996" y="2540"/>
                </a:lnTo>
                <a:lnTo>
                  <a:pt x="324993" y="12700"/>
                </a:lnTo>
                <a:lnTo>
                  <a:pt x="360705" y="19050"/>
                </a:lnTo>
                <a:lnTo>
                  <a:pt x="163449" y="19050"/>
                </a:lnTo>
                <a:lnTo>
                  <a:pt x="154520" y="20319"/>
                </a:lnTo>
                <a:lnTo>
                  <a:pt x="154749" y="20319"/>
                </a:lnTo>
                <a:lnTo>
                  <a:pt x="145808" y="21590"/>
                </a:lnTo>
                <a:lnTo>
                  <a:pt x="146050" y="21590"/>
                </a:lnTo>
                <a:lnTo>
                  <a:pt x="137121" y="22859"/>
                </a:lnTo>
                <a:lnTo>
                  <a:pt x="137363" y="22859"/>
                </a:lnTo>
                <a:lnTo>
                  <a:pt x="128435" y="24130"/>
                </a:lnTo>
                <a:lnTo>
                  <a:pt x="128689" y="24130"/>
                </a:lnTo>
                <a:lnTo>
                  <a:pt x="119748" y="25400"/>
                </a:lnTo>
                <a:lnTo>
                  <a:pt x="120002" y="25400"/>
                </a:lnTo>
                <a:lnTo>
                  <a:pt x="111074" y="27940"/>
                </a:lnTo>
                <a:lnTo>
                  <a:pt x="111340" y="27940"/>
                </a:lnTo>
                <a:lnTo>
                  <a:pt x="102412" y="29209"/>
                </a:lnTo>
                <a:lnTo>
                  <a:pt x="102666" y="29209"/>
                </a:lnTo>
                <a:lnTo>
                  <a:pt x="98202" y="30480"/>
                </a:lnTo>
                <a:lnTo>
                  <a:pt x="82638" y="30480"/>
                </a:lnTo>
                <a:lnTo>
                  <a:pt x="76415" y="38100"/>
                </a:lnTo>
                <a:lnTo>
                  <a:pt x="80944" y="38100"/>
                </a:lnTo>
                <a:lnTo>
                  <a:pt x="22339" y="301678"/>
                </a:lnTo>
                <a:lnTo>
                  <a:pt x="6451" y="306069"/>
                </a:lnTo>
                <a:lnTo>
                  <a:pt x="18821" y="317500"/>
                </a:lnTo>
                <a:lnTo>
                  <a:pt x="34397" y="317500"/>
                </a:lnTo>
                <a:lnTo>
                  <a:pt x="29933" y="318769"/>
                </a:lnTo>
                <a:lnTo>
                  <a:pt x="30200" y="318769"/>
                </a:lnTo>
                <a:lnTo>
                  <a:pt x="21272" y="321309"/>
                </a:lnTo>
                <a:lnTo>
                  <a:pt x="21539" y="321309"/>
                </a:lnTo>
                <a:lnTo>
                  <a:pt x="12611" y="323850"/>
                </a:lnTo>
                <a:lnTo>
                  <a:pt x="10426" y="325119"/>
                </a:lnTo>
                <a:close/>
              </a:path>
              <a:path w="1226185" h="344169">
                <a:moveTo>
                  <a:pt x="708545" y="22859"/>
                </a:moveTo>
                <a:lnTo>
                  <a:pt x="632752" y="22859"/>
                </a:lnTo>
                <a:lnTo>
                  <a:pt x="650875" y="16509"/>
                </a:lnTo>
                <a:lnTo>
                  <a:pt x="687641" y="6350"/>
                </a:lnTo>
                <a:lnTo>
                  <a:pt x="733450" y="0"/>
                </a:lnTo>
                <a:lnTo>
                  <a:pt x="797204" y="0"/>
                </a:lnTo>
                <a:lnTo>
                  <a:pt x="806335" y="1269"/>
                </a:lnTo>
                <a:lnTo>
                  <a:pt x="824433" y="2540"/>
                </a:lnTo>
                <a:lnTo>
                  <a:pt x="896429" y="12700"/>
                </a:lnTo>
                <a:lnTo>
                  <a:pt x="932141" y="19050"/>
                </a:lnTo>
                <a:lnTo>
                  <a:pt x="734872" y="19050"/>
                </a:lnTo>
                <a:lnTo>
                  <a:pt x="725944" y="20319"/>
                </a:lnTo>
                <a:lnTo>
                  <a:pt x="726173" y="20319"/>
                </a:lnTo>
                <a:lnTo>
                  <a:pt x="717245" y="21590"/>
                </a:lnTo>
                <a:lnTo>
                  <a:pt x="717473" y="21590"/>
                </a:lnTo>
                <a:lnTo>
                  <a:pt x="708545" y="22859"/>
                </a:lnTo>
                <a:close/>
              </a:path>
              <a:path w="1226185" h="344169">
                <a:moveTo>
                  <a:pt x="396417" y="25400"/>
                </a:moveTo>
                <a:lnTo>
                  <a:pt x="286334" y="25400"/>
                </a:lnTo>
                <a:lnTo>
                  <a:pt x="268478" y="24130"/>
                </a:lnTo>
                <a:lnTo>
                  <a:pt x="268668" y="24130"/>
                </a:lnTo>
                <a:lnTo>
                  <a:pt x="250812" y="21590"/>
                </a:lnTo>
                <a:lnTo>
                  <a:pt x="251053" y="21590"/>
                </a:lnTo>
                <a:lnTo>
                  <a:pt x="233197" y="20319"/>
                </a:lnTo>
                <a:lnTo>
                  <a:pt x="233400" y="20319"/>
                </a:lnTo>
                <a:lnTo>
                  <a:pt x="224472" y="19050"/>
                </a:lnTo>
                <a:lnTo>
                  <a:pt x="360705" y="19050"/>
                </a:lnTo>
                <a:lnTo>
                  <a:pt x="396417" y="25400"/>
                </a:lnTo>
                <a:close/>
              </a:path>
              <a:path w="1226185" h="344169">
                <a:moveTo>
                  <a:pt x="967854" y="25400"/>
                </a:moveTo>
                <a:lnTo>
                  <a:pt x="857770" y="25400"/>
                </a:lnTo>
                <a:lnTo>
                  <a:pt x="839901" y="24130"/>
                </a:lnTo>
                <a:lnTo>
                  <a:pt x="840104" y="24130"/>
                </a:lnTo>
                <a:lnTo>
                  <a:pt x="822248" y="21590"/>
                </a:lnTo>
                <a:lnTo>
                  <a:pt x="822477" y="21590"/>
                </a:lnTo>
                <a:lnTo>
                  <a:pt x="804621" y="20319"/>
                </a:lnTo>
                <a:lnTo>
                  <a:pt x="804824" y="20319"/>
                </a:lnTo>
                <a:lnTo>
                  <a:pt x="795896" y="19050"/>
                </a:lnTo>
                <a:lnTo>
                  <a:pt x="932141" y="19050"/>
                </a:lnTo>
                <a:lnTo>
                  <a:pt x="967854" y="25400"/>
                </a:lnTo>
                <a:close/>
              </a:path>
              <a:path w="1226185" h="344169">
                <a:moveTo>
                  <a:pt x="1206046" y="30480"/>
                </a:moveTo>
                <a:lnTo>
                  <a:pt x="1178191" y="30480"/>
                </a:lnTo>
                <a:lnTo>
                  <a:pt x="1187119" y="27940"/>
                </a:lnTo>
                <a:lnTo>
                  <a:pt x="1186865" y="27940"/>
                </a:lnTo>
                <a:lnTo>
                  <a:pt x="1195793" y="25400"/>
                </a:lnTo>
                <a:lnTo>
                  <a:pt x="1195527" y="25400"/>
                </a:lnTo>
                <a:lnTo>
                  <a:pt x="1204455" y="22859"/>
                </a:lnTo>
                <a:lnTo>
                  <a:pt x="1204188" y="22859"/>
                </a:lnTo>
                <a:lnTo>
                  <a:pt x="1213116" y="19050"/>
                </a:lnTo>
                <a:lnTo>
                  <a:pt x="1217536" y="19050"/>
                </a:lnTo>
                <a:lnTo>
                  <a:pt x="1219708" y="20319"/>
                </a:lnTo>
                <a:lnTo>
                  <a:pt x="1221676" y="20319"/>
                </a:lnTo>
                <a:lnTo>
                  <a:pt x="1223340" y="22859"/>
                </a:lnTo>
                <a:lnTo>
                  <a:pt x="1224610" y="24130"/>
                </a:lnTo>
                <a:lnTo>
                  <a:pt x="1225423" y="26669"/>
                </a:lnTo>
                <a:lnTo>
                  <a:pt x="1206893" y="26669"/>
                </a:lnTo>
                <a:lnTo>
                  <a:pt x="1206046" y="30480"/>
                </a:lnTo>
                <a:close/>
              </a:path>
              <a:path w="1226185" h="344169">
                <a:moveTo>
                  <a:pt x="691184" y="25400"/>
                </a:moveTo>
                <a:lnTo>
                  <a:pt x="624090" y="25400"/>
                </a:lnTo>
                <a:lnTo>
                  <a:pt x="633018" y="22859"/>
                </a:lnTo>
                <a:lnTo>
                  <a:pt x="708787" y="22859"/>
                </a:lnTo>
                <a:lnTo>
                  <a:pt x="699858" y="24130"/>
                </a:lnTo>
                <a:lnTo>
                  <a:pt x="700112" y="24130"/>
                </a:lnTo>
                <a:lnTo>
                  <a:pt x="691184" y="25400"/>
                </a:lnTo>
                <a:close/>
              </a:path>
              <a:path w="1226185" h="344169">
                <a:moveTo>
                  <a:pt x="431926" y="31750"/>
                </a:moveTo>
                <a:lnTo>
                  <a:pt x="321779" y="31750"/>
                </a:lnTo>
                <a:lnTo>
                  <a:pt x="303923" y="29209"/>
                </a:lnTo>
                <a:lnTo>
                  <a:pt x="286181" y="25400"/>
                </a:lnTo>
                <a:lnTo>
                  <a:pt x="396328" y="25400"/>
                </a:lnTo>
                <a:lnTo>
                  <a:pt x="414185" y="27940"/>
                </a:lnTo>
                <a:lnTo>
                  <a:pt x="431926" y="31750"/>
                </a:lnTo>
                <a:close/>
              </a:path>
              <a:path w="1226185" h="344169">
                <a:moveTo>
                  <a:pt x="682510" y="27940"/>
                </a:moveTo>
                <a:lnTo>
                  <a:pt x="615429" y="27940"/>
                </a:lnTo>
                <a:lnTo>
                  <a:pt x="624357" y="25400"/>
                </a:lnTo>
                <a:lnTo>
                  <a:pt x="691438" y="25400"/>
                </a:lnTo>
                <a:lnTo>
                  <a:pt x="682510" y="27940"/>
                </a:lnTo>
                <a:close/>
              </a:path>
              <a:path w="1226185" h="344169">
                <a:moveTo>
                  <a:pt x="1003350" y="31750"/>
                </a:moveTo>
                <a:lnTo>
                  <a:pt x="893203" y="31750"/>
                </a:lnTo>
                <a:lnTo>
                  <a:pt x="875347" y="29209"/>
                </a:lnTo>
                <a:lnTo>
                  <a:pt x="857605" y="25400"/>
                </a:lnTo>
                <a:lnTo>
                  <a:pt x="967752" y="25400"/>
                </a:lnTo>
                <a:lnTo>
                  <a:pt x="985608" y="27940"/>
                </a:lnTo>
                <a:lnTo>
                  <a:pt x="1003350" y="31750"/>
                </a:lnTo>
                <a:close/>
              </a:path>
              <a:path w="1226185" h="344169">
                <a:moveTo>
                  <a:pt x="1203375" y="42494"/>
                </a:moveTo>
                <a:lnTo>
                  <a:pt x="1206893" y="26669"/>
                </a:lnTo>
                <a:lnTo>
                  <a:pt x="1219276" y="38100"/>
                </a:lnTo>
                <a:lnTo>
                  <a:pt x="1203375" y="42494"/>
                </a:lnTo>
                <a:close/>
              </a:path>
              <a:path w="1226185" h="344169">
                <a:moveTo>
                  <a:pt x="1144308" y="308205"/>
                </a:moveTo>
                <a:lnTo>
                  <a:pt x="1203375" y="42494"/>
                </a:lnTo>
                <a:lnTo>
                  <a:pt x="1219276" y="38100"/>
                </a:lnTo>
                <a:lnTo>
                  <a:pt x="1206893" y="26669"/>
                </a:lnTo>
                <a:lnTo>
                  <a:pt x="1225423" y="26669"/>
                </a:lnTo>
                <a:lnTo>
                  <a:pt x="1225715" y="27940"/>
                </a:lnTo>
                <a:lnTo>
                  <a:pt x="1225499" y="30480"/>
                </a:lnTo>
                <a:lnTo>
                  <a:pt x="1164223" y="306069"/>
                </a:lnTo>
                <a:lnTo>
                  <a:pt x="1149311" y="306069"/>
                </a:lnTo>
                <a:lnTo>
                  <a:pt x="1144308" y="308205"/>
                </a:lnTo>
                <a:close/>
              </a:path>
              <a:path w="1226185" h="344169">
                <a:moveTo>
                  <a:pt x="669639" y="30480"/>
                </a:moveTo>
                <a:lnTo>
                  <a:pt x="606767" y="30480"/>
                </a:lnTo>
                <a:lnTo>
                  <a:pt x="615696" y="27940"/>
                </a:lnTo>
                <a:lnTo>
                  <a:pt x="682764" y="27940"/>
                </a:lnTo>
                <a:lnTo>
                  <a:pt x="673836" y="29209"/>
                </a:lnTo>
                <a:lnTo>
                  <a:pt x="674103" y="29209"/>
                </a:lnTo>
                <a:lnTo>
                  <a:pt x="669639" y="30480"/>
                </a:lnTo>
                <a:close/>
              </a:path>
              <a:path w="1226185" h="344169">
                <a:moveTo>
                  <a:pt x="665175" y="31750"/>
                </a:moveTo>
                <a:lnTo>
                  <a:pt x="598093" y="31750"/>
                </a:lnTo>
                <a:lnTo>
                  <a:pt x="607021" y="29209"/>
                </a:lnTo>
                <a:lnTo>
                  <a:pt x="606767" y="30480"/>
                </a:lnTo>
                <a:lnTo>
                  <a:pt x="669639" y="30480"/>
                </a:lnTo>
                <a:lnTo>
                  <a:pt x="665175" y="31750"/>
                </a:lnTo>
                <a:close/>
              </a:path>
              <a:path w="1226185" h="344169">
                <a:moveTo>
                  <a:pt x="1204070" y="39369"/>
                </a:moveTo>
                <a:lnTo>
                  <a:pt x="1099934" y="39369"/>
                </a:lnTo>
                <a:lnTo>
                  <a:pt x="1108862" y="38100"/>
                </a:lnTo>
                <a:lnTo>
                  <a:pt x="1126083" y="38100"/>
                </a:lnTo>
                <a:lnTo>
                  <a:pt x="1135011" y="36830"/>
                </a:lnTo>
                <a:lnTo>
                  <a:pt x="1134795" y="36830"/>
                </a:lnTo>
                <a:lnTo>
                  <a:pt x="1143723" y="35559"/>
                </a:lnTo>
                <a:lnTo>
                  <a:pt x="1143482" y="35559"/>
                </a:lnTo>
                <a:lnTo>
                  <a:pt x="1152410" y="34290"/>
                </a:lnTo>
                <a:lnTo>
                  <a:pt x="1152169" y="34290"/>
                </a:lnTo>
                <a:lnTo>
                  <a:pt x="1161097" y="33019"/>
                </a:lnTo>
                <a:lnTo>
                  <a:pt x="1160856" y="33019"/>
                </a:lnTo>
                <a:lnTo>
                  <a:pt x="1169784" y="31750"/>
                </a:lnTo>
                <a:lnTo>
                  <a:pt x="1169530" y="31750"/>
                </a:lnTo>
                <a:lnTo>
                  <a:pt x="1178458" y="29209"/>
                </a:lnTo>
                <a:lnTo>
                  <a:pt x="1178191" y="30480"/>
                </a:lnTo>
                <a:lnTo>
                  <a:pt x="1206046" y="30480"/>
                </a:lnTo>
                <a:lnTo>
                  <a:pt x="1204070" y="39369"/>
                </a:lnTo>
                <a:close/>
              </a:path>
              <a:path w="1226185" h="344169">
                <a:moveTo>
                  <a:pt x="76415" y="38100"/>
                </a:moveTo>
                <a:lnTo>
                  <a:pt x="82638" y="30480"/>
                </a:lnTo>
                <a:lnTo>
                  <a:pt x="81419" y="35964"/>
                </a:lnTo>
                <a:lnTo>
                  <a:pt x="76415" y="38100"/>
                </a:lnTo>
                <a:close/>
              </a:path>
              <a:path w="1226185" h="344169">
                <a:moveTo>
                  <a:pt x="81419" y="35964"/>
                </a:moveTo>
                <a:lnTo>
                  <a:pt x="82638" y="30480"/>
                </a:lnTo>
                <a:lnTo>
                  <a:pt x="98202" y="30480"/>
                </a:lnTo>
                <a:lnTo>
                  <a:pt x="93738" y="31750"/>
                </a:lnTo>
                <a:lnTo>
                  <a:pt x="94005" y="31750"/>
                </a:lnTo>
                <a:lnTo>
                  <a:pt x="85077" y="34290"/>
                </a:lnTo>
                <a:lnTo>
                  <a:pt x="85343" y="34290"/>
                </a:lnTo>
                <a:lnTo>
                  <a:pt x="81419" y="35964"/>
                </a:lnTo>
                <a:close/>
              </a:path>
              <a:path w="1226185" h="344169">
                <a:moveTo>
                  <a:pt x="556082" y="57150"/>
                </a:moveTo>
                <a:lnTo>
                  <a:pt x="492328" y="57150"/>
                </a:lnTo>
                <a:lnTo>
                  <a:pt x="483196" y="55880"/>
                </a:lnTo>
                <a:lnTo>
                  <a:pt x="465099" y="54609"/>
                </a:lnTo>
                <a:lnTo>
                  <a:pt x="393115" y="44450"/>
                </a:lnTo>
                <a:lnTo>
                  <a:pt x="321678" y="31750"/>
                </a:lnTo>
                <a:lnTo>
                  <a:pt x="431774" y="31750"/>
                </a:lnTo>
                <a:lnTo>
                  <a:pt x="449630" y="33019"/>
                </a:lnTo>
                <a:lnTo>
                  <a:pt x="449427" y="33019"/>
                </a:lnTo>
                <a:lnTo>
                  <a:pt x="467283" y="35559"/>
                </a:lnTo>
                <a:lnTo>
                  <a:pt x="467055" y="35559"/>
                </a:lnTo>
                <a:lnTo>
                  <a:pt x="484911" y="36830"/>
                </a:lnTo>
                <a:lnTo>
                  <a:pt x="484708" y="36830"/>
                </a:lnTo>
                <a:lnTo>
                  <a:pt x="493636" y="38100"/>
                </a:lnTo>
                <a:lnTo>
                  <a:pt x="511009" y="38100"/>
                </a:lnTo>
                <a:lnTo>
                  <a:pt x="519938" y="39369"/>
                </a:lnTo>
                <a:lnTo>
                  <a:pt x="642282" y="39369"/>
                </a:lnTo>
                <a:lnTo>
                  <a:pt x="638657" y="40640"/>
                </a:lnTo>
                <a:lnTo>
                  <a:pt x="601903" y="50800"/>
                </a:lnTo>
                <a:lnTo>
                  <a:pt x="556082" y="57150"/>
                </a:lnTo>
                <a:close/>
              </a:path>
              <a:path w="1226185" h="344169">
                <a:moveTo>
                  <a:pt x="656513" y="34290"/>
                </a:moveTo>
                <a:lnTo>
                  <a:pt x="580745" y="34290"/>
                </a:lnTo>
                <a:lnTo>
                  <a:pt x="589673" y="33019"/>
                </a:lnTo>
                <a:lnTo>
                  <a:pt x="589419" y="33019"/>
                </a:lnTo>
                <a:lnTo>
                  <a:pt x="598347" y="31750"/>
                </a:lnTo>
                <a:lnTo>
                  <a:pt x="665441" y="31750"/>
                </a:lnTo>
                <a:lnTo>
                  <a:pt x="656513" y="34290"/>
                </a:lnTo>
                <a:close/>
              </a:path>
              <a:path w="1226185" h="344169">
                <a:moveTo>
                  <a:pt x="1127518" y="57150"/>
                </a:moveTo>
                <a:lnTo>
                  <a:pt x="1063752" y="57150"/>
                </a:lnTo>
                <a:lnTo>
                  <a:pt x="1054620" y="55880"/>
                </a:lnTo>
                <a:lnTo>
                  <a:pt x="1036535" y="54609"/>
                </a:lnTo>
                <a:lnTo>
                  <a:pt x="964539" y="44450"/>
                </a:lnTo>
                <a:lnTo>
                  <a:pt x="893114" y="31750"/>
                </a:lnTo>
                <a:lnTo>
                  <a:pt x="1003198" y="31750"/>
                </a:lnTo>
                <a:lnTo>
                  <a:pt x="1021054" y="33019"/>
                </a:lnTo>
                <a:lnTo>
                  <a:pt x="1020864" y="33019"/>
                </a:lnTo>
                <a:lnTo>
                  <a:pt x="1038720" y="35559"/>
                </a:lnTo>
                <a:lnTo>
                  <a:pt x="1038478" y="35559"/>
                </a:lnTo>
                <a:lnTo>
                  <a:pt x="1056335" y="36830"/>
                </a:lnTo>
                <a:lnTo>
                  <a:pt x="1056132" y="36830"/>
                </a:lnTo>
                <a:lnTo>
                  <a:pt x="1065060" y="38100"/>
                </a:lnTo>
                <a:lnTo>
                  <a:pt x="1082446" y="38100"/>
                </a:lnTo>
                <a:lnTo>
                  <a:pt x="1091374" y="39369"/>
                </a:lnTo>
                <a:lnTo>
                  <a:pt x="1204070" y="39369"/>
                </a:lnTo>
                <a:lnTo>
                  <a:pt x="1203375" y="42494"/>
                </a:lnTo>
                <a:lnTo>
                  <a:pt x="1173327" y="50800"/>
                </a:lnTo>
                <a:lnTo>
                  <a:pt x="1127518" y="57150"/>
                </a:lnTo>
                <a:close/>
              </a:path>
              <a:path w="1226185" h="344169">
                <a:moveTo>
                  <a:pt x="642282" y="39369"/>
                </a:moveTo>
                <a:lnTo>
                  <a:pt x="528497" y="39369"/>
                </a:lnTo>
                <a:lnTo>
                  <a:pt x="537425" y="38100"/>
                </a:lnTo>
                <a:lnTo>
                  <a:pt x="554659" y="38100"/>
                </a:lnTo>
                <a:lnTo>
                  <a:pt x="563587" y="36830"/>
                </a:lnTo>
                <a:lnTo>
                  <a:pt x="563359" y="36830"/>
                </a:lnTo>
                <a:lnTo>
                  <a:pt x="572287" y="35559"/>
                </a:lnTo>
                <a:lnTo>
                  <a:pt x="572058" y="35559"/>
                </a:lnTo>
                <a:lnTo>
                  <a:pt x="580986" y="34290"/>
                </a:lnTo>
                <a:lnTo>
                  <a:pt x="656780" y="34290"/>
                </a:lnTo>
                <a:lnTo>
                  <a:pt x="642282" y="39369"/>
                </a:lnTo>
                <a:close/>
              </a:path>
              <a:path w="1226185" h="344169">
                <a:moveTo>
                  <a:pt x="80944" y="38100"/>
                </a:moveTo>
                <a:lnTo>
                  <a:pt x="76415" y="38100"/>
                </a:lnTo>
                <a:lnTo>
                  <a:pt x="81419" y="35964"/>
                </a:lnTo>
                <a:lnTo>
                  <a:pt x="80944" y="38100"/>
                </a:lnTo>
                <a:close/>
              </a:path>
              <a:path w="1226185" h="344169">
                <a:moveTo>
                  <a:pt x="528891" y="58419"/>
                </a:moveTo>
                <a:lnTo>
                  <a:pt x="519772" y="58419"/>
                </a:lnTo>
                <a:lnTo>
                  <a:pt x="510489" y="57150"/>
                </a:lnTo>
                <a:lnTo>
                  <a:pt x="537819" y="57150"/>
                </a:lnTo>
                <a:lnTo>
                  <a:pt x="528891" y="58419"/>
                </a:lnTo>
                <a:close/>
              </a:path>
              <a:path w="1226185" h="344169">
                <a:moveTo>
                  <a:pt x="1100315" y="58419"/>
                </a:moveTo>
                <a:lnTo>
                  <a:pt x="1091196" y="58419"/>
                </a:lnTo>
                <a:lnTo>
                  <a:pt x="1081925" y="57150"/>
                </a:lnTo>
                <a:lnTo>
                  <a:pt x="1109243" y="57150"/>
                </a:lnTo>
                <a:lnTo>
                  <a:pt x="1100315" y="58419"/>
                </a:lnTo>
                <a:close/>
              </a:path>
              <a:path w="1226185" h="344169">
                <a:moveTo>
                  <a:pt x="152895" y="287019"/>
                </a:moveTo>
                <a:lnTo>
                  <a:pt x="107353" y="287019"/>
                </a:lnTo>
                <a:lnTo>
                  <a:pt x="116471" y="285750"/>
                </a:lnTo>
                <a:lnTo>
                  <a:pt x="143637" y="285750"/>
                </a:lnTo>
                <a:lnTo>
                  <a:pt x="152895" y="287019"/>
                </a:lnTo>
                <a:close/>
              </a:path>
              <a:path w="1226185" h="344169">
                <a:moveTo>
                  <a:pt x="724319" y="287019"/>
                </a:moveTo>
                <a:lnTo>
                  <a:pt x="678776" y="287019"/>
                </a:lnTo>
                <a:lnTo>
                  <a:pt x="687908" y="285750"/>
                </a:lnTo>
                <a:lnTo>
                  <a:pt x="715060" y="285750"/>
                </a:lnTo>
                <a:lnTo>
                  <a:pt x="724319" y="287019"/>
                </a:lnTo>
                <a:close/>
              </a:path>
              <a:path w="1226185" h="344169">
                <a:moveTo>
                  <a:pt x="34397" y="317500"/>
                </a:moveTo>
                <a:lnTo>
                  <a:pt x="18821" y="317500"/>
                </a:lnTo>
                <a:lnTo>
                  <a:pt x="22339" y="301678"/>
                </a:lnTo>
                <a:lnTo>
                  <a:pt x="52400" y="293369"/>
                </a:lnTo>
                <a:lnTo>
                  <a:pt x="98209" y="287019"/>
                </a:lnTo>
                <a:lnTo>
                  <a:pt x="161963" y="287019"/>
                </a:lnTo>
                <a:lnTo>
                  <a:pt x="171094" y="288290"/>
                </a:lnTo>
                <a:lnTo>
                  <a:pt x="189191" y="289559"/>
                </a:lnTo>
                <a:lnTo>
                  <a:pt x="207251" y="292100"/>
                </a:lnTo>
                <a:lnTo>
                  <a:pt x="225259" y="293369"/>
                </a:lnTo>
                <a:lnTo>
                  <a:pt x="243230" y="297180"/>
                </a:lnTo>
                <a:lnTo>
                  <a:pt x="261188" y="299719"/>
                </a:lnTo>
                <a:lnTo>
                  <a:pt x="289758" y="304800"/>
                </a:lnTo>
                <a:lnTo>
                  <a:pt x="117068" y="304800"/>
                </a:lnTo>
                <a:lnTo>
                  <a:pt x="108140" y="306069"/>
                </a:lnTo>
                <a:lnTo>
                  <a:pt x="99631" y="306069"/>
                </a:lnTo>
                <a:lnTo>
                  <a:pt x="90703" y="307340"/>
                </a:lnTo>
                <a:lnTo>
                  <a:pt x="90931" y="307340"/>
                </a:lnTo>
                <a:lnTo>
                  <a:pt x="82003" y="308609"/>
                </a:lnTo>
                <a:lnTo>
                  <a:pt x="73558" y="308609"/>
                </a:lnTo>
                <a:lnTo>
                  <a:pt x="64630" y="311150"/>
                </a:lnTo>
                <a:lnTo>
                  <a:pt x="64871" y="311150"/>
                </a:lnTo>
                <a:lnTo>
                  <a:pt x="55943" y="312419"/>
                </a:lnTo>
                <a:lnTo>
                  <a:pt x="56197" y="312419"/>
                </a:lnTo>
                <a:lnTo>
                  <a:pt x="47269" y="313690"/>
                </a:lnTo>
                <a:lnTo>
                  <a:pt x="47536" y="313690"/>
                </a:lnTo>
                <a:lnTo>
                  <a:pt x="38595" y="316230"/>
                </a:lnTo>
                <a:lnTo>
                  <a:pt x="38862" y="316230"/>
                </a:lnTo>
                <a:lnTo>
                  <a:pt x="34397" y="317500"/>
                </a:lnTo>
                <a:close/>
              </a:path>
              <a:path w="1226185" h="344169">
                <a:moveTo>
                  <a:pt x="627379" y="312419"/>
                </a:moveTo>
                <a:lnTo>
                  <a:pt x="560285" y="312419"/>
                </a:lnTo>
                <a:lnTo>
                  <a:pt x="569213" y="309880"/>
                </a:lnTo>
                <a:lnTo>
                  <a:pt x="568947" y="309880"/>
                </a:lnTo>
                <a:lnTo>
                  <a:pt x="587070" y="303530"/>
                </a:lnTo>
                <a:lnTo>
                  <a:pt x="623824" y="293369"/>
                </a:lnTo>
                <a:lnTo>
                  <a:pt x="669645" y="287019"/>
                </a:lnTo>
                <a:lnTo>
                  <a:pt x="733399" y="287019"/>
                </a:lnTo>
                <a:lnTo>
                  <a:pt x="742530" y="288290"/>
                </a:lnTo>
                <a:lnTo>
                  <a:pt x="760628" y="289559"/>
                </a:lnTo>
                <a:lnTo>
                  <a:pt x="778675" y="292100"/>
                </a:lnTo>
                <a:lnTo>
                  <a:pt x="796683" y="293369"/>
                </a:lnTo>
                <a:lnTo>
                  <a:pt x="814666" y="297180"/>
                </a:lnTo>
                <a:lnTo>
                  <a:pt x="832612" y="299719"/>
                </a:lnTo>
                <a:lnTo>
                  <a:pt x="861187" y="304800"/>
                </a:lnTo>
                <a:lnTo>
                  <a:pt x="688492" y="304800"/>
                </a:lnTo>
                <a:lnTo>
                  <a:pt x="679564" y="306069"/>
                </a:lnTo>
                <a:lnTo>
                  <a:pt x="671067" y="306069"/>
                </a:lnTo>
                <a:lnTo>
                  <a:pt x="662139" y="307340"/>
                </a:lnTo>
                <a:lnTo>
                  <a:pt x="662368" y="307340"/>
                </a:lnTo>
                <a:lnTo>
                  <a:pt x="653440" y="308609"/>
                </a:lnTo>
                <a:lnTo>
                  <a:pt x="644982" y="308609"/>
                </a:lnTo>
                <a:lnTo>
                  <a:pt x="636054" y="311150"/>
                </a:lnTo>
                <a:lnTo>
                  <a:pt x="636308" y="311150"/>
                </a:lnTo>
                <a:lnTo>
                  <a:pt x="627379" y="312419"/>
                </a:lnTo>
                <a:close/>
              </a:path>
              <a:path w="1226185" h="344169">
                <a:moveTo>
                  <a:pt x="18821" y="317500"/>
                </a:moveTo>
                <a:lnTo>
                  <a:pt x="6451" y="306069"/>
                </a:lnTo>
                <a:lnTo>
                  <a:pt x="22339" y="301678"/>
                </a:lnTo>
                <a:lnTo>
                  <a:pt x="18821" y="317500"/>
                </a:lnTo>
                <a:close/>
              </a:path>
              <a:path w="1226185" h="344169">
                <a:moveTo>
                  <a:pt x="332613" y="312419"/>
                </a:moveTo>
                <a:lnTo>
                  <a:pt x="222529" y="312419"/>
                </a:lnTo>
                <a:lnTo>
                  <a:pt x="204673" y="309880"/>
                </a:lnTo>
                <a:lnTo>
                  <a:pt x="204863" y="309880"/>
                </a:lnTo>
                <a:lnTo>
                  <a:pt x="187007" y="308609"/>
                </a:lnTo>
                <a:lnTo>
                  <a:pt x="187248" y="308609"/>
                </a:lnTo>
                <a:lnTo>
                  <a:pt x="169392" y="307340"/>
                </a:lnTo>
                <a:lnTo>
                  <a:pt x="169595" y="307340"/>
                </a:lnTo>
                <a:lnTo>
                  <a:pt x="160655" y="306069"/>
                </a:lnTo>
                <a:lnTo>
                  <a:pt x="152044" y="306069"/>
                </a:lnTo>
                <a:lnTo>
                  <a:pt x="143116" y="304800"/>
                </a:lnTo>
                <a:lnTo>
                  <a:pt x="289758" y="304800"/>
                </a:lnTo>
                <a:lnTo>
                  <a:pt x="332613" y="312419"/>
                </a:lnTo>
                <a:close/>
              </a:path>
              <a:path w="1226185" h="344169">
                <a:moveTo>
                  <a:pt x="904049" y="312419"/>
                </a:moveTo>
                <a:lnTo>
                  <a:pt x="793953" y="312419"/>
                </a:lnTo>
                <a:lnTo>
                  <a:pt x="776097" y="309880"/>
                </a:lnTo>
                <a:lnTo>
                  <a:pt x="776300" y="309880"/>
                </a:lnTo>
                <a:lnTo>
                  <a:pt x="758431" y="308609"/>
                </a:lnTo>
                <a:lnTo>
                  <a:pt x="758672" y="308609"/>
                </a:lnTo>
                <a:lnTo>
                  <a:pt x="740816" y="307340"/>
                </a:lnTo>
                <a:lnTo>
                  <a:pt x="741019" y="307340"/>
                </a:lnTo>
                <a:lnTo>
                  <a:pt x="732091" y="306069"/>
                </a:lnTo>
                <a:lnTo>
                  <a:pt x="723468" y="306069"/>
                </a:lnTo>
                <a:lnTo>
                  <a:pt x="714540" y="304800"/>
                </a:lnTo>
                <a:lnTo>
                  <a:pt x="861187" y="304800"/>
                </a:lnTo>
                <a:lnTo>
                  <a:pt x="904049" y="312419"/>
                </a:lnTo>
                <a:close/>
              </a:path>
              <a:path w="1226185" h="344169">
                <a:moveTo>
                  <a:pt x="1143088" y="313690"/>
                </a:moveTo>
                <a:lnTo>
                  <a:pt x="1144308" y="308205"/>
                </a:lnTo>
                <a:lnTo>
                  <a:pt x="1149311" y="306069"/>
                </a:lnTo>
                <a:lnTo>
                  <a:pt x="1143088" y="313690"/>
                </a:lnTo>
                <a:close/>
              </a:path>
              <a:path w="1226185" h="344169">
                <a:moveTo>
                  <a:pt x="1162528" y="313690"/>
                </a:moveTo>
                <a:lnTo>
                  <a:pt x="1143088" y="313690"/>
                </a:lnTo>
                <a:lnTo>
                  <a:pt x="1149311" y="306069"/>
                </a:lnTo>
                <a:lnTo>
                  <a:pt x="1164223" y="306069"/>
                </a:lnTo>
                <a:lnTo>
                  <a:pt x="1162528" y="313690"/>
                </a:lnTo>
                <a:close/>
              </a:path>
              <a:path w="1226185" h="344169">
                <a:moveTo>
                  <a:pt x="1157643" y="323850"/>
                </a:moveTo>
                <a:lnTo>
                  <a:pt x="1070978" y="323850"/>
                </a:lnTo>
                <a:lnTo>
                  <a:pt x="1079906" y="322580"/>
                </a:lnTo>
                <a:lnTo>
                  <a:pt x="1079677" y="322580"/>
                </a:lnTo>
                <a:lnTo>
                  <a:pt x="1088605" y="321309"/>
                </a:lnTo>
                <a:lnTo>
                  <a:pt x="1088364" y="321309"/>
                </a:lnTo>
                <a:lnTo>
                  <a:pt x="1097292" y="320040"/>
                </a:lnTo>
                <a:lnTo>
                  <a:pt x="1097038" y="320040"/>
                </a:lnTo>
                <a:lnTo>
                  <a:pt x="1105966" y="318769"/>
                </a:lnTo>
                <a:lnTo>
                  <a:pt x="1105712" y="318769"/>
                </a:lnTo>
                <a:lnTo>
                  <a:pt x="1114640" y="316230"/>
                </a:lnTo>
                <a:lnTo>
                  <a:pt x="1114386" y="316230"/>
                </a:lnTo>
                <a:lnTo>
                  <a:pt x="1123314" y="314959"/>
                </a:lnTo>
                <a:lnTo>
                  <a:pt x="1123048" y="314959"/>
                </a:lnTo>
                <a:lnTo>
                  <a:pt x="1131976" y="312419"/>
                </a:lnTo>
                <a:lnTo>
                  <a:pt x="1131722" y="312419"/>
                </a:lnTo>
                <a:lnTo>
                  <a:pt x="1140650" y="309880"/>
                </a:lnTo>
                <a:lnTo>
                  <a:pt x="1140383" y="309880"/>
                </a:lnTo>
                <a:lnTo>
                  <a:pt x="1144308" y="308205"/>
                </a:lnTo>
                <a:lnTo>
                  <a:pt x="1143088" y="313690"/>
                </a:lnTo>
                <a:lnTo>
                  <a:pt x="1162528" y="313690"/>
                </a:lnTo>
                <a:lnTo>
                  <a:pt x="1161681" y="317500"/>
                </a:lnTo>
                <a:lnTo>
                  <a:pt x="1160856" y="320040"/>
                </a:lnTo>
                <a:lnTo>
                  <a:pt x="1159484" y="321309"/>
                </a:lnTo>
                <a:lnTo>
                  <a:pt x="1157643" y="323850"/>
                </a:lnTo>
                <a:close/>
              </a:path>
              <a:path w="1226185" h="344169">
                <a:moveTo>
                  <a:pt x="73317" y="309880"/>
                </a:moveTo>
                <a:lnTo>
                  <a:pt x="73558" y="308609"/>
                </a:lnTo>
                <a:lnTo>
                  <a:pt x="82245" y="308609"/>
                </a:lnTo>
                <a:lnTo>
                  <a:pt x="73317" y="309880"/>
                </a:lnTo>
                <a:close/>
              </a:path>
              <a:path w="1226185" h="344169">
                <a:moveTo>
                  <a:pt x="644740" y="309880"/>
                </a:moveTo>
                <a:lnTo>
                  <a:pt x="644982" y="308609"/>
                </a:lnTo>
                <a:lnTo>
                  <a:pt x="653669" y="308609"/>
                </a:lnTo>
                <a:lnTo>
                  <a:pt x="644740" y="309880"/>
                </a:lnTo>
                <a:close/>
              </a:path>
              <a:path w="1226185" h="344169">
                <a:moveTo>
                  <a:pt x="350380" y="314959"/>
                </a:moveTo>
                <a:lnTo>
                  <a:pt x="240233" y="314959"/>
                </a:lnTo>
                <a:lnTo>
                  <a:pt x="222376" y="312419"/>
                </a:lnTo>
                <a:lnTo>
                  <a:pt x="332511" y="312419"/>
                </a:lnTo>
                <a:lnTo>
                  <a:pt x="350380" y="314959"/>
                </a:lnTo>
                <a:close/>
              </a:path>
              <a:path w="1226185" h="344169">
                <a:moveTo>
                  <a:pt x="610031" y="316230"/>
                </a:moveTo>
                <a:lnTo>
                  <a:pt x="542963" y="316230"/>
                </a:lnTo>
                <a:lnTo>
                  <a:pt x="551891" y="314959"/>
                </a:lnTo>
                <a:lnTo>
                  <a:pt x="551624" y="314959"/>
                </a:lnTo>
                <a:lnTo>
                  <a:pt x="560552" y="312419"/>
                </a:lnTo>
                <a:lnTo>
                  <a:pt x="627634" y="312419"/>
                </a:lnTo>
                <a:lnTo>
                  <a:pt x="618705" y="313690"/>
                </a:lnTo>
                <a:lnTo>
                  <a:pt x="618959" y="313690"/>
                </a:lnTo>
                <a:lnTo>
                  <a:pt x="610031" y="316230"/>
                </a:lnTo>
                <a:close/>
              </a:path>
              <a:path w="1226185" h="344169">
                <a:moveTo>
                  <a:pt x="921804" y="314959"/>
                </a:moveTo>
                <a:lnTo>
                  <a:pt x="811657" y="314959"/>
                </a:lnTo>
                <a:lnTo>
                  <a:pt x="793800" y="312419"/>
                </a:lnTo>
                <a:lnTo>
                  <a:pt x="903947" y="312419"/>
                </a:lnTo>
                <a:lnTo>
                  <a:pt x="921804" y="314959"/>
                </a:lnTo>
                <a:close/>
              </a:path>
              <a:path w="1226185" h="344169">
                <a:moveTo>
                  <a:pt x="483133" y="344169"/>
                </a:moveTo>
                <a:lnTo>
                  <a:pt x="428523" y="344169"/>
                </a:lnTo>
                <a:lnTo>
                  <a:pt x="419392" y="342900"/>
                </a:lnTo>
                <a:lnTo>
                  <a:pt x="401294" y="341630"/>
                </a:lnTo>
                <a:lnTo>
                  <a:pt x="329298" y="331469"/>
                </a:lnTo>
                <a:lnTo>
                  <a:pt x="257873" y="318769"/>
                </a:lnTo>
                <a:lnTo>
                  <a:pt x="240118" y="314959"/>
                </a:lnTo>
                <a:lnTo>
                  <a:pt x="350253" y="314959"/>
                </a:lnTo>
                <a:lnTo>
                  <a:pt x="368122" y="317500"/>
                </a:lnTo>
                <a:lnTo>
                  <a:pt x="367957" y="317500"/>
                </a:lnTo>
                <a:lnTo>
                  <a:pt x="385813" y="320040"/>
                </a:lnTo>
                <a:lnTo>
                  <a:pt x="385622" y="320040"/>
                </a:lnTo>
                <a:lnTo>
                  <a:pt x="403479" y="322580"/>
                </a:lnTo>
                <a:lnTo>
                  <a:pt x="403237" y="322580"/>
                </a:lnTo>
                <a:lnTo>
                  <a:pt x="421106" y="323850"/>
                </a:lnTo>
                <a:lnTo>
                  <a:pt x="420903" y="323850"/>
                </a:lnTo>
                <a:lnTo>
                  <a:pt x="429831" y="325119"/>
                </a:lnTo>
                <a:lnTo>
                  <a:pt x="582089" y="325119"/>
                </a:lnTo>
                <a:lnTo>
                  <a:pt x="574840" y="327659"/>
                </a:lnTo>
                <a:lnTo>
                  <a:pt x="538086" y="337819"/>
                </a:lnTo>
                <a:lnTo>
                  <a:pt x="501421" y="342900"/>
                </a:lnTo>
                <a:lnTo>
                  <a:pt x="492277" y="342900"/>
                </a:lnTo>
                <a:lnTo>
                  <a:pt x="483133" y="344169"/>
                </a:lnTo>
                <a:close/>
              </a:path>
              <a:path w="1226185" h="344169">
                <a:moveTo>
                  <a:pt x="1054569" y="344169"/>
                </a:moveTo>
                <a:lnTo>
                  <a:pt x="999947" y="344169"/>
                </a:lnTo>
                <a:lnTo>
                  <a:pt x="990815" y="342900"/>
                </a:lnTo>
                <a:lnTo>
                  <a:pt x="972718" y="341630"/>
                </a:lnTo>
                <a:lnTo>
                  <a:pt x="900734" y="331469"/>
                </a:lnTo>
                <a:lnTo>
                  <a:pt x="829310" y="318769"/>
                </a:lnTo>
                <a:lnTo>
                  <a:pt x="811542" y="314959"/>
                </a:lnTo>
                <a:lnTo>
                  <a:pt x="921689" y="314959"/>
                </a:lnTo>
                <a:lnTo>
                  <a:pt x="939546" y="317500"/>
                </a:lnTo>
                <a:lnTo>
                  <a:pt x="939393" y="317500"/>
                </a:lnTo>
                <a:lnTo>
                  <a:pt x="957249" y="320040"/>
                </a:lnTo>
                <a:lnTo>
                  <a:pt x="957046" y="320040"/>
                </a:lnTo>
                <a:lnTo>
                  <a:pt x="974915" y="322580"/>
                </a:lnTo>
                <a:lnTo>
                  <a:pt x="974674" y="322580"/>
                </a:lnTo>
                <a:lnTo>
                  <a:pt x="992530" y="323850"/>
                </a:lnTo>
                <a:lnTo>
                  <a:pt x="992327" y="323850"/>
                </a:lnTo>
                <a:lnTo>
                  <a:pt x="1001255" y="325119"/>
                </a:lnTo>
                <a:lnTo>
                  <a:pt x="1152406" y="325119"/>
                </a:lnTo>
                <a:lnTo>
                  <a:pt x="1146276" y="327659"/>
                </a:lnTo>
                <a:lnTo>
                  <a:pt x="1109522" y="337819"/>
                </a:lnTo>
                <a:lnTo>
                  <a:pt x="1072857" y="342900"/>
                </a:lnTo>
                <a:lnTo>
                  <a:pt x="1063701" y="342900"/>
                </a:lnTo>
                <a:lnTo>
                  <a:pt x="1054569" y="344169"/>
                </a:lnTo>
                <a:close/>
              </a:path>
              <a:path w="1226185" h="344169">
                <a:moveTo>
                  <a:pt x="601370" y="318769"/>
                </a:moveTo>
                <a:lnTo>
                  <a:pt x="534288" y="318769"/>
                </a:lnTo>
                <a:lnTo>
                  <a:pt x="543217" y="316230"/>
                </a:lnTo>
                <a:lnTo>
                  <a:pt x="610298" y="316230"/>
                </a:lnTo>
                <a:lnTo>
                  <a:pt x="601370" y="318769"/>
                </a:lnTo>
                <a:close/>
              </a:path>
              <a:path w="1226185" h="344169">
                <a:moveTo>
                  <a:pt x="592696" y="321309"/>
                </a:moveTo>
                <a:lnTo>
                  <a:pt x="516928" y="321309"/>
                </a:lnTo>
                <a:lnTo>
                  <a:pt x="525856" y="320040"/>
                </a:lnTo>
                <a:lnTo>
                  <a:pt x="525614" y="320040"/>
                </a:lnTo>
                <a:lnTo>
                  <a:pt x="534542" y="318769"/>
                </a:lnTo>
                <a:lnTo>
                  <a:pt x="601624" y="318769"/>
                </a:lnTo>
                <a:lnTo>
                  <a:pt x="592696" y="321309"/>
                </a:lnTo>
                <a:close/>
              </a:path>
              <a:path w="1226185" h="344169">
                <a:moveTo>
                  <a:pt x="582089" y="325119"/>
                </a:moveTo>
                <a:lnTo>
                  <a:pt x="482142" y="325119"/>
                </a:lnTo>
                <a:lnTo>
                  <a:pt x="491070" y="323850"/>
                </a:lnTo>
                <a:lnTo>
                  <a:pt x="499554" y="323850"/>
                </a:lnTo>
                <a:lnTo>
                  <a:pt x="508482" y="322580"/>
                </a:lnTo>
                <a:lnTo>
                  <a:pt x="508241" y="322580"/>
                </a:lnTo>
                <a:lnTo>
                  <a:pt x="517169" y="321309"/>
                </a:lnTo>
                <a:lnTo>
                  <a:pt x="592963" y="321309"/>
                </a:lnTo>
                <a:lnTo>
                  <a:pt x="582089" y="325119"/>
                </a:lnTo>
                <a:close/>
              </a:path>
              <a:path w="1226185" h="344169">
                <a:moveTo>
                  <a:pt x="1152406" y="325119"/>
                </a:moveTo>
                <a:lnTo>
                  <a:pt x="1053566" y="325119"/>
                </a:lnTo>
                <a:lnTo>
                  <a:pt x="1062494" y="323850"/>
                </a:lnTo>
                <a:lnTo>
                  <a:pt x="1155471" y="323850"/>
                </a:lnTo>
                <a:lnTo>
                  <a:pt x="1152406" y="325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3072002" y="1222768"/>
            <a:ext cx="715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3075" algn="l"/>
              </a:tabLst>
            </a:pPr>
            <a:r>
              <a:rPr dirty="0" sz="1800" spc="-10" b="1">
                <a:latin typeface="黑体"/>
                <a:cs typeface="黑体"/>
              </a:rPr>
              <a:t>充</a:t>
            </a:r>
            <a:r>
              <a:rPr dirty="0" sz="1800" spc="-10" b="1">
                <a:latin typeface="黑体"/>
                <a:cs typeface="黑体"/>
              </a:rPr>
              <a:t>	</a:t>
            </a:r>
            <a:r>
              <a:rPr dirty="0" sz="1800" spc="-10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4668291" y="1293698"/>
            <a:ext cx="1209675" cy="368300"/>
          </a:xfrm>
          <a:custGeom>
            <a:avLst/>
            <a:gdLst/>
            <a:ahLst/>
            <a:cxnLst/>
            <a:rect l="l" t="t" r="r" b="b"/>
            <a:pathLst>
              <a:path w="1209675" h="368300">
                <a:moveTo>
                  <a:pt x="1189324" y="12700"/>
                </a:moveTo>
                <a:lnTo>
                  <a:pt x="1161681" y="12700"/>
                </a:lnTo>
                <a:lnTo>
                  <a:pt x="1170482" y="8890"/>
                </a:lnTo>
                <a:lnTo>
                  <a:pt x="1170228" y="8890"/>
                </a:lnTo>
                <a:lnTo>
                  <a:pt x="1179017" y="6350"/>
                </a:lnTo>
                <a:lnTo>
                  <a:pt x="1178750" y="6350"/>
                </a:lnTo>
                <a:lnTo>
                  <a:pt x="1187526" y="3810"/>
                </a:lnTo>
                <a:lnTo>
                  <a:pt x="1187259" y="3810"/>
                </a:lnTo>
                <a:lnTo>
                  <a:pt x="1196022" y="0"/>
                </a:lnTo>
                <a:lnTo>
                  <a:pt x="1202613" y="0"/>
                </a:lnTo>
                <a:lnTo>
                  <a:pt x="1209065" y="7620"/>
                </a:lnTo>
                <a:lnTo>
                  <a:pt x="1190180" y="7620"/>
                </a:lnTo>
                <a:lnTo>
                  <a:pt x="1189324" y="12700"/>
                </a:lnTo>
                <a:close/>
              </a:path>
              <a:path w="1209675" h="368300">
                <a:moveTo>
                  <a:pt x="675106" y="33020"/>
                </a:moveTo>
                <a:lnTo>
                  <a:pt x="616610" y="33020"/>
                </a:lnTo>
                <a:lnTo>
                  <a:pt x="634123" y="26670"/>
                </a:lnTo>
                <a:lnTo>
                  <a:pt x="643420" y="22860"/>
                </a:lnTo>
                <a:lnTo>
                  <a:pt x="652462" y="20320"/>
                </a:lnTo>
                <a:lnTo>
                  <a:pt x="661517" y="16510"/>
                </a:lnTo>
                <a:lnTo>
                  <a:pt x="670585" y="15240"/>
                </a:lnTo>
                <a:lnTo>
                  <a:pt x="688746" y="10160"/>
                </a:lnTo>
                <a:lnTo>
                  <a:pt x="734199" y="3810"/>
                </a:lnTo>
                <a:lnTo>
                  <a:pt x="743305" y="3810"/>
                </a:lnTo>
                <a:lnTo>
                  <a:pt x="752221" y="2540"/>
                </a:lnTo>
                <a:lnTo>
                  <a:pt x="788619" y="2540"/>
                </a:lnTo>
                <a:lnTo>
                  <a:pt x="861326" y="7620"/>
                </a:lnTo>
                <a:lnTo>
                  <a:pt x="879411" y="10160"/>
                </a:lnTo>
                <a:lnTo>
                  <a:pt x="951395" y="19050"/>
                </a:lnTo>
                <a:lnTo>
                  <a:pt x="969289" y="20320"/>
                </a:lnTo>
                <a:lnTo>
                  <a:pt x="978160" y="21590"/>
                </a:lnTo>
                <a:lnTo>
                  <a:pt x="753224" y="21590"/>
                </a:lnTo>
                <a:lnTo>
                  <a:pt x="744308" y="22860"/>
                </a:lnTo>
                <a:lnTo>
                  <a:pt x="735787" y="22860"/>
                </a:lnTo>
                <a:lnTo>
                  <a:pt x="726884" y="24130"/>
                </a:lnTo>
                <a:lnTo>
                  <a:pt x="727100" y="24130"/>
                </a:lnTo>
                <a:lnTo>
                  <a:pt x="718210" y="25400"/>
                </a:lnTo>
                <a:lnTo>
                  <a:pt x="718426" y="25400"/>
                </a:lnTo>
                <a:lnTo>
                  <a:pt x="709549" y="26670"/>
                </a:lnTo>
                <a:lnTo>
                  <a:pt x="709777" y="26670"/>
                </a:lnTo>
                <a:lnTo>
                  <a:pt x="700913" y="27940"/>
                </a:lnTo>
                <a:lnTo>
                  <a:pt x="701141" y="27940"/>
                </a:lnTo>
                <a:lnTo>
                  <a:pt x="692289" y="29210"/>
                </a:lnTo>
                <a:lnTo>
                  <a:pt x="692531" y="29210"/>
                </a:lnTo>
                <a:lnTo>
                  <a:pt x="683691" y="30480"/>
                </a:lnTo>
                <a:lnTo>
                  <a:pt x="683933" y="30480"/>
                </a:lnTo>
                <a:lnTo>
                  <a:pt x="675106" y="33020"/>
                </a:lnTo>
                <a:close/>
              </a:path>
              <a:path w="1209675" h="368300">
                <a:moveTo>
                  <a:pt x="1187516" y="23439"/>
                </a:moveTo>
                <a:lnTo>
                  <a:pt x="1190180" y="7620"/>
                </a:lnTo>
                <a:lnTo>
                  <a:pt x="1203121" y="17780"/>
                </a:lnTo>
                <a:lnTo>
                  <a:pt x="1194092" y="21590"/>
                </a:lnTo>
                <a:lnTo>
                  <a:pt x="1187516" y="23439"/>
                </a:lnTo>
                <a:close/>
              </a:path>
              <a:path w="1209675" h="368300">
                <a:moveTo>
                  <a:pt x="1142335" y="291698"/>
                </a:moveTo>
                <a:lnTo>
                  <a:pt x="1187516" y="23439"/>
                </a:lnTo>
                <a:lnTo>
                  <a:pt x="1194092" y="21590"/>
                </a:lnTo>
                <a:lnTo>
                  <a:pt x="1203121" y="17780"/>
                </a:lnTo>
                <a:lnTo>
                  <a:pt x="1190180" y="7620"/>
                </a:lnTo>
                <a:lnTo>
                  <a:pt x="1209065" y="7620"/>
                </a:lnTo>
                <a:lnTo>
                  <a:pt x="1208963" y="10160"/>
                </a:lnTo>
                <a:lnTo>
                  <a:pt x="1161906" y="289560"/>
                </a:lnTo>
                <a:lnTo>
                  <a:pt x="1147254" y="289560"/>
                </a:lnTo>
                <a:lnTo>
                  <a:pt x="1142335" y="291698"/>
                </a:lnTo>
                <a:close/>
              </a:path>
              <a:path w="1209675" h="368300">
                <a:moveTo>
                  <a:pt x="1085189" y="44450"/>
                </a:moveTo>
                <a:lnTo>
                  <a:pt x="1021499" y="44450"/>
                </a:lnTo>
                <a:lnTo>
                  <a:pt x="985253" y="41910"/>
                </a:lnTo>
                <a:lnTo>
                  <a:pt x="967155" y="39370"/>
                </a:lnTo>
                <a:lnTo>
                  <a:pt x="949071" y="38100"/>
                </a:lnTo>
                <a:lnTo>
                  <a:pt x="877087" y="29210"/>
                </a:lnTo>
                <a:lnTo>
                  <a:pt x="859193" y="26670"/>
                </a:lnTo>
                <a:lnTo>
                  <a:pt x="841336" y="25400"/>
                </a:lnTo>
                <a:lnTo>
                  <a:pt x="1083995" y="25400"/>
                </a:lnTo>
                <a:lnTo>
                  <a:pt x="1092898" y="24130"/>
                </a:lnTo>
                <a:lnTo>
                  <a:pt x="1101382" y="24130"/>
                </a:lnTo>
                <a:lnTo>
                  <a:pt x="1110272" y="22860"/>
                </a:lnTo>
                <a:lnTo>
                  <a:pt x="1110056" y="22860"/>
                </a:lnTo>
                <a:lnTo>
                  <a:pt x="1118933" y="21590"/>
                </a:lnTo>
                <a:lnTo>
                  <a:pt x="1118704" y="21590"/>
                </a:lnTo>
                <a:lnTo>
                  <a:pt x="1127569" y="20320"/>
                </a:lnTo>
                <a:lnTo>
                  <a:pt x="1127340" y="20320"/>
                </a:lnTo>
                <a:lnTo>
                  <a:pt x="1136192" y="17780"/>
                </a:lnTo>
                <a:lnTo>
                  <a:pt x="1135951" y="17780"/>
                </a:lnTo>
                <a:lnTo>
                  <a:pt x="1144790" y="16510"/>
                </a:lnTo>
                <a:lnTo>
                  <a:pt x="1144549" y="16510"/>
                </a:lnTo>
                <a:lnTo>
                  <a:pt x="1153375" y="13970"/>
                </a:lnTo>
                <a:lnTo>
                  <a:pt x="1153121" y="13970"/>
                </a:lnTo>
                <a:lnTo>
                  <a:pt x="1161935" y="11430"/>
                </a:lnTo>
                <a:lnTo>
                  <a:pt x="1161681" y="12700"/>
                </a:lnTo>
                <a:lnTo>
                  <a:pt x="1189324" y="12700"/>
                </a:lnTo>
                <a:lnTo>
                  <a:pt x="1187516" y="23439"/>
                </a:lnTo>
                <a:lnTo>
                  <a:pt x="1185062" y="24130"/>
                </a:lnTo>
                <a:lnTo>
                  <a:pt x="1176020" y="27940"/>
                </a:lnTo>
                <a:lnTo>
                  <a:pt x="1148816" y="35560"/>
                </a:lnTo>
                <a:lnTo>
                  <a:pt x="1139977" y="36830"/>
                </a:lnTo>
                <a:lnTo>
                  <a:pt x="1130655" y="39370"/>
                </a:lnTo>
                <a:lnTo>
                  <a:pt x="1103376" y="43180"/>
                </a:lnTo>
                <a:lnTo>
                  <a:pt x="1094282" y="43180"/>
                </a:lnTo>
                <a:lnTo>
                  <a:pt x="1085189" y="44450"/>
                </a:lnTo>
                <a:close/>
              </a:path>
              <a:path w="1209675" h="368300">
                <a:moveTo>
                  <a:pt x="987145" y="22860"/>
                </a:moveTo>
                <a:lnTo>
                  <a:pt x="806018" y="22860"/>
                </a:lnTo>
                <a:lnTo>
                  <a:pt x="788111" y="21590"/>
                </a:lnTo>
                <a:lnTo>
                  <a:pt x="978160" y="21590"/>
                </a:lnTo>
                <a:lnTo>
                  <a:pt x="987145" y="22860"/>
                </a:lnTo>
                <a:close/>
              </a:path>
              <a:path w="1209675" h="368300">
                <a:moveTo>
                  <a:pt x="823722" y="24130"/>
                </a:moveTo>
                <a:lnTo>
                  <a:pt x="805789" y="22860"/>
                </a:lnTo>
                <a:lnTo>
                  <a:pt x="823531" y="22860"/>
                </a:lnTo>
                <a:lnTo>
                  <a:pt x="823722" y="24130"/>
                </a:lnTo>
                <a:close/>
              </a:path>
              <a:path w="1209675" h="368300">
                <a:moveTo>
                  <a:pt x="1022692" y="25400"/>
                </a:moveTo>
                <a:lnTo>
                  <a:pt x="841489" y="25400"/>
                </a:lnTo>
                <a:lnTo>
                  <a:pt x="823531" y="22860"/>
                </a:lnTo>
                <a:lnTo>
                  <a:pt x="986993" y="22860"/>
                </a:lnTo>
                <a:lnTo>
                  <a:pt x="1004951" y="24130"/>
                </a:lnTo>
                <a:lnTo>
                  <a:pt x="1004760" y="24130"/>
                </a:lnTo>
                <a:lnTo>
                  <a:pt x="1022692" y="25400"/>
                </a:lnTo>
                <a:close/>
              </a:path>
              <a:path w="1209675" h="368300">
                <a:moveTo>
                  <a:pt x="217970" y="33020"/>
                </a:moveTo>
                <a:lnTo>
                  <a:pt x="190665" y="33020"/>
                </a:lnTo>
                <a:lnTo>
                  <a:pt x="199771" y="31750"/>
                </a:lnTo>
                <a:lnTo>
                  <a:pt x="209029" y="31750"/>
                </a:lnTo>
                <a:lnTo>
                  <a:pt x="217970" y="33020"/>
                </a:lnTo>
                <a:close/>
              </a:path>
              <a:path w="1209675" h="368300">
                <a:moveTo>
                  <a:pt x="8648" y="368300"/>
                </a:moveTo>
                <a:lnTo>
                  <a:pt x="0" y="359410"/>
                </a:lnTo>
                <a:lnTo>
                  <a:pt x="101" y="356870"/>
                </a:lnTo>
                <a:lnTo>
                  <a:pt x="48869" y="67310"/>
                </a:lnTo>
                <a:lnTo>
                  <a:pt x="109016" y="41910"/>
                </a:lnTo>
                <a:lnTo>
                  <a:pt x="118097" y="40640"/>
                </a:lnTo>
                <a:lnTo>
                  <a:pt x="127177" y="38100"/>
                </a:lnTo>
                <a:lnTo>
                  <a:pt x="154457" y="34290"/>
                </a:lnTo>
                <a:lnTo>
                  <a:pt x="163550" y="34290"/>
                </a:lnTo>
                <a:lnTo>
                  <a:pt x="172643" y="33020"/>
                </a:lnTo>
                <a:lnTo>
                  <a:pt x="236334" y="33020"/>
                </a:lnTo>
                <a:lnTo>
                  <a:pt x="272580" y="35560"/>
                </a:lnTo>
                <a:lnTo>
                  <a:pt x="290677" y="38100"/>
                </a:lnTo>
                <a:lnTo>
                  <a:pt x="308762" y="39370"/>
                </a:lnTo>
                <a:lnTo>
                  <a:pt x="380746" y="48260"/>
                </a:lnTo>
                <a:lnTo>
                  <a:pt x="398640" y="50800"/>
                </a:lnTo>
                <a:lnTo>
                  <a:pt x="200075" y="50800"/>
                </a:lnTo>
                <a:lnTo>
                  <a:pt x="191147" y="52070"/>
                </a:lnTo>
                <a:lnTo>
                  <a:pt x="173837" y="52070"/>
                </a:lnTo>
                <a:lnTo>
                  <a:pt x="164934" y="53340"/>
                </a:lnTo>
                <a:lnTo>
                  <a:pt x="156451" y="53340"/>
                </a:lnTo>
                <a:lnTo>
                  <a:pt x="147561" y="54610"/>
                </a:lnTo>
                <a:lnTo>
                  <a:pt x="147777" y="54610"/>
                </a:lnTo>
                <a:lnTo>
                  <a:pt x="138899" y="55880"/>
                </a:lnTo>
                <a:lnTo>
                  <a:pt x="139128" y="55880"/>
                </a:lnTo>
                <a:lnTo>
                  <a:pt x="130263" y="57150"/>
                </a:lnTo>
                <a:lnTo>
                  <a:pt x="130492" y="57150"/>
                </a:lnTo>
                <a:lnTo>
                  <a:pt x="121640" y="58420"/>
                </a:lnTo>
                <a:lnTo>
                  <a:pt x="121881" y="58420"/>
                </a:lnTo>
                <a:lnTo>
                  <a:pt x="113042" y="60960"/>
                </a:lnTo>
                <a:lnTo>
                  <a:pt x="113284" y="60960"/>
                </a:lnTo>
                <a:lnTo>
                  <a:pt x="104457" y="63500"/>
                </a:lnTo>
                <a:lnTo>
                  <a:pt x="104711" y="63500"/>
                </a:lnTo>
                <a:lnTo>
                  <a:pt x="95897" y="64770"/>
                </a:lnTo>
                <a:lnTo>
                  <a:pt x="96151" y="64770"/>
                </a:lnTo>
                <a:lnTo>
                  <a:pt x="87350" y="67310"/>
                </a:lnTo>
                <a:lnTo>
                  <a:pt x="87604" y="67310"/>
                </a:lnTo>
                <a:lnTo>
                  <a:pt x="81745" y="69850"/>
                </a:lnTo>
                <a:lnTo>
                  <a:pt x="67652" y="69850"/>
                </a:lnTo>
                <a:lnTo>
                  <a:pt x="61810" y="77470"/>
                </a:lnTo>
                <a:lnTo>
                  <a:pt x="66369" y="77470"/>
                </a:lnTo>
                <a:lnTo>
                  <a:pt x="21549" y="343590"/>
                </a:lnTo>
                <a:lnTo>
                  <a:pt x="14973" y="345440"/>
                </a:lnTo>
                <a:lnTo>
                  <a:pt x="5943" y="349250"/>
                </a:lnTo>
                <a:lnTo>
                  <a:pt x="18884" y="359410"/>
                </a:lnTo>
                <a:lnTo>
                  <a:pt x="34442" y="359410"/>
                </a:lnTo>
                <a:lnTo>
                  <a:pt x="30048" y="360680"/>
                </a:lnTo>
                <a:lnTo>
                  <a:pt x="30314" y="360680"/>
                </a:lnTo>
                <a:lnTo>
                  <a:pt x="21539" y="363220"/>
                </a:lnTo>
                <a:lnTo>
                  <a:pt x="21805" y="363220"/>
                </a:lnTo>
                <a:lnTo>
                  <a:pt x="13042" y="367030"/>
                </a:lnTo>
                <a:lnTo>
                  <a:pt x="10883" y="367030"/>
                </a:lnTo>
                <a:lnTo>
                  <a:pt x="8648" y="368300"/>
                </a:lnTo>
                <a:close/>
              </a:path>
              <a:path w="1209675" h="368300">
                <a:moveTo>
                  <a:pt x="640956" y="44450"/>
                </a:moveTo>
                <a:lnTo>
                  <a:pt x="582472" y="44450"/>
                </a:lnTo>
                <a:lnTo>
                  <a:pt x="591286" y="41910"/>
                </a:lnTo>
                <a:lnTo>
                  <a:pt x="591032" y="41910"/>
                </a:lnTo>
                <a:lnTo>
                  <a:pt x="599833" y="39370"/>
                </a:lnTo>
                <a:lnTo>
                  <a:pt x="599579" y="39370"/>
                </a:lnTo>
                <a:lnTo>
                  <a:pt x="608355" y="36830"/>
                </a:lnTo>
                <a:lnTo>
                  <a:pt x="608101" y="36830"/>
                </a:lnTo>
                <a:lnTo>
                  <a:pt x="616877" y="33020"/>
                </a:lnTo>
                <a:lnTo>
                  <a:pt x="675360" y="33020"/>
                </a:lnTo>
                <a:lnTo>
                  <a:pt x="666546" y="35560"/>
                </a:lnTo>
                <a:lnTo>
                  <a:pt x="666800" y="35560"/>
                </a:lnTo>
                <a:lnTo>
                  <a:pt x="657999" y="38100"/>
                </a:lnTo>
                <a:lnTo>
                  <a:pt x="658253" y="38100"/>
                </a:lnTo>
                <a:lnTo>
                  <a:pt x="649465" y="40640"/>
                </a:lnTo>
                <a:lnTo>
                  <a:pt x="649732" y="40640"/>
                </a:lnTo>
                <a:lnTo>
                  <a:pt x="640956" y="44450"/>
                </a:lnTo>
                <a:close/>
              </a:path>
              <a:path w="1209675" h="368300">
                <a:moveTo>
                  <a:pt x="609880" y="55880"/>
                </a:moveTo>
                <a:lnTo>
                  <a:pt x="504609" y="55880"/>
                </a:lnTo>
                <a:lnTo>
                  <a:pt x="513524" y="54610"/>
                </a:lnTo>
                <a:lnTo>
                  <a:pt x="522046" y="54610"/>
                </a:lnTo>
                <a:lnTo>
                  <a:pt x="530936" y="53340"/>
                </a:lnTo>
                <a:lnTo>
                  <a:pt x="530733" y="53340"/>
                </a:lnTo>
                <a:lnTo>
                  <a:pt x="539623" y="52070"/>
                </a:lnTo>
                <a:lnTo>
                  <a:pt x="539407" y="52070"/>
                </a:lnTo>
                <a:lnTo>
                  <a:pt x="548284" y="50800"/>
                </a:lnTo>
                <a:lnTo>
                  <a:pt x="548055" y="50800"/>
                </a:lnTo>
                <a:lnTo>
                  <a:pt x="556920" y="49530"/>
                </a:lnTo>
                <a:lnTo>
                  <a:pt x="556691" y="49530"/>
                </a:lnTo>
                <a:lnTo>
                  <a:pt x="565543" y="48260"/>
                </a:lnTo>
                <a:lnTo>
                  <a:pt x="565302" y="48260"/>
                </a:lnTo>
                <a:lnTo>
                  <a:pt x="574141" y="45720"/>
                </a:lnTo>
                <a:lnTo>
                  <a:pt x="573900" y="45720"/>
                </a:lnTo>
                <a:lnTo>
                  <a:pt x="582726" y="44450"/>
                </a:lnTo>
                <a:lnTo>
                  <a:pt x="641223" y="44450"/>
                </a:lnTo>
                <a:lnTo>
                  <a:pt x="623443" y="50800"/>
                </a:lnTo>
                <a:lnTo>
                  <a:pt x="614413" y="54610"/>
                </a:lnTo>
                <a:lnTo>
                  <a:pt x="609880" y="55880"/>
                </a:lnTo>
                <a:close/>
              </a:path>
              <a:path w="1209675" h="368300">
                <a:moveTo>
                  <a:pt x="416496" y="52070"/>
                </a:moveTo>
                <a:lnTo>
                  <a:pt x="217652" y="52070"/>
                </a:lnTo>
                <a:lnTo>
                  <a:pt x="208711" y="50800"/>
                </a:lnTo>
                <a:lnTo>
                  <a:pt x="398525" y="50800"/>
                </a:lnTo>
                <a:lnTo>
                  <a:pt x="416496" y="52070"/>
                </a:lnTo>
                <a:close/>
              </a:path>
              <a:path w="1209675" h="368300">
                <a:moveTo>
                  <a:pt x="434301" y="53340"/>
                </a:moveTo>
                <a:lnTo>
                  <a:pt x="253072" y="53340"/>
                </a:lnTo>
                <a:lnTo>
                  <a:pt x="235127" y="52070"/>
                </a:lnTo>
                <a:lnTo>
                  <a:pt x="416344" y="52070"/>
                </a:lnTo>
                <a:lnTo>
                  <a:pt x="434301" y="53340"/>
                </a:lnTo>
                <a:close/>
              </a:path>
              <a:path w="1209675" h="368300">
                <a:moveTo>
                  <a:pt x="452043" y="54610"/>
                </a:moveTo>
                <a:lnTo>
                  <a:pt x="270840" y="54610"/>
                </a:lnTo>
                <a:lnTo>
                  <a:pt x="252882" y="53340"/>
                </a:lnTo>
                <a:lnTo>
                  <a:pt x="434111" y="53340"/>
                </a:lnTo>
                <a:lnTo>
                  <a:pt x="452043" y="54610"/>
                </a:lnTo>
                <a:close/>
              </a:path>
              <a:path w="1209675" h="368300">
                <a:moveTo>
                  <a:pt x="505434" y="74930"/>
                </a:moveTo>
                <a:lnTo>
                  <a:pt x="468998" y="74930"/>
                </a:lnTo>
                <a:lnTo>
                  <a:pt x="396506" y="69850"/>
                </a:lnTo>
                <a:lnTo>
                  <a:pt x="378510" y="67310"/>
                </a:lnTo>
                <a:lnTo>
                  <a:pt x="306425" y="58420"/>
                </a:lnTo>
                <a:lnTo>
                  <a:pt x="288544" y="57150"/>
                </a:lnTo>
                <a:lnTo>
                  <a:pt x="270687" y="54610"/>
                </a:lnTo>
                <a:lnTo>
                  <a:pt x="451815" y="54610"/>
                </a:lnTo>
                <a:lnTo>
                  <a:pt x="469722" y="55880"/>
                </a:lnTo>
                <a:lnTo>
                  <a:pt x="609880" y="55880"/>
                </a:lnTo>
                <a:lnTo>
                  <a:pt x="569087" y="67310"/>
                </a:lnTo>
                <a:lnTo>
                  <a:pt x="523621" y="73660"/>
                </a:lnTo>
                <a:lnTo>
                  <a:pt x="514527" y="73660"/>
                </a:lnTo>
                <a:lnTo>
                  <a:pt x="505434" y="74930"/>
                </a:lnTo>
                <a:close/>
              </a:path>
              <a:path w="1209675" h="368300">
                <a:moveTo>
                  <a:pt x="61810" y="77470"/>
                </a:moveTo>
                <a:lnTo>
                  <a:pt x="67652" y="69850"/>
                </a:lnTo>
                <a:lnTo>
                  <a:pt x="66729" y="75331"/>
                </a:lnTo>
                <a:lnTo>
                  <a:pt x="61810" y="77470"/>
                </a:lnTo>
                <a:close/>
              </a:path>
              <a:path w="1209675" h="368300">
                <a:moveTo>
                  <a:pt x="66729" y="75331"/>
                </a:moveTo>
                <a:lnTo>
                  <a:pt x="67652" y="69850"/>
                </a:lnTo>
                <a:lnTo>
                  <a:pt x="81745" y="69850"/>
                </a:lnTo>
                <a:lnTo>
                  <a:pt x="78816" y="71120"/>
                </a:lnTo>
                <a:lnTo>
                  <a:pt x="79082" y="71120"/>
                </a:lnTo>
                <a:lnTo>
                  <a:pt x="70307" y="73660"/>
                </a:lnTo>
                <a:lnTo>
                  <a:pt x="70573" y="73660"/>
                </a:lnTo>
                <a:lnTo>
                  <a:pt x="66729" y="75331"/>
                </a:lnTo>
                <a:close/>
              </a:path>
              <a:path w="1209675" h="368300">
                <a:moveTo>
                  <a:pt x="66369" y="77470"/>
                </a:moveTo>
                <a:lnTo>
                  <a:pt x="61810" y="77470"/>
                </a:lnTo>
                <a:lnTo>
                  <a:pt x="66729" y="75331"/>
                </a:lnTo>
                <a:lnTo>
                  <a:pt x="66369" y="77470"/>
                </a:lnTo>
                <a:close/>
              </a:path>
              <a:path w="1209675" h="368300">
                <a:moveTo>
                  <a:pt x="1141412" y="297180"/>
                </a:moveTo>
                <a:lnTo>
                  <a:pt x="1142335" y="291698"/>
                </a:lnTo>
                <a:lnTo>
                  <a:pt x="1147254" y="289560"/>
                </a:lnTo>
                <a:lnTo>
                  <a:pt x="1141412" y="297180"/>
                </a:lnTo>
                <a:close/>
              </a:path>
              <a:path w="1209675" h="368300">
                <a:moveTo>
                  <a:pt x="1160623" y="297180"/>
                </a:moveTo>
                <a:lnTo>
                  <a:pt x="1141412" y="297180"/>
                </a:lnTo>
                <a:lnTo>
                  <a:pt x="1147254" y="289560"/>
                </a:lnTo>
                <a:lnTo>
                  <a:pt x="1161906" y="289560"/>
                </a:lnTo>
                <a:lnTo>
                  <a:pt x="1160623" y="297180"/>
                </a:lnTo>
                <a:close/>
              </a:path>
              <a:path w="1209675" h="368300">
                <a:moveTo>
                  <a:pt x="1158214" y="304800"/>
                </a:moveTo>
                <a:lnTo>
                  <a:pt x="1104353" y="304800"/>
                </a:lnTo>
                <a:lnTo>
                  <a:pt x="1113167" y="302260"/>
                </a:lnTo>
                <a:lnTo>
                  <a:pt x="1112913" y="302260"/>
                </a:lnTo>
                <a:lnTo>
                  <a:pt x="1121714" y="299720"/>
                </a:lnTo>
                <a:lnTo>
                  <a:pt x="1121460" y="299720"/>
                </a:lnTo>
                <a:lnTo>
                  <a:pt x="1130249" y="295910"/>
                </a:lnTo>
                <a:lnTo>
                  <a:pt x="1129982" y="295910"/>
                </a:lnTo>
                <a:lnTo>
                  <a:pt x="1138758" y="293370"/>
                </a:lnTo>
                <a:lnTo>
                  <a:pt x="1138491" y="293370"/>
                </a:lnTo>
                <a:lnTo>
                  <a:pt x="1142335" y="291698"/>
                </a:lnTo>
                <a:lnTo>
                  <a:pt x="1141412" y="297180"/>
                </a:lnTo>
                <a:lnTo>
                  <a:pt x="1160623" y="297180"/>
                </a:lnTo>
                <a:lnTo>
                  <a:pt x="1160195" y="299720"/>
                </a:lnTo>
                <a:lnTo>
                  <a:pt x="1159484" y="302260"/>
                </a:lnTo>
                <a:lnTo>
                  <a:pt x="1158214" y="304800"/>
                </a:lnTo>
                <a:close/>
              </a:path>
              <a:path w="1209675" h="368300">
                <a:moveTo>
                  <a:pt x="626338" y="322580"/>
                </a:moveTo>
                <a:lnTo>
                  <a:pt x="567842" y="322580"/>
                </a:lnTo>
                <a:lnTo>
                  <a:pt x="585622" y="316230"/>
                </a:lnTo>
                <a:lnTo>
                  <a:pt x="594652" y="312420"/>
                </a:lnTo>
                <a:lnTo>
                  <a:pt x="639978" y="299720"/>
                </a:lnTo>
                <a:lnTo>
                  <a:pt x="685431" y="293370"/>
                </a:lnTo>
                <a:lnTo>
                  <a:pt x="694537" y="293370"/>
                </a:lnTo>
                <a:lnTo>
                  <a:pt x="703630" y="292100"/>
                </a:lnTo>
                <a:lnTo>
                  <a:pt x="740067" y="292100"/>
                </a:lnTo>
                <a:lnTo>
                  <a:pt x="812558" y="297180"/>
                </a:lnTo>
                <a:lnTo>
                  <a:pt x="830554" y="299720"/>
                </a:lnTo>
                <a:lnTo>
                  <a:pt x="902639" y="308610"/>
                </a:lnTo>
                <a:lnTo>
                  <a:pt x="920521" y="309880"/>
                </a:lnTo>
                <a:lnTo>
                  <a:pt x="929398" y="311150"/>
                </a:lnTo>
                <a:lnTo>
                  <a:pt x="704456" y="311150"/>
                </a:lnTo>
                <a:lnTo>
                  <a:pt x="695540" y="312420"/>
                </a:lnTo>
                <a:lnTo>
                  <a:pt x="687019" y="312420"/>
                </a:lnTo>
                <a:lnTo>
                  <a:pt x="678129" y="313690"/>
                </a:lnTo>
                <a:lnTo>
                  <a:pt x="678332" y="313690"/>
                </a:lnTo>
                <a:lnTo>
                  <a:pt x="669442" y="314960"/>
                </a:lnTo>
                <a:lnTo>
                  <a:pt x="669658" y="314960"/>
                </a:lnTo>
                <a:lnTo>
                  <a:pt x="660781" y="316230"/>
                </a:lnTo>
                <a:lnTo>
                  <a:pt x="661009" y="316230"/>
                </a:lnTo>
                <a:lnTo>
                  <a:pt x="652145" y="317500"/>
                </a:lnTo>
                <a:lnTo>
                  <a:pt x="652373" y="317500"/>
                </a:lnTo>
                <a:lnTo>
                  <a:pt x="643521" y="318770"/>
                </a:lnTo>
                <a:lnTo>
                  <a:pt x="643763" y="318770"/>
                </a:lnTo>
                <a:lnTo>
                  <a:pt x="634923" y="321310"/>
                </a:lnTo>
                <a:lnTo>
                  <a:pt x="635165" y="321310"/>
                </a:lnTo>
                <a:lnTo>
                  <a:pt x="626338" y="322580"/>
                </a:lnTo>
                <a:close/>
              </a:path>
              <a:path w="1209675" h="368300">
                <a:moveTo>
                  <a:pt x="1036421" y="334010"/>
                </a:moveTo>
                <a:lnTo>
                  <a:pt x="972731" y="334010"/>
                </a:lnTo>
                <a:lnTo>
                  <a:pt x="936485" y="331470"/>
                </a:lnTo>
                <a:lnTo>
                  <a:pt x="918387" y="328930"/>
                </a:lnTo>
                <a:lnTo>
                  <a:pt x="900302" y="327660"/>
                </a:lnTo>
                <a:lnTo>
                  <a:pt x="828319" y="318770"/>
                </a:lnTo>
                <a:lnTo>
                  <a:pt x="810425" y="316230"/>
                </a:lnTo>
                <a:lnTo>
                  <a:pt x="1008989" y="316230"/>
                </a:lnTo>
                <a:lnTo>
                  <a:pt x="1017917" y="314960"/>
                </a:lnTo>
                <a:lnTo>
                  <a:pt x="1035227" y="314960"/>
                </a:lnTo>
                <a:lnTo>
                  <a:pt x="1044130" y="313690"/>
                </a:lnTo>
                <a:lnTo>
                  <a:pt x="1052614" y="313690"/>
                </a:lnTo>
                <a:lnTo>
                  <a:pt x="1061504" y="312420"/>
                </a:lnTo>
                <a:lnTo>
                  <a:pt x="1061288" y="312420"/>
                </a:lnTo>
                <a:lnTo>
                  <a:pt x="1070165" y="311150"/>
                </a:lnTo>
                <a:lnTo>
                  <a:pt x="1069936" y="311150"/>
                </a:lnTo>
                <a:lnTo>
                  <a:pt x="1078801" y="309880"/>
                </a:lnTo>
                <a:lnTo>
                  <a:pt x="1078572" y="309880"/>
                </a:lnTo>
                <a:lnTo>
                  <a:pt x="1087424" y="308610"/>
                </a:lnTo>
                <a:lnTo>
                  <a:pt x="1087183" y="308610"/>
                </a:lnTo>
                <a:lnTo>
                  <a:pt x="1096022" y="306070"/>
                </a:lnTo>
                <a:lnTo>
                  <a:pt x="1095781" y="306070"/>
                </a:lnTo>
                <a:lnTo>
                  <a:pt x="1104607" y="303530"/>
                </a:lnTo>
                <a:lnTo>
                  <a:pt x="1104353" y="304800"/>
                </a:lnTo>
                <a:lnTo>
                  <a:pt x="1158214" y="304800"/>
                </a:lnTo>
                <a:lnTo>
                  <a:pt x="1100048" y="325120"/>
                </a:lnTo>
                <a:lnTo>
                  <a:pt x="1090968" y="326390"/>
                </a:lnTo>
                <a:lnTo>
                  <a:pt x="1081887" y="328930"/>
                </a:lnTo>
                <a:lnTo>
                  <a:pt x="1054608" y="332740"/>
                </a:lnTo>
                <a:lnTo>
                  <a:pt x="1045514" y="332740"/>
                </a:lnTo>
                <a:lnTo>
                  <a:pt x="1036421" y="334010"/>
                </a:lnTo>
                <a:close/>
              </a:path>
              <a:path w="1209675" h="368300">
                <a:moveTo>
                  <a:pt x="938390" y="312420"/>
                </a:moveTo>
                <a:lnTo>
                  <a:pt x="757250" y="312420"/>
                </a:lnTo>
                <a:lnTo>
                  <a:pt x="739343" y="311150"/>
                </a:lnTo>
                <a:lnTo>
                  <a:pt x="929398" y="311150"/>
                </a:lnTo>
                <a:lnTo>
                  <a:pt x="938390" y="312420"/>
                </a:lnTo>
                <a:close/>
              </a:path>
              <a:path w="1209675" h="368300">
                <a:moveTo>
                  <a:pt x="956183" y="313690"/>
                </a:moveTo>
                <a:lnTo>
                  <a:pt x="774953" y="313690"/>
                </a:lnTo>
                <a:lnTo>
                  <a:pt x="757021" y="312420"/>
                </a:lnTo>
                <a:lnTo>
                  <a:pt x="938225" y="312420"/>
                </a:lnTo>
                <a:lnTo>
                  <a:pt x="956183" y="313690"/>
                </a:lnTo>
                <a:close/>
              </a:path>
              <a:path w="1209675" h="368300">
                <a:moveTo>
                  <a:pt x="973937" y="314960"/>
                </a:moveTo>
                <a:lnTo>
                  <a:pt x="792721" y="314960"/>
                </a:lnTo>
                <a:lnTo>
                  <a:pt x="774763" y="313690"/>
                </a:lnTo>
                <a:lnTo>
                  <a:pt x="955992" y="313690"/>
                </a:lnTo>
                <a:lnTo>
                  <a:pt x="973937" y="314960"/>
                </a:lnTo>
                <a:close/>
              </a:path>
              <a:path w="1209675" h="368300">
                <a:moveTo>
                  <a:pt x="1000353" y="316230"/>
                </a:moveTo>
                <a:lnTo>
                  <a:pt x="810539" y="316230"/>
                </a:lnTo>
                <a:lnTo>
                  <a:pt x="792568" y="314960"/>
                </a:lnTo>
                <a:lnTo>
                  <a:pt x="991412" y="314960"/>
                </a:lnTo>
                <a:lnTo>
                  <a:pt x="1000353" y="316230"/>
                </a:lnTo>
                <a:close/>
              </a:path>
              <a:path w="1209675" h="368300">
                <a:moveTo>
                  <a:pt x="34442" y="359410"/>
                </a:moveTo>
                <a:lnTo>
                  <a:pt x="18884" y="359410"/>
                </a:lnTo>
                <a:lnTo>
                  <a:pt x="21549" y="343590"/>
                </a:lnTo>
                <a:lnTo>
                  <a:pt x="24002" y="342900"/>
                </a:lnTo>
                <a:lnTo>
                  <a:pt x="33045" y="339090"/>
                </a:lnTo>
                <a:lnTo>
                  <a:pt x="60248" y="331470"/>
                </a:lnTo>
                <a:lnTo>
                  <a:pt x="69329" y="330200"/>
                </a:lnTo>
                <a:lnTo>
                  <a:pt x="78409" y="327660"/>
                </a:lnTo>
                <a:lnTo>
                  <a:pt x="105689" y="323850"/>
                </a:lnTo>
                <a:lnTo>
                  <a:pt x="114782" y="323850"/>
                </a:lnTo>
                <a:lnTo>
                  <a:pt x="123875" y="322580"/>
                </a:lnTo>
                <a:lnTo>
                  <a:pt x="187566" y="322580"/>
                </a:lnTo>
                <a:lnTo>
                  <a:pt x="223812" y="325120"/>
                </a:lnTo>
                <a:lnTo>
                  <a:pt x="241909" y="327660"/>
                </a:lnTo>
                <a:lnTo>
                  <a:pt x="259994" y="328930"/>
                </a:lnTo>
                <a:lnTo>
                  <a:pt x="331977" y="337820"/>
                </a:lnTo>
                <a:lnTo>
                  <a:pt x="349872" y="340360"/>
                </a:lnTo>
                <a:lnTo>
                  <a:pt x="367728" y="341630"/>
                </a:lnTo>
                <a:lnTo>
                  <a:pt x="125069" y="341630"/>
                </a:lnTo>
                <a:lnTo>
                  <a:pt x="116166" y="342900"/>
                </a:lnTo>
                <a:lnTo>
                  <a:pt x="107683" y="342900"/>
                </a:lnTo>
                <a:lnTo>
                  <a:pt x="98793" y="344170"/>
                </a:lnTo>
                <a:lnTo>
                  <a:pt x="99009" y="344170"/>
                </a:lnTo>
                <a:lnTo>
                  <a:pt x="90131" y="345440"/>
                </a:lnTo>
                <a:lnTo>
                  <a:pt x="90360" y="345440"/>
                </a:lnTo>
                <a:lnTo>
                  <a:pt x="81495" y="346710"/>
                </a:lnTo>
                <a:lnTo>
                  <a:pt x="81724" y="346710"/>
                </a:lnTo>
                <a:lnTo>
                  <a:pt x="72872" y="349250"/>
                </a:lnTo>
                <a:lnTo>
                  <a:pt x="73113" y="349250"/>
                </a:lnTo>
                <a:lnTo>
                  <a:pt x="64274" y="350520"/>
                </a:lnTo>
                <a:lnTo>
                  <a:pt x="64515" y="350520"/>
                </a:lnTo>
                <a:lnTo>
                  <a:pt x="55689" y="353060"/>
                </a:lnTo>
                <a:lnTo>
                  <a:pt x="55943" y="353060"/>
                </a:lnTo>
                <a:lnTo>
                  <a:pt x="51536" y="354330"/>
                </a:lnTo>
                <a:lnTo>
                  <a:pt x="47383" y="354330"/>
                </a:lnTo>
                <a:lnTo>
                  <a:pt x="38582" y="358140"/>
                </a:lnTo>
                <a:lnTo>
                  <a:pt x="38836" y="358140"/>
                </a:lnTo>
                <a:lnTo>
                  <a:pt x="34442" y="359410"/>
                </a:lnTo>
                <a:close/>
              </a:path>
              <a:path w="1209675" h="368300">
                <a:moveTo>
                  <a:pt x="592188" y="334010"/>
                </a:moveTo>
                <a:lnTo>
                  <a:pt x="533704" y="334010"/>
                </a:lnTo>
                <a:lnTo>
                  <a:pt x="542518" y="331470"/>
                </a:lnTo>
                <a:lnTo>
                  <a:pt x="542264" y="331470"/>
                </a:lnTo>
                <a:lnTo>
                  <a:pt x="551065" y="328930"/>
                </a:lnTo>
                <a:lnTo>
                  <a:pt x="550811" y="328930"/>
                </a:lnTo>
                <a:lnTo>
                  <a:pt x="559600" y="326390"/>
                </a:lnTo>
                <a:lnTo>
                  <a:pt x="559333" y="326390"/>
                </a:lnTo>
                <a:lnTo>
                  <a:pt x="568109" y="322580"/>
                </a:lnTo>
                <a:lnTo>
                  <a:pt x="626592" y="322580"/>
                </a:lnTo>
                <a:lnTo>
                  <a:pt x="617778" y="325120"/>
                </a:lnTo>
                <a:lnTo>
                  <a:pt x="618032" y="325120"/>
                </a:lnTo>
                <a:lnTo>
                  <a:pt x="609231" y="327660"/>
                </a:lnTo>
                <a:lnTo>
                  <a:pt x="609485" y="327660"/>
                </a:lnTo>
                <a:lnTo>
                  <a:pt x="600710" y="330200"/>
                </a:lnTo>
                <a:lnTo>
                  <a:pt x="600963" y="330200"/>
                </a:lnTo>
                <a:lnTo>
                  <a:pt x="592188" y="334010"/>
                </a:lnTo>
                <a:close/>
              </a:path>
              <a:path w="1209675" h="368300">
                <a:moveTo>
                  <a:pt x="561124" y="345440"/>
                </a:moveTo>
                <a:lnTo>
                  <a:pt x="455841" y="345440"/>
                </a:lnTo>
                <a:lnTo>
                  <a:pt x="464756" y="344170"/>
                </a:lnTo>
                <a:lnTo>
                  <a:pt x="473278" y="344170"/>
                </a:lnTo>
                <a:lnTo>
                  <a:pt x="482180" y="342900"/>
                </a:lnTo>
                <a:lnTo>
                  <a:pt x="481964" y="342900"/>
                </a:lnTo>
                <a:lnTo>
                  <a:pt x="490855" y="341630"/>
                </a:lnTo>
                <a:lnTo>
                  <a:pt x="490639" y="341630"/>
                </a:lnTo>
                <a:lnTo>
                  <a:pt x="499516" y="340360"/>
                </a:lnTo>
                <a:lnTo>
                  <a:pt x="499287" y="340360"/>
                </a:lnTo>
                <a:lnTo>
                  <a:pt x="508152" y="339090"/>
                </a:lnTo>
                <a:lnTo>
                  <a:pt x="507923" y="339090"/>
                </a:lnTo>
                <a:lnTo>
                  <a:pt x="516775" y="337820"/>
                </a:lnTo>
                <a:lnTo>
                  <a:pt x="516534" y="337820"/>
                </a:lnTo>
                <a:lnTo>
                  <a:pt x="525373" y="336550"/>
                </a:lnTo>
                <a:lnTo>
                  <a:pt x="525132" y="336550"/>
                </a:lnTo>
                <a:lnTo>
                  <a:pt x="533958" y="334010"/>
                </a:lnTo>
                <a:lnTo>
                  <a:pt x="592455" y="334010"/>
                </a:lnTo>
                <a:lnTo>
                  <a:pt x="574941" y="340360"/>
                </a:lnTo>
                <a:lnTo>
                  <a:pt x="565645" y="344170"/>
                </a:lnTo>
                <a:lnTo>
                  <a:pt x="561124" y="345440"/>
                </a:lnTo>
                <a:close/>
              </a:path>
              <a:path w="1209675" h="368300">
                <a:moveTo>
                  <a:pt x="1009294" y="335280"/>
                </a:moveTo>
                <a:lnTo>
                  <a:pt x="1000036" y="335280"/>
                </a:lnTo>
                <a:lnTo>
                  <a:pt x="991095" y="334010"/>
                </a:lnTo>
                <a:lnTo>
                  <a:pt x="1018400" y="334010"/>
                </a:lnTo>
                <a:lnTo>
                  <a:pt x="1009294" y="335280"/>
                </a:lnTo>
                <a:close/>
              </a:path>
              <a:path w="1209675" h="368300">
                <a:moveTo>
                  <a:pt x="385533" y="344170"/>
                </a:moveTo>
                <a:lnTo>
                  <a:pt x="222072" y="344170"/>
                </a:lnTo>
                <a:lnTo>
                  <a:pt x="204114" y="342900"/>
                </a:lnTo>
                <a:lnTo>
                  <a:pt x="204304" y="342900"/>
                </a:lnTo>
                <a:lnTo>
                  <a:pt x="186372" y="341630"/>
                </a:lnTo>
                <a:lnTo>
                  <a:pt x="367576" y="341630"/>
                </a:lnTo>
                <a:lnTo>
                  <a:pt x="385533" y="344170"/>
                </a:lnTo>
                <a:close/>
              </a:path>
              <a:path w="1209675" h="368300">
                <a:moveTo>
                  <a:pt x="18884" y="359410"/>
                </a:moveTo>
                <a:lnTo>
                  <a:pt x="5943" y="349250"/>
                </a:lnTo>
                <a:lnTo>
                  <a:pt x="14973" y="345440"/>
                </a:lnTo>
                <a:lnTo>
                  <a:pt x="21549" y="343590"/>
                </a:lnTo>
                <a:lnTo>
                  <a:pt x="18884" y="359410"/>
                </a:lnTo>
                <a:close/>
              </a:path>
              <a:path w="1209675" h="368300">
                <a:moveTo>
                  <a:pt x="456844" y="364490"/>
                </a:moveTo>
                <a:lnTo>
                  <a:pt x="420446" y="364490"/>
                </a:lnTo>
                <a:lnTo>
                  <a:pt x="347738" y="359410"/>
                </a:lnTo>
                <a:lnTo>
                  <a:pt x="329653" y="356870"/>
                </a:lnTo>
                <a:lnTo>
                  <a:pt x="257670" y="347980"/>
                </a:lnTo>
                <a:lnTo>
                  <a:pt x="239775" y="346710"/>
                </a:lnTo>
                <a:lnTo>
                  <a:pt x="221919" y="344170"/>
                </a:lnTo>
                <a:lnTo>
                  <a:pt x="403047" y="344170"/>
                </a:lnTo>
                <a:lnTo>
                  <a:pt x="420954" y="345440"/>
                </a:lnTo>
                <a:lnTo>
                  <a:pt x="561124" y="345440"/>
                </a:lnTo>
                <a:lnTo>
                  <a:pt x="556602" y="346710"/>
                </a:lnTo>
                <a:lnTo>
                  <a:pt x="547547" y="350520"/>
                </a:lnTo>
                <a:lnTo>
                  <a:pt x="538480" y="351790"/>
                </a:lnTo>
                <a:lnTo>
                  <a:pt x="520319" y="356870"/>
                </a:lnTo>
                <a:lnTo>
                  <a:pt x="474865" y="363220"/>
                </a:lnTo>
                <a:lnTo>
                  <a:pt x="465759" y="363220"/>
                </a:lnTo>
                <a:lnTo>
                  <a:pt x="456844" y="364490"/>
                </a:lnTo>
                <a:close/>
              </a:path>
              <a:path w="1209675" h="368300">
                <a:moveTo>
                  <a:pt x="47129" y="355600"/>
                </a:moveTo>
                <a:lnTo>
                  <a:pt x="47383" y="354330"/>
                </a:lnTo>
                <a:lnTo>
                  <a:pt x="51536" y="354330"/>
                </a:lnTo>
                <a:lnTo>
                  <a:pt x="47129" y="35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 txBox="1"/>
          <p:nvPr/>
        </p:nvSpPr>
        <p:spPr>
          <a:xfrm rot="21420000">
            <a:off x="4889503" y="1328725"/>
            <a:ext cx="325537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5"/>
              </a:lnSpc>
            </a:pPr>
            <a:r>
              <a:rPr dirty="0" sz="1800" spc="-5" b="1">
                <a:latin typeface="黑体"/>
                <a:cs typeface="黑体"/>
              </a:rPr>
              <a:t>放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40" name="object 140"/>
          <p:cNvSpPr txBox="1"/>
          <p:nvPr/>
        </p:nvSpPr>
        <p:spPr>
          <a:xfrm rot="21420000">
            <a:off x="5349878" y="1304684"/>
            <a:ext cx="325537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5"/>
              </a:lnSpc>
            </a:pPr>
            <a:r>
              <a:rPr dirty="0" sz="1800" spc="-5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6519100" y="1254340"/>
            <a:ext cx="1226185" cy="344170"/>
          </a:xfrm>
          <a:custGeom>
            <a:avLst/>
            <a:gdLst/>
            <a:ahLst/>
            <a:cxnLst/>
            <a:rect l="l" t="t" r="r" b="b"/>
            <a:pathLst>
              <a:path w="1226184" h="344169">
                <a:moveTo>
                  <a:pt x="10426" y="325119"/>
                </a:moveTo>
                <a:lnTo>
                  <a:pt x="8191" y="325119"/>
                </a:lnTo>
                <a:lnTo>
                  <a:pt x="6019" y="323850"/>
                </a:lnTo>
                <a:lnTo>
                  <a:pt x="0" y="314959"/>
                </a:lnTo>
                <a:lnTo>
                  <a:pt x="228" y="313690"/>
                </a:lnTo>
                <a:lnTo>
                  <a:pt x="64033" y="26669"/>
                </a:lnTo>
                <a:lnTo>
                  <a:pt x="64858" y="24130"/>
                </a:lnTo>
                <a:lnTo>
                  <a:pt x="66243" y="22859"/>
                </a:lnTo>
                <a:lnTo>
                  <a:pt x="68071" y="20319"/>
                </a:lnTo>
                <a:lnTo>
                  <a:pt x="70256" y="19050"/>
                </a:lnTo>
                <a:lnTo>
                  <a:pt x="79184" y="16509"/>
                </a:lnTo>
                <a:lnTo>
                  <a:pt x="116204" y="6350"/>
                </a:lnTo>
                <a:lnTo>
                  <a:pt x="162013" y="0"/>
                </a:lnTo>
                <a:lnTo>
                  <a:pt x="225780" y="0"/>
                </a:lnTo>
                <a:lnTo>
                  <a:pt x="234911" y="1269"/>
                </a:lnTo>
                <a:lnTo>
                  <a:pt x="252996" y="2540"/>
                </a:lnTo>
                <a:lnTo>
                  <a:pt x="324992" y="12700"/>
                </a:lnTo>
                <a:lnTo>
                  <a:pt x="360705" y="19050"/>
                </a:lnTo>
                <a:lnTo>
                  <a:pt x="163448" y="19050"/>
                </a:lnTo>
                <a:lnTo>
                  <a:pt x="154520" y="20319"/>
                </a:lnTo>
                <a:lnTo>
                  <a:pt x="154749" y="20319"/>
                </a:lnTo>
                <a:lnTo>
                  <a:pt x="145821" y="21590"/>
                </a:lnTo>
                <a:lnTo>
                  <a:pt x="146050" y="21590"/>
                </a:lnTo>
                <a:lnTo>
                  <a:pt x="137121" y="22859"/>
                </a:lnTo>
                <a:lnTo>
                  <a:pt x="137363" y="22859"/>
                </a:lnTo>
                <a:lnTo>
                  <a:pt x="128435" y="24130"/>
                </a:lnTo>
                <a:lnTo>
                  <a:pt x="128689" y="24130"/>
                </a:lnTo>
                <a:lnTo>
                  <a:pt x="119760" y="25400"/>
                </a:lnTo>
                <a:lnTo>
                  <a:pt x="120014" y="25400"/>
                </a:lnTo>
                <a:lnTo>
                  <a:pt x="111074" y="27940"/>
                </a:lnTo>
                <a:lnTo>
                  <a:pt x="111340" y="27940"/>
                </a:lnTo>
                <a:lnTo>
                  <a:pt x="102412" y="29209"/>
                </a:lnTo>
                <a:lnTo>
                  <a:pt x="102666" y="29209"/>
                </a:lnTo>
                <a:lnTo>
                  <a:pt x="98202" y="30480"/>
                </a:lnTo>
                <a:lnTo>
                  <a:pt x="82638" y="30480"/>
                </a:lnTo>
                <a:lnTo>
                  <a:pt x="76415" y="38100"/>
                </a:lnTo>
                <a:lnTo>
                  <a:pt x="80944" y="38100"/>
                </a:lnTo>
                <a:lnTo>
                  <a:pt x="22339" y="301678"/>
                </a:lnTo>
                <a:lnTo>
                  <a:pt x="6451" y="306069"/>
                </a:lnTo>
                <a:lnTo>
                  <a:pt x="18821" y="317500"/>
                </a:lnTo>
                <a:lnTo>
                  <a:pt x="34397" y="317500"/>
                </a:lnTo>
                <a:lnTo>
                  <a:pt x="29933" y="318769"/>
                </a:lnTo>
                <a:lnTo>
                  <a:pt x="30200" y="318769"/>
                </a:lnTo>
                <a:lnTo>
                  <a:pt x="21272" y="321309"/>
                </a:lnTo>
                <a:lnTo>
                  <a:pt x="21539" y="321309"/>
                </a:lnTo>
                <a:lnTo>
                  <a:pt x="12611" y="323850"/>
                </a:lnTo>
                <a:lnTo>
                  <a:pt x="10426" y="325119"/>
                </a:lnTo>
                <a:close/>
              </a:path>
              <a:path w="1226184" h="344169">
                <a:moveTo>
                  <a:pt x="708545" y="22859"/>
                </a:moveTo>
                <a:lnTo>
                  <a:pt x="632752" y="22859"/>
                </a:lnTo>
                <a:lnTo>
                  <a:pt x="650887" y="16509"/>
                </a:lnTo>
                <a:lnTo>
                  <a:pt x="687641" y="6350"/>
                </a:lnTo>
                <a:lnTo>
                  <a:pt x="733450" y="0"/>
                </a:lnTo>
                <a:lnTo>
                  <a:pt x="797204" y="0"/>
                </a:lnTo>
                <a:lnTo>
                  <a:pt x="806335" y="1269"/>
                </a:lnTo>
                <a:lnTo>
                  <a:pt x="824433" y="2540"/>
                </a:lnTo>
                <a:lnTo>
                  <a:pt x="896429" y="12700"/>
                </a:lnTo>
                <a:lnTo>
                  <a:pt x="932141" y="19050"/>
                </a:lnTo>
                <a:lnTo>
                  <a:pt x="734872" y="19050"/>
                </a:lnTo>
                <a:lnTo>
                  <a:pt x="725944" y="20319"/>
                </a:lnTo>
                <a:lnTo>
                  <a:pt x="726173" y="20319"/>
                </a:lnTo>
                <a:lnTo>
                  <a:pt x="717245" y="21590"/>
                </a:lnTo>
                <a:lnTo>
                  <a:pt x="717486" y="21590"/>
                </a:lnTo>
                <a:lnTo>
                  <a:pt x="708545" y="22859"/>
                </a:lnTo>
                <a:close/>
              </a:path>
              <a:path w="1226184" h="344169">
                <a:moveTo>
                  <a:pt x="396417" y="25400"/>
                </a:moveTo>
                <a:lnTo>
                  <a:pt x="286334" y="25400"/>
                </a:lnTo>
                <a:lnTo>
                  <a:pt x="268477" y="24130"/>
                </a:lnTo>
                <a:lnTo>
                  <a:pt x="268668" y="24130"/>
                </a:lnTo>
                <a:lnTo>
                  <a:pt x="250812" y="21590"/>
                </a:lnTo>
                <a:lnTo>
                  <a:pt x="251053" y="21590"/>
                </a:lnTo>
                <a:lnTo>
                  <a:pt x="233197" y="20319"/>
                </a:lnTo>
                <a:lnTo>
                  <a:pt x="233400" y="20319"/>
                </a:lnTo>
                <a:lnTo>
                  <a:pt x="224472" y="19050"/>
                </a:lnTo>
                <a:lnTo>
                  <a:pt x="360705" y="19050"/>
                </a:lnTo>
                <a:lnTo>
                  <a:pt x="396417" y="25400"/>
                </a:lnTo>
                <a:close/>
              </a:path>
              <a:path w="1226184" h="344169">
                <a:moveTo>
                  <a:pt x="967854" y="25400"/>
                </a:moveTo>
                <a:lnTo>
                  <a:pt x="857770" y="25400"/>
                </a:lnTo>
                <a:lnTo>
                  <a:pt x="839914" y="24130"/>
                </a:lnTo>
                <a:lnTo>
                  <a:pt x="840104" y="24130"/>
                </a:lnTo>
                <a:lnTo>
                  <a:pt x="822248" y="21590"/>
                </a:lnTo>
                <a:lnTo>
                  <a:pt x="822477" y="21590"/>
                </a:lnTo>
                <a:lnTo>
                  <a:pt x="804621" y="20319"/>
                </a:lnTo>
                <a:lnTo>
                  <a:pt x="804824" y="20319"/>
                </a:lnTo>
                <a:lnTo>
                  <a:pt x="795896" y="19050"/>
                </a:lnTo>
                <a:lnTo>
                  <a:pt x="932141" y="19050"/>
                </a:lnTo>
                <a:lnTo>
                  <a:pt x="967854" y="25400"/>
                </a:lnTo>
                <a:close/>
              </a:path>
              <a:path w="1226184" h="344169">
                <a:moveTo>
                  <a:pt x="1206046" y="30480"/>
                </a:moveTo>
                <a:lnTo>
                  <a:pt x="1178191" y="30480"/>
                </a:lnTo>
                <a:lnTo>
                  <a:pt x="1187119" y="27940"/>
                </a:lnTo>
                <a:lnTo>
                  <a:pt x="1186865" y="27940"/>
                </a:lnTo>
                <a:lnTo>
                  <a:pt x="1195793" y="25400"/>
                </a:lnTo>
                <a:lnTo>
                  <a:pt x="1195527" y="25400"/>
                </a:lnTo>
                <a:lnTo>
                  <a:pt x="1204455" y="22859"/>
                </a:lnTo>
                <a:lnTo>
                  <a:pt x="1204188" y="22859"/>
                </a:lnTo>
                <a:lnTo>
                  <a:pt x="1213116" y="19050"/>
                </a:lnTo>
                <a:lnTo>
                  <a:pt x="1217536" y="19050"/>
                </a:lnTo>
                <a:lnTo>
                  <a:pt x="1219707" y="20319"/>
                </a:lnTo>
                <a:lnTo>
                  <a:pt x="1221676" y="20319"/>
                </a:lnTo>
                <a:lnTo>
                  <a:pt x="1223340" y="22859"/>
                </a:lnTo>
                <a:lnTo>
                  <a:pt x="1224610" y="24130"/>
                </a:lnTo>
                <a:lnTo>
                  <a:pt x="1225422" y="26669"/>
                </a:lnTo>
                <a:lnTo>
                  <a:pt x="1206893" y="26669"/>
                </a:lnTo>
                <a:lnTo>
                  <a:pt x="1206046" y="30480"/>
                </a:lnTo>
                <a:close/>
              </a:path>
              <a:path w="1226184" h="344169">
                <a:moveTo>
                  <a:pt x="691184" y="25400"/>
                </a:moveTo>
                <a:lnTo>
                  <a:pt x="624090" y="25400"/>
                </a:lnTo>
                <a:lnTo>
                  <a:pt x="633018" y="22859"/>
                </a:lnTo>
                <a:lnTo>
                  <a:pt x="708786" y="22859"/>
                </a:lnTo>
                <a:lnTo>
                  <a:pt x="699858" y="24130"/>
                </a:lnTo>
                <a:lnTo>
                  <a:pt x="700112" y="24130"/>
                </a:lnTo>
                <a:lnTo>
                  <a:pt x="691184" y="25400"/>
                </a:lnTo>
                <a:close/>
              </a:path>
              <a:path w="1226184" h="344169">
                <a:moveTo>
                  <a:pt x="431926" y="31750"/>
                </a:moveTo>
                <a:lnTo>
                  <a:pt x="321779" y="31750"/>
                </a:lnTo>
                <a:lnTo>
                  <a:pt x="303923" y="29209"/>
                </a:lnTo>
                <a:lnTo>
                  <a:pt x="286181" y="25400"/>
                </a:lnTo>
                <a:lnTo>
                  <a:pt x="396328" y="25400"/>
                </a:lnTo>
                <a:lnTo>
                  <a:pt x="414185" y="27940"/>
                </a:lnTo>
                <a:lnTo>
                  <a:pt x="431926" y="31750"/>
                </a:lnTo>
                <a:close/>
              </a:path>
              <a:path w="1226184" h="344169">
                <a:moveTo>
                  <a:pt x="682510" y="27940"/>
                </a:moveTo>
                <a:lnTo>
                  <a:pt x="615429" y="27940"/>
                </a:lnTo>
                <a:lnTo>
                  <a:pt x="624357" y="25400"/>
                </a:lnTo>
                <a:lnTo>
                  <a:pt x="691438" y="25400"/>
                </a:lnTo>
                <a:lnTo>
                  <a:pt x="682510" y="27940"/>
                </a:lnTo>
                <a:close/>
              </a:path>
              <a:path w="1226184" h="344169">
                <a:moveTo>
                  <a:pt x="1003350" y="31750"/>
                </a:moveTo>
                <a:lnTo>
                  <a:pt x="893203" y="31750"/>
                </a:lnTo>
                <a:lnTo>
                  <a:pt x="875347" y="29209"/>
                </a:lnTo>
                <a:lnTo>
                  <a:pt x="857605" y="25400"/>
                </a:lnTo>
                <a:lnTo>
                  <a:pt x="967752" y="25400"/>
                </a:lnTo>
                <a:lnTo>
                  <a:pt x="985608" y="27940"/>
                </a:lnTo>
                <a:lnTo>
                  <a:pt x="1003350" y="31750"/>
                </a:lnTo>
                <a:close/>
              </a:path>
              <a:path w="1226184" h="344169">
                <a:moveTo>
                  <a:pt x="1203375" y="42494"/>
                </a:moveTo>
                <a:lnTo>
                  <a:pt x="1206893" y="26669"/>
                </a:lnTo>
                <a:lnTo>
                  <a:pt x="1219276" y="38100"/>
                </a:lnTo>
                <a:lnTo>
                  <a:pt x="1203375" y="42494"/>
                </a:lnTo>
                <a:close/>
              </a:path>
              <a:path w="1226184" h="344169">
                <a:moveTo>
                  <a:pt x="1144308" y="308205"/>
                </a:moveTo>
                <a:lnTo>
                  <a:pt x="1203375" y="42494"/>
                </a:lnTo>
                <a:lnTo>
                  <a:pt x="1219276" y="38100"/>
                </a:lnTo>
                <a:lnTo>
                  <a:pt x="1206893" y="26669"/>
                </a:lnTo>
                <a:lnTo>
                  <a:pt x="1225422" y="26669"/>
                </a:lnTo>
                <a:lnTo>
                  <a:pt x="1225715" y="27940"/>
                </a:lnTo>
                <a:lnTo>
                  <a:pt x="1225499" y="30480"/>
                </a:lnTo>
                <a:lnTo>
                  <a:pt x="1164223" y="306069"/>
                </a:lnTo>
                <a:lnTo>
                  <a:pt x="1149311" y="306069"/>
                </a:lnTo>
                <a:lnTo>
                  <a:pt x="1144308" y="308205"/>
                </a:lnTo>
                <a:close/>
              </a:path>
              <a:path w="1226184" h="344169">
                <a:moveTo>
                  <a:pt x="669639" y="30480"/>
                </a:moveTo>
                <a:lnTo>
                  <a:pt x="606767" y="30480"/>
                </a:lnTo>
                <a:lnTo>
                  <a:pt x="615695" y="27940"/>
                </a:lnTo>
                <a:lnTo>
                  <a:pt x="682764" y="27940"/>
                </a:lnTo>
                <a:lnTo>
                  <a:pt x="673836" y="29209"/>
                </a:lnTo>
                <a:lnTo>
                  <a:pt x="674103" y="29209"/>
                </a:lnTo>
                <a:lnTo>
                  <a:pt x="669639" y="30480"/>
                </a:lnTo>
                <a:close/>
              </a:path>
              <a:path w="1226184" h="344169">
                <a:moveTo>
                  <a:pt x="665175" y="31750"/>
                </a:moveTo>
                <a:lnTo>
                  <a:pt x="598093" y="31750"/>
                </a:lnTo>
                <a:lnTo>
                  <a:pt x="607021" y="29209"/>
                </a:lnTo>
                <a:lnTo>
                  <a:pt x="606767" y="30480"/>
                </a:lnTo>
                <a:lnTo>
                  <a:pt x="669639" y="30480"/>
                </a:lnTo>
                <a:lnTo>
                  <a:pt x="665175" y="31750"/>
                </a:lnTo>
                <a:close/>
              </a:path>
              <a:path w="1226184" h="344169">
                <a:moveTo>
                  <a:pt x="1204070" y="39369"/>
                </a:moveTo>
                <a:lnTo>
                  <a:pt x="1099934" y="39369"/>
                </a:lnTo>
                <a:lnTo>
                  <a:pt x="1108862" y="38100"/>
                </a:lnTo>
                <a:lnTo>
                  <a:pt x="1126083" y="38100"/>
                </a:lnTo>
                <a:lnTo>
                  <a:pt x="1135024" y="36830"/>
                </a:lnTo>
                <a:lnTo>
                  <a:pt x="1134795" y="36830"/>
                </a:lnTo>
                <a:lnTo>
                  <a:pt x="1143723" y="35559"/>
                </a:lnTo>
                <a:lnTo>
                  <a:pt x="1143482" y="35559"/>
                </a:lnTo>
                <a:lnTo>
                  <a:pt x="1152410" y="34290"/>
                </a:lnTo>
                <a:lnTo>
                  <a:pt x="1152169" y="34290"/>
                </a:lnTo>
                <a:lnTo>
                  <a:pt x="1161097" y="33019"/>
                </a:lnTo>
                <a:lnTo>
                  <a:pt x="1160856" y="33019"/>
                </a:lnTo>
                <a:lnTo>
                  <a:pt x="1169784" y="31750"/>
                </a:lnTo>
                <a:lnTo>
                  <a:pt x="1169530" y="31750"/>
                </a:lnTo>
                <a:lnTo>
                  <a:pt x="1178458" y="29209"/>
                </a:lnTo>
                <a:lnTo>
                  <a:pt x="1178191" y="30480"/>
                </a:lnTo>
                <a:lnTo>
                  <a:pt x="1206046" y="30480"/>
                </a:lnTo>
                <a:lnTo>
                  <a:pt x="1204070" y="39369"/>
                </a:lnTo>
                <a:close/>
              </a:path>
              <a:path w="1226184" h="344169">
                <a:moveTo>
                  <a:pt x="76415" y="38100"/>
                </a:moveTo>
                <a:lnTo>
                  <a:pt x="82638" y="30480"/>
                </a:lnTo>
                <a:lnTo>
                  <a:pt x="81419" y="35964"/>
                </a:lnTo>
                <a:lnTo>
                  <a:pt x="76415" y="38100"/>
                </a:lnTo>
                <a:close/>
              </a:path>
              <a:path w="1226184" h="344169">
                <a:moveTo>
                  <a:pt x="81419" y="35964"/>
                </a:moveTo>
                <a:lnTo>
                  <a:pt x="82638" y="30480"/>
                </a:lnTo>
                <a:lnTo>
                  <a:pt x="98202" y="30480"/>
                </a:lnTo>
                <a:lnTo>
                  <a:pt x="93738" y="31750"/>
                </a:lnTo>
                <a:lnTo>
                  <a:pt x="94005" y="31750"/>
                </a:lnTo>
                <a:lnTo>
                  <a:pt x="85077" y="34290"/>
                </a:lnTo>
                <a:lnTo>
                  <a:pt x="85343" y="34290"/>
                </a:lnTo>
                <a:lnTo>
                  <a:pt x="81419" y="35964"/>
                </a:lnTo>
                <a:close/>
              </a:path>
              <a:path w="1226184" h="344169">
                <a:moveTo>
                  <a:pt x="556082" y="57150"/>
                </a:moveTo>
                <a:lnTo>
                  <a:pt x="492328" y="57150"/>
                </a:lnTo>
                <a:lnTo>
                  <a:pt x="483196" y="55880"/>
                </a:lnTo>
                <a:lnTo>
                  <a:pt x="465099" y="54609"/>
                </a:lnTo>
                <a:lnTo>
                  <a:pt x="393115" y="44450"/>
                </a:lnTo>
                <a:lnTo>
                  <a:pt x="321678" y="31750"/>
                </a:lnTo>
                <a:lnTo>
                  <a:pt x="431774" y="31750"/>
                </a:lnTo>
                <a:lnTo>
                  <a:pt x="449630" y="33019"/>
                </a:lnTo>
                <a:lnTo>
                  <a:pt x="449427" y="33019"/>
                </a:lnTo>
                <a:lnTo>
                  <a:pt x="467283" y="35559"/>
                </a:lnTo>
                <a:lnTo>
                  <a:pt x="467055" y="35559"/>
                </a:lnTo>
                <a:lnTo>
                  <a:pt x="484911" y="36830"/>
                </a:lnTo>
                <a:lnTo>
                  <a:pt x="484708" y="36830"/>
                </a:lnTo>
                <a:lnTo>
                  <a:pt x="493636" y="38100"/>
                </a:lnTo>
                <a:lnTo>
                  <a:pt x="511009" y="38100"/>
                </a:lnTo>
                <a:lnTo>
                  <a:pt x="519937" y="39369"/>
                </a:lnTo>
                <a:lnTo>
                  <a:pt x="642282" y="39369"/>
                </a:lnTo>
                <a:lnTo>
                  <a:pt x="638657" y="40640"/>
                </a:lnTo>
                <a:lnTo>
                  <a:pt x="601903" y="50800"/>
                </a:lnTo>
                <a:lnTo>
                  <a:pt x="556082" y="57150"/>
                </a:lnTo>
                <a:close/>
              </a:path>
              <a:path w="1226184" h="344169">
                <a:moveTo>
                  <a:pt x="656513" y="34290"/>
                </a:moveTo>
                <a:lnTo>
                  <a:pt x="580745" y="34290"/>
                </a:lnTo>
                <a:lnTo>
                  <a:pt x="589673" y="33019"/>
                </a:lnTo>
                <a:lnTo>
                  <a:pt x="589419" y="33019"/>
                </a:lnTo>
                <a:lnTo>
                  <a:pt x="598347" y="31750"/>
                </a:lnTo>
                <a:lnTo>
                  <a:pt x="665441" y="31750"/>
                </a:lnTo>
                <a:lnTo>
                  <a:pt x="656513" y="34290"/>
                </a:lnTo>
                <a:close/>
              </a:path>
              <a:path w="1226184" h="344169">
                <a:moveTo>
                  <a:pt x="1127518" y="57150"/>
                </a:moveTo>
                <a:lnTo>
                  <a:pt x="1063752" y="57150"/>
                </a:lnTo>
                <a:lnTo>
                  <a:pt x="1054620" y="55880"/>
                </a:lnTo>
                <a:lnTo>
                  <a:pt x="1036535" y="54609"/>
                </a:lnTo>
                <a:lnTo>
                  <a:pt x="964539" y="44450"/>
                </a:lnTo>
                <a:lnTo>
                  <a:pt x="893114" y="31750"/>
                </a:lnTo>
                <a:lnTo>
                  <a:pt x="1003198" y="31750"/>
                </a:lnTo>
                <a:lnTo>
                  <a:pt x="1021054" y="33019"/>
                </a:lnTo>
                <a:lnTo>
                  <a:pt x="1020864" y="33019"/>
                </a:lnTo>
                <a:lnTo>
                  <a:pt x="1038720" y="35559"/>
                </a:lnTo>
                <a:lnTo>
                  <a:pt x="1038478" y="35559"/>
                </a:lnTo>
                <a:lnTo>
                  <a:pt x="1056335" y="36830"/>
                </a:lnTo>
                <a:lnTo>
                  <a:pt x="1056131" y="36830"/>
                </a:lnTo>
                <a:lnTo>
                  <a:pt x="1065060" y="38100"/>
                </a:lnTo>
                <a:lnTo>
                  <a:pt x="1082446" y="38100"/>
                </a:lnTo>
                <a:lnTo>
                  <a:pt x="1091374" y="39369"/>
                </a:lnTo>
                <a:lnTo>
                  <a:pt x="1204070" y="39369"/>
                </a:lnTo>
                <a:lnTo>
                  <a:pt x="1203375" y="42494"/>
                </a:lnTo>
                <a:lnTo>
                  <a:pt x="1173327" y="50800"/>
                </a:lnTo>
                <a:lnTo>
                  <a:pt x="1127518" y="57150"/>
                </a:lnTo>
                <a:close/>
              </a:path>
              <a:path w="1226184" h="344169">
                <a:moveTo>
                  <a:pt x="642282" y="39369"/>
                </a:moveTo>
                <a:lnTo>
                  <a:pt x="528497" y="39369"/>
                </a:lnTo>
                <a:lnTo>
                  <a:pt x="537425" y="38100"/>
                </a:lnTo>
                <a:lnTo>
                  <a:pt x="554659" y="38100"/>
                </a:lnTo>
                <a:lnTo>
                  <a:pt x="563587" y="36830"/>
                </a:lnTo>
                <a:lnTo>
                  <a:pt x="563359" y="36830"/>
                </a:lnTo>
                <a:lnTo>
                  <a:pt x="572287" y="35559"/>
                </a:lnTo>
                <a:lnTo>
                  <a:pt x="572058" y="35559"/>
                </a:lnTo>
                <a:lnTo>
                  <a:pt x="580986" y="34290"/>
                </a:lnTo>
                <a:lnTo>
                  <a:pt x="656780" y="34290"/>
                </a:lnTo>
                <a:lnTo>
                  <a:pt x="642282" y="39369"/>
                </a:lnTo>
                <a:close/>
              </a:path>
              <a:path w="1226184" h="344169">
                <a:moveTo>
                  <a:pt x="80944" y="38100"/>
                </a:moveTo>
                <a:lnTo>
                  <a:pt x="76415" y="38100"/>
                </a:lnTo>
                <a:lnTo>
                  <a:pt x="81419" y="35964"/>
                </a:lnTo>
                <a:lnTo>
                  <a:pt x="80944" y="38100"/>
                </a:lnTo>
                <a:close/>
              </a:path>
              <a:path w="1226184" h="344169">
                <a:moveTo>
                  <a:pt x="528891" y="58419"/>
                </a:moveTo>
                <a:lnTo>
                  <a:pt x="519772" y="58419"/>
                </a:lnTo>
                <a:lnTo>
                  <a:pt x="510489" y="57150"/>
                </a:lnTo>
                <a:lnTo>
                  <a:pt x="537819" y="57150"/>
                </a:lnTo>
                <a:lnTo>
                  <a:pt x="528891" y="58419"/>
                </a:lnTo>
                <a:close/>
              </a:path>
              <a:path w="1226184" h="344169">
                <a:moveTo>
                  <a:pt x="1100315" y="58419"/>
                </a:moveTo>
                <a:lnTo>
                  <a:pt x="1091196" y="58419"/>
                </a:lnTo>
                <a:lnTo>
                  <a:pt x="1081925" y="57150"/>
                </a:lnTo>
                <a:lnTo>
                  <a:pt x="1109243" y="57150"/>
                </a:lnTo>
                <a:lnTo>
                  <a:pt x="1100315" y="58419"/>
                </a:lnTo>
                <a:close/>
              </a:path>
              <a:path w="1226184" h="344169">
                <a:moveTo>
                  <a:pt x="152895" y="287019"/>
                </a:moveTo>
                <a:lnTo>
                  <a:pt x="107353" y="287019"/>
                </a:lnTo>
                <a:lnTo>
                  <a:pt x="116471" y="285750"/>
                </a:lnTo>
                <a:lnTo>
                  <a:pt x="143636" y="285750"/>
                </a:lnTo>
                <a:lnTo>
                  <a:pt x="152895" y="287019"/>
                </a:lnTo>
                <a:close/>
              </a:path>
              <a:path w="1226184" h="344169">
                <a:moveTo>
                  <a:pt x="724319" y="287019"/>
                </a:moveTo>
                <a:lnTo>
                  <a:pt x="678776" y="287019"/>
                </a:lnTo>
                <a:lnTo>
                  <a:pt x="687908" y="285750"/>
                </a:lnTo>
                <a:lnTo>
                  <a:pt x="715060" y="285750"/>
                </a:lnTo>
                <a:lnTo>
                  <a:pt x="724319" y="287019"/>
                </a:lnTo>
                <a:close/>
              </a:path>
              <a:path w="1226184" h="344169">
                <a:moveTo>
                  <a:pt x="34397" y="317500"/>
                </a:moveTo>
                <a:lnTo>
                  <a:pt x="18821" y="317500"/>
                </a:lnTo>
                <a:lnTo>
                  <a:pt x="22339" y="301678"/>
                </a:lnTo>
                <a:lnTo>
                  <a:pt x="52400" y="293369"/>
                </a:lnTo>
                <a:lnTo>
                  <a:pt x="98209" y="287019"/>
                </a:lnTo>
                <a:lnTo>
                  <a:pt x="161963" y="287019"/>
                </a:lnTo>
                <a:lnTo>
                  <a:pt x="171094" y="288290"/>
                </a:lnTo>
                <a:lnTo>
                  <a:pt x="189191" y="289559"/>
                </a:lnTo>
                <a:lnTo>
                  <a:pt x="207251" y="292100"/>
                </a:lnTo>
                <a:lnTo>
                  <a:pt x="225259" y="293369"/>
                </a:lnTo>
                <a:lnTo>
                  <a:pt x="243230" y="297180"/>
                </a:lnTo>
                <a:lnTo>
                  <a:pt x="261188" y="299719"/>
                </a:lnTo>
                <a:lnTo>
                  <a:pt x="289758" y="304800"/>
                </a:lnTo>
                <a:lnTo>
                  <a:pt x="117068" y="304800"/>
                </a:lnTo>
                <a:lnTo>
                  <a:pt x="108140" y="306069"/>
                </a:lnTo>
                <a:lnTo>
                  <a:pt x="99631" y="306069"/>
                </a:lnTo>
                <a:lnTo>
                  <a:pt x="90703" y="307340"/>
                </a:lnTo>
                <a:lnTo>
                  <a:pt x="90931" y="307340"/>
                </a:lnTo>
                <a:lnTo>
                  <a:pt x="82003" y="308609"/>
                </a:lnTo>
                <a:lnTo>
                  <a:pt x="73558" y="308609"/>
                </a:lnTo>
                <a:lnTo>
                  <a:pt x="64630" y="311150"/>
                </a:lnTo>
                <a:lnTo>
                  <a:pt x="64871" y="311150"/>
                </a:lnTo>
                <a:lnTo>
                  <a:pt x="55943" y="312419"/>
                </a:lnTo>
                <a:lnTo>
                  <a:pt x="56197" y="312419"/>
                </a:lnTo>
                <a:lnTo>
                  <a:pt x="47269" y="313690"/>
                </a:lnTo>
                <a:lnTo>
                  <a:pt x="47536" y="313690"/>
                </a:lnTo>
                <a:lnTo>
                  <a:pt x="38595" y="316230"/>
                </a:lnTo>
                <a:lnTo>
                  <a:pt x="38861" y="316230"/>
                </a:lnTo>
                <a:lnTo>
                  <a:pt x="34397" y="317500"/>
                </a:lnTo>
                <a:close/>
              </a:path>
              <a:path w="1226184" h="344169">
                <a:moveTo>
                  <a:pt x="627379" y="312419"/>
                </a:moveTo>
                <a:lnTo>
                  <a:pt x="560285" y="312419"/>
                </a:lnTo>
                <a:lnTo>
                  <a:pt x="569213" y="309880"/>
                </a:lnTo>
                <a:lnTo>
                  <a:pt x="568947" y="309880"/>
                </a:lnTo>
                <a:lnTo>
                  <a:pt x="587070" y="303530"/>
                </a:lnTo>
                <a:lnTo>
                  <a:pt x="623823" y="293369"/>
                </a:lnTo>
                <a:lnTo>
                  <a:pt x="669645" y="287019"/>
                </a:lnTo>
                <a:lnTo>
                  <a:pt x="733399" y="287019"/>
                </a:lnTo>
                <a:lnTo>
                  <a:pt x="742530" y="288290"/>
                </a:lnTo>
                <a:lnTo>
                  <a:pt x="760628" y="289559"/>
                </a:lnTo>
                <a:lnTo>
                  <a:pt x="778675" y="292100"/>
                </a:lnTo>
                <a:lnTo>
                  <a:pt x="796683" y="293369"/>
                </a:lnTo>
                <a:lnTo>
                  <a:pt x="814666" y="297180"/>
                </a:lnTo>
                <a:lnTo>
                  <a:pt x="832611" y="299719"/>
                </a:lnTo>
                <a:lnTo>
                  <a:pt x="861186" y="304800"/>
                </a:lnTo>
                <a:lnTo>
                  <a:pt x="688492" y="304800"/>
                </a:lnTo>
                <a:lnTo>
                  <a:pt x="679564" y="306069"/>
                </a:lnTo>
                <a:lnTo>
                  <a:pt x="671067" y="306069"/>
                </a:lnTo>
                <a:lnTo>
                  <a:pt x="662139" y="307340"/>
                </a:lnTo>
                <a:lnTo>
                  <a:pt x="662368" y="307340"/>
                </a:lnTo>
                <a:lnTo>
                  <a:pt x="653440" y="308609"/>
                </a:lnTo>
                <a:lnTo>
                  <a:pt x="644982" y="308609"/>
                </a:lnTo>
                <a:lnTo>
                  <a:pt x="636054" y="311150"/>
                </a:lnTo>
                <a:lnTo>
                  <a:pt x="636308" y="311150"/>
                </a:lnTo>
                <a:lnTo>
                  <a:pt x="627379" y="312419"/>
                </a:lnTo>
                <a:close/>
              </a:path>
              <a:path w="1226184" h="344169">
                <a:moveTo>
                  <a:pt x="18821" y="317500"/>
                </a:moveTo>
                <a:lnTo>
                  <a:pt x="6451" y="306069"/>
                </a:lnTo>
                <a:lnTo>
                  <a:pt x="22339" y="301678"/>
                </a:lnTo>
                <a:lnTo>
                  <a:pt x="18821" y="317500"/>
                </a:lnTo>
                <a:close/>
              </a:path>
              <a:path w="1226184" h="344169">
                <a:moveTo>
                  <a:pt x="332612" y="312419"/>
                </a:moveTo>
                <a:lnTo>
                  <a:pt x="222529" y="312419"/>
                </a:lnTo>
                <a:lnTo>
                  <a:pt x="204673" y="309880"/>
                </a:lnTo>
                <a:lnTo>
                  <a:pt x="204863" y="309880"/>
                </a:lnTo>
                <a:lnTo>
                  <a:pt x="187007" y="308609"/>
                </a:lnTo>
                <a:lnTo>
                  <a:pt x="187248" y="308609"/>
                </a:lnTo>
                <a:lnTo>
                  <a:pt x="169392" y="307340"/>
                </a:lnTo>
                <a:lnTo>
                  <a:pt x="169595" y="307340"/>
                </a:lnTo>
                <a:lnTo>
                  <a:pt x="160667" y="306069"/>
                </a:lnTo>
                <a:lnTo>
                  <a:pt x="152044" y="306069"/>
                </a:lnTo>
                <a:lnTo>
                  <a:pt x="143116" y="304800"/>
                </a:lnTo>
                <a:lnTo>
                  <a:pt x="289758" y="304800"/>
                </a:lnTo>
                <a:lnTo>
                  <a:pt x="332612" y="312419"/>
                </a:lnTo>
                <a:close/>
              </a:path>
              <a:path w="1226184" h="344169">
                <a:moveTo>
                  <a:pt x="904049" y="312419"/>
                </a:moveTo>
                <a:lnTo>
                  <a:pt x="793953" y="312419"/>
                </a:lnTo>
                <a:lnTo>
                  <a:pt x="776096" y="309880"/>
                </a:lnTo>
                <a:lnTo>
                  <a:pt x="776300" y="309880"/>
                </a:lnTo>
                <a:lnTo>
                  <a:pt x="758431" y="308609"/>
                </a:lnTo>
                <a:lnTo>
                  <a:pt x="758672" y="308609"/>
                </a:lnTo>
                <a:lnTo>
                  <a:pt x="740816" y="307340"/>
                </a:lnTo>
                <a:lnTo>
                  <a:pt x="741019" y="307340"/>
                </a:lnTo>
                <a:lnTo>
                  <a:pt x="732091" y="306069"/>
                </a:lnTo>
                <a:lnTo>
                  <a:pt x="723468" y="306069"/>
                </a:lnTo>
                <a:lnTo>
                  <a:pt x="714540" y="304800"/>
                </a:lnTo>
                <a:lnTo>
                  <a:pt x="861186" y="304800"/>
                </a:lnTo>
                <a:lnTo>
                  <a:pt x="904049" y="312419"/>
                </a:lnTo>
                <a:close/>
              </a:path>
              <a:path w="1226184" h="344169">
                <a:moveTo>
                  <a:pt x="1143088" y="313690"/>
                </a:moveTo>
                <a:lnTo>
                  <a:pt x="1144308" y="308205"/>
                </a:lnTo>
                <a:lnTo>
                  <a:pt x="1149311" y="306069"/>
                </a:lnTo>
                <a:lnTo>
                  <a:pt x="1143088" y="313690"/>
                </a:lnTo>
                <a:close/>
              </a:path>
              <a:path w="1226184" h="344169">
                <a:moveTo>
                  <a:pt x="1162528" y="313690"/>
                </a:moveTo>
                <a:lnTo>
                  <a:pt x="1143088" y="313690"/>
                </a:lnTo>
                <a:lnTo>
                  <a:pt x="1149311" y="306069"/>
                </a:lnTo>
                <a:lnTo>
                  <a:pt x="1164223" y="306069"/>
                </a:lnTo>
                <a:lnTo>
                  <a:pt x="1162528" y="313690"/>
                </a:lnTo>
                <a:close/>
              </a:path>
              <a:path w="1226184" h="344169">
                <a:moveTo>
                  <a:pt x="1157655" y="323850"/>
                </a:moveTo>
                <a:lnTo>
                  <a:pt x="1070978" y="323850"/>
                </a:lnTo>
                <a:lnTo>
                  <a:pt x="1079906" y="322580"/>
                </a:lnTo>
                <a:lnTo>
                  <a:pt x="1079677" y="322580"/>
                </a:lnTo>
                <a:lnTo>
                  <a:pt x="1088605" y="321309"/>
                </a:lnTo>
                <a:lnTo>
                  <a:pt x="1088364" y="321309"/>
                </a:lnTo>
                <a:lnTo>
                  <a:pt x="1097292" y="320040"/>
                </a:lnTo>
                <a:lnTo>
                  <a:pt x="1097038" y="320040"/>
                </a:lnTo>
                <a:lnTo>
                  <a:pt x="1105966" y="318769"/>
                </a:lnTo>
                <a:lnTo>
                  <a:pt x="1105712" y="318769"/>
                </a:lnTo>
                <a:lnTo>
                  <a:pt x="1114640" y="316230"/>
                </a:lnTo>
                <a:lnTo>
                  <a:pt x="1114386" y="316230"/>
                </a:lnTo>
                <a:lnTo>
                  <a:pt x="1123314" y="314959"/>
                </a:lnTo>
                <a:lnTo>
                  <a:pt x="1123048" y="314959"/>
                </a:lnTo>
                <a:lnTo>
                  <a:pt x="1131976" y="312419"/>
                </a:lnTo>
                <a:lnTo>
                  <a:pt x="1131722" y="312419"/>
                </a:lnTo>
                <a:lnTo>
                  <a:pt x="1140650" y="309880"/>
                </a:lnTo>
                <a:lnTo>
                  <a:pt x="1140383" y="309880"/>
                </a:lnTo>
                <a:lnTo>
                  <a:pt x="1144308" y="308205"/>
                </a:lnTo>
                <a:lnTo>
                  <a:pt x="1143088" y="313690"/>
                </a:lnTo>
                <a:lnTo>
                  <a:pt x="1162528" y="313690"/>
                </a:lnTo>
                <a:lnTo>
                  <a:pt x="1161681" y="317500"/>
                </a:lnTo>
                <a:lnTo>
                  <a:pt x="1160856" y="320040"/>
                </a:lnTo>
                <a:lnTo>
                  <a:pt x="1159484" y="321309"/>
                </a:lnTo>
                <a:lnTo>
                  <a:pt x="1157655" y="323850"/>
                </a:lnTo>
                <a:close/>
              </a:path>
              <a:path w="1226184" h="344169">
                <a:moveTo>
                  <a:pt x="73317" y="309880"/>
                </a:moveTo>
                <a:lnTo>
                  <a:pt x="73558" y="308609"/>
                </a:lnTo>
                <a:lnTo>
                  <a:pt x="82245" y="308609"/>
                </a:lnTo>
                <a:lnTo>
                  <a:pt x="73317" y="309880"/>
                </a:lnTo>
                <a:close/>
              </a:path>
              <a:path w="1226184" h="344169">
                <a:moveTo>
                  <a:pt x="644740" y="309880"/>
                </a:moveTo>
                <a:lnTo>
                  <a:pt x="644982" y="308609"/>
                </a:lnTo>
                <a:lnTo>
                  <a:pt x="653668" y="308609"/>
                </a:lnTo>
                <a:lnTo>
                  <a:pt x="644740" y="309880"/>
                </a:lnTo>
                <a:close/>
              </a:path>
              <a:path w="1226184" h="344169">
                <a:moveTo>
                  <a:pt x="350380" y="314959"/>
                </a:moveTo>
                <a:lnTo>
                  <a:pt x="240233" y="314959"/>
                </a:lnTo>
                <a:lnTo>
                  <a:pt x="222376" y="312419"/>
                </a:lnTo>
                <a:lnTo>
                  <a:pt x="332511" y="312419"/>
                </a:lnTo>
                <a:lnTo>
                  <a:pt x="350380" y="314959"/>
                </a:lnTo>
                <a:close/>
              </a:path>
              <a:path w="1226184" h="344169">
                <a:moveTo>
                  <a:pt x="610031" y="316230"/>
                </a:moveTo>
                <a:lnTo>
                  <a:pt x="542963" y="316230"/>
                </a:lnTo>
                <a:lnTo>
                  <a:pt x="551891" y="314959"/>
                </a:lnTo>
                <a:lnTo>
                  <a:pt x="551624" y="314959"/>
                </a:lnTo>
                <a:lnTo>
                  <a:pt x="560552" y="312419"/>
                </a:lnTo>
                <a:lnTo>
                  <a:pt x="627633" y="312419"/>
                </a:lnTo>
                <a:lnTo>
                  <a:pt x="618705" y="313690"/>
                </a:lnTo>
                <a:lnTo>
                  <a:pt x="618959" y="313690"/>
                </a:lnTo>
                <a:lnTo>
                  <a:pt x="610031" y="316230"/>
                </a:lnTo>
                <a:close/>
              </a:path>
              <a:path w="1226184" h="344169">
                <a:moveTo>
                  <a:pt x="921804" y="314959"/>
                </a:moveTo>
                <a:lnTo>
                  <a:pt x="811656" y="314959"/>
                </a:lnTo>
                <a:lnTo>
                  <a:pt x="793800" y="312419"/>
                </a:lnTo>
                <a:lnTo>
                  <a:pt x="903947" y="312419"/>
                </a:lnTo>
                <a:lnTo>
                  <a:pt x="921804" y="314959"/>
                </a:lnTo>
                <a:close/>
              </a:path>
              <a:path w="1226184" h="344169">
                <a:moveTo>
                  <a:pt x="483133" y="344169"/>
                </a:moveTo>
                <a:lnTo>
                  <a:pt x="428523" y="344169"/>
                </a:lnTo>
                <a:lnTo>
                  <a:pt x="419392" y="342900"/>
                </a:lnTo>
                <a:lnTo>
                  <a:pt x="401294" y="341630"/>
                </a:lnTo>
                <a:lnTo>
                  <a:pt x="329298" y="331469"/>
                </a:lnTo>
                <a:lnTo>
                  <a:pt x="257873" y="318769"/>
                </a:lnTo>
                <a:lnTo>
                  <a:pt x="240118" y="314959"/>
                </a:lnTo>
                <a:lnTo>
                  <a:pt x="350253" y="314959"/>
                </a:lnTo>
                <a:lnTo>
                  <a:pt x="368122" y="317500"/>
                </a:lnTo>
                <a:lnTo>
                  <a:pt x="367957" y="317500"/>
                </a:lnTo>
                <a:lnTo>
                  <a:pt x="385813" y="320040"/>
                </a:lnTo>
                <a:lnTo>
                  <a:pt x="385622" y="320040"/>
                </a:lnTo>
                <a:lnTo>
                  <a:pt x="403478" y="322580"/>
                </a:lnTo>
                <a:lnTo>
                  <a:pt x="403237" y="322580"/>
                </a:lnTo>
                <a:lnTo>
                  <a:pt x="421106" y="323850"/>
                </a:lnTo>
                <a:lnTo>
                  <a:pt x="420903" y="323850"/>
                </a:lnTo>
                <a:lnTo>
                  <a:pt x="429831" y="325119"/>
                </a:lnTo>
                <a:lnTo>
                  <a:pt x="582089" y="325119"/>
                </a:lnTo>
                <a:lnTo>
                  <a:pt x="574840" y="327659"/>
                </a:lnTo>
                <a:lnTo>
                  <a:pt x="538086" y="337819"/>
                </a:lnTo>
                <a:lnTo>
                  <a:pt x="501421" y="342900"/>
                </a:lnTo>
                <a:lnTo>
                  <a:pt x="492277" y="342900"/>
                </a:lnTo>
                <a:lnTo>
                  <a:pt x="483133" y="344169"/>
                </a:lnTo>
                <a:close/>
              </a:path>
              <a:path w="1226184" h="344169">
                <a:moveTo>
                  <a:pt x="1054569" y="344169"/>
                </a:moveTo>
                <a:lnTo>
                  <a:pt x="999947" y="344169"/>
                </a:lnTo>
                <a:lnTo>
                  <a:pt x="990815" y="342900"/>
                </a:lnTo>
                <a:lnTo>
                  <a:pt x="972718" y="341630"/>
                </a:lnTo>
                <a:lnTo>
                  <a:pt x="900734" y="331469"/>
                </a:lnTo>
                <a:lnTo>
                  <a:pt x="829309" y="318769"/>
                </a:lnTo>
                <a:lnTo>
                  <a:pt x="811542" y="314959"/>
                </a:lnTo>
                <a:lnTo>
                  <a:pt x="921689" y="314959"/>
                </a:lnTo>
                <a:lnTo>
                  <a:pt x="939545" y="317500"/>
                </a:lnTo>
                <a:lnTo>
                  <a:pt x="939393" y="317500"/>
                </a:lnTo>
                <a:lnTo>
                  <a:pt x="957249" y="320040"/>
                </a:lnTo>
                <a:lnTo>
                  <a:pt x="957059" y="320040"/>
                </a:lnTo>
                <a:lnTo>
                  <a:pt x="974915" y="322580"/>
                </a:lnTo>
                <a:lnTo>
                  <a:pt x="974674" y="322580"/>
                </a:lnTo>
                <a:lnTo>
                  <a:pt x="992530" y="323850"/>
                </a:lnTo>
                <a:lnTo>
                  <a:pt x="992327" y="323850"/>
                </a:lnTo>
                <a:lnTo>
                  <a:pt x="1001255" y="325119"/>
                </a:lnTo>
                <a:lnTo>
                  <a:pt x="1152406" y="325119"/>
                </a:lnTo>
                <a:lnTo>
                  <a:pt x="1146276" y="327659"/>
                </a:lnTo>
                <a:lnTo>
                  <a:pt x="1109522" y="337819"/>
                </a:lnTo>
                <a:lnTo>
                  <a:pt x="1072857" y="342900"/>
                </a:lnTo>
                <a:lnTo>
                  <a:pt x="1063701" y="342900"/>
                </a:lnTo>
                <a:lnTo>
                  <a:pt x="1054569" y="344169"/>
                </a:lnTo>
                <a:close/>
              </a:path>
              <a:path w="1226184" h="344169">
                <a:moveTo>
                  <a:pt x="601370" y="318769"/>
                </a:moveTo>
                <a:lnTo>
                  <a:pt x="534288" y="318769"/>
                </a:lnTo>
                <a:lnTo>
                  <a:pt x="543217" y="316230"/>
                </a:lnTo>
                <a:lnTo>
                  <a:pt x="610298" y="316230"/>
                </a:lnTo>
                <a:lnTo>
                  <a:pt x="601370" y="318769"/>
                </a:lnTo>
                <a:close/>
              </a:path>
              <a:path w="1226184" h="344169">
                <a:moveTo>
                  <a:pt x="592696" y="321309"/>
                </a:moveTo>
                <a:lnTo>
                  <a:pt x="516928" y="321309"/>
                </a:lnTo>
                <a:lnTo>
                  <a:pt x="525856" y="320040"/>
                </a:lnTo>
                <a:lnTo>
                  <a:pt x="525614" y="320040"/>
                </a:lnTo>
                <a:lnTo>
                  <a:pt x="534542" y="318769"/>
                </a:lnTo>
                <a:lnTo>
                  <a:pt x="601637" y="318769"/>
                </a:lnTo>
                <a:lnTo>
                  <a:pt x="592696" y="321309"/>
                </a:lnTo>
                <a:close/>
              </a:path>
              <a:path w="1226184" h="344169">
                <a:moveTo>
                  <a:pt x="582089" y="325119"/>
                </a:moveTo>
                <a:lnTo>
                  <a:pt x="482142" y="325119"/>
                </a:lnTo>
                <a:lnTo>
                  <a:pt x="491070" y="323850"/>
                </a:lnTo>
                <a:lnTo>
                  <a:pt x="499554" y="323850"/>
                </a:lnTo>
                <a:lnTo>
                  <a:pt x="508482" y="322580"/>
                </a:lnTo>
                <a:lnTo>
                  <a:pt x="508241" y="322580"/>
                </a:lnTo>
                <a:lnTo>
                  <a:pt x="517169" y="321309"/>
                </a:lnTo>
                <a:lnTo>
                  <a:pt x="592962" y="321309"/>
                </a:lnTo>
                <a:lnTo>
                  <a:pt x="582089" y="325119"/>
                </a:lnTo>
                <a:close/>
              </a:path>
              <a:path w="1226184" h="344169">
                <a:moveTo>
                  <a:pt x="1152406" y="325119"/>
                </a:moveTo>
                <a:lnTo>
                  <a:pt x="1053566" y="325119"/>
                </a:lnTo>
                <a:lnTo>
                  <a:pt x="1062494" y="323850"/>
                </a:lnTo>
                <a:lnTo>
                  <a:pt x="1155471" y="323850"/>
                </a:lnTo>
                <a:lnTo>
                  <a:pt x="1152406" y="325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6786740" y="1222768"/>
            <a:ext cx="715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3075" algn="l"/>
              </a:tabLst>
            </a:pPr>
            <a:r>
              <a:rPr dirty="0" sz="1800" spc="-10" b="1">
                <a:latin typeface="黑体"/>
                <a:cs typeface="黑体"/>
              </a:rPr>
              <a:t>充</a:t>
            </a:r>
            <a:r>
              <a:rPr dirty="0" sz="1800" spc="-10" b="1">
                <a:latin typeface="黑体"/>
                <a:cs typeface="黑体"/>
              </a:rPr>
              <a:t>	</a:t>
            </a:r>
            <a:r>
              <a:rPr dirty="0" sz="1800" spc="-10" b="1">
                <a:latin typeface="黑体"/>
                <a:cs typeface="黑体"/>
              </a:rPr>
              <a:t>电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768094" y="299874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3538994" y="28082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843544" y="28653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386844" y="284634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8095" y="4556759"/>
            <a:ext cx="4314444" cy="156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1700" y="5224513"/>
            <a:ext cx="4671060" cy="190500"/>
          </a:xfrm>
          <a:custGeom>
            <a:avLst/>
            <a:gdLst/>
            <a:ahLst/>
            <a:cxnLst/>
            <a:rect l="l" t="t" r="r" b="b"/>
            <a:pathLst>
              <a:path w="4671060" h="190500">
                <a:moveTo>
                  <a:pt x="4480204" y="190500"/>
                </a:moveTo>
                <a:lnTo>
                  <a:pt x="4575454" y="95250"/>
                </a:lnTo>
                <a:lnTo>
                  <a:pt x="4480204" y="0"/>
                </a:lnTo>
                <a:lnTo>
                  <a:pt x="4632604" y="76200"/>
                </a:lnTo>
                <a:lnTo>
                  <a:pt x="4599266" y="76200"/>
                </a:lnTo>
                <a:lnTo>
                  <a:pt x="4599266" y="114300"/>
                </a:lnTo>
                <a:lnTo>
                  <a:pt x="4632604" y="114300"/>
                </a:lnTo>
                <a:lnTo>
                  <a:pt x="4480204" y="190500"/>
                </a:lnTo>
                <a:close/>
              </a:path>
              <a:path w="4671060" h="190500">
                <a:moveTo>
                  <a:pt x="4556404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4556404" y="76200"/>
                </a:lnTo>
                <a:lnTo>
                  <a:pt x="4575454" y="95250"/>
                </a:lnTo>
                <a:lnTo>
                  <a:pt x="4556404" y="114300"/>
                </a:lnTo>
                <a:close/>
              </a:path>
              <a:path w="4671060" h="190500">
                <a:moveTo>
                  <a:pt x="4632604" y="114300"/>
                </a:moveTo>
                <a:lnTo>
                  <a:pt x="4599266" y="114300"/>
                </a:lnTo>
                <a:lnTo>
                  <a:pt x="4599266" y="76200"/>
                </a:lnTo>
                <a:lnTo>
                  <a:pt x="4632604" y="76200"/>
                </a:lnTo>
                <a:lnTo>
                  <a:pt x="4670704" y="95250"/>
                </a:lnTo>
                <a:lnTo>
                  <a:pt x="4632604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9094" y="4205833"/>
            <a:ext cx="190500" cy="2061845"/>
          </a:xfrm>
          <a:custGeom>
            <a:avLst/>
            <a:gdLst/>
            <a:ahLst/>
            <a:cxnLst/>
            <a:rect l="l" t="t" r="r" b="b"/>
            <a:pathLst>
              <a:path w="190500" h="2061845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2061845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2061845">
                <a:moveTo>
                  <a:pt x="190499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499" y="190500"/>
                </a:lnTo>
                <a:close/>
              </a:path>
              <a:path w="190500" h="2061845">
                <a:moveTo>
                  <a:pt x="114300" y="2061616"/>
                </a:moveTo>
                <a:lnTo>
                  <a:pt x="76200" y="2061616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2061616"/>
                </a:lnTo>
                <a:close/>
              </a:path>
              <a:path w="190500" h="2061845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0440" y="3793489"/>
            <a:ext cx="36385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9333" y="5082184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790" y="493902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17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295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073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851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629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407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185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963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741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519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297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075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853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631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409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187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965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74300" y="60287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952100" y="6016053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23583" y="25400"/>
                </a:moveTo>
                <a:lnTo>
                  <a:pt x="0" y="25400"/>
                </a:lnTo>
                <a:lnTo>
                  <a:pt x="0" y="0"/>
                </a:lnTo>
                <a:lnTo>
                  <a:pt x="23583" y="0"/>
                </a:lnTo>
                <a:lnTo>
                  <a:pt x="23583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18180" y="59271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18180" y="57493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918180" y="55715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918180" y="53937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929644" y="530379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15044" y="53037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67294" y="53609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0944" y="534189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83096" y="1737360"/>
            <a:ext cx="4314444" cy="156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66700" y="2405113"/>
            <a:ext cx="4671060" cy="190500"/>
          </a:xfrm>
          <a:custGeom>
            <a:avLst/>
            <a:gdLst/>
            <a:ahLst/>
            <a:cxnLst/>
            <a:rect l="l" t="t" r="r" b="b"/>
            <a:pathLst>
              <a:path w="4671059" h="190500">
                <a:moveTo>
                  <a:pt x="4480204" y="190499"/>
                </a:moveTo>
                <a:lnTo>
                  <a:pt x="4575454" y="95249"/>
                </a:lnTo>
                <a:lnTo>
                  <a:pt x="4480204" y="0"/>
                </a:lnTo>
                <a:lnTo>
                  <a:pt x="4632604" y="76199"/>
                </a:lnTo>
                <a:lnTo>
                  <a:pt x="4599266" y="76199"/>
                </a:lnTo>
                <a:lnTo>
                  <a:pt x="4599266" y="114299"/>
                </a:lnTo>
                <a:lnTo>
                  <a:pt x="4632604" y="114299"/>
                </a:lnTo>
                <a:lnTo>
                  <a:pt x="4480204" y="190499"/>
                </a:lnTo>
                <a:close/>
              </a:path>
              <a:path w="4671059" h="190500">
                <a:moveTo>
                  <a:pt x="4556404" y="114299"/>
                </a:moveTo>
                <a:lnTo>
                  <a:pt x="0" y="114299"/>
                </a:lnTo>
                <a:lnTo>
                  <a:pt x="0" y="76199"/>
                </a:lnTo>
                <a:lnTo>
                  <a:pt x="4556404" y="76199"/>
                </a:lnTo>
                <a:lnTo>
                  <a:pt x="4575454" y="95249"/>
                </a:lnTo>
                <a:lnTo>
                  <a:pt x="4556404" y="114299"/>
                </a:lnTo>
                <a:close/>
              </a:path>
              <a:path w="4671059" h="190500">
                <a:moveTo>
                  <a:pt x="4632604" y="114299"/>
                </a:moveTo>
                <a:lnTo>
                  <a:pt x="4599266" y="114299"/>
                </a:lnTo>
                <a:lnTo>
                  <a:pt x="4599266" y="76199"/>
                </a:lnTo>
                <a:lnTo>
                  <a:pt x="4632604" y="76199"/>
                </a:lnTo>
                <a:lnTo>
                  <a:pt x="4670704" y="95249"/>
                </a:lnTo>
                <a:lnTo>
                  <a:pt x="4632604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94094" y="1386433"/>
            <a:ext cx="190500" cy="2061845"/>
          </a:xfrm>
          <a:custGeom>
            <a:avLst/>
            <a:gdLst/>
            <a:ahLst/>
            <a:cxnLst/>
            <a:rect l="l" t="t" r="r" b="b"/>
            <a:pathLst>
              <a:path w="190500" h="2061845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2061845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2061845">
                <a:moveTo>
                  <a:pt x="190500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2061845">
                <a:moveTo>
                  <a:pt x="114300" y="2061616"/>
                </a:moveTo>
                <a:lnTo>
                  <a:pt x="76200" y="2061616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2061616"/>
                </a:lnTo>
                <a:close/>
              </a:path>
              <a:path w="190500" h="2061845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545440" y="974089"/>
            <a:ext cx="27940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q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204333" y="2262784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93790" y="211962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4667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445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8223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0001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779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557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5335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7113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8891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0669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2447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4225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6003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7781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9559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1337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93115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489300" y="320935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9667100" y="3196653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23583" y="25399"/>
                </a:moveTo>
                <a:lnTo>
                  <a:pt x="0" y="25399"/>
                </a:lnTo>
                <a:lnTo>
                  <a:pt x="0" y="0"/>
                </a:lnTo>
                <a:lnTo>
                  <a:pt x="23583" y="0"/>
                </a:lnTo>
                <a:lnTo>
                  <a:pt x="23583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633180" y="31077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633180" y="29299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633180" y="27521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633180" y="257435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0606544" y="265584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06244" y="25224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158494" y="25796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539744" y="259869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59091" y="878839"/>
            <a:ext cx="36385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B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80351" y="2439225"/>
            <a:ext cx="4675505" cy="190500"/>
          </a:xfrm>
          <a:custGeom>
            <a:avLst/>
            <a:gdLst/>
            <a:ahLst/>
            <a:cxnLst/>
            <a:rect l="l" t="t" r="r" b="b"/>
            <a:pathLst>
              <a:path w="4675505" h="190500">
                <a:moveTo>
                  <a:pt x="4484751" y="190500"/>
                </a:moveTo>
                <a:lnTo>
                  <a:pt x="4580001" y="95250"/>
                </a:lnTo>
                <a:lnTo>
                  <a:pt x="4484751" y="0"/>
                </a:lnTo>
                <a:lnTo>
                  <a:pt x="4637151" y="76200"/>
                </a:lnTo>
                <a:lnTo>
                  <a:pt x="4603813" y="76200"/>
                </a:lnTo>
                <a:lnTo>
                  <a:pt x="4603813" y="114300"/>
                </a:lnTo>
                <a:lnTo>
                  <a:pt x="4637151" y="114300"/>
                </a:lnTo>
                <a:lnTo>
                  <a:pt x="4484751" y="190500"/>
                </a:lnTo>
                <a:close/>
              </a:path>
              <a:path w="4675505" h="190500">
                <a:moveTo>
                  <a:pt x="4560951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4560951" y="76200"/>
                </a:lnTo>
                <a:lnTo>
                  <a:pt x="4580001" y="95250"/>
                </a:lnTo>
                <a:lnTo>
                  <a:pt x="4560951" y="114300"/>
                </a:lnTo>
                <a:close/>
              </a:path>
              <a:path w="4675505" h="190500">
                <a:moveTo>
                  <a:pt x="4637151" y="114300"/>
                </a:moveTo>
                <a:lnTo>
                  <a:pt x="4603813" y="114300"/>
                </a:lnTo>
                <a:lnTo>
                  <a:pt x="4603813" y="76200"/>
                </a:lnTo>
                <a:lnTo>
                  <a:pt x="4637151" y="76200"/>
                </a:lnTo>
                <a:lnTo>
                  <a:pt x="4675251" y="95250"/>
                </a:lnTo>
                <a:lnTo>
                  <a:pt x="463715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89228" y="1326286"/>
            <a:ext cx="190500" cy="2236470"/>
          </a:xfrm>
          <a:custGeom>
            <a:avLst/>
            <a:gdLst/>
            <a:ahLst/>
            <a:cxnLst/>
            <a:rect l="l" t="t" r="r" b="b"/>
            <a:pathLst>
              <a:path w="190500" h="2236470">
                <a:moveTo>
                  <a:pt x="0" y="190499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299"/>
                </a:lnTo>
                <a:lnTo>
                  <a:pt x="0" y="190499"/>
                </a:lnTo>
                <a:close/>
              </a:path>
              <a:path w="190500" h="2236470">
                <a:moveTo>
                  <a:pt x="76200" y="114299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49"/>
                </a:lnTo>
                <a:lnTo>
                  <a:pt x="95250" y="95249"/>
                </a:lnTo>
                <a:lnTo>
                  <a:pt x="76200" y="114299"/>
                </a:lnTo>
                <a:close/>
              </a:path>
              <a:path w="190500" h="2236470">
                <a:moveTo>
                  <a:pt x="190500" y="190499"/>
                </a:moveTo>
                <a:lnTo>
                  <a:pt x="114300" y="114299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499"/>
                </a:lnTo>
                <a:close/>
              </a:path>
              <a:path w="190500" h="2236470">
                <a:moveTo>
                  <a:pt x="114300" y="2236063"/>
                </a:moveTo>
                <a:lnTo>
                  <a:pt x="76200" y="2236063"/>
                </a:lnTo>
                <a:lnTo>
                  <a:pt x="76200" y="114299"/>
                </a:lnTo>
                <a:lnTo>
                  <a:pt x="95250" y="95249"/>
                </a:lnTo>
                <a:lnTo>
                  <a:pt x="114300" y="114299"/>
                </a:lnTo>
                <a:lnTo>
                  <a:pt x="114300" y="2236063"/>
                </a:lnTo>
                <a:close/>
              </a:path>
              <a:path w="190500" h="2236470">
                <a:moveTo>
                  <a:pt x="114300" y="114299"/>
                </a:moveTo>
                <a:lnTo>
                  <a:pt x="95250" y="95249"/>
                </a:lnTo>
                <a:lnTo>
                  <a:pt x="114300" y="95249"/>
                </a:lnTo>
                <a:lnTo>
                  <a:pt x="114300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5622607" y="2276576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02449" y="2169693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56409" y="24328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956409" y="22550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956409" y="20772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956409" y="18994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80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058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35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4137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5915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769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947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124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3027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4805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658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836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013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1917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3695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547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725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902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080751" y="3290760"/>
            <a:ext cx="27305" cy="25400"/>
          </a:xfrm>
          <a:custGeom>
            <a:avLst/>
            <a:gdLst/>
            <a:ahLst/>
            <a:cxnLst/>
            <a:rect l="l" t="t" r="r" b="b"/>
            <a:pathLst>
              <a:path w="27304" h="25400">
                <a:moveTo>
                  <a:pt x="26720" y="25400"/>
                </a:moveTo>
                <a:lnTo>
                  <a:pt x="0" y="25400"/>
                </a:lnTo>
                <a:lnTo>
                  <a:pt x="0" y="0"/>
                </a:lnTo>
                <a:lnTo>
                  <a:pt x="26720" y="0"/>
                </a:lnTo>
                <a:lnTo>
                  <a:pt x="2672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060063" y="32018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060063" y="30240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060063" y="28462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060063" y="26684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047363" y="2534475"/>
            <a:ext cx="25400" cy="57785"/>
          </a:xfrm>
          <a:custGeom>
            <a:avLst/>
            <a:gdLst/>
            <a:ahLst/>
            <a:cxnLst/>
            <a:rect l="l" t="t" r="r" b="b"/>
            <a:pathLst>
              <a:path w="25400" h="57785">
                <a:moveTo>
                  <a:pt x="25400" y="57785"/>
                </a:moveTo>
                <a:lnTo>
                  <a:pt x="0" y="57785"/>
                </a:lnTo>
                <a:lnTo>
                  <a:pt x="0" y="0"/>
                </a:lnTo>
                <a:lnTo>
                  <a:pt x="25400" y="0"/>
                </a:lnTo>
                <a:lnTo>
                  <a:pt x="25400" y="57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71448" y="1816087"/>
            <a:ext cx="4274820" cy="1498600"/>
          </a:xfrm>
          <a:custGeom>
            <a:avLst/>
            <a:gdLst/>
            <a:ahLst/>
            <a:cxnLst/>
            <a:rect l="l" t="t" r="r" b="b"/>
            <a:pathLst>
              <a:path w="4274820" h="1498600">
                <a:moveTo>
                  <a:pt x="1245870" y="12699"/>
                </a:moveTo>
                <a:lnTo>
                  <a:pt x="988225" y="12699"/>
                </a:lnTo>
                <a:lnTo>
                  <a:pt x="1005573" y="0"/>
                </a:lnTo>
                <a:lnTo>
                  <a:pt x="1229563" y="0"/>
                </a:lnTo>
                <a:lnTo>
                  <a:pt x="1245870" y="12699"/>
                </a:lnTo>
                <a:close/>
              </a:path>
              <a:path w="4274820" h="1498600">
                <a:moveTo>
                  <a:pt x="1280083" y="25399"/>
                </a:moveTo>
                <a:lnTo>
                  <a:pt x="936104" y="25399"/>
                </a:lnTo>
                <a:lnTo>
                  <a:pt x="953490" y="12699"/>
                </a:lnTo>
                <a:lnTo>
                  <a:pt x="1263319" y="12699"/>
                </a:lnTo>
                <a:lnTo>
                  <a:pt x="1280083" y="25399"/>
                </a:lnTo>
                <a:close/>
              </a:path>
              <a:path w="4274820" h="1498600">
                <a:moveTo>
                  <a:pt x="1313434" y="38099"/>
                </a:moveTo>
                <a:lnTo>
                  <a:pt x="901280" y="38099"/>
                </a:lnTo>
                <a:lnTo>
                  <a:pt x="918705" y="25399"/>
                </a:lnTo>
                <a:lnTo>
                  <a:pt x="1296797" y="25399"/>
                </a:lnTo>
                <a:lnTo>
                  <a:pt x="1313434" y="38099"/>
                </a:lnTo>
                <a:close/>
              </a:path>
              <a:path w="4274820" h="1498600">
                <a:moveTo>
                  <a:pt x="996251" y="50799"/>
                </a:moveTo>
                <a:lnTo>
                  <a:pt x="866419" y="50799"/>
                </a:lnTo>
                <a:lnTo>
                  <a:pt x="883856" y="38099"/>
                </a:lnTo>
                <a:lnTo>
                  <a:pt x="1013117" y="38099"/>
                </a:lnTo>
                <a:lnTo>
                  <a:pt x="996251" y="50799"/>
                </a:lnTo>
                <a:close/>
              </a:path>
              <a:path w="4274820" h="1498600">
                <a:moveTo>
                  <a:pt x="1346504" y="50799"/>
                </a:moveTo>
                <a:lnTo>
                  <a:pt x="1236726" y="50799"/>
                </a:lnTo>
                <a:lnTo>
                  <a:pt x="1220419" y="38099"/>
                </a:lnTo>
                <a:lnTo>
                  <a:pt x="1330007" y="38099"/>
                </a:lnTo>
                <a:lnTo>
                  <a:pt x="1346504" y="50799"/>
                </a:lnTo>
                <a:close/>
              </a:path>
              <a:path w="4274820" h="1498600">
                <a:moveTo>
                  <a:pt x="913574" y="76199"/>
                </a:moveTo>
                <a:lnTo>
                  <a:pt x="814031" y="76199"/>
                </a:lnTo>
                <a:lnTo>
                  <a:pt x="848969" y="50799"/>
                </a:lnTo>
                <a:lnTo>
                  <a:pt x="963752" y="50799"/>
                </a:lnTo>
                <a:lnTo>
                  <a:pt x="946785" y="63499"/>
                </a:lnTo>
                <a:lnTo>
                  <a:pt x="930605" y="63499"/>
                </a:lnTo>
                <a:lnTo>
                  <a:pt x="913574" y="76199"/>
                </a:lnTo>
                <a:close/>
              </a:path>
              <a:path w="4274820" h="1498600">
                <a:moveTo>
                  <a:pt x="1395679" y="76199"/>
                </a:moveTo>
                <a:lnTo>
                  <a:pt x="1314932" y="76199"/>
                </a:lnTo>
                <a:lnTo>
                  <a:pt x="1298816" y="63499"/>
                </a:lnTo>
                <a:lnTo>
                  <a:pt x="1283665" y="63499"/>
                </a:lnTo>
                <a:lnTo>
                  <a:pt x="1267485" y="50799"/>
                </a:lnTo>
                <a:lnTo>
                  <a:pt x="1362964" y="50799"/>
                </a:lnTo>
                <a:lnTo>
                  <a:pt x="1395679" y="76199"/>
                </a:lnTo>
                <a:close/>
              </a:path>
              <a:path w="4274820" h="1498600">
                <a:moveTo>
                  <a:pt x="846594" y="101599"/>
                </a:moveTo>
                <a:lnTo>
                  <a:pt x="761530" y="101599"/>
                </a:lnTo>
                <a:lnTo>
                  <a:pt x="796544" y="76199"/>
                </a:lnTo>
                <a:lnTo>
                  <a:pt x="897255" y="76199"/>
                </a:lnTo>
                <a:lnTo>
                  <a:pt x="880173" y="88899"/>
                </a:lnTo>
                <a:lnTo>
                  <a:pt x="863739" y="88899"/>
                </a:lnTo>
                <a:lnTo>
                  <a:pt x="846594" y="101599"/>
                </a:lnTo>
                <a:close/>
              </a:path>
              <a:path w="4274820" h="1498600">
                <a:moveTo>
                  <a:pt x="1476578" y="126999"/>
                </a:moveTo>
                <a:lnTo>
                  <a:pt x="1408531" y="126999"/>
                </a:lnTo>
                <a:lnTo>
                  <a:pt x="1392618" y="114299"/>
                </a:lnTo>
                <a:lnTo>
                  <a:pt x="1392948" y="114299"/>
                </a:lnTo>
                <a:lnTo>
                  <a:pt x="1376997" y="101599"/>
                </a:lnTo>
                <a:lnTo>
                  <a:pt x="1361757" y="101599"/>
                </a:lnTo>
                <a:lnTo>
                  <a:pt x="1345755" y="88899"/>
                </a:lnTo>
                <a:lnTo>
                  <a:pt x="1346161" y="88899"/>
                </a:lnTo>
                <a:lnTo>
                  <a:pt x="1330109" y="76199"/>
                </a:lnTo>
                <a:lnTo>
                  <a:pt x="1411960" y="76199"/>
                </a:lnTo>
                <a:lnTo>
                  <a:pt x="1476578" y="126999"/>
                </a:lnTo>
                <a:close/>
              </a:path>
              <a:path w="4274820" h="1498600">
                <a:moveTo>
                  <a:pt x="744880" y="152399"/>
                </a:moveTo>
                <a:lnTo>
                  <a:pt x="673798" y="152399"/>
                </a:lnTo>
                <a:lnTo>
                  <a:pt x="744016" y="101599"/>
                </a:lnTo>
                <a:lnTo>
                  <a:pt x="830046" y="101599"/>
                </a:lnTo>
                <a:lnTo>
                  <a:pt x="812850" y="114299"/>
                </a:lnTo>
                <a:lnTo>
                  <a:pt x="813130" y="114299"/>
                </a:lnTo>
                <a:lnTo>
                  <a:pt x="795909" y="126999"/>
                </a:lnTo>
                <a:lnTo>
                  <a:pt x="779195" y="126999"/>
                </a:lnTo>
                <a:lnTo>
                  <a:pt x="761923" y="139699"/>
                </a:lnTo>
                <a:lnTo>
                  <a:pt x="762177" y="139699"/>
                </a:lnTo>
                <a:lnTo>
                  <a:pt x="744880" y="152399"/>
                </a:lnTo>
                <a:close/>
              </a:path>
              <a:path w="4274820" h="1498600">
                <a:moveTo>
                  <a:pt x="2931655" y="1396999"/>
                </a:moveTo>
                <a:lnTo>
                  <a:pt x="2847505" y="1396999"/>
                </a:lnTo>
                <a:lnTo>
                  <a:pt x="2703512" y="1282699"/>
                </a:lnTo>
                <a:lnTo>
                  <a:pt x="2687701" y="1257299"/>
                </a:lnTo>
                <a:lnTo>
                  <a:pt x="2624670" y="1206499"/>
                </a:lnTo>
                <a:lnTo>
                  <a:pt x="2593327" y="1168399"/>
                </a:lnTo>
                <a:lnTo>
                  <a:pt x="2562059" y="1142999"/>
                </a:lnTo>
                <a:lnTo>
                  <a:pt x="2530868" y="1104899"/>
                </a:lnTo>
                <a:lnTo>
                  <a:pt x="2499715" y="1079499"/>
                </a:lnTo>
                <a:lnTo>
                  <a:pt x="2437511" y="1015999"/>
                </a:lnTo>
                <a:lnTo>
                  <a:pt x="2406446" y="977899"/>
                </a:lnTo>
                <a:lnTo>
                  <a:pt x="2375382" y="952499"/>
                </a:lnTo>
                <a:lnTo>
                  <a:pt x="2344343" y="914399"/>
                </a:lnTo>
                <a:lnTo>
                  <a:pt x="2344483" y="914399"/>
                </a:lnTo>
                <a:lnTo>
                  <a:pt x="2313305" y="888999"/>
                </a:lnTo>
                <a:lnTo>
                  <a:pt x="2313482" y="888999"/>
                </a:lnTo>
                <a:lnTo>
                  <a:pt x="2282253" y="863599"/>
                </a:lnTo>
                <a:lnTo>
                  <a:pt x="2282418" y="863599"/>
                </a:lnTo>
                <a:lnTo>
                  <a:pt x="2266784" y="850899"/>
                </a:lnTo>
                <a:lnTo>
                  <a:pt x="2266911" y="850899"/>
                </a:lnTo>
                <a:lnTo>
                  <a:pt x="2251265" y="838199"/>
                </a:lnTo>
                <a:lnTo>
                  <a:pt x="2251405" y="838199"/>
                </a:lnTo>
                <a:lnTo>
                  <a:pt x="2235746" y="812799"/>
                </a:lnTo>
                <a:lnTo>
                  <a:pt x="2235885" y="812799"/>
                </a:lnTo>
                <a:lnTo>
                  <a:pt x="2220214" y="800099"/>
                </a:lnTo>
                <a:lnTo>
                  <a:pt x="2220379" y="800099"/>
                </a:lnTo>
                <a:lnTo>
                  <a:pt x="2204681" y="787399"/>
                </a:lnTo>
                <a:lnTo>
                  <a:pt x="2204859" y="787399"/>
                </a:lnTo>
                <a:lnTo>
                  <a:pt x="2189149" y="774699"/>
                </a:lnTo>
                <a:lnTo>
                  <a:pt x="2189340" y="774699"/>
                </a:lnTo>
                <a:lnTo>
                  <a:pt x="2173605" y="761999"/>
                </a:lnTo>
                <a:lnTo>
                  <a:pt x="2173820" y="761999"/>
                </a:lnTo>
                <a:lnTo>
                  <a:pt x="2158060" y="749299"/>
                </a:lnTo>
                <a:lnTo>
                  <a:pt x="2158288" y="749299"/>
                </a:lnTo>
                <a:lnTo>
                  <a:pt x="2142515" y="736599"/>
                </a:lnTo>
                <a:lnTo>
                  <a:pt x="2126996" y="736599"/>
                </a:lnTo>
                <a:lnTo>
                  <a:pt x="1999932" y="634999"/>
                </a:lnTo>
                <a:lnTo>
                  <a:pt x="1968487" y="596899"/>
                </a:lnTo>
                <a:lnTo>
                  <a:pt x="1874608" y="520699"/>
                </a:lnTo>
                <a:lnTo>
                  <a:pt x="1750161" y="393699"/>
                </a:lnTo>
                <a:lnTo>
                  <a:pt x="1719110" y="368299"/>
                </a:lnTo>
                <a:lnTo>
                  <a:pt x="1688058" y="342899"/>
                </a:lnTo>
                <a:lnTo>
                  <a:pt x="1657019" y="317499"/>
                </a:lnTo>
                <a:lnTo>
                  <a:pt x="1657184" y="317499"/>
                </a:lnTo>
                <a:lnTo>
                  <a:pt x="1625968" y="292099"/>
                </a:lnTo>
                <a:lnTo>
                  <a:pt x="1626171" y="292099"/>
                </a:lnTo>
                <a:lnTo>
                  <a:pt x="1594916" y="253999"/>
                </a:lnTo>
                <a:lnTo>
                  <a:pt x="1595081" y="253999"/>
                </a:lnTo>
                <a:lnTo>
                  <a:pt x="1579435" y="241299"/>
                </a:lnTo>
                <a:lnTo>
                  <a:pt x="1563903" y="228599"/>
                </a:lnTo>
                <a:lnTo>
                  <a:pt x="1564043" y="228599"/>
                </a:lnTo>
                <a:lnTo>
                  <a:pt x="1548358" y="215899"/>
                </a:lnTo>
                <a:lnTo>
                  <a:pt x="1548523" y="215899"/>
                </a:lnTo>
                <a:lnTo>
                  <a:pt x="1532813" y="203199"/>
                </a:lnTo>
                <a:lnTo>
                  <a:pt x="1517459" y="203199"/>
                </a:lnTo>
                <a:lnTo>
                  <a:pt x="1501711" y="190499"/>
                </a:lnTo>
                <a:lnTo>
                  <a:pt x="1501914" y="190499"/>
                </a:lnTo>
                <a:lnTo>
                  <a:pt x="1486154" y="177799"/>
                </a:lnTo>
                <a:lnTo>
                  <a:pt x="1486369" y="177799"/>
                </a:lnTo>
                <a:lnTo>
                  <a:pt x="1470583" y="165099"/>
                </a:lnTo>
                <a:lnTo>
                  <a:pt x="1470812" y="165099"/>
                </a:lnTo>
                <a:lnTo>
                  <a:pt x="1455000" y="152399"/>
                </a:lnTo>
                <a:lnTo>
                  <a:pt x="1455254" y="152399"/>
                </a:lnTo>
                <a:lnTo>
                  <a:pt x="1439418" y="139699"/>
                </a:lnTo>
                <a:lnTo>
                  <a:pt x="1439684" y="139699"/>
                </a:lnTo>
                <a:lnTo>
                  <a:pt x="1423822" y="126999"/>
                </a:lnTo>
                <a:lnTo>
                  <a:pt x="1492618" y="126999"/>
                </a:lnTo>
                <a:lnTo>
                  <a:pt x="1682534" y="279399"/>
                </a:lnTo>
                <a:lnTo>
                  <a:pt x="1713826" y="317499"/>
                </a:lnTo>
                <a:lnTo>
                  <a:pt x="1776247" y="368299"/>
                </a:lnTo>
                <a:lnTo>
                  <a:pt x="1838452" y="431799"/>
                </a:lnTo>
                <a:lnTo>
                  <a:pt x="1900669" y="482599"/>
                </a:lnTo>
                <a:lnTo>
                  <a:pt x="1931720" y="520699"/>
                </a:lnTo>
                <a:lnTo>
                  <a:pt x="1962797" y="546099"/>
                </a:lnTo>
                <a:lnTo>
                  <a:pt x="1962670" y="546099"/>
                </a:lnTo>
                <a:lnTo>
                  <a:pt x="1993887" y="571499"/>
                </a:lnTo>
                <a:lnTo>
                  <a:pt x="1993709" y="571499"/>
                </a:lnTo>
                <a:lnTo>
                  <a:pt x="2024989" y="596899"/>
                </a:lnTo>
                <a:lnTo>
                  <a:pt x="2024773" y="596899"/>
                </a:lnTo>
                <a:lnTo>
                  <a:pt x="2056117" y="622299"/>
                </a:lnTo>
                <a:lnTo>
                  <a:pt x="2055926" y="622299"/>
                </a:lnTo>
                <a:lnTo>
                  <a:pt x="2071624" y="634999"/>
                </a:lnTo>
                <a:lnTo>
                  <a:pt x="2071484" y="634999"/>
                </a:lnTo>
                <a:lnTo>
                  <a:pt x="2087194" y="647699"/>
                </a:lnTo>
                <a:lnTo>
                  <a:pt x="2087041" y="647699"/>
                </a:lnTo>
                <a:lnTo>
                  <a:pt x="2102777" y="660399"/>
                </a:lnTo>
                <a:lnTo>
                  <a:pt x="2102612" y="660399"/>
                </a:lnTo>
                <a:lnTo>
                  <a:pt x="2118360" y="673099"/>
                </a:lnTo>
                <a:lnTo>
                  <a:pt x="2118182" y="673099"/>
                </a:lnTo>
                <a:lnTo>
                  <a:pt x="2133968" y="685799"/>
                </a:lnTo>
                <a:lnTo>
                  <a:pt x="2133765" y="685799"/>
                </a:lnTo>
                <a:lnTo>
                  <a:pt x="2149602" y="698499"/>
                </a:lnTo>
                <a:lnTo>
                  <a:pt x="2292692" y="812799"/>
                </a:lnTo>
                <a:lnTo>
                  <a:pt x="2308491" y="838199"/>
                </a:lnTo>
                <a:lnTo>
                  <a:pt x="2371217" y="888999"/>
                </a:lnTo>
                <a:lnTo>
                  <a:pt x="2402459" y="927099"/>
                </a:lnTo>
                <a:lnTo>
                  <a:pt x="2433650" y="952499"/>
                </a:lnTo>
                <a:lnTo>
                  <a:pt x="2464803" y="990599"/>
                </a:lnTo>
                <a:lnTo>
                  <a:pt x="2526995" y="1054099"/>
                </a:lnTo>
                <a:lnTo>
                  <a:pt x="2558084" y="1079499"/>
                </a:lnTo>
                <a:lnTo>
                  <a:pt x="2589161" y="1117599"/>
                </a:lnTo>
                <a:lnTo>
                  <a:pt x="2620238" y="1142999"/>
                </a:lnTo>
                <a:lnTo>
                  <a:pt x="2620098" y="1142999"/>
                </a:lnTo>
                <a:lnTo>
                  <a:pt x="2651302" y="1181099"/>
                </a:lnTo>
                <a:lnTo>
                  <a:pt x="2651137" y="1181099"/>
                </a:lnTo>
                <a:lnTo>
                  <a:pt x="2682392" y="1206499"/>
                </a:lnTo>
                <a:lnTo>
                  <a:pt x="2682240" y="1206499"/>
                </a:lnTo>
                <a:lnTo>
                  <a:pt x="2697886" y="1219199"/>
                </a:lnTo>
                <a:lnTo>
                  <a:pt x="2713431" y="1231899"/>
                </a:lnTo>
                <a:lnTo>
                  <a:pt x="2728988" y="1244599"/>
                </a:lnTo>
                <a:lnTo>
                  <a:pt x="2728836" y="1244599"/>
                </a:lnTo>
                <a:lnTo>
                  <a:pt x="2744533" y="1257299"/>
                </a:lnTo>
                <a:lnTo>
                  <a:pt x="2744381" y="1257299"/>
                </a:lnTo>
                <a:lnTo>
                  <a:pt x="2760103" y="1269999"/>
                </a:lnTo>
                <a:lnTo>
                  <a:pt x="2759925" y="1269999"/>
                </a:lnTo>
                <a:lnTo>
                  <a:pt x="2775673" y="1282699"/>
                </a:lnTo>
                <a:lnTo>
                  <a:pt x="2775483" y="1282699"/>
                </a:lnTo>
                <a:lnTo>
                  <a:pt x="2791244" y="1295399"/>
                </a:lnTo>
                <a:lnTo>
                  <a:pt x="2791040" y="1295399"/>
                </a:lnTo>
                <a:lnTo>
                  <a:pt x="2806827" y="1308099"/>
                </a:lnTo>
                <a:lnTo>
                  <a:pt x="2806598" y="1308099"/>
                </a:lnTo>
                <a:lnTo>
                  <a:pt x="2822409" y="1320799"/>
                </a:lnTo>
                <a:lnTo>
                  <a:pt x="2822168" y="1320799"/>
                </a:lnTo>
                <a:lnTo>
                  <a:pt x="2838005" y="1333499"/>
                </a:lnTo>
                <a:lnTo>
                  <a:pt x="2837738" y="1333499"/>
                </a:lnTo>
                <a:lnTo>
                  <a:pt x="2853601" y="1346199"/>
                </a:lnTo>
                <a:lnTo>
                  <a:pt x="2853309" y="1346199"/>
                </a:lnTo>
                <a:lnTo>
                  <a:pt x="2869196" y="1358899"/>
                </a:lnTo>
                <a:lnTo>
                  <a:pt x="2868891" y="1358899"/>
                </a:lnTo>
                <a:lnTo>
                  <a:pt x="2884804" y="1371599"/>
                </a:lnTo>
                <a:lnTo>
                  <a:pt x="2884474" y="1371599"/>
                </a:lnTo>
                <a:lnTo>
                  <a:pt x="2900426" y="1384299"/>
                </a:lnTo>
                <a:lnTo>
                  <a:pt x="2915653" y="1384299"/>
                </a:lnTo>
                <a:lnTo>
                  <a:pt x="2931655" y="1396999"/>
                </a:lnTo>
                <a:close/>
              </a:path>
              <a:path w="4274820" h="1498600">
                <a:moveTo>
                  <a:pt x="25857" y="723899"/>
                </a:moveTo>
                <a:lnTo>
                  <a:pt x="0" y="698499"/>
                </a:lnTo>
                <a:lnTo>
                  <a:pt x="142392" y="571499"/>
                </a:lnTo>
                <a:lnTo>
                  <a:pt x="177990" y="533399"/>
                </a:lnTo>
                <a:lnTo>
                  <a:pt x="213588" y="507999"/>
                </a:lnTo>
                <a:lnTo>
                  <a:pt x="249161" y="469899"/>
                </a:lnTo>
                <a:lnTo>
                  <a:pt x="284721" y="444499"/>
                </a:lnTo>
                <a:lnTo>
                  <a:pt x="320268" y="406399"/>
                </a:lnTo>
                <a:lnTo>
                  <a:pt x="391274" y="355599"/>
                </a:lnTo>
                <a:lnTo>
                  <a:pt x="426732" y="317499"/>
                </a:lnTo>
                <a:lnTo>
                  <a:pt x="656221" y="152399"/>
                </a:lnTo>
                <a:lnTo>
                  <a:pt x="728014" y="152399"/>
                </a:lnTo>
                <a:lnTo>
                  <a:pt x="710679" y="165099"/>
                </a:lnTo>
                <a:lnTo>
                  <a:pt x="710882" y="165099"/>
                </a:lnTo>
                <a:lnTo>
                  <a:pt x="693521" y="177799"/>
                </a:lnTo>
                <a:lnTo>
                  <a:pt x="693724" y="177799"/>
                </a:lnTo>
                <a:lnTo>
                  <a:pt x="676338" y="190499"/>
                </a:lnTo>
                <a:lnTo>
                  <a:pt x="676529" y="190499"/>
                </a:lnTo>
                <a:lnTo>
                  <a:pt x="659117" y="203199"/>
                </a:lnTo>
                <a:lnTo>
                  <a:pt x="659307" y="203199"/>
                </a:lnTo>
                <a:lnTo>
                  <a:pt x="641870" y="215899"/>
                </a:lnTo>
                <a:lnTo>
                  <a:pt x="642048" y="215899"/>
                </a:lnTo>
                <a:lnTo>
                  <a:pt x="624598" y="228599"/>
                </a:lnTo>
                <a:lnTo>
                  <a:pt x="624763" y="228599"/>
                </a:lnTo>
                <a:lnTo>
                  <a:pt x="607301" y="241299"/>
                </a:lnTo>
                <a:lnTo>
                  <a:pt x="607453" y="241299"/>
                </a:lnTo>
                <a:lnTo>
                  <a:pt x="589965" y="253999"/>
                </a:lnTo>
                <a:lnTo>
                  <a:pt x="572744" y="253999"/>
                </a:lnTo>
                <a:lnTo>
                  <a:pt x="555218" y="266699"/>
                </a:lnTo>
                <a:lnTo>
                  <a:pt x="555358" y="266699"/>
                </a:lnTo>
                <a:lnTo>
                  <a:pt x="537819" y="279399"/>
                </a:lnTo>
                <a:lnTo>
                  <a:pt x="520382" y="304799"/>
                </a:lnTo>
                <a:lnTo>
                  <a:pt x="520560" y="304799"/>
                </a:lnTo>
                <a:lnTo>
                  <a:pt x="485394" y="330199"/>
                </a:lnTo>
                <a:lnTo>
                  <a:pt x="485609" y="330199"/>
                </a:lnTo>
                <a:lnTo>
                  <a:pt x="450392" y="355599"/>
                </a:lnTo>
                <a:lnTo>
                  <a:pt x="450570" y="355599"/>
                </a:lnTo>
                <a:lnTo>
                  <a:pt x="415302" y="380999"/>
                </a:lnTo>
                <a:lnTo>
                  <a:pt x="415467" y="380999"/>
                </a:lnTo>
                <a:lnTo>
                  <a:pt x="380136" y="406399"/>
                </a:lnTo>
                <a:lnTo>
                  <a:pt x="380288" y="406399"/>
                </a:lnTo>
                <a:lnTo>
                  <a:pt x="344919" y="444499"/>
                </a:lnTo>
                <a:lnTo>
                  <a:pt x="345046" y="444499"/>
                </a:lnTo>
                <a:lnTo>
                  <a:pt x="309626" y="469899"/>
                </a:lnTo>
                <a:lnTo>
                  <a:pt x="274294" y="507999"/>
                </a:lnTo>
                <a:lnTo>
                  <a:pt x="238899" y="533399"/>
                </a:lnTo>
                <a:lnTo>
                  <a:pt x="203479" y="571499"/>
                </a:lnTo>
                <a:lnTo>
                  <a:pt x="168008" y="596899"/>
                </a:lnTo>
                <a:lnTo>
                  <a:pt x="96964" y="660399"/>
                </a:lnTo>
                <a:lnTo>
                  <a:pt x="25857" y="723899"/>
                </a:lnTo>
                <a:close/>
              </a:path>
              <a:path w="4274820" h="1498600">
                <a:moveTo>
                  <a:pt x="727798" y="165099"/>
                </a:moveTo>
                <a:lnTo>
                  <a:pt x="728014" y="152399"/>
                </a:lnTo>
                <a:lnTo>
                  <a:pt x="745109" y="152399"/>
                </a:lnTo>
                <a:lnTo>
                  <a:pt x="727798" y="165099"/>
                </a:lnTo>
                <a:close/>
              </a:path>
              <a:path w="4274820" h="1498600">
                <a:moveTo>
                  <a:pt x="3417049" y="1422399"/>
                </a:moveTo>
                <a:lnTo>
                  <a:pt x="3322535" y="1422399"/>
                </a:lnTo>
                <a:lnTo>
                  <a:pt x="3341738" y="1409699"/>
                </a:lnTo>
                <a:lnTo>
                  <a:pt x="3360305" y="1409699"/>
                </a:lnTo>
                <a:lnTo>
                  <a:pt x="3379838" y="1396999"/>
                </a:lnTo>
                <a:lnTo>
                  <a:pt x="3379470" y="1396999"/>
                </a:lnTo>
                <a:lnTo>
                  <a:pt x="3399154" y="1384299"/>
                </a:lnTo>
                <a:lnTo>
                  <a:pt x="3398812" y="1384299"/>
                </a:lnTo>
                <a:lnTo>
                  <a:pt x="3418624" y="1371599"/>
                </a:lnTo>
                <a:lnTo>
                  <a:pt x="3418306" y="1371599"/>
                </a:lnTo>
                <a:lnTo>
                  <a:pt x="3438220" y="1358899"/>
                </a:lnTo>
                <a:lnTo>
                  <a:pt x="3437940" y="1358899"/>
                </a:lnTo>
                <a:lnTo>
                  <a:pt x="3457956" y="1346199"/>
                </a:lnTo>
                <a:lnTo>
                  <a:pt x="3457689" y="1346199"/>
                </a:lnTo>
                <a:lnTo>
                  <a:pt x="3477793" y="1333499"/>
                </a:lnTo>
                <a:lnTo>
                  <a:pt x="3477552" y="1333499"/>
                </a:lnTo>
                <a:lnTo>
                  <a:pt x="3497719" y="1320799"/>
                </a:lnTo>
                <a:lnTo>
                  <a:pt x="3497491" y="1320799"/>
                </a:lnTo>
                <a:lnTo>
                  <a:pt x="3517722" y="1308099"/>
                </a:lnTo>
                <a:lnTo>
                  <a:pt x="3517506" y="1308099"/>
                </a:lnTo>
                <a:lnTo>
                  <a:pt x="3537775" y="1295399"/>
                </a:lnTo>
                <a:lnTo>
                  <a:pt x="3537585" y="1295399"/>
                </a:lnTo>
                <a:lnTo>
                  <a:pt x="3557892" y="1282699"/>
                </a:lnTo>
                <a:lnTo>
                  <a:pt x="3557701" y="1282699"/>
                </a:lnTo>
                <a:lnTo>
                  <a:pt x="3578021" y="1269999"/>
                </a:lnTo>
                <a:lnTo>
                  <a:pt x="3577856" y="1269999"/>
                </a:lnTo>
                <a:lnTo>
                  <a:pt x="3598164" y="1257299"/>
                </a:lnTo>
                <a:lnTo>
                  <a:pt x="3598011" y="1257299"/>
                </a:lnTo>
                <a:lnTo>
                  <a:pt x="3618318" y="1244599"/>
                </a:lnTo>
                <a:lnTo>
                  <a:pt x="3618179" y="1244599"/>
                </a:lnTo>
                <a:lnTo>
                  <a:pt x="3638448" y="1231899"/>
                </a:lnTo>
                <a:lnTo>
                  <a:pt x="3658552" y="1206499"/>
                </a:lnTo>
                <a:lnTo>
                  <a:pt x="3678605" y="1193799"/>
                </a:lnTo>
                <a:lnTo>
                  <a:pt x="3698608" y="1181099"/>
                </a:lnTo>
                <a:lnTo>
                  <a:pt x="3718534" y="1168399"/>
                </a:lnTo>
                <a:lnTo>
                  <a:pt x="3718382" y="1168399"/>
                </a:lnTo>
                <a:lnTo>
                  <a:pt x="3758145" y="1130299"/>
                </a:lnTo>
                <a:lnTo>
                  <a:pt x="3757980" y="1130299"/>
                </a:lnTo>
                <a:lnTo>
                  <a:pt x="3797249" y="1092199"/>
                </a:lnTo>
                <a:lnTo>
                  <a:pt x="3797096" y="1092199"/>
                </a:lnTo>
                <a:lnTo>
                  <a:pt x="3835755" y="1066799"/>
                </a:lnTo>
                <a:lnTo>
                  <a:pt x="3873588" y="1028699"/>
                </a:lnTo>
                <a:lnTo>
                  <a:pt x="3910596" y="1003299"/>
                </a:lnTo>
                <a:lnTo>
                  <a:pt x="3946702" y="965199"/>
                </a:lnTo>
                <a:lnTo>
                  <a:pt x="3981767" y="939799"/>
                </a:lnTo>
                <a:lnTo>
                  <a:pt x="4048417" y="876299"/>
                </a:lnTo>
                <a:lnTo>
                  <a:pt x="4109643" y="812799"/>
                </a:lnTo>
                <a:lnTo>
                  <a:pt x="4137977" y="787399"/>
                </a:lnTo>
                <a:lnTo>
                  <a:pt x="4164647" y="774699"/>
                </a:lnTo>
                <a:lnTo>
                  <a:pt x="4189577" y="749299"/>
                </a:lnTo>
                <a:lnTo>
                  <a:pt x="4212577" y="723899"/>
                </a:lnTo>
                <a:lnTo>
                  <a:pt x="4223410" y="723899"/>
                </a:lnTo>
                <a:lnTo>
                  <a:pt x="4233760" y="711199"/>
                </a:lnTo>
                <a:lnTo>
                  <a:pt x="4243654" y="711199"/>
                </a:lnTo>
                <a:lnTo>
                  <a:pt x="4252633" y="698499"/>
                </a:lnTo>
                <a:lnTo>
                  <a:pt x="4274642" y="736599"/>
                </a:lnTo>
                <a:lnTo>
                  <a:pt x="4266006" y="736599"/>
                </a:lnTo>
                <a:lnTo>
                  <a:pt x="4256468" y="749299"/>
                </a:lnTo>
                <a:lnTo>
                  <a:pt x="4246918" y="749299"/>
                </a:lnTo>
                <a:lnTo>
                  <a:pt x="4236313" y="761999"/>
                </a:lnTo>
                <a:lnTo>
                  <a:pt x="4236580" y="761999"/>
                </a:lnTo>
                <a:lnTo>
                  <a:pt x="4213860" y="774699"/>
                </a:lnTo>
                <a:lnTo>
                  <a:pt x="4214114" y="774699"/>
                </a:lnTo>
                <a:lnTo>
                  <a:pt x="4189450" y="800099"/>
                </a:lnTo>
                <a:lnTo>
                  <a:pt x="4189628" y="800099"/>
                </a:lnTo>
                <a:lnTo>
                  <a:pt x="4163136" y="825499"/>
                </a:lnTo>
                <a:lnTo>
                  <a:pt x="4163263" y="825499"/>
                </a:lnTo>
                <a:lnTo>
                  <a:pt x="4135043" y="850899"/>
                </a:lnTo>
                <a:lnTo>
                  <a:pt x="4074020" y="901699"/>
                </a:lnTo>
                <a:lnTo>
                  <a:pt x="4007332" y="965199"/>
                </a:lnTo>
                <a:lnTo>
                  <a:pt x="3972140" y="990599"/>
                </a:lnTo>
                <a:lnTo>
                  <a:pt x="3935882" y="1028699"/>
                </a:lnTo>
                <a:lnTo>
                  <a:pt x="3898671" y="1066799"/>
                </a:lnTo>
                <a:lnTo>
                  <a:pt x="3860596" y="1092199"/>
                </a:lnTo>
                <a:lnTo>
                  <a:pt x="3821785" y="1130299"/>
                </a:lnTo>
                <a:lnTo>
                  <a:pt x="3782352" y="1155699"/>
                </a:lnTo>
                <a:lnTo>
                  <a:pt x="3742436" y="1193799"/>
                </a:lnTo>
                <a:lnTo>
                  <a:pt x="3722293" y="1206499"/>
                </a:lnTo>
                <a:lnTo>
                  <a:pt x="3702062" y="1231899"/>
                </a:lnTo>
                <a:lnTo>
                  <a:pt x="3620516" y="1282699"/>
                </a:lnTo>
                <a:lnTo>
                  <a:pt x="3600030" y="1308099"/>
                </a:lnTo>
                <a:lnTo>
                  <a:pt x="3436848" y="1409699"/>
                </a:lnTo>
                <a:lnTo>
                  <a:pt x="3417049" y="1422399"/>
                </a:lnTo>
                <a:close/>
              </a:path>
              <a:path w="4274820" h="1498600">
                <a:moveTo>
                  <a:pt x="3009811" y="1435099"/>
                </a:moveTo>
                <a:lnTo>
                  <a:pt x="2913164" y="1435099"/>
                </a:lnTo>
                <a:lnTo>
                  <a:pt x="2896349" y="1422399"/>
                </a:lnTo>
                <a:lnTo>
                  <a:pt x="2863735" y="1396999"/>
                </a:lnTo>
                <a:lnTo>
                  <a:pt x="2931236" y="1396999"/>
                </a:lnTo>
                <a:lnTo>
                  <a:pt x="2947289" y="1409699"/>
                </a:lnTo>
                <a:lnTo>
                  <a:pt x="2962427" y="1409699"/>
                </a:lnTo>
                <a:lnTo>
                  <a:pt x="2978543" y="1422399"/>
                </a:lnTo>
                <a:lnTo>
                  <a:pt x="2993618" y="1422399"/>
                </a:lnTo>
                <a:lnTo>
                  <a:pt x="3009811" y="1435099"/>
                </a:lnTo>
                <a:close/>
              </a:path>
              <a:path w="4274820" h="1498600">
                <a:moveTo>
                  <a:pt x="3337280" y="1460500"/>
                </a:moveTo>
                <a:lnTo>
                  <a:pt x="3215284" y="1460500"/>
                </a:lnTo>
                <a:lnTo>
                  <a:pt x="3224212" y="1447800"/>
                </a:lnTo>
                <a:lnTo>
                  <a:pt x="3267722" y="1447800"/>
                </a:lnTo>
                <a:lnTo>
                  <a:pt x="3277006" y="1435099"/>
                </a:lnTo>
                <a:lnTo>
                  <a:pt x="3285642" y="1435099"/>
                </a:lnTo>
                <a:lnTo>
                  <a:pt x="3304476" y="1422399"/>
                </a:lnTo>
                <a:lnTo>
                  <a:pt x="3396691" y="1422399"/>
                </a:lnTo>
                <a:lnTo>
                  <a:pt x="3377158" y="1435099"/>
                </a:lnTo>
                <a:lnTo>
                  <a:pt x="3356952" y="1447800"/>
                </a:lnTo>
                <a:lnTo>
                  <a:pt x="3337280" y="1460500"/>
                </a:lnTo>
                <a:close/>
              </a:path>
              <a:path w="4274820" h="1498600">
                <a:moveTo>
                  <a:pt x="3080004" y="1460500"/>
                </a:moveTo>
                <a:lnTo>
                  <a:pt x="2962338" y="1460500"/>
                </a:lnTo>
                <a:lnTo>
                  <a:pt x="2946222" y="1447800"/>
                </a:lnTo>
                <a:lnTo>
                  <a:pt x="2929661" y="1435099"/>
                </a:lnTo>
                <a:lnTo>
                  <a:pt x="3024974" y="1435099"/>
                </a:lnTo>
                <a:lnTo>
                  <a:pt x="3033102" y="1447800"/>
                </a:lnTo>
                <a:lnTo>
                  <a:pt x="3071825" y="1447800"/>
                </a:lnTo>
                <a:lnTo>
                  <a:pt x="3080004" y="1460500"/>
                </a:lnTo>
                <a:close/>
              </a:path>
              <a:path w="4274820" h="1498600">
                <a:moveTo>
                  <a:pt x="3267722" y="1447800"/>
                </a:moveTo>
                <a:lnTo>
                  <a:pt x="3258794" y="1447800"/>
                </a:lnTo>
                <a:lnTo>
                  <a:pt x="3268027" y="1435099"/>
                </a:lnTo>
                <a:lnTo>
                  <a:pt x="3267722" y="1447800"/>
                </a:lnTo>
                <a:close/>
              </a:path>
              <a:path w="4274820" h="1498600">
                <a:moveTo>
                  <a:pt x="3298507" y="1473200"/>
                </a:moveTo>
                <a:lnTo>
                  <a:pt x="2995739" y="1473200"/>
                </a:lnTo>
                <a:lnTo>
                  <a:pt x="2979559" y="1460500"/>
                </a:lnTo>
                <a:lnTo>
                  <a:pt x="3318256" y="1460500"/>
                </a:lnTo>
                <a:lnTo>
                  <a:pt x="3298507" y="1473200"/>
                </a:lnTo>
                <a:close/>
              </a:path>
              <a:path w="4274820" h="1498600">
                <a:moveTo>
                  <a:pt x="3269741" y="1485900"/>
                </a:moveTo>
                <a:lnTo>
                  <a:pt x="3029610" y="1485900"/>
                </a:lnTo>
                <a:lnTo>
                  <a:pt x="3021152" y="1473200"/>
                </a:lnTo>
                <a:lnTo>
                  <a:pt x="3279292" y="1473200"/>
                </a:lnTo>
                <a:lnTo>
                  <a:pt x="3269741" y="1485900"/>
                </a:lnTo>
                <a:close/>
              </a:path>
              <a:path w="4274820" h="1498600">
                <a:moveTo>
                  <a:pt x="3222701" y="1498600"/>
                </a:moveTo>
                <a:lnTo>
                  <a:pt x="3080804" y="1498600"/>
                </a:lnTo>
                <a:lnTo>
                  <a:pt x="3072218" y="1485900"/>
                </a:lnTo>
                <a:lnTo>
                  <a:pt x="3232023" y="1485900"/>
                </a:lnTo>
                <a:lnTo>
                  <a:pt x="3222701" y="149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80351" y="179997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058151" y="179987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235951" y="179978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413751" y="179967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591551" y="179957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769351" y="179948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947151" y="1786686"/>
            <a:ext cx="41275" cy="26034"/>
          </a:xfrm>
          <a:custGeom>
            <a:avLst/>
            <a:gdLst/>
            <a:ahLst/>
            <a:cxnLst/>
            <a:rect l="l" t="t" r="r" b="b"/>
            <a:pathLst>
              <a:path w="41275" h="26035">
                <a:moveTo>
                  <a:pt x="12" y="25425"/>
                </a:moveTo>
                <a:lnTo>
                  <a:pt x="0" y="25"/>
                </a:lnTo>
                <a:lnTo>
                  <a:pt x="41097" y="0"/>
                </a:lnTo>
                <a:lnTo>
                  <a:pt x="41109" y="25400"/>
                </a:lnTo>
                <a:lnTo>
                  <a:pt x="12" y="254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5005844" y="263679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700794" y="25415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653044" y="25986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919994" y="257964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579107" y="4536947"/>
            <a:ext cx="4314444" cy="156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561950" y="5205463"/>
            <a:ext cx="4671060" cy="190500"/>
          </a:xfrm>
          <a:custGeom>
            <a:avLst/>
            <a:gdLst/>
            <a:ahLst/>
            <a:cxnLst/>
            <a:rect l="l" t="t" r="r" b="b"/>
            <a:pathLst>
              <a:path w="4671059" h="190500">
                <a:moveTo>
                  <a:pt x="4480217" y="190500"/>
                </a:moveTo>
                <a:lnTo>
                  <a:pt x="4575454" y="95250"/>
                </a:lnTo>
                <a:lnTo>
                  <a:pt x="4480217" y="0"/>
                </a:lnTo>
                <a:lnTo>
                  <a:pt x="4632606" y="76200"/>
                </a:lnTo>
                <a:lnTo>
                  <a:pt x="4599266" y="76200"/>
                </a:lnTo>
                <a:lnTo>
                  <a:pt x="4599266" y="114300"/>
                </a:lnTo>
                <a:lnTo>
                  <a:pt x="4632606" y="114300"/>
                </a:lnTo>
                <a:lnTo>
                  <a:pt x="4480217" y="190500"/>
                </a:lnTo>
                <a:close/>
              </a:path>
              <a:path w="4671059" h="190500">
                <a:moveTo>
                  <a:pt x="4556406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4556406" y="76200"/>
                </a:lnTo>
                <a:lnTo>
                  <a:pt x="4575454" y="95250"/>
                </a:lnTo>
                <a:lnTo>
                  <a:pt x="4556406" y="114300"/>
                </a:lnTo>
                <a:close/>
              </a:path>
              <a:path w="4671059" h="190500">
                <a:moveTo>
                  <a:pt x="4632606" y="114300"/>
                </a:moveTo>
                <a:lnTo>
                  <a:pt x="4599266" y="114300"/>
                </a:lnTo>
                <a:lnTo>
                  <a:pt x="4599266" y="76200"/>
                </a:lnTo>
                <a:lnTo>
                  <a:pt x="4632606" y="76200"/>
                </a:lnTo>
                <a:lnTo>
                  <a:pt x="4670704" y="95250"/>
                </a:lnTo>
                <a:lnTo>
                  <a:pt x="4632606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489344" y="4186783"/>
            <a:ext cx="190500" cy="2061845"/>
          </a:xfrm>
          <a:custGeom>
            <a:avLst/>
            <a:gdLst/>
            <a:ahLst/>
            <a:cxnLst/>
            <a:rect l="l" t="t" r="r" b="b"/>
            <a:pathLst>
              <a:path w="190500" h="2061845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2061845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2061845">
                <a:moveTo>
                  <a:pt x="190500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2061845">
                <a:moveTo>
                  <a:pt x="114300" y="2061616"/>
                </a:moveTo>
                <a:lnTo>
                  <a:pt x="76200" y="2061616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2061616"/>
                </a:lnTo>
                <a:close/>
              </a:path>
              <a:path w="190500" h="2061845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 txBox="1"/>
          <p:nvPr/>
        </p:nvSpPr>
        <p:spPr>
          <a:xfrm>
            <a:off x="6640690" y="3774439"/>
            <a:ext cx="30797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u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1299583" y="5063134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289040" y="491997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65619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7397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9175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0953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2731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4509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6287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8065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9843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81621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3399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5177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6955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88733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0511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92289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94067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9584550" y="60097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9762350" y="5997003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23583" y="25400"/>
                </a:moveTo>
                <a:lnTo>
                  <a:pt x="0" y="25400"/>
                </a:lnTo>
                <a:lnTo>
                  <a:pt x="0" y="0"/>
                </a:lnTo>
                <a:lnTo>
                  <a:pt x="23583" y="0"/>
                </a:lnTo>
                <a:lnTo>
                  <a:pt x="23583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8728430" y="59081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8728430" y="57303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8728430" y="55525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8728430" y="53747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 txBox="1"/>
          <p:nvPr/>
        </p:nvSpPr>
        <p:spPr>
          <a:xfrm>
            <a:off x="10701794" y="545619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8301494" y="53228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253744" y="53799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9634994" y="539904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091" y="878839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i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0351" y="2439225"/>
            <a:ext cx="4675505" cy="190500"/>
          </a:xfrm>
          <a:custGeom>
            <a:avLst/>
            <a:gdLst/>
            <a:ahLst/>
            <a:cxnLst/>
            <a:rect l="l" t="t" r="r" b="b"/>
            <a:pathLst>
              <a:path w="4675505" h="190500">
                <a:moveTo>
                  <a:pt x="4484751" y="190500"/>
                </a:moveTo>
                <a:lnTo>
                  <a:pt x="4580001" y="95250"/>
                </a:lnTo>
                <a:lnTo>
                  <a:pt x="4484751" y="0"/>
                </a:lnTo>
                <a:lnTo>
                  <a:pt x="4637151" y="76200"/>
                </a:lnTo>
                <a:lnTo>
                  <a:pt x="4603813" y="76200"/>
                </a:lnTo>
                <a:lnTo>
                  <a:pt x="4603813" y="114300"/>
                </a:lnTo>
                <a:lnTo>
                  <a:pt x="4637151" y="114300"/>
                </a:lnTo>
                <a:lnTo>
                  <a:pt x="4484751" y="190500"/>
                </a:lnTo>
                <a:close/>
              </a:path>
              <a:path w="4675505" h="190500">
                <a:moveTo>
                  <a:pt x="4560951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4560951" y="76200"/>
                </a:lnTo>
                <a:lnTo>
                  <a:pt x="4580001" y="95250"/>
                </a:lnTo>
                <a:lnTo>
                  <a:pt x="4560951" y="114300"/>
                </a:lnTo>
                <a:close/>
              </a:path>
              <a:path w="4675505" h="190500">
                <a:moveTo>
                  <a:pt x="4637151" y="114300"/>
                </a:moveTo>
                <a:lnTo>
                  <a:pt x="4603813" y="114300"/>
                </a:lnTo>
                <a:lnTo>
                  <a:pt x="4603813" y="76200"/>
                </a:lnTo>
                <a:lnTo>
                  <a:pt x="4637151" y="76200"/>
                </a:lnTo>
                <a:lnTo>
                  <a:pt x="4675251" y="95250"/>
                </a:lnTo>
                <a:lnTo>
                  <a:pt x="463715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9228" y="1326286"/>
            <a:ext cx="190500" cy="2236470"/>
          </a:xfrm>
          <a:custGeom>
            <a:avLst/>
            <a:gdLst/>
            <a:ahLst/>
            <a:cxnLst/>
            <a:rect l="l" t="t" r="r" b="b"/>
            <a:pathLst>
              <a:path w="190500" h="2236470">
                <a:moveTo>
                  <a:pt x="0" y="190499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299"/>
                </a:lnTo>
                <a:lnTo>
                  <a:pt x="0" y="190499"/>
                </a:lnTo>
                <a:close/>
              </a:path>
              <a:path w="190500" h="2236470">
                <a:moveTo>
                  <a:pt x="76200" y="114299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49"/>
                </a:lnTo>
                <a:lnTo>
                  <a:pt x="95250" y="95249"/>
                </a:lnTo>
                <a:lnTo>
                  <a:pt x="76200" y="114299"/>
                </a:lnTo>
                <a:close/>
              </a:path>
              <a:path w="190500" h="2236470">
                <a:moveTo>
                  <a:pt x="190500" y="190499"/>
                </a:moveTo>
                <a:lnTo>
                  <a:pt x="114300" y="114299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499"/>
                </a:lnTo>
                <a:close/>
              </a:path>
              <a:path w="190500" h="2236470">
                <a:moveTo>
                  <a:pt x="114300" y="2236063"/>
                </a:moveTo>
                <a:lnTo>
                  <a:pt x="76200" y="2236063"/>
                </a:lnTo>
                <a:lnTo>
                  <a:pt x="76200" y="114299"/>
                </a:lnTo>
                <a:lnTo>
                  <a:pt x="95250" y="95249"/>
                </a:lnTo>
                <a:lnTo>
                  <a:pt x="114300" y="114299"/>
                </a:lnTo>
                <a:lnTo>
                  <a:pt x="114300" y="2236063"/>
                </a:lnTo>
                <a:close/>
              </a:path>
              <a:path w="190500" h="2236470">
                <a:moveTo>
                  <a:pt x="114300" y="114299"/>
                </a:moveTo>
                <a:lnTo>
                  <a:pt x="95250" y="95249"/>
                </a:lnTo>
                <a:lnTo>
                  <a:pt x="114300" y="95249"/>
                </a:lnTo>
                <a:lnTo>
                  <a:pt x="114300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22607" y="2276576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2449" y="2169693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56409" y="24328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56409" y="22550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56409" y="20772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56409" y="1899475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0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8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35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137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915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69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47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24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027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805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58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36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13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917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695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473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251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02951" y="330346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80751" y="3290760"/>
            <a:ext cx="27305" cy="25400"/>
          </a:xfrm>
          <a:custGeom>
            <a:avLst/>
            <a:gdLst/>
            <a:ahLst/>
            <a:cxnLst/>
            <a:rect l="l" t="t" r="r" b="b"/>
            <a:pathLst>
              <a:path w="27304" h="25400">
                <a:moveTo>
                  <a:pt x="26720" y="25400"/>
                </a:moveTo>
                <a:lnTo>
                  <a:pt x="0" y="25400"/>
                </a:lnTo>
                <a:lnTo>
                  <a:pt x="0" y="0"/>
                </a:lnTo>
                <a:lnTo>
                  <a:pt x="26720" y="0"/>
                </a:lnTo>
                <a:lnTo>
                  <a:pt x="2672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60063" y="32018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60063" y="30240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60063" y="28462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60063" y="266846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47363" y="2534475"/>
            <a:ext cx="25400" cy="57785"/>
          </a:xfrm>
          <a:custGeom>
            <a:avLst/>
            <a:gdLst/>
            <a:ahLst/>
            <a:cxnLst/>
            <a:rect l="l" t="t" r="r" b="b"/>
            <a:pathLst>
              <a:path w="25400" h="57785">
                <a:moveTo>
                  <a:pt x="25400" y="57785"/>
                </a:moveTo>
                <a:lnTo>
                  <a:pt x="0" y="57785"/>
                </a:lnTo>
                <a:lnTo>
                  <a:pt x="0" y="0"/>
                </a:lnTo>
                <a:lnTo>
                  <a:pt x="25400" y="0"/>
                </a:lnTo>
                <a:lnTo>
                  <a:pt x="25400" y="57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71448" y="1816087"/>
            <a:ext cx="4274820" cy="1498600"/>
          </a:xfrm>
          <a:custGeom>
            <a:avLst/>
            <a:gdLst/>
            <a:ahLst/>
            <a:cxnLst/>
            <a:rect l="l" t="t" r="r" b="b"/>
            <a:pathLst>
              <a:path w="4274820" h="1498600">
                <a:moveTo>
                  <a:pt x="1245870" y="12699"/>
                </a:moveTo>
                <a:lnTo>
                  <a:pt x="988225" y="12699"/>
                </a:lnTo>
                <a:lnTo>
                  <a:pt x="1005573" y="0"/>
                </a:lnTo>
                <a:lnTo>
                  <a:pt x="1229563" y="0"/>
                </a:lnTo>
                <a:lnTo>
                  <a:pt x="1245870" y="12699"/>
                </a:lnTo>
                <a:close/>
              </a:path>
              <a:path w="4274820" h="1498600">
                <a:moveTo>
                  <a:pt x="1280083" y="25399"/>
                </a:moveTo>
                <a:lnTo>
                  <a:pt x="936104" y="25399"/>
                </a:lnTo>
                <a:lnTo>
                  <a:pt x="953490" y="12699"/>
                </a:lnTo>
                <a:lnTo>
                  <a:pt x="1263319" y="12699"/>
                </a:lnTo>
                <a:lnTo>
                  <a:pt x="1280083" y="25399"/>
                </a:lnTo>
                <a:close/>
              </a:path>
              <a:path w="4274820" h="1498600">
                <a:moveTo>
                  <a:pt x="1313434" y="38099"/>
                </a:moveTo>
                <a:lnTo>
                  <a:pt x="901280" y="38099"/>
                </a:lnTo>
                <a:lnTo>
                  <a:pt x="918705" y="25399"/>
                </a:lnTo>
                <a:lnTo>
                  <a:pt x="1296797" y="25399"/>
                </a:lnTo>
                <a:lnTo>
                  <a:pt x="1313434" y="38099"/>
                </a:lnTo>
                <a:close/>
              </a:path>
              <a:path w="4274820" h="1498600">
                <a:moveTo>
                  <a:pt x="996251" y="50799"/>
                </a:moveTo>
                <a:lnTo>
                  <a:pt x="866419" y="50799"/>
                </a:lnTo>
                <a:lnTo>
                  <a:pt x="883856" y="38099"/>
                </a:lnTo>
                <a:lnTo>
                  <a:pt x="1013117" y="38099"/>
                </a:lnTo>
                <a:lnTo>
                  <a:pt x="996251" y="50799"/>
                </a:lnTo>
                <a:close/>
              </a:path>
              <a:path w="4274820" h="1498600">
                <a:moveTo>
                  <a:pt x="1346504" y="50799"/>
                </a:moveTo>
                <a:lnTo>
                  <a:pt x="1236726" y="50799"/>
                </a:lnTo>
                <a:lnTo>
                  <a:pt x="1220419" y="38099"/>
                </a:lnTo>
                <a:lnTo>
                  <a:pt x="1330007" y="38099"/>
                </a:lnTo>
                <a:lnTo>
                  <a:pt x="1346504" y="50799"/>
                </a:lnTo>
                <a:close/>
              </a:path>
              <a:path w="4274820" h="1498600">
                <a:moveTo>
                  <a:pt x="913574" y="76199"/>
                </a:moveTo>
                <a:lnTo>
                  <a:pt x="814031" y="76199"/>
                </a:lnTo>
                <a:lnTo>
                  <a:pt x="848969" y="50799"/>
                </a:lnTo>
                <a:lnTo>
                  <a:pt x="963752" y="50799"/>
                </a:lnTo>
                <a:lnTo>
                  <a:pt x="946785" y="63499"/>
                </a:lnTo>
                <a:lnTo>
                  <a:pt x="930605" y="63499"/>
                </a:lnTo>
                <a:lnTo>
                  <a:pt x="913574" y="76199"/>
                </a:lnTo>
                <a:close/>
              </a:path>
              <a:path w="4274820" h="1498600">
                <a:moveTo>
                  <a:pt x="1395679" y="76199"/>
                </a:moveTo>
                <a:lnTo>
                  <a:pt x="1314932" y="76199"/>
                </a:lnTo>
                <a:lnTo>
                  <a:pt x="1298816" y="63499"/>
                </a:lnTo>
                <a:lnTo>
                  <a:pt x="1283665" y="63499"/>
                </a:lnTo>
                <a:lnTo>
                  <a:pt x="1267485" y="50799"/>
                </a:lnTo>
                <a:lnTo>
                  <a:pt x="1362964" y="50799"/>
                </a:lnTo>
                <a:lnTo>
                  <a:pt x="1395679" y="76199"/>
                </a:lnTo>
                <a:close/>
              </a:path>
              <a:path w="4274820" h="1498600">
                <a:moveTo>
                  <a:pt x="846594" y="101599"/>
                </a:moveTo>
                <a:lnTo>
                  <a:pt x="761530" y="101599"/>
                </a:lnTo>
                <a:lnTo>
                  <a:pt x="796544" y="76199"/>
                </a:lnTo>
                <a:lnTo>
                  <a:pt x="897255" y="76199"/>
                </a:lnTo>
                <a:lnTo>
                  <a:pt x="880173" y="88899"/>
                </a:lnTo>
                <a:lnTo>
                  <a:pt x="863739" y="88899"/>
                </a:lnTo>
                <a:lnTo>
                  <a:pt x="846594" y="101599"/>
                </a:lnTo>
                <a:close/>
              </a:path>
              <a:path w="4274820" h="1498600">
                <a:moveTo>
                  <a:pt x="1476578" y="126999"/>
                </a:moveTo>
                <a:lnTo>
                  <a:pt x="1408531" y="126999"/>
                </a:lnTo>
                <a:lnTo>
                  <a:pt x="1392618" y="114299"/>
                </a:lnTo>
                <a:lnTo>
                  <a:pt x="1392948" y="114299"/>
                </a:lnTo>
                <a:lnTo>
                  <a:pt x="1376997" y="101599"/>
                </a:lnTo>
                <a:lnTo>
                  <a:pt x="1361757" y="101599"/>
                </a:lnTo>
                <a:lnTo>
                  <a:pt x="1345755" y="88899"/>
                </a:lnTo>
                <a:lnTo>
                  <a:pt x="1346161" y="88899"/>
                </a:lnTo>
                <a:lnTo>
                  <a:pt x="1330109" y="76199"/>
                </a:lnTo>
                <a:lnTo>
                  <a:pt x="1411960" y="76199"/>
                </a:lnTo>
                <a:lnTo>
                  <a:pt x="1476578" y="126999"/>
                </a:lnTo>
                <a:close/>
              </a:path>
              <a:path w="4274820" h="1498600">
                <a:moveTo>
                  <a:pt x="744880" y="152399"/>
                </a:moveTo>
                <a:lnTo>
                  <a:pt x="673798" y="152399"/>
                </a:lnTo>
                <a:lnTo>
                  <a:pt x="744016" y="101599"/>
                </a:lnTo>
                <a:lnTo>
                  <a:pt x="830046" y="101599"/>
                </a:lnTo>
                <a:lnTo>
                  <a:pt x="812850" y="114299"/>
                </a:lnTo>
                <a:lnTo>
                  <a:pt x="813130" y="114299"/>
                </a:lnTo>
                <a:lnTo>
                  <a:pt x="795909" y="126999"/>
                </a:lnTo>
                <a:lnTo>
                  <a:pt x="779195" y="126999"/>
                </a:lnTo>
                <a:lnTo>
                  <a:pt x="761923" y="139699"/>
                </a:lnTo>
                <a:lnTo>
                  <a:pt x="762177" y="139699"/>
                </a:lnTo>
                <a:lnTo>
                  <a:pt x="744880" y="152399"/>
                </a:lnTo>
                <a:close/>
              </a:path>
              <a:path w="4274820" h="1498600">
                <a:moveTo>
                  <a:pt x="2931655" y="1396999"/>
                </a:moveTo>
                <a:lnTo>
                  <a:pt x="2847505" y="1396999"/>
                </a:lnTo>
                <a:lnTo>
                  <a:pt x="2703512" y="1282699"/>
                </a:lnTo>
                <a:lnTo>
                  <a:pt x="2687701" y="1257299"/>
                </a:lnTo>
                <a:lnTo>
                  <a:pt x="2624670" y="1206499"/>
                </a:lnTo>
                <a:lnTo>
                  <a:pt x="2593327" y="1168399"/>
                </a:lnTo>
                <a:lnTo>
                  <a:pt x="2562059" y="1142999"/>
                </a:lnTo>
                <a:lnTo>
                  <a:pt x="2530868" y="1104899"/>
                </a:lnTo>
                <a:lnTo>
                  <a:pt x="2499715" y="1079499"/>
                </a:lnTo>
                <a:lnTo>
                  <a:pt x="2437511" y="1015999"/>
                </a:lnTo>
                <a:lnTo>
                  <a:pt x="2406446" y="977899"/>
                </a:lnTo>
                <a:lnTo>
                  <a:pt x="2375382" y="952499"/>
                </a:lnTo>
                <a:lnTo>
                  <a:pt x="2344343" y="914399"/>
                </a:lnTo>
                <a:lnTo>
                  <a:pt x="2344483" y="914399"/>
                </a:lnTo>
                <a:lnTo>
                  <a:pt x="2313305" y="888999"/>
                </a:lnTo>
                <a:lnTo>
                  <a:pt x="2313482" y="888999"/>
                </a:lnTo>
                <a:lnTo>
                  <a:pt x="2282253" y="863599"/>
                </a:lnTo>
                <a:lnTo>
                  <a:pt x="2282418" y="863599"/>
                </a:lnTo>
                <a:lnTo>
                  <a:pt x="2266784" y="850899"/>
                </a:lnTo>
                <a:lnTo>
                  <a:pt x="2266911" y="850899"/>
                </a:lnTo>
                <a:lnTo>
                  <a:pt x="2251265" y="838199"/>
                </a:lnTo>
                <a:lnTo>
                  <a:pt x="2251405" y="838199"/>
                </a:lnTo>
                <a:lnTo>
                  <a:pt x="2235746" y="812799"/>
                </a:lnTo>
                <a:lnTo>
                  <a:pt x="2235885" y="812799"/>
                </a:lnTo>
                <a:lnTo>
                  <a:pt x="2220214" y="800099"/>
                </a:lnTo>
                <a:lnTo>
                  <a:pt x="2220379" y="800099"/>
                </a:lnTo>
                <a:lnTo>
                  <a:pt x="2204681" y="787399"/>
                </a:lnTo>
                <a:lnTo>
                  <a:pt x="2204859" y="787399"/>
                </a:lnTo>
                <a:lnTo>
                  <a:pt x="2189149" y="774699"/>
                </a:lnTo>
                <a:lnTo>
                  <a:pt x="2189340" y="774699"/>
                </a:lnTo>
                <a:lnTo>
                  <a:pt x="2173605" y="761999"/>
                </a:lnTo>
                <a:lnTo>
                  <a:pt x="2173820" y="761999"/>
                </a:lnTo>
                <a:lnTo>
                  <a:pt x="2158060" y="749299"/>
                </a:lnTo>
                <a:lnTo>
                  <a:pt x="2158288" y="749299"/>
                </a:lnTo>
                <a:lnTo>
                  <a:pt x="2142515" y="736599"/>
                </a:lnTo>
                <a:lnTo>
                  <a:pt x="2126996" y="736599"/>
                </a:lnTo>
                <a:lnTo>
                  <a:pt x="1999932" y="634999"/>
                </a:lnTo>
                <a:lnTo>
                  <a:pt x="1968487" y="596899"/>
                </a:lnTo>
                <a:lnTo>
                  <a:pt x="1874608" y="520699"/>
                </a:lnTo>
                <a:lnTo>
                  <a:pt x="1750161" y="393699"/>
                </a:lnTo>
                <a:lnTo>
                  <a:pt x="1719110" y="368299"/>
                </a:lnTo>
                <a:lnTo>
                  <a:pt x="1688058" y="342899"/>
                </a:lnTo>
                <a:lnTo>
                  <a:pt x="1657019" y="317499"/>
                </a:lnTo>
                <a:lnTo>
                  <a:pt x="1657184" y="317499"/>
                </a:lnTo>
                <a:lnTo>
                  <a:pt x="1625968" y="292099"/>
                </a:lnTo>
                <a:lnTo>
                  <a:pt x="1626171" y="292099"/>
                </a:lnTo>
                <a:lnTo>
                  <a:pt x="1594916" y="253999"/>
                </a:lnTo>
                <a:lnTo>
                  <a:pt x="1595081" y="253999"/>
                </a:lnTo>
                <a:lnTo>
                  <a:pt x="1579435" y="241299"/>
                </a:lnTo>
                <a:lnTo>
                  <a:pt x="1563903" y="228599"/>
                </a:lnTo>
                <a:lnTo>
                  <a:pt x="1564043" y="228599"/>
                </a:lnTo>
                <a:lnTo>
                  <a:pt x="1548358" y="215899"/>
                </a:lnTo>
                <a:lnTo>
                  <a:pt x="1548523" y="215899"/>
                </a:lnTo>
                <a:lnTo>
                  <a:pt x="1532813" y="203199"/>
                </a:lnTo>
                <a:lnTo>
                  <a:pt x="1517459" y="203199"/>
                </a:lnTo>
                <a:lnTo>
                  <a:pt x="1501711" y="190499"/>
                </a:lnTo>
                <a:lnTo>
                  <a:pt x="1501914" y="190499"/>
                </a:lnTo>
                <a:lnTo>
                  <a:pt x="1486154" y="177799"/>
                </a:lnTo>
                <a:lnTo>
                  <a:pt x="1486369" y="177799"/>
                </a:lnTo>
                <a:lnTo>
                  <a:pt x="1470583" y="165099"/>
                </a:lnTo>
                <a:lnTo>
                  <a:pt x="1470812" y="165099"/>
                </a:lnTo>
                <a:lnTo>
                  <a:pt x="1455000" y="152399"/>
                </a:lnTo>
                <a:lnTo>
                  <a:pt x="1455254" y="152399"/>
                </a:lnTo>
                <a:lnTo>
                  <a:pt x="1439418" y="139699"/>
                </a:lnTo>
                <a:lnTo>
                  <a:pt x="1439684" y="139699"/>
                </a:lnTo>
                <a:lnTo>
                  <a:pt x="1423822" y="126999"/>
                </a:lnTo>
                <a:lnTo>
                  <a:pt x="1492618" y="126999"/>
                </a:lnTo>
                <a:lnTo>
                  <a:pt x="1682534" y="279399"/>
                </a:lnTo>
                <a:lnTo>
                  <a:pt x="1713826" y="317499"/>
                </a:lnTo>
                <a:lnTo>
                  <a:pt x="1776247" y="368299"/>
                </a:lnTo>
                <a:lnTo>
                  <a:pt x="1838452" y="431799"/>
                </a:lnTo>
                <a:lnTo>
                  <a:pt x="1900669" y="482599"/>
                </a:lnTo>
                <a:lnTo>
                  <a:pt x="1931720" y="520699"/>
                </a:lnTo>
                <a:lnTo>
                  <a:pt x="1962797" y="546099"/>
                </a:lnTo>
                <a:lnTo>
                  <a:pt x="1962670" y="546099"/>
                </a:lnTo>
                <a:lnTo>
                  <a:pt x="1993887" y="571499"/>
                </a:lnTo>
                <a:lnTo>
                  <a:pt x="1993709" y="571499"/>
                </a:lnTo>
                <a:lnTo>
                  <a:pt x="2024989" y="596899"/>
                </a:lnTo>
                <a:lnTo>
                  <a:pt x="2024773" y="596899"/>
                </a:lnTo>
                <a:lnTo>
                  <a:pt x="2056117" y="622299"/>
                </a:lnTo>
                <a:lnTo>
                  <a:pt x="2055926" y="622299"/>
                </a:lnTo>
                <a:lnTo>
                  <a:pt x="2071624" y="634999"/>
                </a:lnTo>
                <a:lnTo>
                  <a:pt x="2071484" y="634999"/>
                </a:lnTo>
                <a:lnTo>
                  <a:pt x="2087194" y="647699"/>
                </a:lnTo>
                <a:lnTo>
                  <a:pt x="2087041" y="647699"/>
                </a:lnTo>
                <a:lnTo>
                  <a:pt x="2102777" y="660399"/>
                </a:lnTo>
                <a:lnTo>
                  <a:pt x="2102612" y="660399"/>
                </a:lnTo>
                <a:lnTo>
                  <a:pt x="2118360" y="673099"/>
                </a:lnTo>
                <a:lnTo>
                  <a:pt x="2118182" y="673099"/>
                </a:lnTo>
                <a:lnTo>
                  <a:pt x="2133968" y="685799"/>
                </a:lnTo>
                <a:lnTo>
                  <a:pt x="2133765" y="685799"/>
                </a:lnTo>
                <a:lnTo>
                  <a:pt x="2149602" y="698499"/>
                </a:lnTo>
                <a:lnTo>
                  <a:pt x="2292692" y="812799"/>
                </a:lnTo>
                <a:lnTo>
                  <a:pt x="2308491" y="838199"/>
                </a:lnTo>
                <a:lnTo>
                  <a:pt x="2371217" y="888999"/>
                </a:lnTo>
                <a:lnTo>
                  <a:pt x="2402459" y="927099"/>
                </a:lnTo>
                <a:lnTo>
                  <a:pt x="2433650" y="952499"/>
                </a:lnTo>
                <a:lnTo>
                  <a:pt x="2464803" y="990599"/>
                </a:lnTo>
                <a:lnTo>
                  <a:pt x="2526995" y="1054099"/>
                </a:lnTo>
                <a:lnTo>
                  <a:pt x="2558084" y="1079499"/>
                </a:lnTo>
                <a:lnTo>
                  <a:pt x="2589161" y="1117599"/>
                </a:lnTo>
                <a:lnTo>
                  <a:pt x="2620238" y="1142999"/>
                </a:lnTo>
                <a:lnTo>
                  <a:pt x="2620098" y="1142999"/>
                </a:lnTo>
                <a:lnTo>
                  <a:pt x="2651302" y="1181099"/>
                </a:lnTo>
                <a:lnTo>
                  <a:pt x="2651137" y="1181099"/>
                </a:lnTo>
                <a:lnTo>
                  <a:pt x="2682392" y="1206499"/>
                </a:lnTo>
                <a:lnTo>
                  <a:pt x="2682240" y="1206499"/>
                </a:lnTo>
                <a:lnTo>
                  <a:pt x="2697886" y="1219199"/>
                </a:lnTo>
                <a:lnTo>
                  <a:pt x="2713431" y="1231899"/>
                </a:lnTo>
                <a:lnTo>
                  <a:pt x="2728988" y="1244599"/>
                </a:lnTo>
                <a:lnTo>
                  <a:pt x="2728836" y="1244599"/>
                </a:lnTo>
                <a:lnTo>
                  <a:pt x="2744533" y="1257299"/>
                </a:lnTo>
                <a:lnTo>
                  <a:pt x="2744381" y="1257299"/>
                </a:lnTo>
                <a:lnTo>
                  <a:pt x="2760103" y="1269999"/>
                </a:lnTo>
                <a:lnTo>
                  <a:pt x="2759925" y="1269999"/>
                </a:lnTo>
                <a:lnTo>
                  <a:pt x="2775673" y="1282699"/>
                </a:lnTo>
                <a:lnTo>
                  <a:pt x="2775483" y="1282699"/>
                </a:lnTo>
                <a:lnTo>
                  <a:pt x="2791244" y="1295399"/>
                </a:lnTo>
                <a:lnTo>
                  <a:pt x="2791040" y="1295399"/>
                </a:lnTo>
                <a:lnTo>
                  <a:pt x="2806827" y="1308099"/>
                </a:lnTo>
                <a:lnTo>
                  <a:pt x="2806598" y="1308099"/>
                </a:lnTo>
                <a:lnTo>
                  <a:pt x="2822409" y="1320799"/>
                </a:lnTo>
                <a:lnTo>
                  <a:pt x="2822168" y="1320799"/>
                </a:lnTo>
                <a:lnTo>
                  <a:pt x="2838005" y="1333499"/>
                </a:lnTo>
                <a:lnTo>
                  <a:pt x="2837738" y="1333499"/>
                </a:lnTo>
                <a:lnTo>
                  <a:pt x="2853601" y="1346199"/>
                </a:lnTo>
                <a:lnTo>
                  <a:pt x="2853309" y="1346199"/>
                </a:lnTo>
                <a:lnTo>
                  <a:pt x="2869196" y="1358899"/>
                </a:lnTo>
                <a:lnTo>
                  <a:pt x="2868891" y="1358899"/>
                </a:lnTo>
                <a:lnTo>
                  <a:pt x="2884804" y="1371599"/>
                </a:lnTo>
                <a:lnTo>
                  <a:pt x="2884474" y="1371599"/>
                </a:lnTo>
                <a:lnTo>
                  <a:pt x="2900426" y="1384299"/>
                </a:lnTo>
                <a:lnTo>
                  <a:pt x="2915653" y="1384299"/>
                </a:lnTo>
                <a:lnTo>
                  <a:pt x="2931655" y="1396999"/>
                </a:lnTo>
                <a:close/>
              </a:path>
              <a:path w="4274820" h="1498600">
                <a:moveTo>
                  <a:pt x="25857" y="723899"/>
                </a:moveTo>
                <a:lnTo>
                  <a:pt x="0" y="698499"/>
                </a:lnTo>
                <a:lnTo>
                  <a:pt x="142392" y="571499"/>
                </a:lnTo>
                <a:lnTo>
                  <a:pt x="177990" y="533399"/>
                </a:lnTo>
                <a:lnTo>
                  <a:pt x="213588" y="507999"/>
                </a:lnTo>
                <a:lnTo>
                  <a:pt x="249161" y="469899"/>
                </a:lnTo>
                <a:lnTo>
                  <a:pt x="284721" y="444499"/>
                </a:lnTo>
                <a:lnTo>
                  <a:pt x="320268" y="406399"/>
                </a:lnTo>
                <a:lnTo>
                  <a:pt x="391274" y="355599"/>
                </a:lnTo>
                <a:lnTo>
                  <a:pt x="426732" y="317499"/>
                </a:lnTo>
                <a:lnTo>
                  <a:pt x="656221" y="152399"/>
                </a:lnTo>
                <a:lnTo>
                  <a:pt x="728014" y="152399"/>
                </a:lnTo>
                <a:lnTo>
                  <a:pt x="710679" y="165099"/>
                </a:lnTo>
                <a:lnTo>
                  <a:pt x="710882" y="165099"/>
                </a:lnTo>
                <a:lnTo>
                  <a:pt x="693521" y="177799"/>
                </a:lnTo>
                <a:lnTo>
                  <a:pt x="693724" y="177799"/>
                </a:lnTo>
                <a:lnTo>
                  <a:pt x="676338" y="190499"/>
                </a:lnTo>
                <a:lnTo>
                  <a:pt x="676529" y="190499"/>
                </a:lnTo>
                <a:lnTo>
                  <a:pt x="659117" y="203199"/>
                </a:lnTo>
                <a:lnTo>
                  <a:pt x="659307" y="203199"/>
                </a:lnTo>
                <a:lnTo>
                  <a:pt x="641870" y="215899"/>
                </a:lnTo>
                <a:lnTo>
                  <a:pt x="642048" y="215899"/>
                </a:lnTo>
                <a:lnTo>
                  <a:pt x="624598" y="228599"/>
                </a:lnTo>
                <a:lnTo>
                  <a:pt x="624763" y="228599"/>
                </a:lnTo>
                <a:lnTo>
                  <a:pt x="607301" y="241299"/>
                </a:lnTo>
                <a:lnTo>
                  <a:pt x="607453" y="241299"/>
                </a:lnTo>
                <a:lnTo>
                  <a:pt x="589965" y="253999"/>
                </a:lnTo>
                <a:lnTo>
                  <a:pt x="572744" y="253999"/>
                </a:lnTo>
                <a:lnTo>
                  <a:pt x="555218" y="266699"/>
                </a:lnTo>
                <a:lnTo>
                  <a:pt x="555358" y="266699"/>
                </a:lnTo>
                <a:lnTo>
                  <a:pt x="537819" y="279399"/>
                </a:lnTo>
                <a:lnTo>
                  <a:pt x="520382" y="304799"/>
                </a:lnTo>
                <a:lnTo>
                  <a:pt x="520560" y="304799"/>
                </a:lnTo>
                <a:lnTo>
                  <a:pt x="485394" y="330199"/>
                </a:lnTo>
                <a:lnTo>
                  <a:pt x="485609" y="330199"/>
                </a:lnTo>
                <a:lnTo>
                  <a:pt x="450392" y="355599"/>
                </a:lnTo>
                <a:lnTo>
                  <a:pt x="450570" y="355599"/>
                </a:lnTo>
                <a:lnTo>
                  <a:pt x="415302" y="380999"/>
                </a:lnTo>
                <a:lnTo>
                  <a:pt x="415467" y="380999"/>
                </a:lnTo>
                <a:lnTo>
                  <a:pt x="380136" y="406399"/>
                </a:lnTo>
                <a:lnTo>
                  <a:pt x="380288" y="406399"/>
                </a:lnTo>
                <a:lnTo>
                  <a:pt x="344919" y="444499"/>
                </a:lnTo>
                <a:lnTo>
                  <a:pt x="345046" y="444499"/>
                </a:lnTo>
                <a:lnTo>
                  <a:pt x="309626" y="469899"/>
                </a:lnTo>
                <a:lnTo>
                  <a:pt x="274294" y="507999"/>
                </a:lnTo>
                <a:lnTo>
                  <a:pt x="238899" y="533399"/>
                </a:lnTo>
                <a:lnTo>
                  <a:pt x="203479" y="571499"/>
                </a:lnTo>
                <a:lnTo>
                  <a:pt x="168008" y="596899"/>
                </a:lnTo>
                <a:lnTo>
                  <a:pt x="96964" y="660399"/>
                </a:lnTo>
                <a:lnTo>
                  <a:pt x="25857" y="723899"/>
                </a:lnTo>
                <a:close/>
              </a:path>
              <a:path w="4274820" h="1498600">
                <a:moveTo>
                  <a:pt x="727798" y="165099"/>
                </a:moveTo>
                <a:lnTo>
                  <a:pt x="728014" y="152399"/>
                </a:lnTo>
                <a:lnTo>
                  <a:pt x="745109" y="152399"/>
                </a:lnTo>
                <a:lnTo>
                  <a:pt x="727798" y="165099"/>
                </a:lnTo>
                <a:close/>
              </a:path>
              <a:path w="4274820" h="1498600">
                <a:moveTo>
                  <a:pt x="3417049" y="1422399"/>
                </a:moveTo>
                <a:lnTo>
                  <a:pt x="3322535" y="1422399"/>
                </a:lnTo>
                <a:lnTo>
                  <a:pt x="3341738" y="1409699"/>
                </a:lnTo>
                <a:lnTo>
                  <a:pt x="3360305" y="1409699"/>
                </a:lnTo>
                <a:lnTo>
                  <a:pt x="3379838" y="1396999"/>
                </a:lnTo>
                <a:lnTo>
                  <a:pt x="3379470" y="1396999"/>
                </a:lnTo>
                <a:lnTo>
                  <a:pt x="3399154" y="1384299"/>
                </a:lnTo>
                <a:lnTo>
                  <a:pt x="3398812" y="1384299"/>
                </a:lnTo>
                <a:lnTo>
                  <a:pt x="3418624" y="1371599"/>
                </a:lnTo>
                <a:lnTo>
                  <a:pt x="3418306" y="1371599"/>
                </a:lnTo>
                <a:lnTo>
                  <a:pt x="3438220" y="1358899"/>
                </a:lnTo>
                <a:lnTo>
                  <a:pt x="3437940" y="1358899"/>
                </a:lnTo>
                <a:lnTo>
                  <a:pt x="3457956" y="1346199"/>
                </a:lnTo>
                <a:lnTo>
                  <a:pt x="3457689" y="1346199"/>
                </a:lnTo>
                <a:lnTo>
                  <a:pt x="3477793" y="1333499"/>
                </a:lnTo>
                <a:lnTo>
                  <a:pt x="3477552" y="1333499"/>
                </a:lnTo>
                <a:lnTo>
                  <a:pt x="3497719" y="1320799"/>
                </a:lnTo>
                <a:lnTo>
                  <a:pt x="3497491" y="1320799"/>
                </a:lnTo>
                <a:lnTo>
                  <a:pt x="3517722" y="1308099"/>
                </a:lnTo>
                <a:lnTo>
                  <a:pt x="3517506" y="1308099"/>
                </a:lnTo>
                <a:lnTo>
                  <a:pt x="3537775" y="1295399"/>
                </a:lnTo>
                <a:lnTo>
                  <a:pt x="3537585" y="1295399"/>
                </a:lnTo>
                <a:lnTo>
                  <a:pt x="3557892" y="1282699"/>
                </a:lnTo>
                <a:lnTo>
                  <a:pt x="3557701" y="1282699"/>
                </a:lnTo>
                <a:lnTo>
                  <a:pt x="3578021" y="1269999"/>
                </a:lnTo>
                <a:lnTo>
                  <a:pt x="3577856" y="1269999"/>
                </a:lnTo>
                <a:lnTo>
                  <a:pt x="3598164" y="1257299"/>
                </a:lnTo>
                <a:lnTo>
                  <a:pt x="3598011" y="1257299"/>
                </a:lnTo>
                <a:lnTo>
                  <a:pt x="3618318" y="1244599"/>
                </a:lnTo>
                <a:lnTo>
                  <a:pt x="3618179" y="1244599"/>
                </a:lnTo>
                <a:lnTo>
                  <a:pt x="3638448" y="1231899"/>
                </a:lnTo>
                <a:lnTo>
                  <a:pt x="3658552" y="1206499"/>
                </a:lnTo>
                <a:lnTo>
                  <a:pt x="3678605" y="1193799"/>
                </a:lnTo>
                <a:lnTo>
                  <a:pt x="3698608" y="1181099"/>
                </a:lnTo>
                <a:lnTo>
                  <a:pt x="3718534" y="1168399"/>
                </a:lnTo>
                <a:lnTo>
                  <a:pt x="3718382" y="1168399"/>
                </a:lnTo>
                <a:lnTo>
                  <a:pt x="3758145" y="1130299"/>
                </a:lnTo>
                <a:lnTo>
                  <a:pt x="3757980" y="1130299"/>
                </a:lnTo>
                <a:lnTo>
                  <a:pt x="3797249" y="1092199"/>
                </a:lnTo>
                <a:lnTo>
                  <a:pt x="3797096" y="1092199"/>
                </a:lnTo>
                <a:lnTo>
                  <a:pt x="3835755" y="1066799"/>
                </a:lnTo>
                <a:lnTo>
                  <a:pt x="3873588" y="1028699"/>
                </a:lnTo>
                <a:lnTo>
                  <a:pt x="3910596" y="1003299"/>
                </a:lnTo>
                <a:lnTo>
                  <a:pt x="3946702" y="965199"/>
                </a:lnTo>
                <a:lnTo>
                  <a:pt x="3981767" y="939799"/>
                </a:lnTo>
                <a:lnTo>
                  <a:pt x="4048417" y="876299"/>
                </a:lnTo>
                <a:lnTo>
                  <a:pt x="4109643" y="812799"/>
                </a:lnTo>
                <a:lnTo>
                  <a:pt x="4137977" y="787399"/>
                </a:lnTo>
                <a:lnTo>
                  <a:pt x="4164647" y="774699"/>
                </a:lnTo>
                <a:lnTo>
                  <a:pt x="4189577" y="749299"/>
                </a:lnTo>
                <a:lnTo>
                  <a:pt x="4212577" y="723899"/>
                </a:lnTo>
                <a:lnTo>
                  <a:pt x="4223410" y="723899"/>
                </a:lnTo>
                <a:lnTo>
                  <a:pt x="4233760" y="711199"/>
                </a:lnTo>
                <a:lnTo>
                  <a:pt x="4243654" y="711199"/>
                </a:lnTo>
                <a:lnTo>
                  <a:pt x="4252633" y="698499"/>
                </a:lnTo>
                <a:lnTo>
                  <a:pt x="4274642" y="736599"/>
                </a:lnTo>
                <a:lnTo>
                  <a:pt x="4266006" y="736599"/>
                </a:lnTo>
                <a:lnTo>
                  <a:pt x="4256468" y="749299"/>
                </a:lnTo>
                <a:lnTo>
                  <a:pt x="4246918" y="749299"/>
                </a:lnTo>
                <a:lnTo>
                  <a:pt x="4236313" y="761999"/>
                </a:lnTo>
                <a:lnTo>
                  <a:pt x="4236580" y="761999"/>
                </a:lnTo>
                <a:lnTo>
                  <a:pt x="4213860" y="774699"/>
                </a:lnTo>
                <a:lnTo>
                  <a:pt x="4214114" y="774699"/>
                </a:lnTo>
                <a:lnTo>
                  <a:pt x="4189450" y="800099"/>
                </a:lnTo>
                <a:lnTo>
                  <a:pt x="4189628" y="800099"/>
                </a:lnTo>
                <a:lnTo>
                  <a:pt x="4163136" y="825499"/>
                </a:lnTo>
                <a:lnTo>
                  <a:pt x="4163263" y="825499"/>
                </a:lnTo>
                <a:lnTo>
                  <a:pt x="4135043" y="850899"/>
                </a:lnTo>
                <a:lnTo>
                  <a:pt x="4074020" y="901699"/>
                </a:lnTo>
                <a:lnTo>
                  <a:pt x="4007332" y="965199"/>
                </a:lnTo>
                <a:lnTo>
                  <a:pt x="3972140" y="990599"/>
                </a:lnTo>
                <a:lnTo>
                  <a:pt x="3935882" y="1028699"/>
                </a:lnTo>
                <a:lnTo>
                  <a:pt x="3898671" y="1066799"/>
                </a:lnTo>
                <a:lnTo>
                  <a:pt x="3860596" y="1092199"/>
                </a:lnTo>
                <a:lnTo>
                  <a:pt x="3821785" y="1130299"/>
                </a:lnTo>
                <a:lnTo>
                  <a:pt x="3782352" y="1155699"/>
                </a:lnTo>
                <a:lnTo>
                  <a:pt x="3742436" y="1193799"/>
                </a:lnTo>
                <a:lnTo>
                  <a:pt x="3722293" y="1206499"/>
                </a:lnTo>
                <a:lnTo>
                  <a:pt x="3702062" y="1231899"/>
                </a:lnTo>
                <a:lnTo>
                  <a:pt x="3620516" y="1282699"/>
                </a:lnTo>
                <a:lnTo>
                  <a:pt x="3600030" y="1308099"/>
                </a:lnTo>
                <a:lnTo>
                  <a:pt x="3436848" y="1409699"/>
                </a:lnTo>
                <a:lnTo>
                  <a:pt x="3417049" y="1422399"/>
                </a:lnTo>
                <a:close/>
              </a:path>
              <a:path w="4274820" h="1498600">
                <a:moveTo>
                  <a:pt x="3009811" y="1435099"/>
                </a:moveTo>
                <a:lnTo>
                  <a:pt x="2913164" y="1435099"/>
                </a:lnTo>
                <a:lnTo>
                  <a:pt x="2896349" y="1422399"/>
                </a:lnTo>
                <a:lnTo>
                  <a:pt x="2863735" y="1396999"/>
                </a:lnTo>
                <a:lnTo>
                  <a:pt x="2931236" y="1396999"/>
                </a:lnTo>
                <a:lnTo>
                  <a:pt x="2947289" y="1409699"/>
                </a:lnTo>
                <a:lnTo>
                  <a:pt x="2962427" y="1409699"/>
                </a:lnTo>
                <a:lnTo>
                  <a:pt x="2978543" y="1422399"/>
                </a:lnTo>
                <a:lnTo>
                  <a:pt x="2993618" y="1422399"/>
                </a:lnTo>
                <a:lnTo>
                  <a:pt x="3009811" y="1435099"/>
                </a:lnTo>
                <a:close/>
              </a:path>
              <a:path w="4274820" h="1498600">
                <a:moveTo>
                  <a:pt x="3337280" y="1460500"/>
                </a:moveTo>
                <a:lnTo>
                  <a:pt x="3215284" y="1460500"/>
                </a:lnTo>
                <a:lnTo>
                  <a:pt x="3224212" y="1447800"/>
                </a:lnTo>
                <a:lnTo>
                  <a:pt x="3267722" y="1447800"/>
                </a:lnTo>
                <a:lnTo>
                  <a:pt x="3277006" y="1435099"/>
                </a:lnTo>
                <a:lnTo>
                  <a:pt x="3285642" y="1435099"/>
                </a:lnTo>
                <a:lnTo>
                  <a:pt x="3304476" y="1422399"/>
                </a:lnTo>
                <a:lnTo>
                  <a:pt x="3396691" y="1422399"/>
                </a:lnTo>
                <a:lnTo>
                  <a:pt x="3377158" y="1435099"/>
                </a:lnTo>
                <a:lnTo>
                  <a:pt x="3356952" y="1447800"/>
                </a:lnTo>
                <a:lnTo>
                  <a:pt x="3337280" y="1460500"/>
                </a:lnTo>
                <a:close/>
              </a:path>
              <a:path w="4274820" h="1498600">
                <a:moveTo>
                  <a:pt x="3080004" y="1460500"/>
                </a:moveTo>
                <a:lnTo>
                  <a:pt x="2962338" y="1460500"/>
                </a:lnTo>
                <a:lnTo>
                  <a:pt x="2946222" y="1447800"/>
                </a:lnTo>
                <a:lnTo>
                  <a:pt x="2929661" y="1435099"/>
                </a:lnTo>
                <a:lnTo>
                  <a:pt x="3024974" y="1435099"/>
                </a:lnTo>
                <a:lnTo>
                  <a:pt x="3033102" y="1447800"/>
                </a:lnTo>
                <a:lnTo>
                  <a:pt x="3071825" y="1447800"/>
                </a:lnTo>
                <a:lnTo>
                  <a:pt x="3080004" y="1460500"/>
                </a:lnTo>
                <a:close/>
              </a:path>
              <a:path w="4274820" h="1498600">
                <a:moveTo>
                  <a:pt x="3267722" y="1447800"/>
                </a:moveTo>
                <a:lnTo>
                  <a:pt x="3258794" y="1447800"/>
                </a:lnTo>
                <a:lnTo>
                  <a:pt x="3268027" y="1435099"/>
                </a:lnTo>
                <a:lnTo>
                  <a:pt x="3267722" y="1447800"/>
                </a:lnTo>
                <a:close/>
              </a:path>
              <a:path w="4274820" h="1498600">
                <a:moveTo>
                  <a:pt x="3298507" y="1473200"/>
                </a:moveTo>
                <a:lnTo>
                  <a:pt x="2995739" y="1473200"/>
                </a:lnTo>
                <a:lnTo>
                  <a:pt x="2979559" y="1460500"/>
                </a:lnTo>
                <a:lnTo>
                  <a:pt x="3318256" y="1460500"/>
                </a:lnTo>
                <a:lnTo>
                  <a:pt x="3298507" y="1473200"/>
                </a:lnTo>
                <a:close/>
              </a:path>
              <a:path w="4274820" h="1498600">
                <a:moveTo>
                  <a:pt x="3269741" y="1485900"/>
                </a:moveTo>
                <a:lnTo>
                  <a:pt x="3029610" y="1485900"/>
                </a:lnTo>
                <a:lnTo>
                  <a:pt x="3021152" y="1473200"/>
                </a:lnTo>
                <a:lnTo>
                  <a:pt x="3279292" y="1473200"/>
                </a:lnTo>
                <a:lnTo>
                  <a:pt x="3269741" y="1485900"/>
                </a:lnTo>
                <a:close/>
              </a:path>
              <a:path w="4274820" h="1498600">
                <a:moveTo>
                  <a:pt x="3222701" y="1498600"/>
                </a:moveTo>
                <a:lnTo>
                  <a:pt x="3080804" y="1498600"/>
                </a:lnTo>
                <a:lnTo>
                  <a:pt x="3072218" y="1485900"/>
                </a:lnTo>
                <a:lnTo>
                  <a:pt x="3232023" y="1485900"/>
                </a:lnTo>
                <a:lnTo>
                  <a:pt x="3222701" y="149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0351" y="179997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58151" y="179987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5951" y="179978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413751" y="179967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591551" y="179957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769351" y="179948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12" y="0"/>
                </a:lnTo>
              </a:path>
            </a:pathLst>
          </a:custGeom>
          <a:ln w="25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947151" y="1786686"/>
            <a:ext cx="41275" cy="26034"/>
          </a:xfrm>
          <a:custGeom>
            <a:avLst/>
            <a:gdLst/>
            <a:ahLst/>
            <a:cxnLst/>
            <a:rect l="l" t="t" r="r" b="b"/>
            <a:pathLst>
              <a:path w="41275" h="26035">
                <a:moveTo>
                  <a:pt x="12" y="25425"/>
                </a:moveTo>
                <a:lnTo>
                  <a:pt x="0" y="25"/>
                </a:lnTo>
                <a:lnTo>
                  <a:pt x="41097" y="0"/>
                </a:lnTo>
                <a:lnTo>
                  <a:pt x="41109" y="25400"/>
                </a:lnTo>
                <a:lnTo>
                  <a:pt x="12" y="254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005844" y="263679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00794" y="25415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53044" y="25986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19994" y="257964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29995" y="4613147"/>
            <a:ext cx="4314444" cy="156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3600" y="5281663"/>
            <a:ext cx="4671060" cy="190500"/>
          </a:xfrm>
          <a:custGeom>
            <a:avLst/>
            <a:gdLst/>
            <a:ahLst/>
            <a:cxnLst/>
            <a:rect l="l" t="t" r="r" b="b"/>
            <a:pathLst>
              <a:path w="4671060" h="190500">
                <a:moveTo>
                  <a:pt x="4480204" y="190500"/>
                </a:moveTo>
                <a:lnTo>
                  <a:pt x="4575454" y="95250"/>
                </a:lnTo>
                <a:lnTo>
                  <a:pt x="4480204" y="0"/>
                </a:lnTo>
                <a:lnTo>
                  <a:pt x="4632604" y="76200"/>
                </a:lnTo>
                <a:lnTo>
                  <a:pt x="4599266" y="76200"/>
                </a:lnTo>
                <a:lnTo>
                  <a:pt x="4599266" y="114300"/>
                </a:lnTo>
                <a:lnTo>
                  <a:pt x="4632604" y="114300"/>
                </a:lnTo>
                <a:lnTo>
                  <a:pt x="4480204" y="190500"/>
                </a:lnTo>
                <a:close/>
              </a:path>
              <a:path w="4671060" h="190500">
                <a:moveTo>
                  <a:pt x="4556404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4556404" y="76200"/>
                </a:lnTo>
                <a:lnTo>
                  <a:pt x="4575454" y="95250"/>
                </a:lnTo>
                <a:lnTo>
                  <a:pt x="4556404" y="114300"/>
                </a:lnTo>
                <a:close/>
              </a:path>
              <a:path w="4671060" h="190500">
                <a:moveTo>
                  <a:pt x="4632604" y="114300"/>
                </a:moveTo>
                <a:lnTo>
                  <a:pt x="4599266" y="114300"/>
                </a:lnTo>
                <a:lnTo>
                  <a:pt x="4599266" y="76200"/>
                </a:lnTo>
                <a:lnTo>
                  <a:pt x="4632604" y="76200"/>
                </a:lnTo>
                <a:lnTo>
                  <a:pt x="4670704" y="95250"/>
                </a:lnTo>
                <a:lnTo>
                  <a:pt x="4632604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40994" y="4262983"/>
            <a:ext cx="190500" cy="2061845"/>
          </a:xfrm>
          <a:custGeom>
            <a:avLst/>
            <a:gdLst/>
            <a:ahLst/>
            <a:cxnLst/>
            <a:rect l="l" t="t" r="r" b="b"/>
            <a:pathLst>
              <a:path w="190500" h="2061845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2061845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2061845">
                <a:moveTo>
                  <a:pt x="190499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499" y="190500"/>
                </a:lnTo>
                <a:close/>
              </a:path>
              <a:path w="190500" h="2061845">
                <a:moveTo>
                  <a:pt x="114300" y="2061616"/>
                </a:moveTo>
                <a:lnTo>
                  <a:pt x="76200" y="2061616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2061616"/>
                </a:lnTo>
                <a:close/>
              </a:path>
              <a:path w="190500" h="2061845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792340" y="3850639"/>
            <a:ext cx="30797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u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51233" y="5139334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40690" y="499617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136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914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692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470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4248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6026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804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9582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1360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138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916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694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472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0250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2028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3806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5584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736200" y="608590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914000" y="6073203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23583" y="25400"/>
                </a:moveTo>
                <a:lnTo>
                  <a:pt x="0" y="25400"/>
                </a:lnTo>
                <a:lnTo>
                  <a:pt x="0" y="0"/>
                </a:lnTo>
                <a:lnTo>
                  <a:pt x="23583" y="0"/>
                </a:lnTo>
                <a:lnTo>
                  <a:pt x="23583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880080" y="59843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880080" y="58065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880080" y="56287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880080" y="5450903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4853444" y="553239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453144" y="539904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405394" y="5456199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786644" y="5475249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3</a:t>
            </a:r>
            <a:r>
              <a:rPr dirty="0" sz="2400" spc="-5" b="1" i="1">
                <a:latin typeface="Times New Roman"/>
                <a:cs typeface="Times New Roman"/>
              </a:rPr>
              <a:t>T/</a:t>
            </a:r>
            <a:r>
              <a:rPr dirty="0" sz="2400" b="1" i="1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064122" y="1176108"/>
            <a:ext cx="3012440" cy="1587500"/>
          </a:xfrm>
          <a:custGeom>
            <a:avLst/>
            <a:gdLst/>
            <a:ahLst/>
            <a:cxnLst/>
            <a:rect l="l" t="t" r="r" b="b"/>
            <a:pathLst>
              <a:path w="3012440" h="1587500">
                <a:moveTo>
                  <a:pt x="1960308" y="12700"/>
                </a:moveTo>
                <a:lnTo>
                  <a:pt x="1743595" y="12700"/>
                </a:lnTo>
                <a:lnTo>
                  <a:pt x="1753488" y="0"/>
                </a:lnTo>
                <a:lnTo>
                  <a:pt x="1951837" y="0"/>
                </a:lnTo>
                <a:lnTo>
                  <a:pt x="1960308" y="12700"/>
                </a:lnTo>
                <a:close/>
              </a:path>
              <a:path w="3012440" h="1587500">
                <a:moveTo>
                  <a:pt x="1395133" y="25400"/>
                </a:moveTo>
                <a:lnTo>
                  <a:pt x="1235075" y="25400"/>
                </a:lnTo>
                <a:lnTo>
                  <a:pt x="1247571" y="12700"/>
                </a:lnTo>
                <a:lnTo>
                  <a:pt x="1385938" y="12700"/>
                </a:lnTo>
                <a:lnTo>
                  <a:pt x="1395133" y="25400"/>
                </a:lnTo>
                <a:close/>
              </a:path>
              <a:path w="3012440" h="1587500">
                <a:moveTo>
                  <a:pt x="1746910" y="25400"/>
                </a:moveTo>
                <a:lnTo>
                  <a:pt x="1705724" y="25400"/>
                </a:lnTo>
                <a:lnTo>
                  <a:pt x="1714919" y="12700"/>
                </a:lnTo>
                <a:lnTo>
                  <a:pt x="1756638" y="12700"/>
                </a:lnTo>
                <a:lnTo>
                  <a:pt x="1746910" y="25400"/>
                </a:lnTo>
                <a:close/>
              </a:path>
              <a:path w="3012440" h="1587500">
                <a:moveTo>
                  <a:pt x="2000973" y="25400"/>
                </a:moveTo>
                <a:lnTo>
                  <a:pt x="1957108" y="25400"/>
                </a:lnTo>
                <a:lnTo>
                  <a:pt x="1948764" y="12700"/>
                </a:lnTo>
                <a:lnTo>
                  <a:pt x="1993087" y="12700"/>
                </a:lnTo>
                <a:lnTo>
                  <a:pt x="2000973" y="25400"/>
                </a:lnTo>
                <a:close/>
              </a:path>
              <a:path w="3012440" h="1587500">
                <a:moveTo>
                  <a:pt x="2399931" y="25400"/>
                </a:moveTo>
                <a:lnTo>
                  <a:pt x="2292654" y="25400"/>
                </a:lnTo>
                <a:lnTo>
                  <a:pt x="2301925" y="12700"/>
                </a:lnTo>
                <a:lnTo>
                  <a:pt x="2384513" y="12700"/>
                </a:lnTo>
                <a:lnTo>
                  <a:pt x="2399931" y="25400"/>
                </a:lnTo>
                <a:close/>
              </a:path>
              <a:path w="3012440" h="1587500">
                <a:moveTo>
                  <a:pt x="1236992" y="38100"/>
                </a:moveTo>
                <a:lnTo>
                  <a:pt x="1175080" y="38100"/>
                </a:lnTo>
                <a:lnTo>
                  <a:pt x="1186713" y="25400"/>
                </a:lnTo>
                <a:lnTo>
                  <a:pt x="1249337" y="25400"/>
                </a:lnTo>
                <a:lnTo>
                  <a:pt x="1236992" y="38100"/>
                </a:lnTo>
                <a:close/>
              </a:path>
              <a:path w="3012440" h="1587500">
                <a:moveTo>
                  <a:pt x="1457159" y="38100"/>
                </a:moveTo>
                <a:lnTo>
                  <a:pt x="1393253" y="38100"/>
                </a:lnTo>
                <a:lnTo>
                  <a:pt x="1384160" y="25400"/>
                </a:lnTo>
                <a:lnTo>
                  <a:pt x="1448574" y="25400"/>
                </a:lnTo>
                <a:lnTo>
                  <a:pt x="1457159" y="38100"/>
                </a:lnTo>
                <a:close/>
              </a:path>
              <a:path w="3012440" h="1587500">
                <a:moveTo>
                  <a:pt x="1710372" y="38100"/>
                </a:moveTo>
                <a:lnTo>
                  <a:pt x="1679308" y="38100"/>
                </a:lnTo>
                <a:lnTo>
                  <a:pt x="1687906" y="25400"/>
                </a:lnTo>
                <a:lnTo>
                  <a:pt x="1719402" y="25400"/>
                </a:lnTo>
                <a:lnTo>
                  <a:pt x="1710372" y="38100"/>
                </a:lnTo>
                <a:close/>
              </a:path>
              <a:path w="3012440" h="1587500">
                <a:moveTo>
                  <a:pt x="2031199" y="38100"/>
                </a:moveTo>
                <a:lnTo>
                  <a:pt x="1996414" y="38100"/>
                </a:lnTo>
                <a:lnTo>
                  <a:pt x="1988667" y="25400"/>
                </a:lnTo>
                <a:lnTo>
                  <a:pt x="2023846" y="25400"/>
                </a:lnTo>
                <a:lnTo>
                  <a:pt x="2031199" y="38100"/>
                </a:lnTo>
                <a:close/>
              </a:path>
              <a:path w="3012440" h="1587500">
                <a:moveTo>
                  <a:pt x="2294064" y="38100"/>
                </a:moveTo>
                <a:lnTo>
                  <a:pt x="2221826" y="38100"/>
                </a:lnTo>
                <a:lnTo>
                  <a:pt x="2230323" y="25400"/>
                </a:lnTo>
                <a:lnTo>
                  <a:pt x="2303208" y="25400"/>
                </a:lnTo>
                <a:lnTo>
                  <a:pt x="2294064" y="38100"/>
                </a:lnTo>
                <a:close/>
              </a:path>
              <a:path w="3012440" h="1587500">
                <a:moveTo>
                  <a:pt x="2473591" y="38100"/>
                </a:moveTo>
                <a:lnTo>
                  <a:pt x="2398636" y="38100"/>
                </a:lnTo>
                <a:lnTo>
                  <a:pt x="2383408" y="25400"/>
                </a:lnTo>
                <a:lnTo>
                  <a:pt x="2459380" y="25400"/>
                </a:lnTo>
                <a:lnTo>
                  <a:pt x="2473591" y="38100"/>
                </a:lnTo>
                <a:close/>
              </a:path>
              <a:path w="3012440" h="1587500">
                <a:moveTo>
                  <a:pt x="1178623" y="50800"/>
                </a:moveTo>
                <a:lnTo>
                  <a:pt x="1141374" y="50800"/>
                </a:lnTo>
                <a:lnTo>
                  <a:pt x="1152398" y="38100"/>
                </a:lnTo>
                <a:lnTo>
                  <a:pt x="1190104" y="38100"/>
                </a:lnTo>
                <a:lnTo>
                  <a:pt x="1178623" y="50800"/>
                </a:lnTo>
                <a:close/>
              </a:path>
              <a:path w="3012440" h="1587500">
                <a:moveTo>
                  <a:pt x="1490497" y="50800"/>
                </a:moveTo>
                <a:lnTo>
                  <a:pt x="1453680" y="50800"/>
                </a:lnTo>
                <a:lnTo>
                  <a:pt x="1445209" y="38100"/>
                </a:lnTo>
                <a:lnTo>
                  <a:pt x="1482318" y="38100"/>
                </a:lnTo>
                <a:lnTo>
                  <a:pt x="1490497" y="50800"/>
                </a:lnTo>
                <a:close/>
              </a:path>
              <a:path w="3012440" h="1587500">
                <a:moveTo>
                  <a:pt x="1676920" y="50800"/>
                </a:moveTo>
                <a:lnTo>
                  <a:pt x="1654797" y="50800"/>
                </a:lnTo>
                <a:lnTo>
                  <a:pt x="1662747" y="38100"/>
                </a:lnTo>
                <a:lnTo>
                  <a:pt x="1685137" y="38100"/>
                </a:lnTo>
                <a:lnTo>
                  <a:pt x="1676920" y="50800"/>
                </a:lnTo>
                <a:close/>
              </a:path>
              <a:path w="3012440" h="1587500">
                <a:moveTo>
                  <a:pt x="2052370" y="50800"/>
                </a:moveTo>
                <a:lnTo>
                  <a:pt x="2025573" y="50800"/>
                </a:lnTo>
                <a:lnTo>
                  <a:pt x="2018360" y="38100"/>
                </a:lnTo>
                <a:lnTo>
                  <a:pt x="2045461" y="38100"/>
                </a:lnTo>
                <a:lnTo>
                  <a:pt x="2052370" y="50800"/>
                </a:lnTo>
                <a:close/>
              </a:path>
              <a:path w="3012440" h="1587500">
                <a:moveTo>
                  <a:pt x="2225306" y="50800"/>
                </a:moveTo>
                <a:lnTo>
                  <a:pt x="2189022" y="50800"/>
                </a:lnTo>
                <a:lnTo>
                  <a:pt x="2197036" y="38100"/>
                </a:lnTo>
                <a:lnTo>
                  <a:pt x="2233676" y="38100"/>
                </a:lnTo>
                <a:lnTo>
                  <a:pt x="2225306" y="50800"/>
                </a:lnTo>
                <a:close/>
              </a:path>
              <a:path w="3012440" h="1587500">
                <a:moveTo>
                  <a:pt x="2514447" y="50800"/>
                </a:moveTo>
                <a:lnTo>
                  <a:pt x="2470251" y="50800"/>
                </a:lnTo>
                <a:lnTo>
                  <a:pt x="2456243" y="38100"/>
                </a:lnTo>
                <a:lnTo>
                  <a:pt x="2501137" y="38100"/>
                </a:lnTo>
                <a:lnTo>
                  <a:pt x="2514447" y="50800"/>
                </a:lnTo>
                <a:close/>
              </a:path>
              <a:path w="3012440" h="1587500">
                <a:moveTo>
                  <a:pt x="1135443" y="63500"/>
                </a:moveTo>
                <a:lnTo>
                  <a:pt x="1109662" y="63500"/>
                </a:lnTo>
                <a:lnTo>
                  <a:pt x="1120000" y="50800"/>
                </a:lnTo>
                <a:lnTo>
                  <a:pt x="1146073" y="50800"/>
                </a:lnTo>
                <a:lnTo>
                  <a:pt x="1135443" y="63500"/>
                </a:lnTo>
                <a:close/>
              </a:path>
              <a:path w="3012440" h="1587500">
                <a:moveTo>
                  <a:pt x="1145908" y="63500"/>
                </a:moveTo>
                <a:lnTo>
                  <a:pt x="1146073" y="50800"/>
                </a:lnTo>
                <a:lnTo>
                  <a:pt x="1156766" y="50800"/>
                </a:lnTo>
                <a:lnTo>
                  <a:pt x="1145908" y="63500"/>
                </a:lnTo>
                <a:close/>
              </a:path>
              <a:path w="3012440" h="1587500">
                <a:moveTo>
                  <a:pt x="1522069" y="63500"/>
                </a:moveTo>
                <a:lnTo>
                  <a:pt x="1493951" y="63500"/>
                </a:lnTo>
                <a:lnTo>
                  <a:pt x="1485988" y="50800"/>
                </a:lnTo>
                <a:lnTo>
                  <a:pt x="1514348" y="50800"/>
                </a:lnTo>
                <a:lnTo>
                  <a:pt x="1522069" y="63500"/>
                </a:lnTo>
                <a:close/>
              </a:path>
              <a:path w="3012440" h="1587500">
                <a:moveTo>
                  <a:pt x="1661490" y="63500"/>
                </a:moveTo>
                <a:lnTo>
                  <a:pt x="1632419" y="63500"/>
                </a:lnTo>
                <a:lnTo>
                  <a:pt x="1639633" y="50800"/>
                </a:lnTo>
                <a:lnTo>
                  <a:pt x="1669262" y="50800"/>
                </a:lnTo>
                <a:lnTo>
                  <a:pt x="1661490" y="63500"/>
                </a:lnTo>
                <a:close/>
              </a:path>
              <a:path w="3012440" h="1587500">
                <a:moveTo>
                  <a:pt x="2072157" y="63500"/>
                </a:moveTo>
                <a:lnTo>
                  <a:pt x="2052434" y="63500"/>
                </a:lnTo>
                <a:lnTo>
                  <a:pt x="2045817" y="50800"/>
                </a:lnTo>
                <a:lnTo>
                  <a:pt x="2065731" y="50800"/>
                </a:lnTo>
                <a:lnTo>
                  <a:pt x="2072157" y="63500"/>
                </a:lnTo>
                <a:close/>
              </a:path>
              <a:path w="3012440" h="1587500">
                <a:moveTo>
                  <a:pt x="2185924" y="63500"/>
                </a:moveTo>
                <a:lnTo>
                  <a:pt x="2158263" y="63500"/>
                </a:lnTo>
                <a:lnTo>
                  <a:pt x="2165756" y="50800"/>
                </a:lnTo>
                <a:lnTo>
                  <a:pt x="2193683" y="50800"/>
                </a:lnTo>
                <a:lnTo>
                  <a:pt x="2185924" y="63500"/>
                </a:lnTo>
                <a:close/>
              </a:path>
              <a:path w="3012440" h="1587500">
                <a:moveTo>
                  <a:pt x="2540063" y="63500"/>
                </a:moveTo>
                <a:lnTo>
                  <a:pt x="2509901" y="63500"/>
                </a:lnTo>
                <a:lnTo>
                  <a:pt x="2496794" y="50800"/>
                </a:lnTo>
                <a:lnTo>
                  <a:pt x="2527427" y="50800"/>
                </a:lnTo>
                <a:lnTo>
                  <a:pt x="2540063" y="63500"/>
                </a:lnTo>
                <a:close/>
              </a:path>
              <a:path w="3012440" h="1587500">
                <a:moveTo>
                  <a:pt x="1115186" y="76200"/>
                </a:moveTo>
                <a:lnTo>
                  <a:pt x="1080160" y="76200"/>
                </a:lnTo>
                <a:lnTo>
                  <a:pt x="1089736" y="63500"/>
                </a:lnTo>
                <a:lnTo>
                  <a:pt x="1125359" y="63500"/>
                </a:lnTo>
                <a:lnTo>
                  <a:pt x="1115186" y="76200"/>
                </a:lnTo>
                <a:close/>
              </a:path>
              <a:path w="3012440" h="1587500">
                <a:moveTo>
                  <a:pt x="1551724" y="76200"/>
                </a:moveTo>
                <a:lnTo>
                  <a:pt x="1524152" y="76200"/>
                </a:lnTo>
                <a:lnTo>
                  <a:pt x="1516672" y="63500"/>
                </a:lnTo>
                <a:lnTo>
                  <a:pt x="1544497" y="63500"/>
                </a:lnTo>
                <a:lnTo>
                  <a:pt x="1551724" y="76200"/>
                </a:lnTo>
                <a:close/>
              </a:path>
              <a:path w="3012440" h="1587500">
                <a:moveTo>
                  <a:pt x="1640128" y="76200"/>
                </a:moveTo>
                <a:lnTo>
                  <a:pt x="1618754" y="76200"/>
                </a:lnTo>
                <a:lnTo>
                  <a:pt x="1625447" y="63500"/>
                </a:lnTo>
                <a:lnTo>
                  <a:pt x="1647164" y="63500"/>
                </a:lnTo>
                <a:lnTo>
                  <a:pt x="1640128" y="76200"/>
                </a:lnTo>
                <a:close/>
              </a:path>
              <a:path w="3012440" h="1587500">
                <a:moveTo>
                  <a:pt x="2090445" y="76200"/>
                </a:moveTo>
                <a:lnTo>
                  <a:pt x="2070938" y="76200"/>
                </a:lnTo>
                <a:lnTo>
                  <a:pt x="2064804" y="63500"/>
                </a:lnTo>
                <a:lnTo>
                  <a:pt x="2084527" y="63500"/>
                </a:lnTo>
                <a:lnTo>
                  <a:pt x="2090445" y="76200"/>
                </a:lnTo>
                <a:close/>
              </a:path>
              <a:path w="3012440" h="1587500">
                <a:moveTo>
                  <a:pt x="2156764" y="76200"/>
                </a:moveTo>
                <a:lnTo>
                  <a:pt x="2136698" y="76200"/>
                </a:lnTo>
                <a:lnTo>
                  <a:pt x="2143734" y="63500"/>
                </a:lnTo>
                <a:lnTo>
                  <a:pt x="2163978" y="63500"/>
                </a:lnTo>
                <a:lnTo>
                  <a:pt x="2156764" y="76200"/>
                </a:lnTo>
                <a:close/>
              </a:path>
              <a:path w="3012440" h="1587500">
                <a:moveTo>
                  <a:pt x="2564231" y="76200"/>
                </a:moveTo>
                <a:lnTo>
                  <a:pt x="2546565" y="76200"/>
                </a:lnTo>
                <a:lnTo>
                  <a:pt x="2534500" y="63500"/>
                </a:lnTo>
                <a:lnTo>
                  <a:pt x="2552331" y="63500"/>
                </a:lnTo>
                <a:lnTo>
                  <a:pt x="2564231" y="76200"/>
                </a:lnTo>
                <a:close/>
              </a:path>
              <a:path w="3012440" h="1587500">
                <a:moveTo>
                  <a:pt x="1086675" y="88900"/>
                </a:moveTo>
                <a:lnTo>
                  <a:pt x="1061821" y="88900"/>
                </a:lnTo>
                <a:lnTo>
                  <a:pt x="1070851" y="76200"/>
                </a:lnTo>
                <a:lnTo>
                  <a:pt x="1096086" y="76200"/>
                </a:lnTo>
                <a:lnTo>
                  <a:pt x="1086675" y="88900"/>
                </a:lnTo>
                <a:close/>
              </a:path>
              <a:path w="3012440" h="1587500">
                <a:moveTo>
                  <a:pt x="1572590" y="88900"/>
                </a:moveTo>
                <a:lnTo>
                  <a:pt x="1545526" y="88900"/>
                </a:lnTo>
                <a:lnTo>
                  <a:pt x="1538427" y="76200"/>
                </a:lnTo>
                <a:lnTo>
                  <a:pt x="1565770" y="76200"/>
                </a:lnTo>
                <a:lnTo>
                  <a:pt x="1572590" y="88900"/>
                </a:lnTo>
                <a:close/>
              </a:path>
              <a:path w="3012440" h="1587500">
                <a:moveTo>
                  <a:pt x="1627149" y="88900"/>
                </a:moveTo>
                <a:lnTo>
                  <a:pt x="1606181" y="88900"/>
                </a:lnTo>
                <a:lnTo>
                  <a:pt x="1612328" y="76200"/>
                </a:lnTo>
                <a:lnTo>
                  <a:pt x="1633677" y="76200"/>
                </a:lnTo>
                <a:lnTo>
                  <a:pt x="1627149" y="88900"/>
                </a:lnTo>
                <a:close/>
              </a:path>
              <a:path w="3012440" h="1587500">
                <a:moveTo>
                  <a:pt x="2107133" y="88900"/>
                </a:moveTo>
                <a:lnTo>
                  <a:pt x="2087905" y="88900"/>
                </a:lnTo>
                <a:lnTo>
                  <a:pt x="2082292" y="76200"/>
                </a:lnTo>
                <a:lnTo>
                  <a:pt x="2101761" y="76200"/>
                </a:lnTo>
                <a:lnTo>
                  <a:pt x="2107133" y="88900"/>
                </a:lnTo>
                <a:close/>
              </a:path>
              <a:path w="3012440" h="1587500">
                <a:moveTo>
                  <a:pt x="2136444" y="88900"/>
                </a:moveTo>
                <a:lnTo>
                  <a:pt x="2116505" y="88900"/>
                </a:lnTo>
                <a:lnTo>
                  <a:pt x="2123071" y="76200"/>
                </a:lnTo>
                <a:lnTo>
                  <a:pt x="2143201" y="76200"/>
                </a:lnTo>
                <a:lnTo>
                  <a:pt x="2136444" y="88900"/>
                </a:lnTo>
                <a:close/>
              </a:path>
              <a:path w="3012440" h="1587500">
                <a:moveTo>
                  <a:pt x="2586837" y="88900"/>
                </a:moveTo>
                <a:lnTo>
                  <a:pt x="2569159" y="88900"/>
                </a:lnTo>
                <a:lnTo>
                  <a:pt x="2557856" y="76200"/>
                </a:lnTo>
                <a:lnTo>
                  <a:pt x="2575737" y="76200"/>
                </a:lnTo>
                <a:lnTo>
                  <a:pt x="2586837" y="88900"/>
                </a:lnTo>
                <a:close/>
              </a:path>
              <a:path w="3012440" h="1587500">
                <a:moveTo>
                  <a:pt x="866241" y="101600"/>
                </a:moveTo>
                <a:lnTo>
                  <a:pt x="618540" y="101600"/>
                </a:lnTo>
                <a:lnTo>
                  <a:pt x="629704" y="88900"/>
                </a:lnTo>
                <a:lnTo>
                  <a:pt x="850823" y="88900"/>
                </a:lnTo>
                <a:lnTo>
                  <a:pt x="866241" y="101600"/>
                </a:lnTo>
                <a:close/>
              </a:path>
              <a:path w="3012440" h="1587500">
                <a:moveTo>
                  <a:pt x="1069009" y="101600"/>
                </a:moveTo>
                <a:lnTo>
                  <a:pt x="1044625" y="101600"/>
                </a:lnTo>
                <a:lnTo>
                  <a:pt x="1053083" y="88900"/>
                </a:lnTo>
                <a:lnTo>
                  <a:pt x="1077874" y="88900"/>
                </a:lnTo>
                <a:lnTo>
                  <a:pt x="1069009" y="101600"/>
                </a:lnTo>
                <a:close/>
              </a:path>
              <a:path w="3012440" h="1587500">
                <a:moveTo>
                  <a:pt x="1592199" y="101600"/>
                </a:moveTo>
                <a:lnTo>
                  <a:pt x="1565719" y="101600"/>
                </a:lnTo>
                <a:lnTo>
                  <a:pt x="1559013" y="88900"/>
                </a:lnTo>
                <a:lnTo>
                  <a:pt x="1585810" y="88900"/>
                </a:lnTo>
                <a:lnTo>
                  <a:pt x="1592199" y="101600"/>
                </a:lnTo>
                <a:close/>
              </a:path>
              <a:path w="3012440" h="1587500">
                <a:moveTo>
                  <a:pt x="1609699" y="101600"/>
                </a:moveTo>
                <a:lnTo>
                  <a:pt x="1594751" y="101600"/>
                </a:lnTo>
                <a:lnTo>
                  <a:pt x="1600314" y="88900"/>
                </a:lnTo>
                <a:lnTo>
                  <a:pt x="1615401" y="88900"/>
                </a:lnTo>
                <a:lnTo>
                  <a:pt x="1609699" y="101600"/>
                </a:lnTo>
                <a:close/>
              </a:path>
              <a:path w="3012440" h="1587500">
                <a:moveTo>
                  <a:pt x="2117547" y="101600"/>
                </a:moveTo>
                <a:lnTo>
                  <a:pt x="2098332" y="101600"/>
                </a:lnTo>
                <a:lnTo>
                  <a:pt x="2093074" y="88900"/>
                </a:lnTo>
                <a:lnTo>
                  <a:pt x="2123808" y="88900"/>
                </a:lnTo>
                <a:lnTo>
                  <a:pt x="2117547" y="101600"/>
                </a:lnTo>
                <a:close/>
              </a:path>
              <a:path w="3012440" h="1587500">
                <a:moveTo>
                  <a:pt x="2617584" y="114300"/>
                </a:moveTo>
                <a:lnTo>
                  <a:pt x="2599994" y="114300"/>
                </a:lnTo>
                <a:lnTo>
                  <a:pt x="2589949" y="101600"/>
                </a:lnTo>
                <a:lnTo>
                  <a:pt x="2579865" y="101600"/>
                </a:lnTo>
                <a:lnTo>
                  <a:pt x="2568955" y="88900"/>
                </a:lnTo>
                <a:lnTo>
                  <a:pt x="2597530" y="88900"/>
                </a:lnTo>
                <a:lnTo>
                  <a:pt x="2607779" y="101600"/>
                </a:lnTo>
                <a:lnTo>
                  <a:pt x="2617584" y="114300"/>
                </a:lnTo>
                <a:close/>
              </a:path>
              <a:path w="3012440" h="1587500">
                <a:moveTo>
                  <a:pt x="620928" y="114300"/>
                </a:moveTo>
                <a:lnTo>
                  <a:pt x="564413" y="114300"/>
                </a:lnTo>
                <a:lnTo>
                  <a:pt x="574992" y="101600"/>
                </a:lnTo>
                <a:lnTo>
                  <a:pt x="631990" y="101600"/>
                </a:lnTo>
                <a:lnTo>
                  <a:pt x="620928" y="114300"/>
                </a:lnTo>
                <a:close/>
              </a:path>
              <a:path w="3012440" h="1587500">
                <a:moveTo>
                  <a:pt x="925880" y="114300"/>
                </a:moveTo>
                <a:lnTo>
                  <a:pt x="863904" y="114300"/>
                </a:lnTo>
                <a:lnTo>
                  <a:pt x="848639" y="101600"/>
                </a:lnTo>
                <a:lnTo>
                  <a:pt x="911301" y="101600"/>
                </a:lnTo>
                <a:lnTo>
                  <a:pt x="925880" y="114300"/>
                </a:lnTo>
                <a:close/>
              </a:path>
              <a:path w="3012440" h="1587500">
                <a:moveTo>
                  <a:pt x="1037145" y="127000"/>
                </a:moveTo>
                <a:lnTo>
                  <a:pt x="1021118" y="127000"/>
                </a:lnTo>
                <a:lnTo>
                  <a:pt x="1028636" y="114300"/>
                </a:lnTo>
                <a:lnTo>
                  <a:pt x="1036472" y="101600"/>
                </a:lnTo>
                <a:lnTo>
                  <a:pt x="1060767" y="101600"/>
                </a:lnTo>
                <a:lnTo>
                  <a:pt x="1052474" y="114300"/>
                </a:lnTo>
                <a:lnTo>
                  <a:pt x="1044828" y="114300"/>
                </a:lnTo>
                <a:lnTo>
                  <a:pt x="1037145" y="127000"/>
                </a:lnTo>
                <a:close/>
              </a:path>
              <a:path w="3012440" h="1587500">
                <a:moveTo>
                  <a:pt x="1595627" y="114300"/>
                </a:moveTo>
                <a:lnTo>
                  <a:pt x="1584655" y="114300"/>
                </a:lnTo>
                <a:lnTo>
                  <a:pt x="1578381" y="101600"/>
                </a:lnTo>
                <a:lnTo>
                  <a:pt x="1604619" y="101600"/>
                </a:lnTo>
                <a:lnTo>
                  <a:pt x="1595627" y="114300"/>
                </a:lnTo>
                <a:close/>
              </a:path>
              <a:path w="3012440" h="1587500">
                <a:moveTo>
                  <a:pt x="567982" y="127000"/>
                </a:moveTo>
                <a:lnTo>
                  <a:pt x="523443" y="127000"/>
                </a:lnTo>
                <a:lnTo>
                  <a:pt x="533476" y="114300"/>
                </a:lnTo>
                <a:lnTo>
                  <a:pt x="578446" y="114300"/>
                </a:lnTo>
                <a:lnTo>
                  <a:pt x="567982" y="127000"/>
                </a:lnTo>
                <a:close/>
              </a:path>
              <a:path w="3012440" h="1587500">
                <a:moveTo>
                  <a:pt x="968209" y="127000"/>
                </a:moveTo>
                <a:lnTo>
                  <a:pt x="922312" y="127000"/>
                </a:lnTo>
                <a:lnTo>
                  <a:pt x="907884" y="114300"/>
                </a:lnTo>
                <a:lnTo>
                  <a:pt x="954341" y="114300"/>
                </a:lnTo>
                <a:lnTo>
                  <a:pt x="968209" y="127000"/>
                </a:lnTo>
                <a:close/>
              </a:path>
              <a:path w="3012440" h="1587500">
                <a:moveTo>
                  <a:pt x="2644178" y="139700"/>
                </a:moveTo>
                <a:lnTo>
                  <a:pt x="2626829" y="139700"/>
                </a:lnTo>
                <a:lnTo>
                  <a:pt x="2618155" y="127000"/>
                </a:lnTo>
                <a:lnTo>
                  <a:pt x="2618346" y="127000"/>
                </a:lnTo>
                <a:lnTo>
                  <a:pt x="2609202" y="114300"/>
                </a:lnTo>
                <a:lnTo>
                  <a:pt x="2626931" y="114300"/>
                </a:lnTo>
                <a:lnTo>
                  <a:pt x="2635796" y="127000"/>
                </a:lnTo>
                <a:lnTo>
                  <a:pt x="2644178" y="139700"/>
                </a:lnTo>
                <a:close/>
              </a:path>
              <a:path w="3012440" h="1587500">
                <a:moveTo>
                  <a:pt x="527951" y="139700"/>
                </a:moveTo>
                <a:lnTo>
                  <a:pt x="494207" y="139700"/>
                </a:lnTo>
                <a:lnTo>
                  <a:pt x="503808" y="127000"/>
                </a:lnTo>
                <a:lnTo>
                  <a:pt x="537857" y="127000"/>
                </a:lnTo>
                <a:lnTo>
                  <a:pt x="527951" y="139700"/>
                </a:lnTo>
                <a:close/>
              </a:path>
              <a:path w="3012440" h="1587500">
                <a:moveTo>
                  <a:pt x="995146" y="139700"/>
                </a:moveTo>
                <a:lnTo>
                  <a:pt x="963726" y="139700"/>
                </a:lnTo>
                <a:lnTo>
                  <a:pt x="950010" y="127000"/>
                </a:lnTo>
                <a:lnTo>
                  <a:pt x="981811" y="127000"/>
                </a:lnTo>
                <a:lnTo>
                  <a:pt x="995146" y="139700"/>
                </a:lnTo>
                <a:close/>
              </a:path>
              <a:path w="3012440" h="1587500">
                <a:moveTo>
                  <a:pt x="1023086" y="139700"/>
                </a:moveTo>
                <a:lnTo>
                  <a:pt x="1007059" y="139700"/>
                </a:lnTo>
                <a:lnTo>
                  <a:pt x="1013917" y="127000"/>
                </a:lnTo>
                <a:lnTo>
                  <a:pt x="1030109" y="127000"/>
                </a:lnTo>
                <a:lnTo>
                  <a:pt x="1023086" y="139700"/>
                </a:lnTo>
                <a:close/>
              </a:path>
              <a:path w="3012440" h="1587500">
                <a:moveTo>
                  <a:pt x="499427" y="152400"/>
                </a:moveTo>
                <a:lnTo>
                  <a:pt x="466394" y="152400"/>
                </a:lnTo>
                <a:lnTo>
                  <a:pt x="475500" y="139700"/>
                </a:lnTo>
                <a:lnTo>
                  <a:pt x="508901" y="139700"/>
                </a:lnTo>
                <a:lnTo>
                  <a:pt x="499427" y="152400"/>
                </a:lnTo>
                <a:close/>
              </a:path>
              <a:path w="3012440" h="1587500">
                <a:moveTo>
                  <a:pt x="1007224" y="152400"/>
                </a:moveTo>
                <a:lnTo>
                  <a:pt x="990053" y="152400"/>
                </a:lnTo>
                <a:lnTo>
                  <a:pt x="976871" y="139700"/>
                </a:lnTo>
                <a:lnTo>
                  <a:pt x="1016698" y="139700"/>
                </a:lnTo>
                <a:lnTo>
                  <a:pt x="1007224" y="152400"/>
                </a:lnTo>
                <a:close/>
              </a:path>
              <a:path w="3012440" h="1587500">
                <a:moveTo>
                  <a:pt x="2672435" y="177800"/>
                </a:moveTo>
                <a:lnTo>
                  <a:pt x="2661602" y="177800"/>
                </a:lnTo>
                <a:lnTo>
                  <a:pt x="2655531" y="165100"/>
                </a:lnTo>
                <a:lnTo>
                  <a:pt x="2649258" y="165100"/>
                </a:lnTo>
                <a:lnTo>
                  <a:pt x="2642107" y="152400"/>
                </a:lnTo>
                <a:lnTo>
                  <a:pt x="2642298" y="152400"/>
                </a:lnTo>
                <a:lnTo>
                  <a:pt x="2634615" y="139700"/>
                </a:lnTo>
                <a:lnTo>
                  <a:pt x="2652039" y="139700"/>
                </a:lnTo>
                <a:lnTo>
                  <a:pt x="2659379" y="152400"/>
                </a:lnTo>
                <a:lnTo>
                  <a:pt x="2666187" y="165100"/>
                </a:lnTo>
                <a:lnTo>
                  <a:pt x="2672435" y="177800"/>
                </a:lnTo>
                <a:close/>
              </a:path>
              <a:path w="3012440" h="1587500">
                <a:moveTo>
                  <a:pt x="472338" y="165100"/>
                </a:moveTo>
                <a:lnTo>
                  <a:pt x="448691" y="165100"/>
                </a:lnTo>
                <a:lnTo>
                  <a:pt x="457453" y="152400"/>
                </a:lnTo>
                <a:lnTo>
                  <a:pt x="481329" y="152400"/>
                </a:lnTo>
                <a:lnTo>
                  <a:pt x="472338" y="165100"/>
                </a:lnTo>
                <a:close/>
              </a:path>
              <a:path w="3012440" h="1587500">
                <a:moveTo>
                  <a:pt x="446747" y="177800"/>
                </a:moveTo>
                <a:lnTo>
                  <a:pt x="423443" y="177800"/>
                </a:lnTo>
                <a:lnTo>
                  <a:pt x="431673" y="165100"/>
                </a:lnTo>
                <a:lnTo>
                  <a:pt x="455218" y="165100"/>
                </a:lnTo>
                <a:lnTo>
                  <a:pt x="446747" y="177800"/>
                </a:lnTo>
                <a:close/>
              </a:path>
              <a:path w="3012440" h="1587500">
                <a:moveTo>
                  <a:pt x="430580" y="190500"/>
                </a:moveTo>
                <a:lnTo>
                  <a:pt x="407555" y="190500"/>
                </a:lnTo>
                <a:lnTo>
                  <a:pt x="415404" y="177800"/>
                </a:lnTo>
                <a:lnTo>
                  <a:pt x="438696" y="177800"/>
                </a:lnTo>
                <a:lnTo>
                  <a:pt x="430580" y="190500"/>
                </a:lnTo>
                <a:close/>
              </a:path>
              <a:path w="3012440" h="1587500">
                <a:moveTo>
                  <a:pt x="2687675" y="203200"/>
                </a:moveTo>
                <a:lnTo>
                  <a:pt x="2671737" y="203200"/>
                </a:lnTo>
                <a:lnTo>
                  <a:pt x="2666796" y="190500"/>
                </a:lnTo>
                <a:lnTo>
                  <a:pt x="2666949" y="190500"/>
                </a:lnTo>
                <a:lnTo>
                  <a:pt x="2661437" y="177800"/>
                </a:lnTo>
                <a:lnTo>
                  <a:pt x="2678112" y="177800"/>
                </a:lnTo>
                <a:lnTo>
                  <a:pt x="2683205" y="190500"/>
                </a:lnTo>
                <a:lnTo>
                  <a:pt x="2687675" y="203200"/>
                </a:lnTo>
                <a:close/>
              </a:path>
              <a:path w="3012440" h="1587500">
                <a:moveTo>
                  <a:pt x="407746" y="203200"/>
                </a:moveTo>
                <a:lnTo>
                  <a:pt x="392429" y="203200"/>
                </a:lnTo>
                <a:lnTo>
                  <a:pt x="399897" y="190500"/>
                </a:lnTo>
                <a:lnTo>
                  <a:pt x="415289" y="190500"/>
                </a:lnTo>
                <a:lnTo>
                  <a:pt x="407746" y="203200"/>
                </a:lnTo>
                <a:close/>
              </a:path>
              <a:path w="3012440" h="1587500">
                <a:moveTo>
                  <a:pt x="393509" y="215900"/>
                </a:moveTo>
                <a:lnTo>
                  <a:pt x="378129" y="215900"/>
                </a:lnTo>
                <a:lnTo>
                  <a:pt x="385178" y="203200"/>
                </a:lnTo>
                <a:lnTo>
                  <a:pt x="400646" y="203200"/>
                </a:lnTo>
                <a:lnTo>
                  <a:pt x="393509" y="215900"/>
                </a:lnTo>
                <a:close/>
              </a:path>
              <a:path w="3012440" h="1587500">
                <a:moveTo>
                  <a:pt x="2691549" y="215900"/>
                </a:moveTo>
                <a:lnTo>
                  <a:pt x="2677782" y="215900"/>
                </a:lnTo>
                <a:lnTo>
                  <a:pt x="2675839" y="203200"/>
                </a:lnTo>
                <a:lnTo>
                  <a:pt x="2689694" y="203200"/>
                </a:lnTo>
                <a:lnTo>
                  <a:pt x="2691549" y="215900"/>
                </a:lnTo>
                <a:close/>
              </a:path>
              <a:path w="3012440" h="1587500">
                <a:moveTo>
                  <a:pt x="380098" y="228600"/>
                </a:moveTo>
                <a:lnTo>
                  <a:pt x="364655" y="228600"/>
                </a:lnTo>
                <a:lnTo>
                  <a:pt x="371284" y="215900"/>
                </a:lnTo>
                <a:lnTo>
                  <a:pt x="386816" y="215900"/>
                </a:lnTo>
                <a:lnTo>
                  <a:pt x="380098" y="228600"/>
                </a:lnTo>
                <a:close/>
              </a:path>
              <a:path w="3012440" h="1587500">
                <a:moveTo>
                  <a:pt x="2694774" y="228600"/>
                </a:moveTo>
                <a:lnTo>
                  <a:pt x="2681097" y="228600"/>
                </a:lnTo>
                <a:lnTo>
                  <a:pt x="2679458" y="215900"/>
                </a:lnTo>
                <a:lnTo>
                  <a:pt x="2693250" y="215900"/>
                </a:lnTo>
                <a:lnTo>
                  <a:pt x="2694774" y="228600"/>
                </a:lnTo>
                <a:close/>
              </a:path>
              <a:path w="3012440" h="1587500">
                <a:moveTo>
                  <a:pt x="367525" y="241300"/>
                </a:moveTo>
                <a:lnTo>
                  <a:pt x="352069" y="241300"/>
                </a:lnTo>
                <a:lnTo>
                  <a:pt x="358254" y="228600"/>
                </a:lnTo>
                <a:lnTo>
                  <a:pt x="373824" y="228600"/>
                </a:lnTo>
                <a:lnTo>
                  <a:pt x="367525" y="241300"/>
                </a:lnTo>
                <a:close/>
              </a:path>
              <a:path w="3012440" h="1587500">
                <a:moveTo>
                  <a:pt x="2697327" y="241300"/>
                </a:moveTo>
                <a:lnTo>
                  <a:pt x="2685745" y="241300"/>
                </a:lnTo>
                <a:lnTo>
                  <a:pt x="2683763" y="228600"/>
                </a:lnTo>
                <a:lnTo>
                  <a:pt x="2692730" y="228600"/>
                </a:lnTo>
                <a:lnTo>
                  <a:pt x="2697327" y="241300"/>
                </a:lnTo>
                <a:close/>
              </a:path>
              <a:path w="3012440" h="1587500">
                <a:moveTo>
                  <a:pt x="2697327" y="241300"/>
                </a:moveTo>
                <a:lnTo>
                  <a:pt x="2692730" y="228600"/>
                </a:lnTo>
                <a:lnTo>
                  <a:pt x="2696448" y="231844"/>
                </a:lnTo>
                <a:lnTo>
                  <a:pt x="2697327" y="241300"/>
                </a:lnTo>
                <a:close/>
              </a:path>
              <a:path w="3012440" h="1587500">
                <a:moveTo>
                  <a:pt x="2696448" y="231844"/>
                </a:moveTo>
                <a:lnTo>
                  <a:pt x="2692730" y="228600"/>
                </a:lnTo>
                <a:lnTo>
                  <a:pt x="2696146" y="228600"/>
                </a:lnTo>
                <a:lnTo>
                  <a:pt x="2696448" y="231844"/>
                </a:lnTo>
                <a:close/>
              </a:path>
              <a:path w="3012440" h="1587500">
                <a:moveTo>
                  <a:pt x="2707284" y="241300"/>
                </a:moveTo>
                <a:lnTo>
                  <a:pt x="2697327" y="241300"/>
                </a:lnTo>
                <a:lnTo>
                  <a:pt x="2696448" y="231844"/>
                </a:lnTo>
                <a:lnTo>
                  <a:pt x="2707284" y="241300"/>
                </a:lnTo>
                <a:close/>
              </a:path>
              <a:path w="3012440" h="1587500">
                <a:moveTo>
                  <a:pt x="355841" y="254000"/>
                </a:moveTo>
                <a:lnTo>
                  <a:pt x="340385" y="254000"/>
                </a:lnTo>
                <a:lnTo>
                  <a:pt x="346113" y="241300"/>
                </a:lnTo>
                <a:lnTo>
                  <a:pt x="361696" y="241300"/>
                </a:lnTo>
                <a:lnTo>
                  <a:pt x="355841" y="254000"/>
                </a:lnTo>
                <a:close/>
              </a:path>
              <a:path w="3012440" h="1587500">
                <a:moveTo>
                  <a:pt x="2749550" y="254000"/>
                </a:moveTo>
                <a:lnTo>
                  <a:pt x="2717990" y="254000"/>
                </a:lnTo>
                <a:lnTo>
                  <a:pt x="2703804" y="241300"/>
                </a:lnTo>
                <a:lnTo>
                  <a:pt x="2735757" y="241300"/>
                </a:lnTo>
                <a:lnTo>
                  <a:pt x="2749550" y="254000"/>
                </a:lnTo>
                <a:close/>
              </a:path>
              <a:path w="3012440" h="1587500">
                <a:moveTo>
                  <a:pt x="340029" y="279400"/>
                </a:moveTo>
                <a:lnTo>
                  <a:pt x="324637" y="279400"/>
                </a:lnTo>
                <a:lnTo>
                  <a:pt x="329641" y="266700"/>
                </a:lnTo>
                <a:lnTo>
                  <a:pt x="334899" y="254000"/>
                </a:lnTo>
                <a:lnTo>
                  <a:pt x="350456" y="254000"/>
                </a:lnTo>
                <a:lnTo>
                  <a:pt x="345071" y="266700"/>
                </a:lnTo>
                <a:lnTo>
                  <a:pt x="340029" y="279400"/>
                </a:lnTo>
                <a:close/>
              </a:path>
              <a:path w="3012440" h="1587500">
                <a:moveTo>
                  <a:pt x="2788970" y="266700"/>
                </a:moveTo>
                <a:lnTo>
                  <a:pt x="2745104" y="266700"/>
                </a:lnTo>
                <a:lnTo>
                  <a:pt x="2731516" y="254000"/>
                </a:lnTo>
                <a:lnTo>
                  <a:pt x="2776169" y="254000"/>
                </a:lnTo>
                <a:lnTo>
                  <a:pt x="2788970" y="266700"/>
                </a:lnTo>
                <a:close/>
              </a:path>
              <a:path w="3012440" h="1587500">
                <a:moveTo>
                  <a:pt x="2825191" y="292100"/>
                </a:moveTo>
                <a:lnTo>
                  <a:pt x="2807157" y="292100"/>
                </a:lnTo>
                <a:lnTo>
                  <a:pt x="2795257" y="279400"/>
                </a:lnTo>
                <a:lnTo>
                  <a:pt x="2783382" y="279400"/>
                </a:lnTo>
                <a:lnTo>
                  <a:pt x="2770771" y="266700"/>
                </a:lnTo>
                <a:lnTo>
                  <a:pt x="2801416" y="266700"/>
                </a:lnTo>
                <a:lnTo>
                  <a:pt x="2813494" y="279400"/>
                </a:lnTo>
                <a:lnTo>
                  <a:pt x="2825191" y="292100"/>
                </a:lnTo>
                <a:close/>
              </a:path>
              <a:path w="3012440" h="1587500">
                <a:moveTo>
                  <a:pt x="330669" y="292100"/>
                </a:moveTo>
                <a:lnTo>
                  <a:pt x="315353" y="292100"/>
                </a:lnTo>
                <a:lnTo>
                  <a:pt x="319862" y="279400"/>
                </a:lnTo>
                <a:lnTo>
                  <a:pt x="335343" y="279400"/>
                </a:lnTo>
                <a:lnTo>
                  <a:pt x="330669" y="292100"/>
                </a:lnTo>
                <a:close/>
              </a:path>
              <a:path w="3012440" h="1587500">
                <a:moveTo>
                  <a:pt x="314921" y="317500"/>
                </a:moveTo>
                <a:lnTo>
                  <a:pt x="303364" y="317500"/>
                </a:lnTo>
                <a:lnTo>
                  <a:pt x="307098" y="304800"/>
                </a:lnTo>
                <a:lnTo>
                  <a:pt x="311099" y="292100"/>
                </a:lnTo>
                <a:lnTo>
                  <a:pt x="326453" y="292100"/>
                </a:lnTo>
                <a:lnTo>
                  <a:pt x="322300" y="304800"/>
                </a:lnTo>
                <a:lnTo>
                  <a:pt x="318566" y="304800"/>
                </a:lnTo>
                <a:lnTo>
                  <a:pt x="314921" y="317500"/>
                </a:lnTo>
                <a:close/>
              </a:path>
              <a:path w="3012440" h="1587500">
                <a:moveTo>
                  <a:pt x="2847390" y="304800"/>
                </a:moveTo>
                <a:lnTo>
                  <a:pt x="2829394" y="304800"/>
                </a:lnTo>
                <a:lnTo>
                  <a:pt x="2818282" y="292100"/>
                </a:lnTo>
                <a:lnTo>
                  <a:pt x="2836494" y="292100"/>
                </a:lnTo>
                <a:lnTo>
                  <a:pt x="2847390" y="304800"/>
                </a:lnTo>
                <a:close/>
              </a:path>
              <a:path w="3012440" h="1587500">
                <a:moveTo>
                  <a:pt x="2877502" y="330200"/>
                </a:moveTo>
                <a:lnTo>
                  <a:pt x="2859671" y="330200"/>
                </a:lnTo>
                <a:lnTo>
                  <a:pt x="2849816" y="317500"/>
                </a:lnTo>
                <a:lnTo>
                  <a:pt x="2839910" y="317500"/>
                </a:lnTo>
                <a:lnTo>
                  <a:pt x="2829204" y="304800"/>
                </a:lnTo>
                <a:lnTo>
                  <a:pt x="2857868" y="304800"/>
                </a:lnTo>
                <a:lnTo>
                  <a:pt x="2867913" y="317500"/>
                </a:lnTo>
                <a:lnTo>
                  <a:pt x="2877502" y="330200"/>
                </a:lnTo>
                <a:close/>
              </a:path>
              <a:path w="3012440" h="1587500">
                <a:moveTo>
                  <a:pt x="305803" y="342900"/>
                </a:moveTo>
                <a:lnTo>
                  <a:pt x="293789" y="342900"/>
                </a:lnTo>
                <a:lnTo>
                  <a:pt x="296710" y="330200"/>
                </a:lnTo>
                <a:lnTo>
                  <a:pt x="299897" y="317500"/>
                </a:lnTo>
                <a:lnTo>
                  <a:pt x="315010" y="317500"/>
                </a:lnTo>
                <a:lnTo>
                  <a:pt x="311619" y="330200"/>
                </a:lnTo>
                <a:lnTo>
                  <a:pt x="308648" y="330200"/>
                </a:lnTo>
                <a:lnTo>
                  <a:pt x="305803" y="342900"/>
                </a:lnTo>
                <a:close/>
              </a:path>
              <a:path w="3012440" h="1587500">
                <a:moveTo>
                  <a:pt x="2911119" y="368300"/>
                </a:moveTo>
                <a:lnTo>
                  <a:pt x="2893758" y="368300"/>
                </a:lnTo>
                <a:lnTo>
                  <a:pt x="2885770" y="355600"/>
                </a:lnTo>
                <a:lnTo>
                  <a:pt x="2885948" y="355600"/>
                </a:lnTo>
                <a:lnTo>
                  <a:pt x="2877477" y="342900"/>
                </a:lnTo>
                <a:lnTo>
                  <a:pt x="2877654" y="342900"/>
                </a:lnTo>
                <a:lnTo>
                  <a:pt x="2868714" y="330200"/>
                </a:lnTo>
                <a:lnTo>
                  <a:pt x="2886633" y="330200"/>
                </a:lnTo>
                <a:lnTo>
                  <a:pt x="2895295" y="342900"/>
                </a:lnTo>
                <a:lnTo>
                  <a:pt x="2903461" y="355600"/>
                </a:lnTo>
                <a:lnTo>
                  <a:pt x="2911119" y="368300"/>
                </a:lnTo>
                <a:close/>
              </a:path>
              <a:path w="3012440" h="1587500">
                <a:moveTo>
                  <a:pt x="299110" y="368300"/>
                </a:moveTo>
                <a:lnTo>
                  <a:pt x="286740" y="368300"/>
                </a:lnTo>
                <a:lnTo>
                  <a:pt x="288798" y="355600"/>
                </a:lnTo>
                <a:lnTo>
                  <a:pt x="291160" y="342900"/>
                </a:lnTo>
                <a:lnTo>
                  <a:pt x="305879" y="342900"/>
                </a:lnTo>
                <a:lnTo>
                  <a:pt x="303301" y="355600"/>
                </a:lnTo>
                <a:lnTo>
                  <a:pt x="301116" y="355600"/>
                </a:lnTo>
                <a:lnTo>
                  <a:pt x="299110" y="368300"/>
                </a:lnTo>
                <a:close/>
              </a:path>
              <a:path w="3012440" h="1587500">
                <a:moveTo>
                  <a:pt x="294919" y="393700"/>
                </a:moveTo>
                <a:lnTo>
                  <a:pt x="282321" y="393700"/>
                </a:lnTo>
                <a:lnTo>
                  <a:pt x="283489" y="381000"/>
                </a:lnTo>
                <a:lnTo>
                  <a:pt x="284962" y="368300"/>
                </a:lnTo>
                <a:lnTo>
                  <a:pt x="297472" y="368300"/>
                </a:lnTo>
                <a:lnTo>
                  <a:pt x="296037" y="381000"/>
                </a:lnTo>
                <a:lnTo>
                  <a:pt x="294919" y="393700"/>
                </a:lnTo>
                <a:close/>
              </a:path>
              <a:path w="3012440" h="1587500">
                <a:moveTo>
                  <a:pt x="2945765" y="431800"/>
                </a:moveTo>
                <a:lnTo>
                  <a:pt x="2933890" y="431800"/>
                </a:lnTo>
                <a:lnTo>
                  <a:pt x="2929674" y="419100"/>
                </a:lnTo>
                <a:lnTo>
                  <a:pt x="2925000" y="406400"/>
                </a:lnTo>
                <a:lnTo>
                  <a:pt x="2919920" y="406400"/>
                </a:lnTo>
                <a:lnTo>
                  <a:pt x="2914015" y="393700"/>
                </a:lnTo>
                <a:lnTo>
                  <a:pt x="2914167" y="393700"/>
                </a:lnTo>
                <a:lnTo>
                  <a:pt x="2907715" y="381000"/>
                </a:lnTo>
                <a:lnTo>
                  <a:pt x="2907880" y="381000"/>
                </a:lnTo>
                <a:lnTo>
                  <a:pt x="2900895" y="368300"/>
                </a:lnTo>
                <a:lnTo>
                  <a:pt x="2918269" y="368300"/>
                </a:lnTo>
                <a:lnTo>
                  <a:pt x="2924886" y="381000"/>
                </a:lnTo>
                <a:lnTo>
                  <a:pt x="2930956" y="393700"/>
                </a:lnTo>
                <a:lnTo>
                  <a:pt x="2936468" y="406400"/>
                </a:lnTo>
                <a:lnTo>
                  <a:pt x="2941408" y="419100"/>
                </a:lnTo>
                <a:lnTo>
                  <a:pt x="2945765" y="431800"/>
                </a:lnTo>
                <a:close/>
              </a:path>
              <a:path w="3012440" h="1587500">
                <a:moveTo>
                  <a:pt x="293395" y="419100"/>
                </a:moveTo>
                <a:lnTo>
                  <a:pt x="280695" y="419100"/>
                </a:lnTo>
                <a:lnTo>
                  <a:pt x="280898" y="406400"/>
                </a:lnTo>
                <a:lnTo>
                  <a:pt x="281457" y="393700"/>
                </a:lnTo>
                <a:lnTo>
                  <a:pt x="294119" y="393700"/>
                </a:lnTo>
                <a:lnTo>
                  <a:pt x="293573" y="406400"/>
                </a:lnTo>
                <a:lnTo>
                  <a:pt x="293395" y="419100"/>
                </a:lnTo>
                <a:close/>
              </a:path>
              <a:path w="3012440" h="1587500">
                <a:moveTo>
                  <a:pt x="293624" y="431800"/>
                </a:moveTo>
                <a:lnTo>
                  <a:pt x="280924" y="431800"/>
                </a:lnTo>
                <a:lnTo>
                  <a:pt x="280720" y="419100"/>
                </a:lnTo>
                <a:lnTo>
                  <a:pt x="293408" y="419100"/>
                </a:lnTo>
                <a:lnTo>
                  <a:pt x="293624" y="431800"/>
                </a:lnTo>
                <a:close/>
              </a:path>
              <a:path w="3012440" h="1587500">
                <a:moveTo>
                  <a:pt x="282486" y="451216"/>
                </a:moveTo>
                <a:lnTo>
                  <a:pt x="281774" y="444500"/>
                </a:lnTo>
                <a:lnTo>
                  <a:pt x="281279" y="431800"/>
                </a:lnTo>
                <a:lnTo>
                  <a:pt x="293941" y="431800"/>
                </a:lnTo>
                <a:lnTo>
                  <a:pt x="294411" y="444500"/>
                </a:lnTo>
                <a:lnTo>
                  <a:pt x="283984" y="444500"/>
                </a:lnTo>
                <a:lnTo>
                  <a:pt x="282486" y="451216"/>
                </a:lnTo>
                <a:close/>
              </a:path>
              <a:path w="3012440" h="1587500">
                <a:moveTo>
                  <a:pt x="2951137" y="444500"/>
                </a:moveTo>
                <a:lnTo>
                  <a:pt x="2937408" y="444500"/>
                </a:lnTo>
                <a:lnTo>
                  <a:pt x="2933776" y="431800"/>
                </a:lnTo>
                <a:lnTo>
                  <a:pt x="2949486" y="431800"/>
                </a:lnTo>
                <a:lnTo>
                  <a:pt x="2951137" y="444500"/>
                </a:lnTo>
                <a:close/>
              </a:path>
              <a:path w="3012440" h="1587500">
                <a:moveTo>
                  <a:pt x="283121" y="457200"/>
                </a:moveTo>
                <a:lnTo>
                  <a:pt x="282486" y="451216"/>
                </a:lnTo>
                <a:lnTo>
                  <a:pt x="283984" y="444500"/>
                </a:lnTo>
                <a:lnTo>
                  <a:pt x="283121" y="457200"/>
                </a:lnTo>
                <a:close/>
              </a:path>
              <a:path w="3012440" h="1587500">
                <a:moveTo>
                  <a:pt x="290296" y="469900"/>
                </a:moveTo>
                <a:lnTo>
                  <a:pt x="190106" y="469900"/>
                </a:lnTo>
                <a:lnTo>
                  <a:pt x="203136" y="457200"/>
                </a:lnTo>
                <a:lnTo>
                  <a:pt x="283121" y="457200"/>
                </a:lnTo>
                <a:lnTo>
                  <a:pt x="283984" y="444500"/>
                </a:lnTo>
                <a:lnTo>
                  <a:pt x="294398" y="444500"/>
                </a:lnTo>
                <a:lnTo>
                  <a:pt x="295986" y="457200"/>
                </a:lnTo>
                <a:lnTo>
                  <a:pt x="290296" y="469900"/>
                </a:lnTo>
                <a:close/>
              </a:path>
              <a:path w="3012440" h="1587500">
                <a:moveTo>
                  <a:pt x="2953956" y="457200"/>
                </a:moveTo>
                <a:lnTo>
                  <a:pt x="2940316" y="457200"/>
                </a:lnTo>
                <a:lnTo>
                  <a:pt x="2938881" y="444500"/>
                </a:lnTo>
                <a:lnTo>
                  <a:pt x="2952623" y="444500"/>
                </a:lnTo>
                <a:lnTo>
                  <a:pt x="2953956" y="457200"/>
                </a:lnTo>
                <a:close/>
              </a:path>
              <a:path w="3012440" h="1587500">
                <a:moveTo>
                  <a:pt x="283121" y="457200"/>
                </a:moveTo>
                <a:lnTo>
                  <a:pt x="281152" y="457200"/>
                </a:lnTo>
                <a:lnTo>
                  <a:pt x="282486" y="451216"/>
                </a:lnTo>
                <a:lnTo>
                  <a:pt x="283121" y="457200"/>
                </a:lnTo>
                <a:close/>
              </a:path>
              <a:path w="3012440" h="1587500">
                <a:moveTo>
                  <a:pt x="2956115" y="469900"/>
                </a:moveTo>
                <a:lnTo>
                  <a:pt x="2943593" y="469900"/>
                </a:lnTo>
                <a:lnTo>
                  <a:pt x="2942615" y="457200"/>
                </a:lnTo>
                <a:lnTo>
                  <a:pt x="2955112" y="457200"/>
                </a:lnTo>
                <a:lnTo>
                  <a:pt x="2956115" y="469900"/>
                </a:lnTo>
                <a:close/>
              </a:path>
              <a:path w="3012440" h="1587500">
                <a:moveTo>
                  <a:pt x="193433" y="482600"/>
                </a:moveTo>
                <a:lnTo>
                  <a:pt x="152793" y="482600"/>
                </a:lnTo>
                <a:lnTo>
                  <a:pt x="164909" y="469900"/>
                </a:lnTo>
                <a:lnTo>
                  <a:pt x="206248" y="469900"/>
                </a:lnTo>
                <a:lnTo>
                  <a:pt x="193433" y="482600"/>
                </a:lnTo>
                <a:close/>
              </a:path>
              <a:path w="3012440" h="1587500">
                <a:moveTo>
                  <a:pt x="2957626" y="482600"/>
                </a:moveTo>
                <a:lnTo>
                  <a:pt x="2945003" y="482600"/>
                </a:lnTo>
                <a:lnTo>
                  <a:pt x="2944355" y="469900"/>
                </a:lnTo>
                <a:lnTo>
                  <a:pt x="2956953" y="469900"/>
                </a:lnTo>
                <a:lnTo>
                  <a:pt x="2957626" y="482600"/>
                </a:lnTo>
                <a:close/>
              </a:path>
              <a:path w="3012440" h="1587500">
                <a:moveTo>
                  <a:pt x="157454" y="495300"/>
                </a:moveTo>
                <a:lnTo>
                  <a:pt x="129552" y="495300"/>
                </a:lnTo>
                <a:lnTo>
                  <a:pt x="140995" y="482600"/>
                </a:lnTo>
                <a:lnTo>
                  <a:pt x="169354" y="482600"/>
                </a:lnTo>
                <a:lnTo>
                  <a:pt x="157454" y="495300"/>
                </a:lnTo>
                <a:close/>
              </a:path>
              <a:path w="3012440" h="1587500">
                <a:moveTo>
                  <a:pt x="2958477" y="495300"/>
                </a:moveTo>
                <a:lnTo>
                  <a:pt x="2945790" y="495300"/>
                </a:lnTo>
                <a:lnTo>
                  <a:pt x="2945460" y="482600"/>
                </a:lnTo>
                <a:lnTo>
                  <a:pt x="2958134" y="482600"/>
                </a:lnTo>
                <a:lnTo>
                  <a:pt x="2958477" y="495300"/>
                </a:lnTo>
                <a:close/>
              </a:path>
              <a:path w="3012440" h="1587500">
                <a:moveTo>
                  <a:pt x="104393" y="520700"/>
                </a:moveTo>
                <a:lnTo>
                  <a:pt x="87617" y="520700"/>
                </a:lnTo>
                <a:lnTo>
                  <a:pt x="97497" y="508000"/>
                </a:lnTo>
                <a:lnTo>
                  <a:pt x="107784" y="495300"/>
                </a:lnTo>
                <a:lnTo>
                  <a:pt x="135331" y="495300"/>
                </a:lnTo>
                <a:lnTo>
                  <a:pt x="124485" y="508000"/>
                </a:lnTo>
                <a:lnTo>
                  <a:pt x="114465" y="508000"/>
                </a:lnTo>
                <a:lnTo>
                  <a:pt x="104393" y="520700"/>
                </a:lnTo>
                <a:close/>
              </a:path>
              <a:path w="3012440" h="1587500">
                <a:moveTo>
                  <a:pt x="2945930" y="508000"/>
                </a:moveTo>
                <a:lnTo>
                  <a:pt x="2945765" y="508000"/>
                </a:lnTo>
                <a:lnTo>
                  <a:pt x="2945930" y="495300"/>
                </a:lnTo>
                <a:lnTo>
                  <a:pt x="2945930" y="508000"/>
                </a:lnTo>
                <a:close/>
              </a:path>
              <a:path w="3012440" h="1587500">
                <a:moveTo>
                  <a:pt x="2958630" y="508000"/>
                </a:moveTo>
                <a:lnTo>
                  <a:pt x="2945930" y="508000"/>
                </a:lnTo>
                <a:lnTo>
                  <a:pt x="2945942" y="495300"/>
                </a:lnTo>
                <a:lnTo>
                  <a:pt x="2958642" y="495300"/>
                </a:lnTo>
                <a:lnTo>
                  <a:pt x="2958630" y="508000"/>
                </a:lnTo>
                <a:close/>
              </a:path>
              <a:path w="3012440" h="1587500">
                <a:moveTo>
                  <a:pt x="2957995" y="520700"/>
                </a:moveTo>
                <a:lnTo>
                  <a:pt x="2944660" y="520700"/>
                </a:lnTo>
                <a:lnTo>
                  <a:pt x="2945345" y="508000"/>
                </a:lnTo>
                <a:lnTo>
                  <a:pt x="2958452" y="508000"/>
                </a:lnTo>
                <a:lnTo>
                  <a:pt x="2957995" y="520700"/>
                </a:lnTo>
                <a:close/>
              </a:path>
              <a:path w="3012440" h="1587500">
                <a:moveTo>
                  <a:pt x="85978" y="533400"/>
                </a:moveTo>
                <a:lnTo>
                  <a:pt x="69164" y="533400"/>
                </a:lnTo>
                <a:lnTo>
                  <a:pt x="78168" y="520700"/>
                </a:lnTo>
                <a:lnTo>
                  <a:pt x="95199" y="520700"/>
                </a:lnTo>
                <a:lnTo>
                  <a:pt x="85978" y="533400"/>
                </a:lnTo>
                <a:close/>
              </a:path>
              <a:path w="3012440" h="1587500">
                <a:moveTo>
                  <a:pt x="2956344" y="533400"/>
                </a:moveTo>
                <a:lnTo>
                  <a:pt x="2943771" y="533400"/>
                </a:lnTo>
                <a:lnTo>
                  <a:pt x="2944698" y="520700"/>
                </a:lnTo>
                <a:lnTo>
                  <a:pt x="2957296" y="520700"/>
                </a:lnTo>
                <a:lnTo>
                  <a:pt x="2956344" y="533400"/>
                </a:lnTo>
                <a:close/>
              </a:path>
              <a:path w="3012440" h="1587500">
                <a:moveTo>
                  <a:pt x="61722" y="558800"/>
                </a:moveTo>
                <a:lnTo>
                  <a:pt x="45034" y="558800"/>
                </a:lnTo>
                <a:lnTo>
                  <a:pt x="52590" y="546100"/>
                </a:lnTo>
                <a:lnTo>
                  <a:pt x="60642" y="533400"/>
                </a:lnTo>
                <a:lnTo>
                  <a:pt x="77647" y="533400"/>
                </a:lnTo>
                <a:lnTo>
                  <a:pt x="69329" y="546100"/>
                </a:lnTo>
                <a:lnTo>
                  <a:pt x="69557" y="546100"/>
                </a:lnTo>
                <a:lnTo>
                  <a:pt x="61722" y="558800"/>
                </a:lnTo>
                <a:close/>
              </a:path>
              <a:path w="3012440" h="1587500">
                <a:moveTo>
                  <a:pt x="2953689" y="546100"/>
                </a:moveTo>
                <a:lnTo>
                  <a:pt x="2941281" y="546100"/>
                </a:lnTo>
                <a:lnTo>
                  <a:pt x="2942678" y="533400"/>
                </a:lnTo>
                <a:lnTo>
                  <a:pt x="2955137" y="533400"/>
                </a:lnTo>
                <a:lnTo>
                  <a:pt x="2953689" y="546100"/>
                </a:lnTo>
                <a:close/>
              </a:path>
              <a:path w="3012440" h="1587500">
                <a:moveTo>
                  <a:pt x="2950095" y="558800"/>
                </a:moveTo>
                <a:lnTo>
                  <a:pt x="2937891" y="558800"/>
                </a:lnTo>
                <a:lnTo>
                  <a:pt x="2939757" y="546100"/>
                </a:lnTo>
                <a:lnTo>
                  <a:pt x="2952013" y="546100"/>
                </a:lnTo>
                <a:lnTo>
                  <a:pt x="2950095" y="558800"/>
                </a:lnTo>
                <a:close/>
              </a:path>
              <a:path w="3012440" h="1587500">
                <a:moveTo>
                  <a:pt x="41897" y="584200"/>
                </a:moveTo>
                <a:lnTo>
                  <a:pt x="25565" y="584200"/>
                </a:lnTo>
                <a:lnTo>
                  <a:pt x="31508" y="571500"/>
                </a:lnTo>
                <a:lnTo>
                  <a:pt x="38011" y="558800"/>
                </a:lnTo>
                <a:lnTo>
                  <a:pt x="54813" y="558800"/>
                </a:lnTo>
                <a:lnTo>
                  <a:pt x="47993" y="571500"/>
                </a:lnTo>
                <a:lnTo>
                  <a:pt x="48196" y="571500"/>
                </a:lnTo>
                <a:lnTo>
                  <a:pt x="41897" y="584200"/>
                </a:lnTo>
                <a:close/>
              </a:path>
              <a:path w="3012440" h="1587500">
                <a:moveTo>
                  <a:pt x="2945561" y="571500"/>
                </a:moveTo>
                <a:lnTo>
                  <a:pt x="2933636" y="571500"/>
                </a:lnTo>
                <a:lnTo>
                  <a:pt x="2935935" y="558800"/>
                </a:lnTo>
                <a:lnTo>
                  <a:pt x="2947936" y="558800"/>
                </a:lnTo>
                <a:lnTo>
                  <a:pt x="2945561" y="571500"/>
                </a:lnTo>
                <a:close/>
              </a:path>
              <a:path w="3012440" h="1587500">
                <a:moveTo>
                  <a:pt x="2940138" y="584200"/>
                </a:moveTo>
                <a:lnTo>
                  <a:pt x="2928518" y="584200"/>
                </a:lnTo>
                <a:lnTo>
                  <a:pt x="2931261" y="571500"/>
                </a:lnTo>
                <a:lnTo>
                  <a:pt x="2942958" y="571500"/>
                </a:lnTo>
                <a:lnTo>
                  <a:pt x="2940138" y="584200"/>
                </a:lnTo>
                <a:close/>
              </a:path>
              <a:path w="3012440" h="1587500">
                <a:moveTo>
                  <a:pt x="26898" y="609600"/>
                </a:moveTo>
                <a:lnTo>
                  <a:pt x="13246" y="609600"/>
                </a:lnTo>
                <a:lnTo>
                  <a:pt x="15430" y="596900"/>
                </a:lnTo>
                <a:lnTo>
                  <a:pt x="20192" y="584200"/>
                </a:lnTo>
                <a:lnTo>
                  <a:pt x="36537" y="584200"/>
                </a:lnTo>
                <a:lnTo>
                  <a:pt x="31343" y="596900"/>
                </a:lnTo>
                <a:lnTo>
                  <a:pt x="31508" y="596900"/>
                </a:lnTo>
                <a:lnTo>
                  <a:pt x="26898" y="609600"/>
                </a:lnTo>
                <a:close/>
              </a:path>
              <a:path w="3012440" h="1587500">
                <a:moveTo>
                  <a:pt x="2922574" y="596900"/>
                </a:moveTo>
                <a:lnTo>
                  <a:pt x="2919298" y="596900"/>
                </a:lnTo>
                <a:lnTo>
                  <a:pt x="2922663" y="584200"/>
                </a:lnTo>
                <a:lnTo>
                  <a:pt x="2922574" y="596900"/>
                </a:lnTo>
                <a:close/>
              </a:path>
              <a:path w="3012440" h="1587500">
                <a:moveTo>
                  <a:pt x="2933827" y="596900"/>
                </a:moveTo>
                <a:lnTo>
                  <a:pt x="2922574" y="596900"/>
                </a:lnTo>
                <a:lnTo>
                  <a:pt x="2925737" y="584200"/>
                </a:lnTo>
                <a:lnTo>
                  <a:pt x="2937090" y="584200"/>
                </a:lnTo>
                <a:lnTo>
                  <a:pt x="2933827" y="596900"/>
                </a:lnTo>
                <a:close/>
              </a:path>
              <a:path w="3012440" h="1587500">
                <a:moveTo>
                  <a:pt x="2943072" y="635000"/>
                </a:moveTo>
                <a:lnTo>
                  <a:pt x="2933369" y="635000"/>
                </a:lnTo>
                <a:lnTo>
                  <a:pt x="2923336" y="622300"/>
                </a:lnTo>
                <a:lnTo>
                  <a:pt x="2923514" y="622300"/>
                </a:lnTo>
                <a:lnTo>
                  <a:pt x="2909506" y="609600"/>
                </a:lnTo>
                <a:lnTo>
                  <a:pt x="2915920" y="596900"/>
                </a:lnTo>
                <a:lnTo>
                  <a:pt x="2930359" y="596900"/>
                </a:lnTo>
                <a:lnTo>
                  <a:pt x="2926689" y="609600"/>
                </a:lnTo>
                <a:lnTo>
                  <a:pt x="2922143" y="609600"/>
                </a:lnTo>
                <a:lnTo>
                  <a:pt x="2932887" y="622300"/>
                </a:lnTo>
                <a:lnTo>
                  <a:pt x="2943072" y="635000"/>
                </a:lnTo>
                <a:close/>
              </a:path>
              <a:path w="3012440" h="1587500">
                <a:moveTo>
                  <a:pt x="21348" y="622300"/>
                </a:moveTo>
                <a:lnTo>
                  <a:pt x="7696" y="622300"/>
                </a:lnTo>
                <a:lnTo>
                  <a:pt x="9385" y="609600"/>
                </a:lnTo>
                <a:lnTo>
                  <a:pt x="23139" y="609600"/>
                </a:lnTo>
                <a:lnTo>
                  <a:pt x="21348" y="622300"/>
                </a:lnTo>
                <a:close/>
              </a:path>
              <a:path w="3012440" h="1587500">
                <a:moveTo>
                  <a:pt x="17119" y="635000"/>
                </a:moveTo>
                <a:lnTo>
                  <a:pt x="4800" y="635000"/>
                </a:lnTo>
                <a:lnTo>
                  <a:pt x="6172" y="622300"/>
                </a:lnTo>
                <a:lnTo>
                  <a:pt x="18427" y="622300"/>
                </a:lnTo>
                <a:lnTo>
                  <a:pt x="17119" y="635000"/>
                </a:lnTo>
                <a:close/>
              </a:path>
              <a:path w="3012440" h="1587500">
                <a:moveTo>
                  <a:pt x="18376" y="635000"/>
                </a:moveTo>
                <a:lnTo>
                  <a:pt x="18427" y="622300"/>
                </a:lnTo>
                <a:lnTo>
                  <a:pt x="19850" y="622300"/>
                </a:lnTo>
                <a:lnTo>
                  <a:pt x="18376" y="635000"/>
                </a:lnTo>
                <a:close/>
              </a:path>
              <a:path w="3012440" h="1587500">
                <a:moveTo>
                  <a:pt x="15049" y="647700"/>
                </a:moveTo>
                <a:lnTo>
                  <a:pt x="1701" y="647700"/>
                </a:lnTo>
                <a:lnTo>
                  <a:pt x="2565" y="635000"/>
                </a:lnTo>
                <a:lnTo>
                  <a:pt x="16052" y="635000"/>
                </a:lnTo>
                <a:lnTo>
                  <a:pt x="15049" y="647700"/>
                </a:lnTo>
                <a:close/>
              </a:path>
              <a:path w="3012440" h="1587500">
                <a:moveTo>
                  <a:pt x="2952673" y="647700"/>
                </a:moveTo>
                <a:lnTo>
                  <a:pt x="2938030" y="647700"/>
                </a:lnTo>
                <a:lnTo>
                  <a:pt x="2933242" y="635000"/>
                </a:lnTo>
                <a:lnTo>
                  <a:pt x="2947962" y="635000"/>
                </a:lnTo>
                <a:lnTo>
                  <a:pt x="2952673" y="647700"/>
                </a:lnTo>
                <a:close/>
              </a:path>
              <a:path w="3012440" h="1587500">
                <a:moveTo>
                  <a:pt x="13157" y="660400"/>
                </a:moveTo>
                <a:lnTo>
                  <a:pt x="507" y="660400"/>
                </a:lnTo>
                <a:lnTo>
                  <a:pt x="1015" y="647700"/>
                </a:lnTo>
                <a:lnTo>
                  <a:pt x="13652" y="647700"/>
                </a:lnTo>
                <a:lnTo>
                  <a:pt x="13157" y="660400"/>
                </a:lnTo>
                <a:close/>
              </a:path>
              <a:path w="3012440" h="1587500">
                <a:moveTo>
                  <a:pt x="2961614" y="660400"/>
                </a:moveTo>
                <a:lnTo>
                  <a:pt x="2946946" y="660400"/>
                </a:lnTo>
                <a:lnTo>
                  <a:pt x="2942475" y="647700"/>
                </a:lnTo>
                <a:lnTo>
                  <a:pt x="2957233" y="647700"/>
                </a:lnTo>
                <a:lnTo>
                  <a:pt x="2961614" y="660400"/>
                </a:lnTo>
                <a:close/>
              </a:path>
              <a:path w="3012440" h="1587500">
                <a:moveTo>
                  <a:pt x="12700" y="673100"/>
                </a:moveTo>
                <a:lnTo>
                  <a:pt x="0" y="673100"/>
                </a:lnTo>
                <a:lnTo>
                  <a:pt x="165" y="660400"/>
                </a:lnTo>
                <a:lnTo>
                  <a:pt x="12852" y="660400"/>
                </a:lnTo>
                <a:lnTo>
                  <a:pt x="12700" y="673100"/>
                </a:lnTo>
                <a:close/>
              </a:path>
              <a:path w="3012440" h="1587500">
                <a:moveTo>
                  <a:pt x="2969882" y="673100"/>
                </a:moveTo>
                <a:lnTo>
                  <a:pt x="2955213" y="673100"/>
                </a:lnTo>
                <a:lnTo>
                  <a:pt x="2951086" y="660400"/>
                </a:lnTo>
                <a:lnTo>
                  <a:pt x="2965830" y="660400"/>
                </a:lnTo>
                <a:lnTo>
                  <a:pt x="2969882" y="673100"/>
                </a:lnTo>
                <a:close/>
              </a:path>
              <a:path w="3012440" h="1587500">
                <a:moveTo>
                  <a:pt x="15379" y="698500"/>
                </a:moveTo>
                <a:lnTo>
                  <a:pt x="1638" y="698500"/>
                </a:lnTo>
                <a:lnTo>
                  <a:pt x="736" y="685800"/>
                </a:lnTo>
                <a:lnTo>
                  <a:pt x="190" y="673100"/>
                </a:lnTo>
                <a:lnTo>
                  <a:pt x="12865" y="673100"/>
                </a:lnTo>
                <a:lnTo>
                  <a:pt x="13398" y="685800"/>
                </a:lnTo>
                <a:lnTo>
                  <a:pt x="14185" y="685800"/>
                </a:lnTo>
                <a:lnTo>
                  <a:pt x="15379" y="698500"/>
                </a:lnTo>
                <a:close/>
              </a:path>
              <a:path w="3012440" h="1587500">
                <a:moveTo>
                  <a:pt x="2977464" y="685800"/>
                </a:moveTo>
                <a:lnTo>
                  <a:pt x="2962833" y="685800"/>
                </a:lnTo>
                <a:lnTo>
                  <a:pt x="2959023" y="673100"/>
                </a:lnTo>
                <a:lnTo>
                  <a:pt x="2973755" y="673100"/>
                </a:lnTo>
                <a:lnTo>
                  <a:pt x="2977464" y="685800"/>
                </a:lnTo>
                <a:close/>
              </a:path>
              <a:path w="3012440" h="1587500">
                <a:moveTo>
                  <a:pt x="2984347" y="698500"/>
                </a:moveTo>
                <a:lnTo>
                  <a:pt x="2969768" y="698500"/>
                </a:lnTo>
                <a:lnTo>
                  <a:pt x="2966300" y="685800"/>
                </a:lnTo>
                <a:lnTo>
                  <a:pt x="2980994" y="685800"/>
                </a:lnTo>
                <a:lnTo>
                  <a:pt x="2984347" y="698500"/>
                </a:lnTo>
                <a:close/>
              </a:path>
              <a:path w="3012440" h="1587500">
                <a:moveTo>
                  <a:pt x="16852" y="711200"/>
                </a:moveTo>
                <a:lnTo>
                  <a:pt x="4457" y="711200"/>
                </a:lnTo>
                <a:lnTo>
                  <a:pt x="2870" y="698500"/>
                </a:lnTo>
                <a:lnTo>
                  <a:pt x="15328" y="698500"/>
                </a:lnTo>
                <a:lnTo>
                  <a:pt x="16852" y="711200"/>
                </a:lnTo>
                <a:close/>
              </a:path>
              <a:path w="3012440" h="1587500">
                <a:moveTo>
                  <a:pt x="2990519" y="711200"/>
                </a:moveTo>
                <a:lnTo>
                  <a:pt x="2976003" y="711200"/>
                </a:lnTo>
                <a:lnTo>
                  <a:pt x="2972904" y="698500"/>
                </a:lnTo>
                <a:lnTo>
                  <a:pt x="2987522" y="698500"/>
                </a:lnTo>
                <a:lnTo>
                  <a:pt x="2990519" y="711200"/>
                </a:lnTo>
                <a:close/>
              </a:path>
              <a:path w="3012440" h="1587500">
                <a:moveTo>
                  <a:pt x="25780" y="736600"/>
                </a:moveTo>
                <a:lnTo>
                  <a:pt x="11163" y="736600"/>
                </a:lnTo>
                <a:lnTo>
                  <a:pt x="8610" y="723900"/>
                </a:lnTo>
                <a:lnTo>
                  <a:pt x="6375" y="711200"/>
                </a:lnTo>
                <a:lnTo>
                  <a:pt x="18554" y="711200"/>
                </a:lnTo>
                <a:lnTo>
                  <a:pt x="20713" y="723900"/>
                </a:lnTo>
                <a:lnTo>
                  <a:pt x="23012" y="723900"/>
                </a:lnTo>
                <a:lnTo>
                  <a:pt x="25780" y="736600"/>
                </a:lnTo>
                <a:close/>
              </a:path>
              <a:path w="3012440" h="1587500">
                <a:moveTo>
                  <a:pt x="2995942" y="723900"/>
                </a:moveTo>
                <a:lnTo>
                  <a:pt x="2981540" y="723900"/>
                </a:lnTo>
                <a:lnTo>
                  <a:pt x="2978797" y="711200"/>
                </a:lnTo>
                <a:lnTo>
                  <a:pt x="2993326" y="711200"/>
                </a:lnTo>
                <a:lnTo>
                  <a:pt x="2995942" y="723900"/>
                </a:lnTo>
                <a:close/>
              </a:path>
              <a:path w="3012440" h="1587500">
                <a:moveTo>
                  <a:pt x="3000616" y="736600"/>
                </a:moveTo>
                <a:lnTo>
                  <a:pt x="2986354" y="736600"/>
                </a:lnTo>
                <a:lnTo>
                  <a:pt x="2983979" y="723900"/>
                </a:lnTo>
                <a:lnTo>
                  <a:pt x="2998368" y="723900"/>
                </a:lnTo>
                <a:lnTo>
                  <a:pt x="3000616" y="736600"/>
                </a:lnTo>
                <a:close/>
              </a:path>
              <a:path w="3012440" h="1587500">
                <a:moveTo>
                  <a:pt x="32003" y="749300"/>
                </a:moveTo>
                <a:lnTo>
                  <a:pt x="17221" y="749300"/>
                </a:lnTo>
                <a:lnTo>
                  <a:pt x="14033" y="736600"/>
                </a:lnTo>
                <a:lnTo>
                  <a:pt x="28638" y="736600"/>
                </a:lnTo>
                <a:lnTo>
                  <a:pt x="32003" y="749300"/>
                </a:lnTo>
                <a:close/>
              </a:path>
              <a:path w="3012440" h="1587500">
                <a:moveTo>
                  <a:pt x="3006166" y="762000"/>
                </a:moveTo>
                <a:lnTo>
                  <a:pt x="2993771" y="762000"/>
                </a:lnTo>
                <a:lnTo>
                  <a:pt x="2992158" y="749300"/>
                </a:lnTo>
                <a:lnTo>
                  <a:pt x="2990443" y="749300"/>
                </a:lnTo>
                <a:lnTo>
                  <a:pt x="2988436" y="736600"/>
                </a:lnTo>
                <a:lnTo>
                  <a:pt x="3002660" y="736600"/>
                </a:lnTo>
                <a:lnTo>
                  <a:pt x="3004502" y="749300"/>
                </a:lnTo>
                <a:lnTo>
                  <a:pt x="3006166" y="762000"/>
                </a:lnTo>
                <a:close/>
              </a:path>
              <a:path w="3012440" h="1587500">
                <a:moveTo>
                  <a:pt x="39357" y="762000"/>
                </a:moveTo>
                <a:lnTo>
                  <a:pt x="24472" y="762000"/>
                </a:lnTo>
                <a:lnTo>
                  <a:pt x="20700" y="749300"/>
                </a:lnTo>
                <a:lnTo>
                  <a:pt x="35420" y="749300"/>
                </a:lnTo>
                <a:lnTo>
                  <a:pt x="39357" y="762000"/>
                </a:lnTo>
                <a:close/>
              </a:path>
              <a:path w="3012440" h="1587500">
                <a:moveTo>
                  <a:pt x="47802" y="774700"/>
                </a:moveTo>
                <a:lnTo>
                  <a:pt x="32880" y="774700"/>
                </a:lnTo>
                <a:lnTo>
                  <a:pt x="28536" y="762000"/>
                </a:lnTo>
                <a:lnTo>
                  <a:pt x="43319" y="762000"/>
                </a:lnTo>
                <a:lnTo>
                  <a:pt x="47802" y="774700"/>
                </a:lnTo>
                <a:close/>
              </a:path>
              <a:path w="3012440" h="1587500">
                <a:moveTo>
                  <a:pt x="3008858" y="774700"/>
                </a:moveTo>
                <a:lnTo>
                  <a:pt x="2996336" y="774700"/>
                </a:lnTo>
                <a:lnTo>
                  <a:pt x="2995117" y="762000"/>
                </a:lnTo>
                <a:lnTo>
                  <a:pt x="3007613" y="762000"/>
                </a:lnTo>
                <a:lnTo>
                  <a:pt x="3008858" y="774700"/>
                </a:lnTo>
                <a:close/>
              </a:path>
              <a:path w="3012440" h="1587500">
                <a:moveTo>
                  <a:pt x="57302" y="787400"/>
                </a:moveTo>
                <a:lnTo>
                  <a:pt x="42392" y="787400"/>
                </a:lnTo>
                <a:lnTo>
                  <a:pt x="37503" y="774700"/>
                </a:lnTo>
                <a:lnTo>
                  <a:pt x="52285" y="774700"/>
                </a:lnTo>
                <a:lnTo>
                  <a:pt x="57302" y="787400"/>
                </a:lnTo>
                <a:close/>
              </a:path>
              <a:path w="3012440" h="1587500">
                <a:moveTo>
                  <a:pt x="3010750" y="787400"/>
                </a:moveTo>
                <a:lnTo>
                  <a:pt x="2998127" y="787400"/>
                </a:lnTo>
                <a:lnTo>
                  <a:pt x="2997301" y="774700"/>
                </a:lnTo>
                <a:lnTo>
                  <a:pt x="3009912" y="774700"/>
                </a:lnTo>
                <a:lnTo>
                  <a:pt x="3010750" y="787400"/>
                </a:lnTo>
                <a:close/>
              </a:path>
              <a:path w="3012440" h="1587500">
                <a:moveTo>
                  <a:pt x="67805" y="800100"/>
                </a:moveTo>
                <a:lnTo>
                  <a:pt x="52971" y="800100"/>
                </a:lnTo>
                <a:lnTo>
                  <a:pt x="47548" y="787400"/>
                </a:lnTo>
                <a:lnTo>
                  <a:pt x="62293" y="787400"/>
                </a:lnTo>
                <a:lnTo>
                  <a:pt x="67805" y="800100"/>
                </a:lnTo>
                <a:close/>
              </a:path>
              <a:path w="3012440" h="1587500">
                <a:moveTo>
                  <a:pt x="2998724" y="800100"/>
                </a:moveTo>
                <a:lnTo>
                  <a:pt x="2998101" y="787400"/>
                </a:lnTo>
                <a:lnTo>
                  <a:pt x="2998711" y="787400"/>
                </a:lnTo>
                <a:lnTo>
                  <a:pt x="2998724" y="800100"/>
                </a:lnTo>
                <a:close/>
              </a:path>
              <a:path w="3012440" h="1587500">
                <a:moveTo>
                  <a:pt x="3011766" y="825500"/>
                </a:moveTo>
                <a:lnTo>
                  <a:pt x="2999079" y="825500"/>
                </a:lnTo>
                <a:lnTo>
                  <a:pt x="2999295" y="812800"/>
                </a:lnTo>
                <a:lnTo>
                  <a:pt x="2999104" y="800100"/>
                </a:lnTo>
                <a:lnTo>
                  <a:pt x="2998711" y="787400"/>
                </a:lnTo>
                <a:lnTo>
                  <a:pt x="3011385" y="787400"/>
                </a:lnTo>
                <a:lnTo>
                  <a:pt x="3011792" y="800100"/>
                </a:lnTo>
                <a:lnTo>
                  <a:pt x="3012008" y="812800"/>
                </a:lnTo>
                <a:lnTo>
                  <a:pt x="3011766" y="825500"/>
                </a:lnTo>
                <a:close/>
              </a:path>
              <a:path w="3012440" h="1587500">
                <a:moveTo>
                  <a:pt x="85382" y="812800"/>
                </a:moveTo>
                <a:lnTo>
                  <a:pt x="64554" y="812800"/>
                </a:lnTo>
                <a:lnTo>
                  <a:pt x="58635" y="800100"/>
                </a:lnTo>
                <a:lnTo>
                  <a:pt x="79146" y="800100"/>
                </a:lnTo>
                <a:lnTo>
                  <a:pt x="85382" y="812800"/>
                </a:lnTo>
                <a:close/>
              </a:path>
              <a:path w="3012440" h="1587500">
                <a:moveTo>
                  <a:pt x="98259" y="825500"/>
                </a:moveTo>
                <a:lnTo>
                  <a:pt x="77101" y="825500"/>
                </a:lnTo>
                <a:lnTo>
                  <a:pt x="70713" y="812800"/>
                </a:lnTo>
                <a:lnTo>
                  <a:pt x="91554" y="812800"/>
                </a:lnTo>
                <a:lnTo>
                  <a:pt x="98259" y="825500"/>
                </a:lnTo>
                <a:close/>
              </a:path>
              <a:path w="3012440" h="1587500">
                <a:moveTo>
                  <a:pt x="119176" y="838200"/>
                </a:moveTo>
                <a:lnTo>
                  <a:pt x="97624" y="838200"/>
                </a:lnTo>
                <a:lnTo>
                  <a:pt x="90563" y="825500"/>
                </a:lnTo>
                <a:lnTo>
                  <a:pt x="111836" y="825500"/>
                </a:lnTo>
                <a:lnTo>
                  <a:pt x="119176" y="838200"/>
                </a:lnTo>
                <a:close/>
              </a:path>
              <a:path w="3012440" h="1587500">
                <a:moveTo>
                  <a:pt x="3009493" y="850900"/>
                </a:moveTo>
                <a:lnTo>
                  <a:pt x="2996907" y="850900"/>
                </a:lnTo>
                <a:lnTo>
                  <a:pt x="2997898" y="838200"/>
                </a:lnTo>
                <a:lnTo>
                  <a:pt x="2998609" y="825500"/>
                </a:lnTo>
                <a:lnTo>
                  <a:pt x="3011271" y="825500"/>
                </a:lnTo>
                <a:lnTo>
                  <a:pt x="3010509" y="838200"/>
                </a:lnTo>
                <a:lnTo>
                  <a:pt x="3009493" y="850900"/>
                </a:lnTo>
                <a:close/>
              </a:path>
              <a:path w="3012440" h="1587500">
                <a:moveTo>
                  <a:pt x="141909" y="850900"/>
                </a:moveTo>
                <a:lnTo>
                  <a:pt x="112394" y="850900"/>
                </a:lnTo>
                <a:lnTo>
                  <a:pt x="104901" y="838200"/>
                </a:lnTo>
                <a:lnTo>
                  <a:pt x="133985" y="838200"/>
                </a:lnTo>
                <a:lnTo>
                  <a:pt x="141909" y="850900"/>
                </a:lnTo>
                <a:close/>
              </a:path>
              <a:path w="3012440" h="1587500">
                <a:moveTo>
                  <a:pt x="134917" y="861849"/>
                </a:moveTo>
                <a:lnTo>
                  <a:pt x="127965" y="850900"/>
                </a:lnTo>
                <a:lnTo>
                  <a:pt x="143294" y="850900"/>
                </a:lnTo>
                <a:lnTo>
                  <a:pt x="134917" y="861849"/>
                </a:lnTo>
                <a:close/>
              </a:path>
              <a:path w="3012440" h="1587500">
                <a:moveTo>
                  <a:pt x="144221" y="863600"/>
                </a:moveTo>
                <a:lnTo>
                  <a:pt x="136029" y="863600"/>
                </a:lnTo>
                <a:lnTo>
                  <a:pt x="134917" y="861849"/>
                </a:lnTo>
                <a:lnTo>
                  <a:pt x="143294" y="850900"/>
                </a:lnTo>
                <a:lnTo>
                  <a:pt x="144221" y="863600"/>
                </a:lnTo>
                <a:close/>
              </a:path>
              <a:path w="3012440" h="1587500">
                <a:moveTo>
                  <a:pt x="123875" y="889000"/>
                </a:moveTo>
                <a:lnTo>
                  <a:pt x="106959" y="889000"/>
                </a:lnTo>
                <a:lnTo>
                  <a:pt x="115341" y="876300"/>
                </a:lnTo>
                <a:lnTo>
                  <a:pt x="124218" y="863600"/>
                </a:lnTo>
                <a:lnTo>
                  <a:pt x="144221" y="863600"/>
                </a:lnTo>
                <a:lnTo>
                  <a:pt x="143294" y="850900"/>
                </a:lnTo>
                <a:lnTo>
                  <a:pt x="159219" y="850900"/>
                </a:lnTo>
                <a:lnTo>
                  <a:pt x="141198" y="876300"/>
                </a:lnTo>
                <a:lnTo>
                  <a:pt x="132524" y="876300"/>
                </a:lnTo>
                <a:lnTo>
                  <a:pt x="123875" y="889000"/>
                </a:lnTo>
                <a:close/>
              </a:path>
              <a:path w="3012440" h="1587500">
                <a:moveTo>
                  <a:pt x="3004947" y="876300"/>
                </a:moveTo>
                <a:lnTo>
                  <a:pt x="2990672" y="876300"/>
                </a:lnTo>
                <a:lnTo>
                  <a:pt x="2992628" y="863600"/>
                </a:lnTo>
                <a:lnTo>
                  <a:pt x="2994253" y="863600"/>
                </a:lnTo>
                <a:lnTo>
                  <a:pt x="2995739" y="850900"/>
                </a:lnTo>
                <a:lnTo>
                  <a:pt x="3008236" y="850900"/>
                </a:lnTo>
                <a:lnTo>
                  <a:pt x="3006712" y="863600"/>
                </a:lnTo>
                <a:lnTo>
                  <a:pt x="3004947" y="876300"/>
                </a:lnTo>
                <a:close/>
              </a:path>
              <a:path w="3012440" h="1587500">
                <a:moveTo>
                  <a:pt x="136029" y="863600"/>
                </a:moveTo>
                <a:lnTo>
                  <a:pt x="133578" y="863600"/>
                </a:lnTo>
                <a:lnTo>
                  <a:pt x="134917" y="861849"/>
                </a:lnTo>
                <a:lnTo>
                  <a:pt x="136029" y="863600"/>
                </a:lnTo>
                <a:close/>
              </a:path>
              <a:path w="3012440" h="1587500">
                <a:moveTo>
                  <a:pt x="3000705" y="889000"/>
                </a:moveTo>
                <a:lnTo>
                  <a:pt x="2986163" y="889000"/>
                </a:lnTo>
                <a:lnTo>
                  <a:pt x="2988589" y="876300"/>
                </a:lnTo>
                <a:lnTo>
                  <a:pt x="3002953" y="876300"/>
                </a:lnTo>
                <a:lnTo>
                  <a:pt x="3000705" y="889000"/>
                </a:lnTo>
                <a:close/>
              </a:path>
              <a:path w="3012440" h="1587500">
                <a:moveTo>
                  <a:pt x="101650" y="914400"/>
                </a:moveTo>
                <a:lnTo>
                  <a:pt x="85013" y="914400"/>
                </a:lnTo>
                <a:lnTo>
                  <a:pt x="91782" y="901700"/>
                </a:lnTo>
                <a:lnTo>
                  <a:pt x="99098" y="889000"/>
                </a:lnTo>
                <a:lnTo>
                  <a:pt x="116166" y="889000"/>
                </a:lnTo>
                <a:lnTo>
                  <a:pt x="108534" y="901700"/>
                </a:lnTo>
                <a:lnTo>
                  <a:pt x="108750" y="901700"/>
                </a:lnTo>
                <a:lnTo>
                  <a:pt x="101650" y="914400"/>
                </a:lnTo>
                <a:close/>
              </a:path>
              <a:path w="3012440" h="1587500">
                <a:moveTo>
                  <a:pt x="2992564" y="914400"/>
                </a:moveTo>
                <a:lnTo>
                  <a:pt x="2977743" y="914400"/>
                </a:lnTo>
                <a:lnTo>
                  <a:pt x="2980842" y="901700"/>
                </a:lnTo>
                <a:lnTo>
                  <a:pt x="2983585" y="901700"/>
                </a:lnTo>
                <a:lnTo>
                  <a:pt x="2986227" y="889000"/>
                </a:lnTo>
                <a:lnTo>
                  <a:pt x="2998216" y="889000"/>
                </a:lnTo>
                <a:lnTo>
                  <a:pt x="2995510" y="901700"/>
                </a:lnTo>
                <a:lnTo>
                  <a:pt x="2992564" y="914400"/>
                </a:lnTo>
                <a:close/>
              </a:path>
              <a:path w="3012440" h="1587500">
                <a:moveTo>
                  <a:pt x="84302" y="939800"/>
                </a:moveTo>
                <a:lnTo>
                  <a:pt x="70662" y="939800"/>
                </a:lnTo>
                <a:lnTo>
                  <a:pt x="73253" y="927100"/>
                </a:lnTo>
                <a:lnTo>
                  <a:pt x="78828" y="914400"/>
                </a:lnTo>
                <a:lnTo>
                  <a:pt x="95503" y="914400"/>
                </a:lnTo>
                <a:lnTo>
                  <a:pt x="89509" y="927100"/>
                </a:lnTo>
                <a:lnTo>
                  <a:pt x="89712" y="927100"/>
                </a:lnTo>
                <a:lnTo>
                  <a:pt x="84302" y="939800"/>
                </a:lnTo>
                <a:close/>
              </a:path>
              <a:path w="3012440" h="1587500">
                <a:moveTo>
                  <a:pt x="2985985" y="927100"/>
                </a:moveTo>
                <a:lnTo>
                  <a:pt x="2971050" y="927100"/>
                </a:lnTo>
                <a:lnTo>
                  <a:pt x="2974581" y="914400"/>
                </a:lnTo>
                <a:lnTo>
                  <a:pt x="2989389" y="914400"/>
                </a:lnTo>
                <a:lnTo>
                  <a:pt x="2985985" y="927100"/>
                </a:lnTo>
                <a:close/>
              </a:path>
              <a:path w="3012440" h="1587500">
                <a:moveTo>
                  <a:pt x="2978530" y="939800"/>
                </a:moveTo>
                <a:lnTo>
                  <a:pt x="2963506" y="939800"/>
                </a:lnTo>
                <a:lnTo>
                  <a:pt x="2967469" y="927100"/>
                </a:lnTo>
                <a:lnTo>
                  <a:pt x="2982366" y="927100"/>
                </a:lnTo>
                <a:lnTo>
                  <a:pt x="2978530" y="939800"/>
                </a:lnTo>
                <a:close/>
              </a:path>
              <a:path w="3012440" h="1587500">
                <a:moveTo>
                  <a:pt x="77622" y="952500"/>
                </a:moveTo>
                <a:lnTo>
                  <a:pt x="63906" y="952500"/>
                </a:lnTo>
                <a:lnTo>
                  <a:pt x="66001" y="939800"/>
                </a:lnTo>
                <a:lnTo>
                  <a:pt x="79794" y="939800"/>
                </a:lnTo>
                <a:lnTo>
                  <a:pt x="77622" y="952500"/>
                </a:lnTo>
                <a:close/>
              </a:path>
              <a:path w="3012440" h="1587500">
                <a:moveTo>
                  <a:pt x="2965754" y="965200"/>
                </a:moveTo>
                <a:lnTo>
                  <a:pt x="2945968" y="965200"/>
                </a:lnTo>
                <a:lnTo>
                  <a:pt x="2950756" y="952500"/>
                </a:lnTo>
                <a:lnTo>
                  <a:pt x="2955137" y="952500"/>
                </a:lnTo>
                <a:lnTo>
                  <a:pt x="2959519" y="939800"/>
                </a:lnTo>
                <a:lnTo>
                  <a:pt x="2974479" y="939800"/>
                </a:lnTo>
                <a:lnTo>
                  <a:pt x="2970225" y="952500"/>
                </a:lnTo>
                <a:lnTo>
                  <a:pt x="2965754" y="965200"/>
                </a:lnTo>
                <a:close/>
              </a:path>
              <a:path w="3012440" h="1587500">
                <a:moveTo>
                  <a:pt x="72275" y="965200"/>
                </a:moveTo>
                <a:lnTo>
                  <a:pt x="60210" y="965200"/>
                </a:lnTo>
                <a:lnTo>
                  <a:pt x="61975" y="952500"/>
                </a:lnTo>
                <a:lnTo>
                  <a:pt x="73977" y="952500"/>
                </a:lnTo>
                <a:lnTo>
                  <a:pt x="72275" y="965200"/>
                </a:lnTo>
                <a:close/>
              </a:path>
              <a:path w="3012440" h="1587500">
                <a:moveTo>
                  <a:pt x="69494" y="977900"/>
                </a:moveTo>
                <a:lnTo>
                  <a:pt x="55943" y="977900"/>
                </a:lnTo>
                <a:lnTo>
                  <a:pt x="57200" y="965200"/>
                </a:lnTo>
                <a:lnTo>
                  <a:pt x="70865" y="965200"/>
                </a:lnTo>
                <a:lnTo>
                  <a:pt x="69494" y="977900"/>
                </a:lnTo>
                <a:close/>
              </a:path>
              <a:path w="3012440" h="1587500">
                <a:moveTo>
                  <a:pt x="2956204" y="977900"/>
                </a:moveTo>
                <a:lnTo>
                  <a:pt x="2936024" y="977900"/>
                </a:lnTo>
                <a:lnTo>
                  <a:pt x="2941205" y="965200"/>
                </a:lnTo>
                <a:lnTo>
                  <a:pt x="2961081" y="965200"/>
                </a:lnTo>
                <a:lnTo>
                  <a:pt x="2956204" y="977900"/>
                </a:lnTo>
                <a:close/>
              </a:path>
              <a:path w="3012440" h="1587500">
                <a:moveTo>
                  <a:pt x="66535" y="990600"/>
                </a:moveTo>
                <a:lnTo>
                  <a:pt x="53987" y="990600"/>
                </a:lnTo>
                <a:lnTo>
                  <a:pt x="54876" y="977900"/>
                </a:lnTo>
                <a:lnTo>
                  <a:pt x="67386" y="977900"/>
                </a:lnTo>
                <a:lnTo>
                  <a:pt x="66535" y="990600"/>
                </a:lnTo>
                <a:close/>
              </a:path>
              <a:path w="3012440" h="1587500">
                <a:moveTo>
                  <a:pt x="2945853" y="990600"/>
                </a:moveTo>
                <a:lnTo>
                  <a:pt x="2925330" y="990600"/>
                </a:lnTo>
                <a:lnTo>
                  <a:pt x="2930880" y="977900"/>
                </a:lnTo>
                <a:lnTo>
                  <a:pt x="2951124" y="977900"/>
                </a:lnTo>
                <a:lnTo>
                  <a:pt x="2945853" y="990600"/>
                </a:lnTo>
                <a:close/>
              </a:path>
              <a:path w="3012440" h="1587500">
                <a:moveTo>
                  <a:pt x="65392" y="1003300"/>
                </a:moveTo>
                <a:lnTo>
                  <a:pt x="52743" y="1003300"/>
                </a:lnTo>
                <a:lnTo>
                  <a:pt x="53263" y="990600"/>
                </a:lnTo>
                <a:lnTo>
                  <a:pt x="65900" y="990600"/>
                </a:lnTo>
                <a:lnTo>
                  <a:pt x="65392" y="1003300"/>
                </a:lnTo>
                <a:close/>
              </a:path>
              <a:path w="3012440" h="1587500">
                <a:moveTo>
                  <a:pt x="2934741" y="1003300"/>
                </a:moveTo>
                <a:lnTo>
                  <a:pt x="2913887" y="1003300"/>
                </a:lnTo>
                <a:lnTo>
                  <a:pt x="2919806" y="990600"/>
                </a:lnTo>
                <a:lnTo>
                  <a:pt x="2940392" y="990600"/>
                </a:lnTo>
                <a:lnTo>
                  <a:pt x="2934741" y="1003300"/>
                </a:lnTo>
                <a:close/>
              </a:path>
              <a:path w="3012440" h="1587500">
                <a:moveTo>
                  <a:pt x="64973" y="1016000"/>
                </a:moveTo>
                <a:lnTo>
                  <a:pt x="52273" y="1016000"/>
                </a:lnTo>
                <a:lnTo>
                  <a:pt x="52235" y="1003300"/>
                </a:lnTo>
                <a:lnTo>
                  <a:pt x="64935" y="1003300"/>
                </a:lnTo>
                <a:lnTo>
                  <a:pt x="64973" y="1016000"/>
                </a:lnTo>
                <a:close/>
              </a:path>
              <a:path w="3012440" h="1587500">
                <a:moveTo>
                  <a:pt x="2922879" y="1016000"/>
                </a:moveTo>
                <a:lnTo>
                  <a:pt x="2901734" y="1016000"/>
                </a:lnTo>
                <a:lnTo>
                  <a:pt x="2908007" y="1003300"/>
                </a:lnTo>
                <a:lnTo>
                  <a:pt x="2928899" y="1003300"/>
                </a:lnTo>
                <a:lnTo>
                  <a:pt x="2922879" y="1016000"/>
                </a:lnTo>
                <a:close/>
              </a:path>
              <a:path w="3012440" h="1587500">
                <a:moveTo>
                  <a:pt x="65633" y="1028700"/>
                </a:moveTo>
                <a:lnTo>
                  <a:pt x="52971" y="1028700"/>
                </a:lnTo>
                <a:lnTo>
                  <a:pt x="52527" y="1016000"/>
                </a:lnTo>
                <a:lnTo>
                  <a:pt x="65201" y="1016000"/>
                </a:lnTo>
                <a:lnTo>
                  <a:pt x="65633" y="1028700"/>
                </a:lnTo>
                <a:close/>
              </a:path>
              <a:path w="3012440" h="1587500">
                <a:moveTo>
                  <a:pt x="2910293" y="1028700"/>
                </a:moveTo>
                <a:lnTo>
                  <a:pt x="2888894" y="1028700"/>
                </a:lnTo>
                <a:lnTo>
                  <a:pt x="2895511" y="1016000"/>
                </a:lnTo>
                <a:lnTo>
                  <a:pt x="2916669" y="1016000"/>
                </a:lnTo>
                <a:lnTo>
                  <a:pt x="2910293" y="1028700"/>
                </a:lnTo>
                <a:close/>
              </a:path>
              <a:path w="3012440" h="1587500">
                <a:moveTo>
                  <a:pt x="67005" y="1041400"/>
                </a:moveTo>
                <a:lnTo>
                  <a:pt x="54470" y="1041400"/>
                </a:lnTo>
                <a:lnTo>
                  <a:pt x="53619" y="1028700"/>
                </a:lnTo>
                <a:lnTo>
                  <a:pt x="66205" y="1028700"/>
                </a:lnTo>
                <a:lnTo>
                  <a:pt x="67005" y="1041400"/>
                </a:lnTo>
                <a:close/>
              </a:path>
              <a:path w="3012440" h="1587500">
                <a:moveTo>
                  <a:pt x="2890126" y="1041400"/>
                </a:moveTo>
                <a:lnTo>
                  <a:pt x="2868383" y="1041400"/>
                </a:lnTo>
                <a:lnTo>
                  <a:pt x="2875495" y="1028700"/>
                </a:lnTo>
                <a:lnTo>
                  <a:pt x="2897009" y="1028700"/>
                </a:lnTo>
                <a:lnTo>
                  <a:pt x="2890126" y="1041400"/>
                </a:lnTo>
                <a:close/>
              </a:path>
              <a:path w="3012440" h="1587500">
                <a:moveTo>
                  <a:pt x="70421" y="1054100"/>
                </a:moveTo>
                <a:lnTo>
                  <a:pt x="56730" y="1054100"/>
                </a:lnTo>
                <a:lnTo>
                  <a:pt x="55499" y="1041400"/>
                </a:lnTo>
                <a:lnTo>
                  <a:pt x="69062" y="1041400"/>
                </a:lnTo>
                <a:lnTo>
                  <a:pt x="70421" y="1054100"/>
                </a:lnTo>
                <a:close/>
              </a:path>
              <a:path w="3012440" h="1587500">
                <a:moveTo>
                  <a:pt x="2875838" y="1054100"/>
                </a:moveTo>
                <a:lnTo>
                  <a:pt x="2853905" y="1054100"/>
                </a:lnTo>
                <a:lnTo>
                  <a:pt x="2861335" y="1041400"/>
                </a:lnTo>
                <a:lnTo>
                  <a:pt x="2883065" y="1041400"/>
                </a:lnTo>
                <a:lnTo>
                  <a:pt x="2875838" y="1054100"/>
                </a:lnTo>
                <a:close/>
              </a:path>
              <a:path w="3012440" h="1587500">
                <a:moveTo>
                  <a:pt x="73558" y="1066800"/>
                </a:moveTo>
                <a:lnTo>
                  <a:pt x="61518" y="1066800"/>
                </a:lnTo>
                <a:lnTo>
                  <a:pt x="59740" y="1054100"/>
                </a:lnTo>
                <a:lnTo>
                  <a:pt x="71843" y="1054100"/>
                </a:lnTo>
                <a:lnTo>
                  <a:pt x="73558" y="1066800"/>
                </a:lnTo>
                <a:close/>
              </a:path>
              <a:path w="3012440" h="1587500">
                <a:moveTo>
                  <a:pt x="2860929" y="1066800"/>
                </a:moveTo>
                <a:lnTo>
                  <a:pt x="2831045" y="1066800"/>
                </a:lnTo>
                <a:lnTo>
                  <a:pt x="2838919" y="1054100"/>
                </a:lnTo>
                <a:lnTo>
                  <a:pt x="2868460" y="1054100"/>
                </a:lnTo>
                <a:lnTo>
                  <a:pt x="2860929" y="1066800"/>
                </a:lnTo>
                <a:close/>
              </a:path>
              <a:path w="3012440" h="1587500">
                <a:moveTo>
                  <a:pt x="79540" y="1079500"/>
                </a:moveTo>
                <a:lnTo>
                  <a:pt x="65620" y="1079500"/>
                </a:lnTo>
                <a:lnTo>
                  <a:pt x="63487" y="1066800"/>
                </a:lnTo>
                <a:lnTo>
                  <a:pt x="77304" y="1066800"/>
                </a:lnTo>
                <a:lnTo>
                  <a:pt x="79540" y="1079500"/>
                </a:lnTo>
                <a:close/>
              </a:path>
              <a:path w="3012440" h="1587500">
                <a:moveTo>
                  <a:pt x="2837408" y="1079500"/>
                </a:moveTo>
                <a:lnTo>
                  <a:pt x="2806890" y="1079500"/>
                </a:lnTo>
                <a:lnTo>
                  <a:pt x="2815183" y="1066800"/>
                </a:lnTo>
                <a:lnTo>
                  <a:pt x="2845396" y="1066800"/>
                </a:lnTo>
                <a:lnTo>
                  <a:pt x="2837408" y="1079500"/>
                </a:lnTo>
                <a:close/>
              </a:path>
              <a:path w="3012440" h="1587500">
                <a:moveTo>
                  <a:pt x="84340" y="1092200"/>
                </a:moveTo>
                <a:lnTo>
                  <a:pt x="70421" y="1092200"/>
                </a:lnTo>
                <a:lnTo>
                  <a:pt x="67932" y="1079500"/>
                </a:lnTo>
                <a:lnTo>
                  <a:pt x="81775" y="1079500"/>
                </a:lnTo>
                <a:lnTo>
                  <a:pt x="84340" y="1092200"/>
                </a:lnTo>
                <a:close/>
              </a:path>
              <a:path w="3012440" h="1587500">
                <a:moveTo>
                  <a:pt x="86982" y="1092200"/>
                </a:moveTo>
                <a:lnTo>
                  <a:pt x="84340" y="1092200"/>
                </a:lnTo>
                <a:lnTo>
                  <a:pt x="84251" y="1079500"/>
                </a:lnTo>
                <a:lnTo>
                  <a:pt x="86982" y="1092200"/>
                </a:lnTo>
                <a:close/>
              </a:path>
              <a:path w="3012440" h="1587500">
                <a:moveTo>
                  <a:pt x="2812592" y="1092200"/>
                </a:moveTo>
                <a:lnTo>
                  <a:pt x="2781503" y="1092200"/>
                </a:lnTo>
                <a:lnTo>
                  <a:pt x="2790202" y="1079500"/>
                </a:lnTo>
                <a:lnTo>
                  <a:pt x="2821012" y="1079500"/>
                </a:lnTo>
                <a:lnTo>
                  <a:pt x="2812592" y="1092200"/>
                </a:lnTo>
                <a:close/>
              </a:path>
              <a:path w="3012440" h="1587500">
                <a:moveTo>
                  <a:pt x="102565" y="1117600"/>
                </a:moveTo>
                <a:lnTo>
                  <a:pt x="85331" y="1117600"/>
                </a:lnTo>
                <a:lnTo>
                  <a:pt x="78905" y="1104900"/>
                </a:lnTo>
                <a:lnTo>
                  <a:pt x="75895" y="1092200"/>
                </a:lnTo>
                <a:lnTo>
                  <a:pt x="89636" y="1092200"/>
                </a:lnTo>
                <a:lnTo>
                  <a:pt x="95897" y="1104900"/>
                </a:lnTo>
                <a:lnTo>
                  <a:pt x="95694" y="1104900"/>
                </a:lnTo>
                <a:lnTo>
                  <a:pt x="102565" y="1117600"/>
                </a:lnTo>
                <a:close/>
              </a:path>
              <a:path w="3012440" h="1587500">
                <a:moveTo>
                  <a:pt x="2786557" y="1104900"/>
                </a:moveTo>
                <a:lnTo>
                  <a:pt x="2754972" y="1104900"/>
                </a:lnTo>
                <a:lnTo>
                  <a:pt x="2764053" y="1092200"/>
                </a:lnTo>
                <a:lnTo>
                  <a:pt x="2795371" y="1092200"/>
                </a:lnTo>
                <a:lnTo>
                  <a:pt x="2786557" y="1104900"/>
                </a:lnTo>
                <a:close/>
              </a:path>
              <a:path w="3012440" h="1587500">
                <a:moveTo>
                  <a:pt x="2750083" y="1117600"/>
                </a:moveTo>
                <a:lnTo>
                  <a:pt x="2708427" y="1117600"/>
                </a:lnTo>
                <a:lnTo>
                  <a:pt x="2718066" y="1104900"/>
                </a:lnTo>
                <a:lnTo>
                  <a:pt x="2759379" y="1104900"/>
                </a:lnTo>
                <a:lnTo>
                  <a:pt x="2750083" y="1117600"/>
                </a:lnTo>
                <a:close/>
              </a:path>
              <a:path w="3012440" h="1587500">
                <a:moveTo>
                  <a:pt x="126047" y="1143000"/>
                </a:moveTo>
                <a:lnTo>
                  <a:pt x="108343" y="1143000"/>
                </a:lnTo>
                <a:lnTo>
                  <a:pt x="100075" y="1130300"/>
                </a:lnTo>
                <a:lnTo>
                  <a:pt x="92405" y="1117600"/>
                </a:lnTo>
                <a:lnTo>
                  <a:pt x="109613" y="1117600"/>
                </a:lnTo>
                <a:lnTo>
                  <a:pt x="117665" y="1130300"/>
                </a:lnTo>
                <a:lnTo>
                  <a:pt x="117436" y="1130300"/>
                </a:lnTo>
                <a:lnTo>
                  <a:pt x="126047" y="1143000"/>
                </a:lnTo>
                <a:close/>
              </a:path>
              <a:path w="3012440" h="1587500">
                <a:moveTo>
                  <a:pt x="2711754" y="1130300"/>
                </a:moveTo>
                <a:lnTo>
                  <a:pt x="2659278" y="1130300"/>
                </a:lnTo>
                <a:lnTo>
                  <a:pt x="2669400" y="1117600"/>
                </a:lnTo>
                <a:lnTo>
                  <a:pt x="2721495" y="1117600"/>
                </a:lnTo>
                <a:lnTo>
                  <a:pt x="2711754" y="1130300"/>
                </a:lnTo>
                <a:close/>
              </a:path>
              <a:path w="3012440" h="1587500">
                <a:moveTo>
                  <a:pt x="2661538" y="1143000"/>
                </a:moveTo>
                <a:lnTo>
                  <a:pt x="2580322" y="1143000"/>
                </a:lnTo>
                <a:lnTo>
                  <a:pt x="2581262" y="1130300"/>
                </a:lnTo>
                <a:lnTo>
                  <a:pt x="2671775" y="1130300"/>
                </a:lnTo>
                <a:lnTo>
                  <a:pt x="2661538" y="1143000"/>
                </a:lnTo>
                <a:close/>
              </a:path>
              <a:path w="3012440" h="1587500">
                <a:moveTo>
                  <a:pt x="154381" y="1168400"/>
                </a:moveTo>
                <a:lnTo>
                  <a:pt x="136436" y="1168400"/>
                </a:lnTo>
                <a:lnTo>
                  <a:pt x="126542" y="1155700"/>
                </a:lnTo>
                <a:lnTo>
                  <a:pt x="117170" y="1143000"/>
                </a:lnTo>
                <a:lnTo>
                  <a:pt x="134747" y="1143000"/>
                </a:lnTo>
                <a:lnTo>
                  <a:pt x="144424" y="1155700"/>
                </a:lnTo>
                <a:lnTo>
                  <a:pt x="144195" y="1155700"/>
                </a:lnTo>
                <a:lnTo>
                  <a:pt x="154381" y="1168400"/>
                </a:lnTo>
                <a:close/>
              </a:path>
              <a:path w="3012440" h="1587500">
                <a:moveTo>
                  <a:pt x="2591066" y="1168400"/>
                </a:moveTo>
                <a:lnTo>
                  <a:pt x="2577249" y="1168400"/>
                </a:lnTo>
                <a:lnTo>
                  <a:pt x="2578557" y="1155700"/>
                </a:lnTo>
                <a:lnTo>
                  <a:pt x="2579535" y="1155700"/>
                </a:lnTo>
                <a:lnTo>
                  <a:pt x="2580335" y="1143000"/>
                </a:lnTo>
                <a:lnTo>
                  <a:pt x="2592971" y="1143000"/>
                </a:lnTo>
                <a:lnTo>
                  <a:pt x="2592146" y="1155700"/>
                </a:lnTo>
                <a:lnTo>
                  <a:pt x="2591066" y="1168400"/>
                </a:lnTo>
                <a:close/>
              </a:path>
              <a:path w="3012440" h="1587500">
                <a:moveTo>
                  <a:pt x="198856" y="1193800"/>
                </a:moveTo>
                <a:lnTo>
                  <a:pt x="169087" y="1193800"/>
                </a:lnTo>
                <a:lnTo>
                  <a:pt x="157734" y="1181100"/>
                </a:lnTo>
                <a:lnTo>
                  <a:pt x="146837" y="1168400"/>
                </a:lnTo>
                <a:lnTo>
                  <a:pt x="164579" y="1168400"/>
                </a:lnTo>
                <a:lnTo>
                  <a:pt x="175717" y="1181100"/>
                </a:lnTo>
                <a:lnTo>
                  <a:pt x="186842" y="1181100"/>
                </a:lnTo>
                <a:lnTo>
                  <a:pt x="198856" y="1193800"/>
                </a:lnTo>
                <a:close/>
              </a:path>
              <a:path w="3012440" h="1587500">
                <a:moveTo>
                  <a:pt x="2588145" y="1181100"/>
                </a:moveTo>
                <a:lnTo>
                  <a:pt x="2574023" y="1181100"/>
                </a:lnTo>
                <a:lnTo>
                  <a:pt x="2575801" y="1168400"/>
                </a:lnTo>
                <a:lnTo>
                  <a:pt x="2589733" y="1168400"/>
                </a:lnTo>
                <a:lnTo>
                  <a:pt x="2588145" y="1181100"/>
                </a:lnTo>
                <a:close/>
              </a:path>
              <a:path w="3012440" h="1587500">
                <a:moveTo>
                  <a:pt x="2584221" y="1193800"/>
                </a:moveTo>
                <a:lnTo>
                  <a:pt x="2572054" y="1193800"/>
                </a:lnTo>
                <a:lnTo>
                  <a:pt x="2574074" y="1181100"/>
                </a:lnTo>
                <a:lnTo>
                  <a:pt x="2586304" y="1181100"/>
                </a:lnTo>
                <a:lnTo>
                  <a:pt x="2584221" y="1193800"/>
                </a:lnTo>
                <a:close/>
              </a:path>
              <a:path w="3012440" h="1587500">
                <a:moveTo>
                  <a:pt x="223647" y="1206500"/>
                </a:moveTo>
                <a:lnTo>
                  <a:pt x="193141" y="1206500"/>
                </a:lnTo>
                <a:lnTo>
                  <a:pt x="180898" y="1193800"/>
                </a:lnTo>
                <a:lnTo>
                  <a:pt x="210832" y="1193800"/>
                </a:lnTo>
                <a:lnTo>
                  <a:pt x="223647" y="1206500"/>
                </a:lnTo>
                <a:close/>
              </a:path>
              <a:path w="3012440" h="1587500">
                <a:moveTo>
                  <a:pt x="2576550" y="1219200"/>
                </a:moveTo>
                <a:lnTo>
                  <a:pt x="2561932" y="1219200"/>
                </a:lnTo>
                <a:lnTo>
                  <a:pt x="2564866" y="1206500"/>
                </a:lnTo>
                <a:lnTo>
                  <a:pt x="2567431" y="1206500"/>
                </a:lnTo>
                <a:lnTo>
                  <a:pt x="2569921" y="1193800"/>
                </a:lnTo>
                <a:lnTo>
                  <a:pt x="2581897" y="1193800"/>
                </a:lnTo>
                <a:lnTo>
                  <a:pt x="2579344" y="1206500"/>
                </a:lnTo>
                <a:lnTo>
                  <a:pt x="2576550" y="1219200"/>
                </a:lnTo>
                <a:close/>
              </a:path>
              <a:path w="3012440" h="1587500">
                <a:moveTo>
                  <a:pt x="263613" y="1219200"/>
                </a:moveTo>
                <a:lnTo>
                  <a:pt x="232270" y="1219200"/>
                </a:lnTo>
                <a:lnTo>
                  <a:pt x="218846" y="1206500"/>
                </a:lnTo>
                <a:lnTo>
                  <a:pt x="249720" y="1206500"/>
                </a:lnTo>
                <a:lnTo>
                  <a:pt x="263613" y="1219200"/>
                </a:lnTo>
                <a:close/>
              </a:path>
              <a:path w="3012440" h="1587500">
                <a:moveTo>
                  <a:pt x="328764" y="1231900"/>
                </a:moveTo>
                <a:lnTo>
                  <a:pt x="260172" y="1231900"/>
                </a:lnTo>
                <a:lnTo>
                  <a:pt x="246049" y="1219200"/>
                </a:lnTo>
                <a:lnTo>
                  <a:pt x="321144" y="1219200"/>
                </a:lnTo>
                <a:lnTo>
                  <a:pt x="328764" y="1231900"/>
                </a:lnTo>
                <a:close/>
              </a:path>
              <a:path w="3012440" h="1587500">
                <a:moveTo>
                  <a:pt x="2570264" y="1231900"/>
                </a:moveTo>
                <a:lnTo>
                  <a:pt x="2555544" y="1231900"/>
                </a:lnTo>
                <a:lnTo>
                  <a:pt x="2558935" y="1219200"/>
                </a:lnTo>
                <a:lnTo>
                  <a:pt x="2573515" y="1219200"/>
                </a:lnTo>
                <a:lnTo>
                  <a:pt x="2570264" y="1231900"/>
                </a:lnTo>
                <a:close/>
              </a:path>
              <a:path w="3012440" h="1587500">
                <a:moveTo>
                  <a:pt x="386930" y="1244600"/>
                </a:moveTo>
                <a:lnTo>
                  <a:pt x="327444" y="1244600"/>
                </a:lnTo>
                <a:lnTo>
                  <a:pt x="319697" y="1231900"/>
                </a:lnTo>
                <a:lnTo>
                  <a:pt x="381673" y="1231900"/>
                </a:lnTo>
                <a:lnTo>
                  <a:pt x="386930" y="1244600"/>
                </a:lnTo>
                <a:close/>
              </a:path>
              <a:path w="3012440" h="1587500">
                <a:moveTo>
                  <a:pt x="459447" y="1308100"/>
                </a:moveTo>
                <a:lnTo>
                  <a:pt x="439851" y="1308100"/>
                </a:lnTo>
                <a:lnTo>
                  <a:pt x="429018" y="1295400"/>
                </a:lnTo>
                <a:lnTo>
                  <a:pt x="399173" y="1257300"/>
                </a:lnTo>
                <a:lnTo>
                  <a:pt x="381673" y="1231900"/>
                </a:lnTo>
                <a:lnTo>
                  <a:pt x="389851" y="1231900"/>
                </a:lnTo>
                <a:lnTo>
                  <a:pt x="400240" y="1244600"/>
                </a:lnTo>
                <a:lnTo>
                  <a:pt x="400100" y="1244600"/>
                </a:lnTo>
                <a:lnTo>
                  <a:pt x="408978" y="1257300"/>
                </a:lnTo>
                <a:lnTo>
                  <a:pt x="418045" y="1257300"/>
                </a:lnTo>
                <a:lnTo>
                  <a:pt x="427850" y="1270000"/>
                </a:lnTo>
                <a:lnTo>
                  <a:pt x="427697" y="1270000"/>
                </a:lnTo>
                <a:lnTo>
                  <a:pt x="437946" y="1282700"/>
                </a:lnTo>
                <a:lnTo>
                  <a:pt x="437794" y="1282700"/>
                </a:lnTo>
                <a:lnTo>
                  <a:pt x="448487" y="1295400"/>
                </a:lnTo>
                <a:lnTo>
                  <a:pt x="448335" y="1295400"/>
                </a:lnTo>
                <a:lnTo>
                  <a:pt x="459447" y="1308100"/>
                </a:lnTo>
                <a:close/>
              </a:path>
              <a:path w="3012440" h="1587500">
                <a:moveTo>
                  <a:pt x="2563088" y="1244600"/>
                </a:moveTo>
                <a:lnTo>
                  <a:pt x="2548331" y="1244600"/>
                </a:lnTo>
                <a:lnTo>
                  <a:pt x="2552141" y="1231900"/>
                </a:lnTo>
                <a:lnTo>
                  <a:pt x="2566797" y="1231900"/>
                </a:lnTo>
                <a:lnTo>
                  <a:pt x="2563088" y="1244600"/>
                </a:lnTo>
                <a:close/>
              </a:path>
              <a:path w="3012440" h="1587500">
                <a:moveTo>
                  <a:pt x="2555062" y="1257300"/>
                </a:moveTo>
                <a:lnTo>
                  <a:pt x="2540279" y="1257300"/>
                </a:lnTo>
                <a:lnTo>
                  <a:pt x="2544508" y="1244600"/>
                </a:lnTo>
                <a:lnTo>
                  <a:pt x="2559177" y="1244600"/>
                </a:lnTo>
                <a:lnTo>
                  <a:pt x="2555062" y="1257300"/>
                </a:lnTo>
                <a:close/>
              </a:path>
              <a:path w="3012440" h="1587500">
                <a:moveTo>
                  <a:pt x="2546184" y="1270000"/>
                </a:moveTo>
                <a:lnTo>
                  <a:pt x="2531427" y="1270000"/>
                </a:lnTo>
                <a:lnTo>
                  <a:pt x="2536062" y="1257300"/>
                </a:lnTo>
                <a:lnTo>
                  <a:pt x="2550718" y="1257300"/>
                </a:lnTo>
                <a:lnTo>
                  <a:pt x="2546184" y="1270000"/>
                </a:lnTo>
                <a:close/>
              </a:path>
              <a:path w="3012440" h="1587500">
                <a:moveTo>
                  <a:pt x="2536494" y="1282700"/>
                </a:moveTo>
                <a:lnTo>
                  <a:pt x="2516695" y="1282700"/>
                </a:lnTo>
                <a:lnTo>
                  <a:pt x="2521902" y="1270000"/>
                </a:lnTo>
                <a:lnTo>
                  <a:pt x="2541435" y="1270000"/>
                </a:lnTo>
                <a:lnTo>
                  <a:pt x="2536494" y="1282700"/>
                </a:lnTo>
                <a:close/>
              </a:path>
              <a:path w="3012440" h="1587500">
                <a:moveTo>
                  <a:pt x="2526042" y="1295400"/>
                </a:moveTo>
                <a:lnTo>
                  <a:pt x="2505938" y="1295400"/>
                </a:lnTo>
                <a:lnTo>
                  <a:pt x="2511526" y="1282700"/>
                </a:lnTo>
                <a:lnTo>
                  <a:pt x="2531363" y="1282700"/>
                </a:lnTo>
                <a:lnTo>
                  <a:pt x="2526042" y="1295400"/>
                </a:lnTo>
                <a:close/>
              </a:path>
              <a:path w="3012440" h="1587500">
                <a:moveTo>
                  <a:pt x="2508935" y="1308100"/>
                </a:moveTo>
                <a:lnTo>
                  <a:pt x="2494470" y="1308100"/>
                </a:lnTo>
                <a:lnTo>
                  <a:pt x="2500414" y="1295400"/>
                </a:lnTo>
                <a:lnTo>
                  <a:pt x="2514815" y="1295400"/>
                </a:lnTo>
                <a:lnTo>
                  <a:pt x="2508935" y="1308100"/>
                </a:lnTo>
                <a:close/>
              </a:path>
              <a:path w="3012440" h="1587500">
                <a:moveTo>
                  <a:pt x="520293" y="1346200"/>
                </a:moveTo>
                <a:lnTo>
                  <a:pt x="487362" y="1346200"/>
                </a:lnTo>
                <a:lnTo>
                  <a:pt x="474878" y="1333500"/>
                </a:lnTo>
                <a:lnTo>
                  <a:pt x="462787" y="1320800"/>
                </a:lnTo>
                <a:lnTo>
                  <a:pt x="451116" y="1308100"/>
                </a:lnTo>
                <a:lnTo>
                  <a:pt x="470674" y="1308100"/>
                </a:lnTo>
                <a:lnTo>
                  <a:pt x="482612" y="1320800"/>
                </a:lnTo>
                <a:lnTo>
                  <a:pt x="482460" y="1320800"/>
                </a:lnTo>
                <a:lnTo>
                  <a:pt x="494792" y="1333500"/>
                </a:lnTo>
                <a:lnTo>
                  <a:pt x="507199" y="1333500"/>
                </a:lnTo>
                <a:lnTo>
                  <a:pt x="520293" y="1346200"/>
                </a:lnTo>
                <a:close/>
              </a:path>
              <a:path w="3012440" h="1587500">
                <a:moveTo>
                  <a:pt x="2496642" y="1320800"/>
                </a:moveTo>
                <a:lnTo>
                  <a:pt x="2475966" y="1320800"/>
                </a:lnTo>
                <a:lnTo>
                  <a:pt x="2482418" y="1308100"/>
                </a:lnTo>
                <a:lnTo>
                  <a:pt x="2502877" y="1308100"/>
                </a:lnTo>
                <a:lnTo>
                  <a:pt x="2496642" y="1320800"/>
                </a:lnTo>
                <a:close/>
              </a:path>
              <a:path w="3012440" h="1587500">
                <a:moveTo>
                  <a:pt x="2483662" y="1333500"/>
                </a:moveTo>
                <a:lnTo>
                  <a:pt x="2455989" y="1333500"/>
                </a:lnTo>
                <a:lnTo>
                  <a:pt x="2462923" y="1320800"/>
                </a:lnTo>
                <a:lnTo>
                  <a:pt x="2490241" y="1320800"/>
                </a:lnTo>
                <a:lnTo>
                  <a:pt x="2483662" y="1333500"/>
                </a:lnTo>
                <a:close/>
              </a:path>
              <a:path w="3012440" h="1587500">
                <a:moveTo>
                  <a:pt x="2462961" y="1346200"/>
                </a:moveTo>
                <a:lnTo>
                  <a:pt x="2441892" y="1346200"/>
                </a:lnTo>
                <a:lnTo>
                  <a:pt x="2449131" y="1333500"/>
                </a:lnTo>
                <a:lnTo>
                  <a:pt x="2470023" y="1333500"/>
                </a:lnTo>
                <a:lnTo>
                  <a:pt x="2462961" y="1346200"/>
                </a:lnTo>
                <a:close/>
              </a:path>
              <a:path w="3012440" h="1587500">
                <a:moveTo>
                  <a:pt x="561276" y="1371600"/>
                </a:moveTo>
                <a:lnTo>
                  <a:pt x="527088" y="1371600"/>
                </a:lnTo>
                <a:lnTo>
                  <a:pt x="513473" y="1358900"/>
                </a:lnTo>
                <a:lnTo>
                  <a:pt x="500227" y="1346200"/>
                </a:lnTo>
                <a:lnTo>
                  <a:pt x="520141" y="1346200"/>
                </a:lnTo>
                <a:lnTo>
                  <a:pt x="533603" y="1358900"/>
                </a:lnTo>
                <a:lnTo>
                  <a:pt x="547103" y="1358900"/>
                </a:lnTo>
                <a:lnTo>
                  <a:pt x="561276" y="1371600"/>
                </a:lnTo>
                <a:close/>
              </a:path>
              <a:path w="3012440" h="1587500">
                <a:moveTo>
                  <a:pt x="1976818" y="1358900"/>
                </a:moveTo>
                <a:lnTo>
                  <a:pt x="1953768" y="1358900"/>
                </a:lnTo>
                <a:lnTo>
                  <a:pt x="1959660" y="1346200"/>
                </a:lnTo>
                <a:lnTo>
                  <a:pt x="1976818" y="1358900"/>
                </a:lnTo>
                <a:close/>
              </a:path>
              <a:path w="3012440" h="1587500">
                <a:moveTo>
                  <a:pt x="2440863" y="1358900"/>
                </a:moveTo>
                <a:lnTo>
                  <a:pt x="2411920" y="1358900"/>
                </a:lnTo>
                <a:lnTo>
                  <a:pt x="2419743" y="1346200"/>
                </a:lnTo>
                <a:lnTo>
                  <a:pt x="2448382" y="1346200"/>
                </a:lnTo>
                <a:lnTo>
                  <a:pt x="2440863" y="1358900"/>
                </a:lnTo>
                <a:close/>
              </a:path>
              <a:path w="3012440" h="1587500">
                <a:moveTo>
                  <a:pt x="1961781" y="1371600"/>
                </a:moveTo>
                <a:lnTo>
                  <a:pt x="1947176" y="1371600"/>
                </a:lnTo>
                <a:lnTo>
                  <a:pt x="1950631" y="1358900"/>
                </a:lnTo>
                <a:lnTo>
                  <a:pt x="1959800" y="1358900"/>
                </a:lnTo>
                <a:lnTo>
                  <a:pt x="1963932" y="1363451"/>
                </a:lnTo>
                <a:lnTo>
                  <a:pt x="1961781" y="1371600"/>
                </a:lnTo>
                <a:close/>
              </a:path>
              <a:path w="3012440" h="1587500">
                <a:moveTo>
                  <a:pt x="1963932" y="1363451"/>
                </a:moveTo>
                <a:lnTo>
                  <a:pt x="1959800" y="1358900"/>
                </a:lnTo>
                <a:lnTo>
                  <a:pt x="1965134" y="1358900"/>
                </a:lnTo>
                <a:lnTo>
                  <a:pt x="1963932" y="1363451"/>
                </a:lnTo>
                <a:close/>
              </a:path>
              <a:path w="3012440" h="1587500">
                <a:moveTo>
                  <a:pt x="2012264" y="1371600"/>
                </a:moveTo>
                <a:lnTo>
                  <a:pt x="1971332" y="1371600"/>
                </a:lnTo>
                <a:lnTo>
                  <a:pt x="1963932" y="1363451"/>
                </a:lnTo>
                <a:lnTo>
                  <a:pt x="1965134" y="1358900"/>
                </a:lnTo>
                <a:lnTo>
                  <a:pt x="2000046" y="1358900"/>
                </a:lnTo>
                <a:lnTo>
                  <a:pt x="2012264" y="1371600"/>
                </a:lnTo>
                <a:close/>
              </a:path>
              <a:path w="3012440" h="1587500">
                <a:moveTo>
                  <a:pt x="2417470" y="1371600"/>
                </a:moveTo>
                <a:lnTo>
                  <a:pt x="2388019" y="1371600"/>
                </a:lnTo>
                <a:lnTo>
                  <a:pt x="2396235" y="1358900"/>
                </a:lnTo>
                <a:lnTo>
                  <a:pt x="2425407" y="1358900"/>
                </a:lnTo>
                <a:lnTo>
                  <a:pt x="2417470" y="1371600"/>
                </a:lnTo>
                <a:close/>
              </a:path>
              <a:path w="3012440" h="1587500">
                <a:moveTo>
                  <a:pt x="575614" y="1384300"/>
                </a:moveTo>
                <a:lnTo>
                  <a:pt x="555371" y="1384300"/>
                </a:lnTo>
                <a:lnTo>
                  <a:pt x="541058" y="1371600"/>
                </a:lnTo>
                <a:lnTo>
                  <a:pt x="561124" y="1371600"/>
                </a:lnTo>
                <a:lnTo>
                  <a:pt x="575614" y="1384300"/>
                </a:lnTo>
                <a:close/>
              </a:path>
              <a:path w="3012440" h="1587500">
                <a:moveTo>
                  <a:pt x="1954555" y="1384300"/>
                </a:moveTo>
                <a:lnTo>
                  <a:pt x="1939937" y="1384300"/>
                </a:lnTo>
                <a:lnTo>
                  <a:pt x="1943722" y="1371600"/>
                </a:lnTo>
                <a:lnTo>
                  <a:pt x="1958251" y="1371600"/>
                </a:lnTo>
                <a:lnTo>
                  <a:pt x="1954555" y="1384300"/>
                </a:lnTo>
                <a:close/>
              </a:path>
              <a:path w="3012440" h="1587500">
                <a:moveTo>
                  <a:pt x="2037118" y="1384300"/>
                </a:moveTo>
                <a:lnTo>
                  <a:pt x="2007743" y="1384300"/>
                </a:lnTo>
                <a:lnTo>
                  <a:pt x="1995347" y="1371600"/>
                </a:lnTo>
                <a:lnTo>
                  <a:pt x="2024418" y="1371600"/>
                </a:lnTo>
                <a:lnTo>
                  <a:pt x="2037118" y="1384300"/>
                </a:lnTo>
                <a:close/>
              </a:path>
              <a:path w="3012440" h="1587500">
                <a:moveTo>
                  <a:pt x="2392845" y="1384300"/>
                </a:moveTo>
                <a:lnTo>
                  <a:pt x="2354376" y="1384300"/>
                </a:lnTo>
                <a:lnTo>
                  <a:pt x="2363088" y="1371600"/>
                </a:lnTo>
                <a:lnTo>
                  <a:pt x="2401188" y="1371600"/>
                </a:lnTo>
                <a:lnTo>
                  <a:pt x="2392845" y="1384300"/>
                </a:lnTo>
                <a:close/>
              </a:path>
              <a:path w="3012440" h="1587500">
                <a:moveTo>
                  <a:pt x="605281" y="1397000"/>
                </a:moveTo>
                <a:lnTo>
                  <a:pt x="585012" y="1397000"/>
                </a:lnTo>
                <a:lnTo>
                  <a:pt x="570026" y="1384300"/>
                </a:lnTo>
                <a:lnTo>
                  <a:pt x="590143" y="1384300"/>
                </a:lnTo>
                <a:lnTo>
                  <a:pt x="605281" y="1397000"/>
                </a:lnTo>
                <a:close/>
              </a:path>
              <a:path w="3012440" h="1587500">
                <a:moveTo>
                  <a:pt x="1946643" y="1397000"/>
                </a:moveTo>
                <a:lnTo>
                  <a:pt x="1932038" y="1397000"/>
                </a:lnTo>
                <a:lnTo>
                  <a:pt x="1936153" y="1384300"/>
                </a:lnTo>
                <a:lnTo>
                  <a:pt x="1950681" y="1384300"/>
                </a:lnTo>
                <a:lnTo>
                  <a:pt x="1946643" y="1397000"/>
                </a:lnTo>
                <a:close/>
              </a:path>
              <a:path w="3012440" h="1587500">
                <a:moveTo>
                  <a:pt x="2089454" y="1397000"/>
                </a:moveTo>
                <a:lnTo>
                  <a:pt x="2046325" y="1397000"/>
                </a:lnTo>
                <a:lnTo>
                  <a:pt x="2033231" y="1384300"/>
                </a:lnTo>
                <a:lnTo>
                  <a:pt x="2075903" y="1384300"/>
                </a:lnTo>
                <a:lnTo>
                  <a:pt x="2089454" y="1397000"/>
                </a:lnTo>
                <a:close/>
              </a:path>
              <a:path w="3012440" h="1587500">
                <a:moveTo>
                  <a:pt x="2358275" y="1397000"/>
                </a:moveTo>
                <a:lnTo>
                  <a:pt x="2309812" y="1397000"/>
                </a:lnTo>
                <a:lnTo>
                  <a:pt x="2319045" y="1384300"/>
                </a:lnTo>
                <a:lnTo>
                  <a:pt x="2367102" y="1384300"/>
                </a:lnTo>
                <a:lnTo>
                  <a:pt x="2358275" y="1397000"/>
                </a:lnTo>
                <a:close/>
              </a:path>
              <a:path w="3012440" h="1587500">
                <a:moveTo>
                  <a:pt x="636181" y="1409700"/>
                </a:moveTo>
                <a:lnTo>
                  <a:pt x="615911" y="1409700"/>
                </a:lnTo>
                <a:lnTo>
                  <a:pt x="600303" y="1397000"/>
                </a:lnTo>
                <a:lnTo>
                  <a:pt x="620433" y="1397000"/>
                </a:lnTo>
                <a:lnTo>
                  <a:pt x="636181" y="1409700"/>
                </a:lnTo>
                <a:close/>
              </a:path>
              <a:path w="3012440" h="1587500">
                <a:moveTo>
                  <a:pt x="1133411" y="1409700"/>
                </a:moveTo>
                <a:lnTo>
                  <a:pt x="1103210" y="1409700"/>
                </a:lnTo>
                <a:lnTo>
                  <a:pt x="1122870" y="1397000"/>
                </a:lnTo>
                <a:lnTo>
                  <a:pt x="1133411" y="1409700"/>
                </a:lnTo>
                <a:close/>
              </a:path>
              <a:path w="3012440" h="1587500">
                <a:moveTo>
                  <a:pt x="1938096" y="1409700"/>
                </a:moveTo>
                <a:lnTo>
                  <a:pt x="1923516" y="1409700"/>
                </a:lnTo>
                <a:lnTo>
                  <a:pt x="1927948" y="1397000"/>
                </a:lnTo>
                <a:lnTo>
                  <a:pt x="1942452" y="1397000"/>
                </a:lnTo>
                <a:lnTo>
                  <a:pt x="1938096" y="1409700"/>
                </a:lnTo>
                <a:close/>
              </a:path>
              <a:path w="3012440" h="1587500">
                <a:moveTo>
                  <a:pt x="2303081" y="1409700"/>
                </a:moveTo>
                <a:lnTo>
                  <a:pt x="2086851" y="1409700"/>
                </a:lnTo>
                <a:lnTo>
                  <a:pt x="2073135" y="1397000"/>
                </a:lnTo>
                <a:lnTo>
                  <a:pt x="2312530" y="1397000"/>
                </a:lnTo>
                <a:lnTo>
                  <a:pt x="2303081" y="1409700"/>
                </a:lnTo>
                <a:close/>
              </a:path>
              <a:path w="3012440" h="1587500">
                <a:moveTo>
                  <a:pt x="684656" y="1422400"/>
                </a:moveTo>
                <a:lnTo>
                  <a:pt x="648004" y="1422400"/>
                </a:lnTo>
                <a:lnTo>
                  <a:pt x="631812" y="1409700"/>
                </a:lnTo>
                <a:lnTo>
                  <a:pt x="668070" y="1409700"/>
                </a:lnTo>
                <a:lnTo>
                  <a:pt x="684656" y="1422400"/>
                </a:lnTo>
                <a:close/>
              </a:path>
              <a:path w="3012440" h="1587500">
                <a:moveTo>
                  <a:pt x="1107516" y="1422400"/>
                </a:moveTo>
                <a:lnTo>
                  <a:pt x="1071537" y="1422400"/>
                </a:lnTo>
                <a:lnTo>
                  <a:pt x="1087678" y="1409700"/>
                </a:lnTo>
                <a:lnTo>
                  <a:pt x="1116177" y="1409700"/>
                </a:lnTo>
                <a:lnTo>
                  <a:pt x="1118485" y="1413489"/>
                </a:lnTo>
                <a:lnTo>
                  <a:pt x="1107516" y="1422400"/>
                </a:lnTo>
                <a:close/>
              </a:path>
              <a:path w="3012440" h="1587500">
                <a:moveTo>
                  <a:pt x="1118485" y="1413489"/>
                </a:moveTo>
                <a:lnTo>
                  <a:pt x="1116177" y="1409700"/>
                </a:lnTo>
                <a:lnTo>
                  <a:pt x="1123149" y="1409700"/>
                </a:lnTo>
                <a:lnTo>
                  <a:pt x="1118485" y="1413489"/>
                </a:lnTo>
                <a:close/>
              </a:path>
              <a:path w="3012440" h="1587500">
                <a:moveTo>
                  <a:pt x="1158062" y="1435100"/>
                </a:moveTo>
                <a:lnTo>
                  <a:pt x="1132065" y="1435100"/>
                </a:lnTo>
                <a:lnTo>
                  <a:pt x="1123911" y="1422400"/>
                </a:lnTo>
                <a:lnTo>
                  <a:pt x="1118485" y="1413489"/>
                </a:lnTo>
                <a:lnTo>
                  <a:pt x="1123149" y="1409700"/>
                </a:lnTo>
                <a:lnTo>
                  <a:pt x="1133271" y="1409700"/>
                </a:lnTo>
                <a:lnTo>
                  <a:pt x="1141285" y="1422400"/>
                </a:lnTo>
                <a:lnTo>
                  <a:pt x="1149375" y="1422400"/>
                </a:lnTo>
                <a:lnTo>
                  <a:pt x="1158062" y="1435100"/>
                </a:lnTo>
                <a:close/>
              </a:path>
              <a:path w="3012440" h="1587500">
                <a:moveTo>
                  <a:pt x="1908682" y="1447800"/>
                </a:moveTo>
                <a:lnTo>
                  <a:pt x="1888896" y="1447800"/>
                </a:lnTo>
                <a:lnTo>
                  <a:pt x="1899691" y="1435100"/>
                </a:lnTo>
                <a:lnTo>
                  <a:pt x="1899500" y="1435100"/>
                </a:lnTo>
                <a:lnTo>
                  <a:pt x="1909724" y="1422400"/>
                </a:lnTo>
                <a:lnTo>
                  <a:pt x="1909533" y="1422400"/>
                </a:lnTo>
                <a:lnTo>
                  <a:pt x="1919160" y="1409700"/>
                </a:lnTo>
                <a:lnTo>
                  <a:pt x="1933575" y="1409700"/>
                </a:lnTo>
                <a:lnTo>
                  <a:pt x="1928876" y="1422400"/>
                </a:lnTo>
                <a:lnTo>
                  <a:pt x="1919097" y="1435100"/>
                </a:lnTo>
                <a:lnTo>
                  <a:pt x="1908682" y="1447800"/>
                </a:lnTo>
                <a:close/>
              </a:path>
              <a:path w="3012440" h="1587500">
                <a:moveTo>
                  <a:pt x="735444" y="1435100"/>
                </a:moveTo>
                <a:lnTo>
                  <a:pt x="681215" y="1435100"/>
                </a:lnTo>
                <a:lnTo>
                  <a:pt x="664476" y="1422400"/>
                </a:lnTo>
                <a:lnTo>
                  <a:pt x="718121" y="1422400"/>
                </a:lnTo>
                <a:lnTo>
                  <a:pt x="735444" y="1435100"/>
                </a:lnTo>
                <a:close/>
              </a:path>
              <a:path w="3012440" h="1587500">
                <a:moveTo>
                  <a:pt x="1075194" y="1435100"/>
                </a:moveTo>
                <a:lnTo>
                  <a:pt x="1021981" y="1435100"/>
                </a:lnTo>
                <a:lnTo>
                  <a:pt x="1038910" y="1422400"/>
                </a:lnTo>
                <a:lnTo>
                  <a:pt x="1091501" y="1422400"/>
                </a:lnTo>
                <a:lnTo>
                  <a:pt x="1075194" y="1435100"/>
                </a:lnTo>
                <a:close/>
              </a:path>
              <a:path w="3012440" h="1587500">
                <a:moveTo>
                  <a:pt x="824534" y="1447800"/>
                </a:moveTo>
                <a:lnTo>
                  <a:pt x="732929" y="1447800"/>
                </a:lnTo>
                <a:lnTo>
                  <a:pt x="715454" y="1435100"/>
                </a:lnTo>
                <a:lnTo>
                  <a:pt x="806157" y="1435100"/>
                </a:lnTo>
                <a:lnTo>
                  <a:pt x="824534" y="1447800"/>
                </a:lnTo>
                <a:close/>
              </a:path>
              <a:path w="3012440" h="1587500">
                <a:moveTo>
                  <a:pt x="1024674" y="1447800"/>
                </a:moveTo>
                <a:lnTo>
                  <a:pt x="934707" y="1447800"/>
                </a:lnTo>
                <a:lnTo>
                  <a:pt x="952741" y="1435100"/>
                </a:lnTo>
                <a:lnTo>
                  <a:pt x="1041768" y="1435100"/>
                </a:lnTo>
                <a:lnTo>
                  <a:pt x="1024674" y="1447800"/>
                </a:lnTo>
                <a:close/>
              </a:path>
              <a:path w="3012440" h="1587500">
                <a:moveTo>
                  <a:pt x="1166939" y="1447800"/>
                </a:moveTo>
                <a:lnTo>
                  <a:pt x="1149388" y="1447800"/>
                </a:lnTo>
                <a:lnTo>
                  <a:pt x="1140561" y="1435100"/>
                </a:lnTo>
                <a:lnTo>
                  <a:pt x="1157922" y="1435100"/>
                </a:lnTo>
                <a:lnTo>
                  <a:pt x="1166939" y="1447800"/>
                </a:lnTo>
                <a:close/>
              </a:path>
              <a:path w="3012440" h="1587500">
                <a:moveTo>
                  <a:pt x="935799" y="1460500"/>
                </a:moveTo>
                <a:lnTo>
                  <a:pt x="823569" y="1460500"/>
                </a:lnTo>
                <a:lnTo>
                  <a:pt x="805040" y="1447800"/>
                </a:lnTo>
                <a:lnTo>
                  <a:pt x="953998" y="1447800"/>
                </a:lnTo>
                <a:lnTo>
                  <a:pt x="935799" y="1460500"/>
                </a:lnTo>
                <a:close/>
              </a:path>
              <a:path w="3012440" h="1587500">
                <a:moveTo>
                  <a:pt x="1195438" y="1473200"/>
                </a:moveTo>
                <a:lnTo>
                  <a:pt x="1177798" y="1473200"/>
                </a:lnTo>
                <a:lnTo>
                  <a:pt x="1168019" y="1460500"/>
                </a:lnTo>
                <a:lnTo>
                  <a:pt x="1158544" y="1447800"/>
                </a:lnTo>
                <a:lnTo>
                  <a:pt x="1175981" y="1447800"/>
                </a:lnTo>
                <a:lnTo>
                  <a:pt x="1185633" y="1460500"/>
                </a:lnTo>
                <a:lnTo>
                  <a:pt x="1185481" y="1460500"/>
                </a:lnTo>
                <a:lnTo>
                  <a:pt x="1195438" y="1473200"/>
                </a:lnTo>
                <a:close/>
              </a:path>
              <a:path w="3012440" h="1587500">
                <a:moveTo>
                  <a:pt x="1861400" y="1485900"/>
                </a:moveTo>
                <a:lnTo>
                  <a:pt x="1841030" y="1485900"/>
                </a:lnTo>
                <a:lnTo>
                  <a:pt x="1853971" y="1473200"/>
                </a:lnTo>
                <a:lnTo>
                  <a:pt x="1853780" y="1473200"/>
                </a:lnTo>
                <a:lnTo>
                  <a:pt x="1866214" y="1460500"/>
                </a:lnTo>
                <a:lnTo>
                  <a:pt x="1866023" y="1460500"/>
                </a:lnTo>
                <a:lnTo>
                  <a:pt x="1877923" y="1447800"/>
                </a:lnTo>
                <a:lnTo>
                  <a:pt x="1897697" y="1447800"/>
                </a:lnTo>
                <a:lnTo>
                  <a:pt x="1886140" y="1460500"/>
                </a:lnTo>
                <a:lnTo>
                  <a:pt x="1874037" y="1473200"/>
                </a:lnTo>
                <a:lnTo>
                  <a:pt x="1861400" y="1485900"/>
                </a:lnTo>
                <a:close/>
              </a:path>
              <a:path w="3012440" h="1587500">
                <a:moveTo>
                  <a:pt x="1215936" y="1485900"/>
                </a:moveTo>
                <a:lnTo>
                  <a:pt x="1198283" y="1485900"/>
                </a:lnTo>
                <a:lnTo>
                  <a:pt x="1187894" y="1473200"/>
                </a:lnTo>
                <a:lnTo>
                  <a:pt x="1205395" y="1473200"/>
                </a:lnTo>
                <a:lnTo>
                  <a:pt x="1215936" y="1485900"/>
                </a:lnTo>
                <a:close/>
              </a:path>
              <a:path w="3012440" h="1587500">
                <a:moveTo>
                  <a:pt x="1260271" y="1511300"/>
                </a:moveTo>
                <a:lnTo>
                  <a:pt x="1231163" y="1511300"/>
                </a:lnTo>
                <a:lnTo>
                  <a:pt x="1219923" y="1498600"/>
                </a:lnTo>
                <a:lnTo>
                  <a:pt x="1208963" y="1485900"/>
                </a:lnTo>
                <a:lnTo>
                  <a:pt x="1226464" y="1485900"/>
                </a:lnTo>
                <a:lnTo>
                  <a:pt x="1237564" y="1498600"/>
                </a:lnTo>
                <a:lnTo>
                  <a:pt x="1248651" y="1498600"/>
                </a:lnTo>
                <a:lnTo>
                  <a:pt x="1260271" y="1511300"/>
                </a:lnTo>
                <a:close/>
              </a:path>
              <a:path w="3012440" h="1587500">
                <a:moveTo>
                  <a:pt x="1820494" y="1511300"/>
                </a:moveTo>
                <a:lnTo>
                  <a:pt x="1799856" y="1511300"/>
                </a:lnTo>
                <a:lnTo>
                  <a:pt x="1814245" y="1498600"/>
                </a:lnTo>
                <a:lnTo>
                  <a:pt x="1814042" y="1498600"/>
                </a:lnTo>
                <a:lnTo>
                  <a:pt x="1827974" y="1485900"/>
                </a:lnTo>
                <a:lnTo>
                  <a:pt x="1848256" y="1485900"/>
                </a:lnTo>
                <a:lnTo>
                  <a:pt x="1834616" y="1498600"/>
                </a:lnTo>
                <a:lnTo>
                  <a:pt x="1820494" y="1511300"/>
                </a:lnTo>
                <a:close/>
              </a:path>
              <a:path w="3012440" h="1587500">
                <a:moveTo>
                  <a:pt x="1284008" y="1524000"/>
                </a:moveTo>
                <a:lnTo>
                  <a:pt x="1254442" y="1524000"/>
                </a:lnTo>
                <a:lnTo>
                  <a:pt x="1242669" y="1511300"/>
                </a:lnTo>
                <a:lnTo>
                  <a:pt x="1271879" y="1511300"/>
                </a:lnTo>
                <a:lnTo>
                  <a:pt x="1284008" y="1524000"/>
                </a:lnTo>
                <a:close/>
              </a:path>
              <a:path w="3012440" h="1587500">
                <a:moveTo>
                  <a:pt x="1775421" y="1536700"/>
                </a:moveTo>
                <a:lnTo>
                  <a:pt x="1738769" y="1536700"/>
                </a:lnTo>
                <a:lnTo>
                  <a:pt x="1754847" y="1524000"/>
                </a:lnTo>
                <a:lnTo>
                  <a:pt x="1770138" y="1524000"/>
                </a:lnTo>
                <a:lnTo>
                  <a:pt x="1785404" y="1511300"/>
                </a:lnTo>
                <a:lnTo>
                  <a:pt x="1805914" y="1511300"/>
                </a:lnTo>
                <a:lnTo>
                  <a:pt x="1790877" y="1524000"/>
                </a:lnTo>
                <a:lnTo>
                  <a:pt x="1775421" y="1536700"/>
                </a:lnTo>
                <a:close/>
              </a:path>
              <a:path w="3012440" h="1587500">
                <a:moveTo>
                  <a:pt x="1321396" y="1536700"/>
                </a:moveTo>
                <a:lnTo>
                  <a:pt x="1291259" y="1536700"/>
                </a:lnTo>
                <a:lnTo>
                  <a:pt x="1278750" y="1524000"/>
                </a:lnTo>
                <a:lnTo>
                  <a:pt x="1308557" y="1524000"/>
                </a:lnTo>
                <a:lnTo>
                  <a:pt x="1321396" y="1536700"/>
                </a:lnTo>
                <a:close/>
              </a:path>
              <a:path w="3012440" h="1587500">
                <a:moveTo>
                  <a:pt x="1360766" y="1549400"/>
                </a:moveTo>
                <a:lnTo>
                  <a:pt x="1316990" y="1549400"/>
                </a:lnTo>
                <a:lnTo>
                  <a:pt x="1304010" y="1536700"/>
                </a:lnTo>
                <a:lnTo>
                  <a:pt x="1347292" y="1536700"/>
                </a:lnTo>
                <a:lnTo>
                  <a:pt x="1360766" y="1549400"/>
                </a:lnTo>
                <a:close/>
              </a:path>
              <a:path w="3012440" h="1587500">
                <a:moveTo>
                  <a:pt x="1743278" y="1549400"/>
                </a:moveTo>
                <a:lnTo>
                  <a:pt x="1705889" y="1549400"/>
                </a:lnTo>
                <a:lnTo>
                  <a:pt x="1722704" y="1536700"/>
                </a:lnTo>
                <a:lnTo>
                  <a:pt x="1759546" y="1536700"/>
                </a:lnTo>
                <a:lnTo>
                  <a:pt x="1743278" y="1549400"/>
                </a:lnTo>
                <a:close/>
              </a:path>
              <a:path w="3012440" h="1587500">
                <a:moveTo>
                  <a:pt x="1401927" y="1562100"/>
                </a:moveTo>
                <a:lnTo>
                  <a:pt x="1357223" y="1562100"/>
                </a:lnTo>
                <a:lnTo>
                  <a:pt x="1343609" y="1549400"/>
                </a:lnTo>
                <a:lnTo>
                  <a:pt x="1387868" y="1549400"/>
                </a:lnTo>
                <a:lnTo>
                  <a:pt x="1401927" y="1562100"/>
                </a:lnTo>
                <a:close/>
              </a:path>
              <a:path w="3012440" h="1587500">
                <a:moveTo>
                  <a:pt x="1709610" y="1562100"/>
                </a:moveTo>
                <a:lnTo>
                  <a:pt x="1653984" y="1562100"/>
                </a:lnTo>
                <a:lnTo>
                  <a:pt x="1671789" y="1549400"/>
                </a:lnTo>
                <a:lnTo>
                  <a:pt x="1726628" y="1549400"/>
                </a:lnTo>
                <a:lnTo>
                  <a:pt x="1709610" y="1562100"/>
                </a:lnTo>
                <a:close/>
              </a:path>
              <a:path w="3012440" h="1587500">
                <a:moveTo>
                  <a:pt x="1503857" y="1574800"/>
                </a:moveTo>
                <a:lnTo>
                  <a:pt x="1413624" y="1574800"/>
                </a:lnTo>
                <a:lnTo>
                  <a:pt x="1399247" y="1562100"/>
                </a:lnTo>
                <a:lnTo>
                  <a:pt x="1488706" y="1562100"/>
                </a:lnTo>
                <a:lnTo>
                  <a:pt x="1503857" y="1574800"/>
                </a:lnTo>
                <a:close/>
              </a:path>
              <a:path w="3012440" h="1587500">
                <a:moveTo>
                  <a:pt x="1656562" y="1574800"/>
                </a:moveTo>
                <a:lnTo>
                  <a:pt x="1561795" y="1574800"/>
                </a:lnTo>
                <a:lnTo>
                  <a:pt x="1571383" y="1562100"/>
                </a:lnTo>
                <a:lnTo>
                  <a:pt x="1674558" y="1562100"/>
                </a:lnTo>
                <a:lnTo>
                  <a:pt x="1656562" y="1574800"/>
                </a:lnTo>
                <a:close/>
              </a:path>
              <a:path w="3012440" h="1587500">
                <a:moveTo>
                  <a:pt x="1562404" y="1587500"/>
                </a:moveTo>
                <a:lnTo>
                  <a:pt x="1503197" y="1587500"/>
                </a:lnTo>
                <a:lnTo>
                  <a:pt x="1487919" y="1574800"/>
                </a:lnTo>
                <a:lnTo>
                  <a:pt x="1572094" y="1574800"/>
                </a:lnTo>
                <a:lnTo>
                  <a:pt x="1562404" y="1587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705094" y="3996639"/>
            <a:ext cx="100849" cy="1008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042126" y="3513099"/>
            <a:ext cx="189153" cy="189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436934" y="2962935"/>
            <a:ext cx="277495" cy="276860"/>
          </a:xfrm>
          <a:custGeom>
            <a:avLst/>
            <a:gdLst/>
            <a:ahLst/>
            <a:cxnLst/>
            <a:rect l="l" t="t" r="r" b="b"/>
            <a:pathLst>
              <a:path w="277495" h="276860">
                <a:moveTo>
                  <a:pt x="146682" y="276859"/>
                </a:moveTo>
                <a:lnTo>
                  <a:pt x="125359" y="276859"/>
                </a:lnTo>
                <a:lnTo>
                  <a:pt x="104683" y="273049"/>
                </a:lnTo>
                <a:lnTo>
                  <a:pt x="98041" y="270509"/>
                </a:lnTo>
                <a:lnTo>
                  <a:pt x="91539" y="269239"/>
                </a:lnTo>
                <a:lnTo>
                  <a:pt x="85201" y="266699"/>
                </a:lnTo>
                <a:lnTo>
                  <a:pt x="79016" y="262889"/>
                </a:lnTo>
                <a:lnTo>
                  <a:pt x="72997" y="260349"/>
                </a:lnTo>
                <a:lnTo>
                  <a:pt x="67155" y="256539"/>
                </a:lnTo>
                <a:lnTo>
                  <a:pt x="61503" y="253999"/>
                </a:lnTo>
                <a:lnTo>
                  <a:pt x="56042" y="250189"/>
                </a:lnTo>
                <a:lnTo>
                  <a:pt x="50784" y="245109"/>
                </a:lnTo>
                <a:lnTo>
                  <a:pt x="45730" y="241299"/>
                </a:lnTo>
                <a:lnTo>
                  <a:pt x="40904" y="236219"/>
                </a:lnTo>
                <a:lnTo>
                  <a:pt x="36294" y="231139"/>
                </a:lnTo>
                <a:lnTo>
                  <a:pt x="31925" y="227329"/>
                </a:lnTo>
                <a:lnTo>
                  <a:pt x="27797" y="220979"/>
                </a:lnTo>
                <a:lnTo>
                  <a:pt x="23911" y="215899"/>
                </a:lnTo>
                <a:lnTo>
                  <a:pt x="20292" y="210819"/>
                </a:lnTo>
                <a:lnTo>
                  <a:pt x="16939" y="204469"/>
                </a:lnTo>
                <a:lnTo>
                  <a:pt x="13865" y="198119"/>
                </a:lnTo>
                <a:lnTo>
                  <a:pt x="11071" y="193039"/>
                </a:lnTo>
                <a:lnTo>
                  <a:pt x="759" y="153669"/>
                </a:lnTo>
                <a:lnTo>
                  <a:pt x="0" y="137159"/>
                </a:lnTo>
                <a:lnTo>
                  <a:pt x="111" y="132079"/>
                </a:lnTo>
                <a:lnTo>
                  <a:pt x="8201" y="91439"/>
                </a:lnTo>
                <a:lnTo>
                  <a:pt x="27277" y="55879"/>
                </a:lnTo>
                <a:lnTo>
                  <a:pt x="50137" y="31749"/>
                </a:lnTo>
                <a:lnTo>
                  <a:pt x="55369" y="26669"/>
                </a:lnTo>
                <a:lnTo>
                  <a:pt x="60779" y="22859"/>
                </a:lnTo>
                <a:lnTo>
                  <a:pt x="66393" y="20319"/>
                </a:lnTo>
                <a:lnTo>
                  <a:pt x="72184" y="16509"/>
                </a:lnTo>
                <a:lnTo>
                  <a:pt x="78127" y="12699"/>
                </a:lnTo>
                <a:lnTo>
                  <a:pt x="90510" y="7619"/>
                </a:lnTo>
                <a:lnTo>
                  <a:pt x="96923" y="6349"/>
                </a:lnTo>
                <a:lnTo>
                  <a:pt x="103464" y="3809"/>
                </a:lnTo>
                <a:lnTo>
                  <a:pt x="123784" y="0"/>
                </a:lnTo>
                <a:lnTo>
                  <a:pt x="152079" y="0"/>
                </a:lnTo>
                <a:lnTo>
                  <a:pt x="179397" y="5079"/>
                </a:lnTo>
                <a:lnTo>
                  <a:pt x="192250" y="10159"/>
                </a:lnTo>
                <a:lnTo>
                  <a:pt x="198434" y="12699"/>
                </a:lnTo>
                <a:lnTo>
                  <a:pt x="125295" y="12699"/>
                </a:lnTo>
                <a:lnTo>
                  <a:pt x="118729" y="13969"/>
                </a:lnTo>
                <a:lnTo>
                  <a:pt x="119047" y="13969"/>
                </a:lnTo>
                <a:lnTo>
                  <a:pt x="112582" y="15239"/>
                </a:lnTo>
                <a:lnTo>
                  <a:pt x="112887" y="15239"/>
                </a:lnTo>
                <a:lnTo>
                  <a:pt x="106537" y="16509"/>
                </a:lnTo>
                <a:lnTo>
                  <a:pt x="106842" y="16509"/>
                </a:lnTo>
                <a:lnTo>
                  <a:pt x="100594" y="17779"/>
                </a:lnTo>
                <a:lnTo>
                  <a:pt x="100898" y="17779"/>
                </a:lnTo>
                <a:lnTo>
                  <a:pt x="94790" y="20319"/>
                </a:lnTo>
                <a:lnTo>
                  <a:pt x="95082" y="20319"/>
                </a:lnTo>
                <a:lnTo>
                  <a:pt x="89100" y="21589"/>
                </a:lnTo>
                <a:lnTo>
                  <a:pt x="89380" y="21589"/>
                </a:lnTo>
                <a:lnTo>
                  <a:pt x="83550" y="24129"/>
                </a:lnTo>
                <a:lnTo>
                  <a:pt x="83830" y="24129"/>
                </a:lnTo>
                <a:lnTo>
                  <a:pt x="78140" y="27939"/>
                </a:lnTo>
                <a:lnTo>
                  <a:pt x="78407" y="27939"/>
                </a:lnTo>
                <a:lnTo>
                  <a:pt x="72895" y="30479"/>
                </a:lnTo>
                <a:lnTo>
                  <a:pt x="73149" y="30479"/>
                </a:lnTo>
                <a:lnTo>
                  <a:pt x="67802" y="34289"/>
                </a:lnTo>
                <a:lnTo>
                  <a:pt x="68044" y="34289"/>
                </a:lnTo>
                <a:lnTo>
                  <a:pt x="62875" y="36829"/>
                </a:lnTo>
                <a:lnTo>
                  <a:pt x="63116" y="36829"/>
                </a:lnTo>
                <a:lnTo>
                  <a:pt x="58138" y="40639"/>
                </a:lnTo>
                <a:lnTo>
                  <a:pt x="58366" y="40639"/>
                </a:lnTo>
                <a:lnTo>
                  <a:pt x="54775" y="44449"/>
                </a:lnTo>
                <a:lnTo>
                  <a:pt x="53794" y="44449"/>
                </a:lnTo>
                <a:lnTo>
                  <a:pt x="49209" y="49529"/>
                </a:lnTo>
                <a:lnTo>
                  <a:pt x="49425" y="49529"/>
                </a:lnTo>
                <a:lnTo>
                  <a:pt x="45057" y="53339"/>
                </a:lnTo>
                <a:lnTo>
                  <a:pt x="45260" y="53339"/>
                </a:lnTo>
                <a:lnTo>
                  <a:pt x="41107" y="58419"/>
                </a:lnTo>
                <a:lnTo>
                  <a:pt x="41297" y="58419"/>
                </a:lnTo>
                <a:lnTo>
                  <a:pt x="37373" y="63499"/>
                </a:lnTo>
                <a:lnTo>
                  <a:pt x="37564" y="63499"/>
                </a:lnTo>
                <a:lnTo>
                  <a:pt x="34801" y="67309"/>
                </a:lnTo>
                <a:lnTo>
                  <a:pt x="34046" y="67309"/>
                </a:lnTo>
                <a:lnTo>
                  <a:pt x="31302" y="72389"/>
                </a:lnTo>
                <a:lnTo>
                  <a:pt x="30769" y="72389"/>
                </a:lnTo>
                <a:lnTo>
                  <a:pt x="27594" y="78739"/>
                </a:lnTo>
                <a:lnTo>
                  <a:pt x="27734" y="78739"/>
                </a:lnTo>
                <a:lnTo>
                  <a:pt x="24825" y="83819"/>
                </a:lnTo>
                <a:lnTo>
                  <a:pt x="24965" y="83819"/>
                </a:lnTo>
                <a:lnTo>
                  <a:pt x="22852" y="88899"/>
                </a:lnTo>
                <a:lnTo>
                  <a:pt x="22438" y="88899"/>
                </a:lnTo>
                <a:lnTo>
                  <a:pt x="20088" y="95249"/>
                </a:lnTo>
                <a:lnTo>
                  <a:pt x="18133" y="101599"/>
                </a:lnTo>
                <a:lnTo>
                  <a:pt x="16809" y="106679"/>
                </a:lnTo>
                <a:lnTo>
                  <a:pt x="16532" y="106679"/>
                </a:lnTo>
                <a:lnTo>
                  <a:pt x="15072" y="113029"/>
                </a:lnTo>
                <a:lnTo>
                  <a:pt x="14005" y="119379"/>
                </a:lnTo>
                <a:lnTo>
                  <a:pt x="13230" y="125729"/>
                </a:lnTo>
                <a:lnTo>
                  <a:pt x="12799" y="132079"/>
                </a:lnTo>
                <a:lnTo>
                  <a:pt x="12693" y="138429"/>
                </a:lnTo>
                <a:lnTo>
                  <a:pt x="12875" y="146049"/>
                </a:lnTo>
                <a:lnTo>
                  <a:pt x="13395" y="152399"/>
                </a:lnTo>
                <a:lnTo>
                  <a:pt x="13543" y="152399"/>
                </a:lnTo>
                <a:lnTo>
                  <a:pt x="14234" y="157479"/>
                </a:lnTo>
                <a:lnTo>
                  <a:pt x="15377" y="163829"/>
                </a:lnTo>
                <a:lnTo>
                  <a:pt x="16812" y="170179"/>
                </a:lnTo>
                <a:lnTo>
                  <a:pt x="18526" y="176529"/>
                </a:lnTo>
                <a:lnTo>
                  <a:pt x="20533" y="181609"/>
                </a:lnTo>
                <a:lnTo>
                  <a:pt x="22806" y="187959"/>
                </a:lnTo>
                <a:lnTo>
                  <a:pt x="25359" y="193039"/>
                </a:lnTo>
                <a:lnTo>
                  <a:pt x="25219" y="193039"/>
                </a:lnTo>
                <a:lnTo>
                  <a:pt x="28153" y="198119"/>
                </a:lnTo>
                <a:lnTo>
                  <a:pt x="28013" y="198119"/>
                </a:lnTo>
                <a:lnTo>
                  <a:pt x="31201" y="204469"/>
                </a:lnTo>
                <a:lnTo>
                  <a:pt x="31739" y="204469"/>
                </a:lnTo>
                <a:lnTo>
                  <a:pt x="34503" y="209549"/>
                </a:lnTo>
                <a:lnTo>
                  <a:pt x="35252" y="209549"/>
                </a:lnTo>
                <a:lnTo>
                  <a:pt x="38033" y="213359"/>
                </a:lnTo>
                <a:lnTo>
                  <a:pt x="37856" y="213359"/>
                </a:lnTo>
                <a:lnTo>
                  <a:pt x="41793" y="218439"/>
                </a:lnTo>
                <a:lnTo>
                  <a:pt x="41602" y="218439"/>
                </a:lnTo>
                <a:lnTo>
                  <a:pt x="45768" y="223519"/>
                </a:lnTo>
                <a:lnTo>
                  <a:pt x="45565" y="223519"/>
                </a:lnTo>
                <a:lnTo>
                  <a:pt x="49959" y="227329"/>
                </a:lnTo>
                <a:lnTo>
                  <a:pt x="49743" y="227329"/>
                </a:lnTo>
                <a:lnTo>
                  <a:pt x="54366" y="232409"/>
                </a:lnTo>
                <a:lnTo>
                  <a:pt x="55340" y="232409"/>
                </a:lnTo>
                <a:lnTo>
                  <a:pt x="58950" y="236219"/>
                </a:lnTo>
                <a:lnTo>
                  <a:pt x="59976" y="236219"/>
                </a:lnTo>
                <a:lnTo>
                  <a:pt x="63738" y="240029"/>
                </a:lnTo>
                <a:lnTo>
                  <a:pt x="65233" y="240029"/>
                </a:lnTo>
                <a:lnTo>
                  <a:pt x="68704" y="242569"/>
                </a:lnTo>
                <a:lnTo>
                  <a:pt x="68450" y="242569"/>
                </a:lnTo>
                <a:lnTo>
                  <a:pt x="73847" y="246379"/>
                </a:lnTo>
                <a:lnTo>
                  <a:pt x="73581" y="246379"/>
                </a:lnTo>
                <a:lnTo>
                  <a:pt x="79156" y="248919"/>
                </a:lnTo>
                <a:lnTo>
                  <a:pt x="78877" y="248919"/>
                </a:lnTo>
                <a:lnTo>
                  <a:pt x="84617" y="251459"/>
                </a:lnTo>
                <a:lnTo>
                  <a:pt x="84338" y="251459"/>
                </a:lnTo>
                <a:lnTo>
                  <a:pt x="90243" y="253999"/>
                </a:lnTo>
                <a:lnTo>
                  <a:pt x="89951" y="253999"/>
                </a:lnTo>
                <a:lnTo>
                  <a:pt x="96009" y="256539"/>
                </a:lnTo>
                <a:lnTo>
                  <a:pt x="95704" y="256539"/>
                </a:lnTo>
                <a:lnTo>
                  <a:pt x="101902" y="259079"/>
                </a:lnTo>
                <a:lnTo>
                  <a:pt x="101597" y="259079"/>
                </a:lnTo>
                <a:lnTo>
                  <a:pt x="107934" y="260349"/>
                </a:lnTo>
                <a:lnTo>
                  <a:pt x="107629" y="260349"/>
                </a:lnTo>
                <a:lnTo>
                  <a:pt x="114081" y="261619"/>
                </a:lnTo>
                <a:lnTo>
                  <a:pt x="113776" y="261619"/>
                </a:lnTo>
                <a:lnTo>
                  <a:pt x="120355" y="262889"/>
                </a:lnTo>
                <a:lnTo>
                  <a:pt x="120037" y="262889"/>
                </a:lnTo>
                <a:lnTo>
                  <a:pt x="126730" y="264159"/>
                </a:lnTo>
                <a:lnTo>
                  <a:pt x="196250" y="264159"/>
                </a:lnTo>
                <a:lnTo>
                  <a:pt x="186928" y="267969"/>
                </a:lnTo>
                <a:lnTo>
                  <a:pt x="180515" y="270509"/>
                </a:lnTo>
                <a:lnTo>
                  <a:pt x="173974" y="271779"/>
                </a:lnTo>
                <a:lnTo>
                  <a:pt x="167319" y="274319"/>
                </a:lnTo>
                <a:lnTo>
                  <a:pt x="160538" y="275589"/>
                </a:lnTo>
                <a:lnTo>
                  <a:pt x="153654" y="275589"/>
                </a:lnTo>
                <a:lnTo>
                  <a:pt x="146682" y="276859"/>
                </a:lnTo>
                <a:close/>
              </a:path>
              <a:path w="277495" h="276860">
                <a:moveTo>
                  <a:pt x="169821" y="16509"/>
                </a:moveTo>
                <a:lnTo>
                  <a:pt x="163357" y="13969"/>
                </a:lnTo>
                <a:lnTo>
                  <a:pt x="157401" y="13969"/>
                </a:lnTo>
                <a:lnTo>
                  <a:pt x="150708" y="12699"/>
                </a:lnTo>
                <a:lnTo>
                  <a:pt x="198434" y="12699"/>
                </a:lnTo>
                <a:lnTo>
                  <a:pt x="202439" y="15239"/>
                </a:lnTo>
                <a:lnTo>
                  <a:pt x="169504" y="15239"/>
                </a:lnTo>
                <a:lnTo>
                  <a:pt x="169821" y="16509"/>
                </a:lnTo>
                <a:close/>
              </a:path>
              <a:path w="277495" h="276860">
                <a:moveTo>
                  <a:pt x="252219" y="83819"/>
                </a:moveTo>
                <a:lnTo>
                  <a:pt x="249285" y="77469"/>
                </a:lnTo>
                <a:lnTo>
                  <a:pt x="249438" y="77469"/>
                </a:lnTo>
                <a:lnTo>
                  <a:pt x="246237" y="72389"/>
                </a:lnTo>
                <a:lnTo>
                  <a:pt x="246390" y="72389"/>
                </a:lnTo>
                <a:lnTo>
                  <a:pt x="242935" y="67309"/>
                </a:lnTo>
                <a:lnTo>
                  <a:pt x="243113" y="67309"/>
                </a:lnTo>
                <a:lnTo>
                  <a:pt x="239405" y="62229"/>
                </a:lnTo>
                <a:lnTo>
                  <a:pt x="239595" y="62229"/>
                </a:lnTo>
                <a:lnTo>
                  <a:pt x="235658" y="57149"/>
                </a:lnTo>
                <a:lnTo>
                  <a:pt x="235849" y="57149"/>
                </a:lnTo>
                <a:lnTo>
                  <a:pt x="231670" y="53339"/>
                </a:lnTo>
                <a:lnTo>
                  <a:pt x="231874" y="53339"/>
                </a:lnTo>
                <a:lnTo>
                  <a:pt x="227479" y="48259"/>
                </a:lnTo>
                <a:lnTo>
                  <a:pt x="227695" y="48259"/>
                </a:lnTo>
                <a:lnTo>
                  <a:pt x="223085" y="44449"/>
                </a:lnTo>
                <a:lnTo>
                  <a:pt x="223314" y="44449"/>
                </a:lnTo>
                <a:lnTo>
                  <a:pt x="218488" y="40639"/>
                </a:lnTo>
                <a:lnTo>
                  <a:pt x="218729" y="40639"/>
                </a:lnTo>
                <a:lnTo>
                  <a:pt x="213700" y="36829"/>
                </a:lnTo>
                <a:lnTo>
                  <a:pt x="213954" y="36829"/>
                </a:lnTo>
                <a:lnTo>
                  <a:pt x="208734" y="33019"/>
                </a:lnTo>
                <a:lnTo>
                  <a:pt x="208988" y="33019"/>
                </a:lnTo>
                <a:lnTo>
                  <a:pt x="203591" y="30479"/>
                </a:lnTo>
                <a:lnTo>
                  <a:pt x="203857" y="30479"/>
                </a:lnTo>
                <a:lnTo>
                  <a:pt x="198282" y="26669"/>
                </a:lnTo>
                <a:lnTo>
                  <a:pt x="198561" y="26669"/>
                </a:lnTo>
                <a:lnTo>
                  <a:pt x="192821" y="24129"/>
                </a:lnTo>
                <a:lnTo>
                  <a:pt x="193100" y="24129"/>
                </a:lnTo>
                <a:lnTo>
                  <a:pt x="187208" y="21589"/>
                </a:lnTo>
                <a:lnTo>
                  <a:pt x="187487" y="21589"/>
                </a:lnTo>
                <a:lnTo>
                  <a:pt x="181442" y="19049"/>
                </a:lnTo>
                <a:lnTo>
                  <a:pt x="181734" y="19049"/>
                </a:lnTo>
                <a:lnTo>
                  <a:pt x="175536" y="17779"/>
                </a:lnTo>
                <a:lnTo>
                  <a:pt x="175841" y="17779"/>
                </a:lnTo>
                <a:lnTo>
                  <a:pt x="169504" y="15239"/>
                </a:lnTo>
                <a:lnTo>
                  <a:pt x="202439" y="15239"/>
                </a:lnTo>
                <a:lnTo>
                  <a:pt x="204442" y="16509"/>
                </a:lnTo>
                <a:lnTo>
                  <a:pt x="210284" y="19049"/>
                </a:lnTo>
                <a:lnTo>
                  <a:pt x="215935" y="22859"/>
                </a:lnTo>
                <a:lnTo>
                  <a:pt x="221396" y="26669"/>
                </a:lnTo>
                <a:lnTo>
                  <a:pt x="226667" y="30479"/>
                </a:lnTo>
                <a:lnTo>
                  <a:pt x="231708" y="35559"/>
                </a:lnTo>
                <a:lnTo>
                  <a:pt x="236547" y="39369"/>
                </a:lnTo>
                <a:lnTo>
                  <a:pt x="257147" y="66039"/>
                </a:lnTo>
                <a:lnTo>
                  <a:pt x="260499" y="71119"/>
                </a:lnTo>
                <a:lnTo>
                  <a:pt x="263573" y="77469"/>
                </a:lnTo>
                <a:lnTo>
                  <a:pt x="265808" y="82549"/>
                </a:lnTo>
                <a:lnTo>
                  <a:pt x="252092" y="82549"/>
                </a:lnTo>
                <a:lnTo>
                  <a:pt x="252219" y="83819"/>
                </a:lnTo>
                <a:close/>
              </a:path>
              <a:path w="277495" h="276860">
                <a:moveTo>
                  <a:pt x="53578" y="45719"/>
                </a:moveTo>
                <a:lnTo>
                  <a:pt x="53794" y="44449"/>
                </a:lnTo>
                <a:lnTo>
                  <a:pt x="54775" y="44449"/>
                </a:lnTo>
                <a:lnTo>
                  <a:pt x="53578" y="45719"/>
                </a:lnTo>
                <a:close/>
              </a:path>
              <a:path w="277495" h="276860">
                <a:moveTo>
                  <a:pt x="33881" y="68579"/>
                </a:moveTo>
                <a:lnTo>
                  <a:pt x="34046" y="67309"/>
                </a:lnTo>
                <a:lnTo>
                  <a:pt x="34801" y="67309"/>
                </a:lnTo>
                <a:lnTo>
                  <a:pt x="33881" y="68579"/>
                </a:lnTo>
                <a:close/>
              </a:path>
              <a:path w="277495" h="276860">
                <a:moveTo>
                  <a:pt x="30617" y="73659"/>
                </a:moveTo>
                <a:lnTo>
                  <a:pt x="30769" y="72389"/>
                </a:lnTo>
                <a:lnTo>
                  <a:pt x="31302" y="72389"/>
                </a:lnTo>
                <a:lnTo>
                  <a:pt x="30617" y="73659"/>
                </a:lnTo>
                <a:close/>
              </a:path>
              <a:path w="277495" h="276860">
                <a:moveTo>
                  <a:pt x="260715" y="106679"/>
                </a:moveTo>
                <a:lnTo>
                  <a:pt x="258912" y="100329"/>
                </a:lnTo>
                <a:lnTo>
                  <a:pt x="256905" y="93979"/>
                </a:lnTo>
                <a:lnTo>
                  <a:pt x="254632" y="88899"/>
                </a:lnTo>
                <a:lnTo>
                  <a:pt x="252092" y="82549"/>
                </a:lnTo>
                <a:lnTo>
                  <a:pt x="265808" y="82549"/>
                </a:lnTo>
                <a:lnTo>
                  <a:pt x="273588" y="105409"/>
                </a:lnTo>
                <a:lnTo>
                  <a:pt x="260639" y="105409"/>
                </a:lnTo>
                <a:lnTo>
                  <a:pt x="260715" y="106679"/>
                </a:lnTo>
                <a:close/>
              </a:path>
              <a:path w="277495" h="276860">
                <a:moveTo>
                  <a:pt x="22324" y="90169"/>
                </a:moveTo>
                <a:lnTo>
                  <a:pt x="22438" y="88899"/>
                </a:lnTo>
                <a:lnTo>
                  <a:pt x="22852" y="88899"/>
                </a:lnTo>
                <a:lnTo>
                  <a:pt x="22324" y="90169"/>
                </a:lnTo>
                <a:close/>
              </a:path>
              <a:path w="277495" h="276860">
                <a:moveTo>
                  <a:pt x="270545" y="181609"/>
                </a:moveTo>
                <a:lnTo>
                  <a:pt x="257248" y="181609"/>
                </a:lnTo>
                <a:lnTo>
                  <a:pt x="259318" y="175259"/>
                </a:lnTo>
                <a:lnTo>
                  <a:pt x="260982" y="168909"/>
                </a:lnTo>
                <a:lnTo>
                  <a:pt x="262366" y="162559"/>
                </a:lnTo>
                <a:lnTo>
                  <a:pt x="263446" y="156209"/>
                </a:lnTo>
                <a:lnTo>
                  <a:pt x="264208" y="149859"/>
                </a:lnTo>
                <a:lnTo>
                  <a:pt x="264652" y="143509"/>
                </a:lnTo>
                <a:lnTo>
                  <a:pt x="264779" y="137159"/>
                </a:lnTo>
                <a:lnTo>
                  <a:pt x="264563" y="130809"/>
                </a:lnTo>
                <a:lnTo>
                  <a:pt x="264480" y="129539"/>
                </a:lnTo>
                <a:lnTo>
                  <a:pt x="264043" y="124459"/>
                </a:lnTo>
                <a:lnTo>
                  <a:pt x="263204" y="118109"/>
                </a:lnTo>
                <a:lnTo>
                  <a:pt x="262074" y="111759"/>
                </a:lnTo>
                <a:lnTo>
                  <a:pt x="260639" y="105409"/>
                </a:lnTo>
                <a:lnTo>
                  <a:pt x="273588" y="105409"/>
                </a:lnTo>
                <a:lnTo>
                  <a:pt x="277335" y="132079"/>
                </a:lnTo>
                <a:lnTo>
                  <a:pt x="277238" y="146049"/>
                </a:lnTo>
                <a:lnTo>
                  <a:pt x="271409" y="179069"/>
                </a:lnTo>
                <a:lnTo>
                  <a:pt x="270545" y="181609"/>
                </a:lnTo>
                <a:close/>
              </a:path>
              <a:path w="277495" h="276860">
                <a:moveTo>
                  <a:pt x="16456" y="107949"/>
                </a:moveTo>
                <a:lnTo>
                  <a:pt x="16532" y="106679"/>
                </a:lnTo>
                <a:lnTo>
                  <a:pt x="16809" y="106679"/>
                </a:lnTo>
                <a:lnTo>
                  <a:pt x="16456" y="107949"/>
                </a:lnTo>
                <a:close/>
              </a:path>
              <a:path w="277495" h="276860">
                <a:moveTo>
                  <a:pt x="12680" y="139182"/>
                </a:moveTo>
                <a:lnTo>
                  <a:pt x="12659" y="138429"/>
                </a:lnTo>
                <a:lnTo>
                  <a:pt x="12680" y="139182"/>
                </a:lnTo>
                <a:close/>
              </a:path>
              <a:path w="277495" h="276860">
                <a:moveTo>
                  <a:pt x="12695" y="139699"/>
                </a:moveTo>
                <a:lnTo>
                  <a:pt x="12680" y="139182"/>
                </a:lnTo>
                <a:lnTo>
                  <a:pt x="12695" y="139699"/>
                </a:lnTo>
                <a:close/>
              </a:path>
              <a:path w="277495" h="276860">
                <a:moveTo>
                  <a:pt x="12940" y="146049"/>
                </a:moveTo>
                <a:lnTo>
                  <a:pt x="12849" y="144779"/>
                </a:lnTo>
                <a:lnTo>
                  <a:pt x="12940" y="146049"/>
                </a:lnTo>
                <a:close/>
              </a:path>
              <a:path w="277495" h="276860">
                <a:moveTo>
                  <a:pt x="13543" y="152399"/>
                </a:moveTo>
                <a:lnTo>
                  <a:pt x="13395" y="152399"/>
                </a:lnTo>
                <a:lnTo>
                  <a:pt x="13370" y="151129"/>
                </a:lnTo>
                <a:lnTo>
                  <a:pt x="13543" y="152399"/>
                </a:lnTo>
                <a:close/>
              </a:path>
              <a:path w="277495" h="276860">
                <a:moveTo>
                  <a:pt x="266219" y="193039"/>
                </a:moveTo>
                <a:lnTo>
                  <a:pt x="252486" y="193039"/>
                </a:lnTo>
                <a:lnTo>
                  <a:pt x="255115" y="186689"/>
                </a:lnTo>
                <a:lnTo>
                  <a:pt x="257350" y="180339"/>
                </a:lnTo>
                <a:lnTo>
                  <a:pt x="257248" y="181609"/>
                </a:lnTo>
                <a:lnTo>
                  <a:pt x="270545" y="181609"/>
                </a:lnTo>
                <a:lnTo>
                  <a:pt x="269250" y="185419"/>
                </a:lnTo>
                <a:lnTo>
                  <a:pt x="266773" y="191769"/>
                </a:lnTo>
                <a:lnTo>
                  <a:pt x="266219" y="193039"/>
                </a:lnTo>
                <a:close/>
              </a:path>
              <a:path w="277495" h="276860">
                <a:moveTo>
                  <a:pt x="225562" y="246379"/>
                </a:moveTo>
                <a:lnTo>
                  <a:pt x="204289" y="246379"/>
                </a:lnTo>
                <a:lnTo>
                  <a:pt x="209649" y="242569"/>
                </a:lnTo>
                <a:lnTo>
                  <a:pt x="209395" y="242569"/>
                </a:lnTo>
                <a:lnTo>
                  <a:pt x="214563" y="238759"/>
                </a:lnTo>
                <a:lnTo>
                  <a:pt x="214322" y="238759"/>
                </a:lnTo>
                <a:lnTo>
                  <a:pt x="219313" y="234949"/>
                </a:lnTo>
                <a:lnTo>
                  <a:pt x="219072" y="234949"/>
                </a:lnTo>
                <a:lnTo>
                  <a:pt x="223873" y="231139"/>
                </a:lnTo>
                <a:lnTo>
                  <a:pt x="223644" y="231139"/>
                </a:lnTo>
                <a:lnTo>
                  <a:pt x="228229" y="227329"/>
                </a:lnTo>
                <a:lnTo>
                  <a:pt x="228013" y="227329"/>
                </a:lnTo>
                <a:lnTo>
                  <a:pt x="232394" y="222249"/>
                </a:lnTo>
                <a:lnTo>
                  <a:pt x="232191" y="222249"/>
                </a:lnTo>
                <a:lnTo>
                  <a:pt x="236344" y="218439"/>
                </a:lnTo>
                <a:lnTo>
                  <a:pt x="236141" y="218439"/>
                </a:lnTo>
                <a:lnTo>
                  <a:pt x="240065" y="213359"/>
                </a:lnTo>
                <a:lnTo>
                  <a:pt x="239887" y="213359"/>
                </a:lnTo>
                <a:lnTo>
                  <a:pt x="243570" y="208279"/>
                </a:lnTo>
                <a:lnTo>
                  <a:pt x="243392" y="208279"/>
                </a:lnTo>
                <a:lnTo>
                  <a:pt x="246834" y="203199"/>
                </a:lnTo>
                <a:lnTo>
                  <a:pt x="246669" y="203199"/>
                </a:lnTo>
                <a:lnTo>
                  <a:pt x="249844" y="198119"/>
                </a:lnTo>
                <a:lnTo>
                  <a:pt x="249704" y="198119"/>
                </a:lnTo>
                <a:lnTo>
                  <a:pt x="252613" y="191769"/>
                </a:lnTo>
                <a:lnTo>
                  <a:pt x="252486" y="193039"/>
                </a:lnTo>
                <a:lnTo>
                  <a:pt x="266219" y="193039"/>
                </a:lnTo>
                <a:lnTo>
                  <a:pt x="264005" y="198119"/>
                </a:lnTo>
                <a:lnTo>
                  <a:pt x="260957" y="204469"/>
                </a:lnTo>
                <a:lnTo>
                  <a:pt x="257629" y="209549"/>
                </a:lnTo>
                <a:lnTo>
                  <a:pt x="254022" y="215899"/>
                </a:lnTo>
                <a:lnTo>
                  <a:pt x="232318" y="240029"/>
                </a:lnTo>
                <a:lnTo>
                  <a:pt x="227302" y="245109"/>
                </a:lnTo>
                <a:lnTo>
                  <a:pt x="225562" y="246379"/>
                </a:lnTo>
                <a:close/>
              </a:path>
              <a:path w="277495" h="276860">
                <a:moveTo>
                  <a:pt x="31739" y="204469"/>
                </a:moveTo>
                <a:lnTo>
                  <a:pt x="31201" y="204469"/>
                </a:lnTo>
                <a:lnTo>
                  <a:pt x="31048" y="203199"/>
                </a:lnTo>
                <a:lnTo>
                  <a:pt x="31739" y="204469"/>
                </a:lnTo>
                <a:close/>
              </a:path>
              <a:path w="277495" h="276860">
                <a:moveTo>
                  <a:pt x="35252" y="209549"/>
                </a:moveTo>
                <a:lnTo>
                  <a:pt x="34503" y="209549"/>
                </a:lnTo>
                <a:lnTo>
                  <a:pt x="34325" y="208279"/>
                </a:lnTo>
                <a:lnTo>
                  <a:pt x="35252" y="209549"/>
                </a:lnTo>
                <a:close/>
              </a:path>
              <a:path w="277495" h="276860">
                <a:moveTo>
                  <a:pt x="55340" y="232409"/>
                </a:moveTo>
                <a:lnTo>
                  <a:pt x="54366" y="232409"/>
                </a:lnTo>
                <a:lnTo>
                  <a:pt x="54137" y="231139"/>
                </a:lnTo>
                <a:lnTo>
                  <a:pt x="55340" y="232409"/>
                </a:lnTo>
                <a:close/>
              </a:path>
              <a:path w="277495" h="276860">
                <a:moveTo>
                  <a:pt x="59976" y="236219"/>
                </a:moveTo>
                <a:lnTo>
                  <a:pt x="58950" y="236219"/>
                </a:lnTo>
                <a:lnTo>
                  <a:pt x="58722" y="234949"/>
                </a:lnTo>
                <a:lnTo>
                  <a:pt x="59976" y="236219"/>
                </a:lnTo>
                <a:close/>
              </a:path>
              <a:path w="277495" h="276860">
                <a:moveTo>
                  <a:pt x="65233" y="240029"/>
                </a:moveTo>
                <a:lnTo>
                  <a:pt x="63738" y="240029"/>
                </a:lnTo>
                <a:lnTo>
                  <a:pt x="63497" y="238759"/>
                </a:lnTo>
                <a:lnTo>
                  <a:pt x="65233" y="240029"/>
                </a:lnTo>
                <a:close/>
              </a:path>
              <a:path w="277495" h="276860">
                <a:moveTo>
                  <a:pt x="196250" y="264159"/>
                </a:moveTo>
                <a:lnTo>
                  <a:pt x="145806" y="264159"/>
                </a:lnTo>
                <a:lnTo>
                  <a:pt x="152460" y="262889"/>
                </a:lnTo>
                <a:lnTo>
                  <a:pt x="158391" y="262889"/>
                </a:lnTo>
                <a:lnTo>
                  <a:pt x="164856" y="261619"/>
                </a:lnTo>
                <a:lnTo>
                  <a:pt x="164551" y="261619"/>
                </a:lnTo>
                <a:lnTo>
                  <a:pt x="170914" y="260349"/>
                </a:lnTo>
                <a:lnTo>
                  <a:pt x="170609" y="260349"/>
                </a:lnTo>
                <a:lnTo>
                  <a:pt x="176844" y="257809"/>
                </a:lnTo>
                <a:lnTo>
                  <a:pt x="176540" y="257809"/>
                </a:lnTo>
                <a:lnTo>
                  <a:pt x="182661" y="256539"/>
                </a:lnTo>
                <a:lnTo>
                  <a:pt x="182369" y="256539"/>
                </a:lnTo>
                <a:lnTo>
                  <a:pt x="188338" y="253999"/>
                </a:lnTo>
                <a:lnTo>
                  <a:pt x="188059" y="253999"/>
                </a:lnTo>
                <a:lnTo>
                  <a:pt x="193888" y="251459"/>
                </a:lnTo>
                <a:lnTo>
                  <a:pt x="193621" y="251459"/>
                </a:lnTo>
                <a:lnTo>
                  <a:pt x="199298" y="248919"/>
                </a:lnTo>
                <a:lnTo>
                  <a:pt x="199031" y="248919"/>
                </a:lnTo>
                <a:lnTo>
                  <a:pt x="204556" y="245109"/>
                </a:lnTo>
                <a:lnTo>
                  <a:pt x="204289" y="246379"/>
                </a:lnTo>
                <a:lnTo>
                  <a:pt x="225562" y="246379"/>
                </a:lnTo>
                <a:lnTo>
                  <a:pt x="199311" y="262889"/>
                </a:lnTo>
                <a:lnTo>
                  <a:pt x="196250" y="264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211861" y="1269695"/>
            <a:ext cx="2773553" cy="13175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576669" y="1557870"/>
            <a:ext cx="1719579" cy="394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545415" y="2059901"/>
            <a:ext cx="755751" cy="3485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70636" y="967892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54" y="660971"/>
                </a:moveTo>
                <a:lnTo>
                  <a:pt x="0" y="660971"/>
                </a:lnTo>
                <a:lnTo>
                  <a:pt x="0" y="0"/>
                </a:lnTo>
                <a:lnTo>
                  <a:pt x="1310754" y="0"/>
                </a:lnTo>
                <a:lnTo>
                  <a:pt x="1310754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71"/>
                </a:lnTo>
                <a:lnTo>
                  <a:pt x="38100" y="584771"/>
                </a:lnTo>
                <a:lnTo>
                  <a:pt x="76200" y="622871"/>
                </a:lnTo>
                <a:lnTo>
                  <a:pt x="1310754" y="622871"/>
                </a:lnTo>
                <a:lnTo>
                  <a:pt x="1310754" y="660971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54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54" y="38100"/>
                </a:lnTo>
                <a:lnTo>
                  <a:pt x="1234554" y="76200"/>
                </a:lnTo>
                <a:close/>
              </a:path>
              <a:path w="1311275" h="661035">
                <a:moveTo>
                  <a:pt x="1234554" y="622871"/>
                </a:moveTo>
                <a:lnTo>
                  <a:pt x="1234554" y="38100"/>
                </a:lnTo>
                <a:lnTo>
                  <a:pt x="1272654" y="76200"/>
                </a:lnTo>
                <a:lnTo>
                  <a:pt x="1310754" y="76200"/>
                </a:lnTo>
                <a:lnTo>
                  <a:pt x="1310754" y="584771"/>
                </a:lnTo>
                <a:lnTo>
                  <a:pt x="1272654" y="584771"/>
                </a:lnTo>
                <a:lnTo>
                  <a:pt x="1234554" y="622871"/>
                </a:lnTo>
                <a:close/>
              </a:path>
              <a:path w="1311275" h="661035">
                <a:moveTo>
                  <a:pt x="1310754" y="76200"/>
                </a:moveTo>
                <a:lnTo>
                  <a:pt x="1272654" y="76200"/>
                </a:lnTo>
                <a:lnTo>
                  <a:pt x="1234554" y="38100"/>
                </a:lnTo>
                <a:lnTo>
                  <a:pt x="1310754" y="38100"/>
                </a:lnTo>
                <a:lnTo>
                  <a:pt x="1310754" y="76200"/>
                </a:lnTo>
                <a:close/>
              </a:path>
              <a:path w="1311275" h="661035">
                <a:moveTo>
                  <a:pt x="76200" y="622871"/>
                </a:moveTo>
                <a:lnTo>
                  <a:pt x="38100" y="584771"/>
                </a:lnTo>
                <a:lnTo>
                  <a:pt x="76200" y="584771"/>
                </a:lnTo>
                <a:lnTo>
                  <a:pt x="76200" y="622871"/>
                </a:lnTo>
                <a:close/>
              </a:path>
              <a:path w="1311275" h="661035">
                <a:moveTo>
                  <a:pt x="1234554" y="622871"/>
                </a:moveTo>
                <a:lnTo>
                  <a:pt x="76200" y="622871"/>
                </a:lnTo>
                <a:lnTo>
                  <a:pt x="76200" y="584771"/>
                </a:lnTo>
                <a:lnTo>
                  <a:pt x="1234554" y="584771"/>
                </a:lnTo>
                <a:lnTo>
                  <a:pt x="1234554" y="622871"/>
                </a:lnTo>
                <a:close/>
              </a:path>
              <a:path w="1311275" h="661035">
                <a:moveTo>
                  <a:pt x="1310754" y="622871"/>
                </a:moveTo>
                <a:lnTo>
                  <a:pt x="1234554" y="622871"/>
                </a:lnTo>
                <a:lnTo>
                  <a:pt x="1272654" y="584771"/>
                </a:lnTo>
                <a:lnTo>
                  <a:pt x="1310754" y="584771"/>
                </a:lnTo>
                <a:lnTo>
                  <a:pt x="1310754" y="6228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4950" y="1015517"/>
            <a:ext cx="9867900" cy="2134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对</a:t>
            </a:r>
            <a:r>
              <a:rPr dirty="0" sz="3200" spc="-10" b="1">
                <a:latin typeface="黑体"/>
                <a:cs typeface="黑体"/>
              </a:rPr>
              <a:t>比</a:t>
            </a:r>
            <a:endParaRPr sz="3200">
              <a:latin typeface="黑体"/>
              <a:cs typeface="黑体"/>
            </a:endParaRPr>
          </a:p>
          <a:p>
            <a:pPr marL="327660" marR="5080" indent="622300">
              <a:lnSpc>
                <a:spcPct val="148800"/>
              </a:lnSpc>
              <a:spcBef>
                <a:spcPts val="276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机械振动的各个物理量也具有周期性。对比机械振动与</a:t>
            </a:r>
            <a:r>
              <a:rPr dirty="0" sz="2800" spc="-5" b="1">
                <a:solidFill>
                  <a:srgbClr val="0000FF"/>
                </a:solidFill>
                <a:latin typeface="华文楷体"/>
                <a:cs typeface="华文楷体"/>
              </a:rPr>
              <a:t>电 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磁振荡，二者有哪些相似的特点呢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8025" y="4037317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机械振</a:t>
            </a:r>
            <a:r>
              <a:rPr dirty="0" sz="2400" spc="-5" b="1">
                <a:latin typeface="华文楷体"/>
                <a:cs typeface="华文楷体"/>
              </a:rPr>
              <a:t>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48078" y="3799192"/>
            <a:ext cx="1543050" cy="941069"/>
          </a:xfrm>
          <a:custGeom>
            <a:avLst/>
            <a:gdLst/>
            <a:ahLst/>
            <a:cxnLst/>
            <a:rect l="l" t="t" r="r" b="b"/>
            <a:pathLst>
              <a:path w="1543050" h="941070">
                <a:moveTo>
                  <a:pt x="1542453" y="940917"/>
                </a:moveTo>
                <a:lnTo>
                  <a:pt x="0" y="940917"/>
                </a:lnTo>
                <a:lnTo>
                  <a:pt x="0" y="0"/>
                </a:lnTo>
                <a:lnTo>
                  <a:pt x="1542453" y="0"/>
                </a:lnTo>
                <a:lnTo>
                  <a:pt x="1542453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933297"/>
                </a:lnTo>
                <a:lnTo>
                  <a:pt x="3809" y="933297"/>
                </a:lnTo>
                <a:lnTo>
                  <a:pt x="7619" y="937107"/>
                </a:lnTo>
                <a:lnTo>
                  <a:pt x="1542453" y="937107"/>
                </a:lnTo>
                <a:lnTo>
                  <a:pt x="1542453" y="940917"/>
                </a:lnTo>
                <a:close/>
              </a:path>
              <a:path w="1543050" h="94107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543050" h="941070">
                <a:moveTo>
                  <a:pt x="1534833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534833" y="3810"/>
                </a:lnTo>
                <a:lnTo>
                  <a:pt x="1534833" y="7620"/>
                </a:lnTo>
                <a:close/>
              </a:path>
              <a:path w="1543050" h="941070">
                <a:moveTo>
                  <a:pt x="1534833" y="937107"/>
                </a:moveTo>
                <a:lnTo>
                  <a:pt x="1534833" y="3810"/>
                </a:lnTo>
                <a:lnTo>
                  <a:pt x="1538643" y="7620"/>
                </a:lnTo>
                <a:lnTo>
                  <a:pt x="1542453" y="7620"/>
                </a:lnTo>
                <a:lnTo>
                  <a:pt x="1542453" y="933297"/>
                </a:lnTo>
                <a:lnTo>
                  <a:pt x="1538643" y="933297"/>
                </a:lnTo>
                <a:lnTo>
                  <a:pt x="1534833" y="937107"/>
                </a:lnTo>
                <a:close/>
              </a:path>
              <a:path w="1543050" h="941070">
                <a:moveTo>
                  <a:pt x="1542453" y="7620"/>
                </a:moveTo>
                <a:lnTo>
                  <a:pt x="1538643" y="7620"/>
                </a:lnTo>
                <a:lnTo>
                  <a:pt x="1534833" y="3810"/>
                </a:lnTo>
                <a:lnTo>
                  <a:pt x="1542453" y="3810"/>
                </a:lnTo>
                <a:lnTo>
                  <a:pt x="1542453" y="7620"/>
                </a:lnTo>
                <a:close/>
              </a:path>
              <a:path w="1543050" h="941070">
                <a:moveTo>
                  <a:pt x="7619" y="937107"/>
                </a:moveTo>
                <a:lnTo>
                  <a:pt x="3809" y="933297"/>
                </a:lnTo>
                <a:lnTo>
                  <a:pt x="7619" y="933297"/>
                </a:lnTo>
                <a:lnTo>
                  <a:pt x="7619" y="937107"/>
                </a:lnTo>
                <a:close/>
              </a:path>
              <a:path w="1543050" h="941070">
                <a:moveTo>
                  <a:pt x="1534833" y="937107"/>
                </a:moveTo>
                <a:lnTo>
                  <a:pt x="7619" y="937107"/>
                </a:lnTo>
                <a:lnTo>
                  <a:pt x="7619" y="933297"/>
                </a:lnTo>
                <a:lnTo>
                  <a:pt x="1534833" y="933297"/>
                </a:lnTo>
                <a:lnTo>
                  <a:pt x="1534833" y="937107"/>
                </a:lnTo>
                <a:close/>
              </a:path>
              <a:path w="1543050" h="941070">
                <a:moveTo>
                  <a:pt x="1542453" y="937107"/>
                </a:moveTo>
                <a:lnTo>
                  <a:pt x="1534833" y="937107"/>
                </a:lnTo>
                <a:lnTo>
                  <a:pt x="1538643" y="933297"/>
                </a:lnTo>
                <a:lnTo>
                  <a:pt x="1542453" y="933297"/>
                </a:lnTo>
                <a:lnTo>
                  <a:pt x="1542453" y="93710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58565" y="4042397"/>
            <a:ext cx="2366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位移</a:t>
            </a:r>
            <a:r>
              <a:rPr dirty="0" sz="2400" b="1" i="1">
                <a:latin typeface="Times New Roman"/>
                <a:cs typeface="Times New Roman"/>
              </a:rPr>
              <a:t>x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华文楷体"/>
                <a:cs typeface="华文楷体"/>
              </a:rPr>
              <a:t>或加速度</a:t>
            </a:r>
            <a:r>
              <a:rPr dirty="0" sz="2400" b="1" i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82912" y="3799192"/>
            <a:ext cx="2707005" cy="941069"/>
          </a:xfrm>
          <a:custGeom>
            <a:avLst/>
            <a:gdLst/>
            <a:ahLst/>
            <a:cxnLst/>
            <a:rect l="l" t="t" r="r" b="b"/>
            <a:pathLst>
              <a:path w="2707004" h="941070">
                <a:moveTo>
                  <a:pt x="2706801" y="940917"/>
                </a:moveTo>
                <a:lnTo>
                  <a:pt x="0" y="940917"/>
                </a:lnTo>
                <a:lnTo>
                  <a:pt x="0" y="0"/>
                </a:lnTo>
                <a:lnTo>
                  <a:pt x="2706801" y="0"/>
                </a:lnTo>
                <a:lnTo>
                  <a:pt x="2706801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933297"/>
                </a:lnTo>
                <a:lnTo>
                  <a:pt x="3810" y="933297"/>
                </a:lnTo>
                <a:lnTo>
                  <a:pt x="7619" y="937107"/>
                </a:lnTo>
                <a:lnTo>
                  <a:pt x="2706801" y="937107"/>
                </a:lnTo>
                <a:lnTo>
                  <a:pt x="2706801" y="940917"/>
                </a:lnTo>
                <a:close/>
              </a:path>
              <a:path w="2707004" h="94107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707004" h="941070">
                <a:moveTo>
                  <a:pt x="2699181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699181" y="3810"/>
                </a:lnTo>
                <a:lnTo>
                  <a:pt x="2699181" y="7620"/>
                </a:lnTo>
                <a:close/>
              </a:path>
              <a:path w="2707004" h="941070">
                <a:moveTo>
                  <a:pt x="2699181" y="937107"/>
                </a:moveTo>
                <a:lnTo>
                  <a:pt x="2699181" y="3810"/>
                </a:lnTo>
                <a:lnTo>
                  <a:pt x="2702991" y="7620"/>
                </a:lnTo>
                <a:lnTo>
                  <a:pt x="2706801" y="7620"/>
                </a:lnTo>
                <a:lnTo>
                  <a:pt x="2706801" y="933297"/>
                </a:lnTo>
                <a:lnTo>
                  <a:pt x="2702991" y="933297"/>
                </a:lnTo>
                <a:lnTo>
                  <a:pt x="2699181" y="937107"/>
                </a:lnTo>
                <a:close/>
              </a:path>
              <a:path w="2707004" h="941070">
                <a:moveTo>
                  <a:pt x="2706801" y="7620"/>
                </a:moveTo>
                <a:lnTo>
                  <a:pt x="2702991" y="7620"/>
                </a:lnTo>
                <a:lnTo>
                  <a:pt x="2699181" y="3810"/>
                </a:lnTo>
                <a:lnTo>
                  <a:pt x="2706801" y="3810"/>
                </a:lnTo>
                <a:lnTo>
                  <a:pt x="2706801" y="7620"/>
                </a:lnTo>
                <a:close/>
              </a:path>
              <a:path w="2707004" h="941070">
                <a:moveTo>
                  <a:pt x="7619" y="937107"/>
                </a:moveTo>
                <a:lnTo>
                  <a:pt x="3810" y="933297"/>
                </a:lnTo>
                <a:lnTo>
                  <a:pt x="7619" y="933297"/>
                </a:lnTo>
                <a:lnTo>
                  <a:pt x="7619" y="937107"/>
                </a:lnTo>
                <a:close/>
              </a:path>
              <a:path w="2707004" h="941070">
                <a:moveTo>
                  <a:pt x="2699181" y="937107"/>
                </a:moveTo>
                <a:lnTo>
                  <a:pt x="7619" y="937107"/>
                </a:lnTo>
                <a:lnTo>
                  <a:pt x="7619" y="933297"/>
                </a:lnTo>
                <a:lnTo>
                  <a:pt x="2699181" y="933297"/>
                </a:lnTo>
                <a:lnTo>
                  <a:pt x="2699181" y="937107"/>
                </a:lnTo>
                <a:close/>
              </a:path>
              <a:path w="2707004" h="941070">
                <a:moveTo>
                  <a:pt x="2706801" y="937107"/>
                </a:moveTo>
                <a:lnTo>
                  <a:pt x="2699181" y="937107"/>
                </a:lnTo>
                <a:lnTo>
                  <a:pt x="2702991" y="933297"/>
                </a:lnTo>
                <a:lnTo>
                  <a:pt x="2706801" y="933297"/>
                </a:lnTo>
                <a:lnTo>
                  <a:pt x="2706801" y="93710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89217" y="4042397"/>
            <a:ext cx="7721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速度</a:t>
            </a:r>
            <a:r>
              <a:rPr dirty="0" sz="2400" b="1" i="1"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82093" y="3799192"/>
            <a:ext cx="1986914" cy="941069"/>
          </a:xfrm>
          <a:custGeom>
            <a:avLst/>
            <a:gdLst/>
            <a:ahLst/>
            <a:cxnLst/>
            <a:rect l="l" t="t" r="r" b="b"/>
            <a:pathLst>
              <a:path w="1986915" h="941070">
                <a:moveTo>
                  <a:pt x="1986432" y="940917"/>
                </a:moveTo>
                <a:lnTo>
                  <a:pt x="0" y="940917"/>
                </a:lnTo>
                <a:lnTo>
                  <a:pt x="0" y="0"/>
                </a:lnTo>
                <a:lnTo>
                  <a:pt x="1986432" y="0"/>
                </a:lnTo>
                <a:lnTo>
                  <a:pt x="1986432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933297"/>
                </a:lnTo>
                <a:lnTo>
                  <a:pt x="3810" y="933297"/>
                </a:lnTo>
                <a:lnTo>
                  <a:pt x="7619" y="937107"/>
                </a:lnTo>
                <a:lnTo>
                  <a:pt x="1986432" y="937107"/>
                </a:lnTo>
                <a:lnTo>
                  <a:pt x="1986432" y="940917"/>
                </a:lnTo>
                <a:close/>
              </a:path>
              <a:path w="1986915" h="94107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986915" h="941070">
                <a:moveTo>
                  <a:pt x="197881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978812" y="3810"/>
                </a:lnTo>
                <a:lnTo>
                  <a:pt x="1978812" y="7620"/>
                </a:lnTo>
                <a:close/>
              </a:path>
              <a:path w="1986915" h="941070">
                <a:moveTo>
                  <a:pt x="1978812" y="937107"/>
                </a:moveTo>
                <a:lnTo>
                  <a:pt x="1978812" y="3810"/>
                </a:lnTo>
                <a:lnTo>
                  <a:pt x="1982622" y="7620"/>
                </a:lnTo>
                <a:lnTo>
                  <a:pt x="1986432" y="7620"/>
                </a:lnTo>
                <a:lnTo>
                  <a:pt x="1986432" y="933297"/>
                </a:lnTo>
                <a:lnTo>
                  <a:pt x="1982622" y="933297"/>
                </a:lnTo>
                <a:lnTo>
                  <a:pt x="1978812" y="937107"/>
                </a:lnTo>
                <a:close/>
              </a:path>
              <a:path w="1986915" h="941070">
                <a:moveTo>
                  <a:pt x="1986432" y="7620"/>
                </a:moveTo>
                <a:lnTo>
                  <a:pt x="1982622" y="7620"/>
                </a:lnTo>
                <a:lnTo>
                  <a:pt x="1978812" y="3810"/>
                </a:lnTo>
                <a:lnTo>
                  <a:pt x="1986432" y="3810"/>
                </a:lnTo>
                <a:lnTo>
                  <a:pt x="1986432" y="7620"/>
                </a:lnTo>
                <a:close/>
              </a:path>
              <a:path w="1986915" h="941070">
                <a:moveTo>
                  <a:pt x="7619" y="937107"/>
                </a:moveTo>
                <a:lnTo>
                  <a:pt x="3810" y="933297"/>
                </a:lnTo>
                <a:lnTo>
                  <a:pt x="7619" y="933297"/>
                </a:lnTo>
                <a:lnTo>
                  <a:pt x="7619" y="937107"/>
                </a:lnTo>
                <a:close/>
              </a:path>
              <a:path w="1986915" h="941070">
                <a:moveTo>
                  <a:pt x="1978812" y="937107"/>
                </a:moveTo>
                <a:lnTo>
                  <a:pt x="7619" y="937107"/>
                </a:lnTo>
                <a:lnTo>
                  <a:pt x="7619" y="933297"/>
                </a:lnTo>
                <a:lnTo>
                  <a:pt x="1978812" y="933297"/>
                </a:lnTo>
                <a:lnTo>
                  <a:pt x="1978812" y="937107"/>
                </a:lnTo>
                <a:close/>
              </a:path>
              <a:path w="1986915" h="941070">
                <a:moveTo>
                  <a:pt x="1986432" y="937107"/>
                </a:moveTo>
                <a:lnTo>
                  <a:pt x="1978812" y="937107"/>
                </a:lnTo>
                <a:lnTo>
                  <a:pt x="1982622" y="933297"/>
                </a:lnTo>
                <a:lnTo>
                  <a:pt x="1986432" y="933297"/>
                </a:lnTo>
                <a:lnTo>
                  <a:pt x="1986432" y="93710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296249" y="4037317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势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60906" y="3799192"/>
            <a:ext cx="1307465" cy="941069"/>
          </a:xfrm>
          <a:custGeom>
            <a:avLst/>
            <a:gdLst/>
            <a:ahLst/>
            <a:cxnLst/>
            <a:rect l="l" t="t" r="r" b="b"/>
            <a:pathLst>
              <a:path w="1307465" h="941070">
                <a:moveTo>
                  <a:pt x="1307223" y="940917"/>
                </a:moveTo>
                <a:lnTo>
                  <a:pt x="0" y="940917"/>
                </a:lnTo>
                <a:lnTo>
                  <a:pt x="0" y="0"/>
                </a:lnTo>
                <a:lnTo>
                  <a:pt x="1307223" y="0"/>
                </a:lnTo>
                <a:lnTo>
                  <a:pt x="1307223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933297"/>
                </a:lnTo>
                <a:lnTo>
                  <a:pt x="3810" y="933297"/>
                </a:lnTo>
                <a:lnTo>
                  <a:pt x="7620" y="937107"/>
                </a:lnTo>
                <a:lnTo>
                  <a:pt x="1307223" y="937107"/>
                </a:lnTo>
                <a:lnTo>
                  <a:pt x="1307223" y="940917"/>
                </a:lnTo>
                <a:close/>
              </a:path>
              <a:path w="1307465" h="94107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307465" h="941070">
                <a:moveTo>
                  <a:pt x="1299603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99603" y="3810"/>
                </a:lnTo>
                <a:lnTo>
                  <a:pt x="1299603" y="7620"/>
                </a:lnTo>
                <a:close/>
              </a:path>
              <a:path w="1307465" h="941070">
                <a:moveTo>
                  <a:pt x="1299603" y="937107"/>
                </a:moveTo>
                <a:lnTo>
                  <a:pt x="1299603" y="3810"/>
                </a:lnTo>
                <a:lnTo>
                  <a:pt x="1303413" y="7620"/>
                </a:lnTo>
                <a:lnTo>
                  <a:pt x="1307223" y="7620"/>
                </a:lnTo>
                <a:lnTo>
                  <a:pt x="1307223" y="933297"/>
                </a:lnTo>
                <a:lnTo>
                  <a:pt x="1303413" y="933297"/>
                </a:lnTo>
                <a:lnTo>
                  <a:pt x="1299603" y="937107"/>
                </a:lnTo>
                <a:close/>
              </a:path>
              <a:path w="1307465" h="941070">
                <a:moveTo>
                  <a:pt x="1307223" y="7620"/>
                </a:moveTo>
                <a:lnTo>
                  <a:pt x="1303413" y="7620"/>
                </a:lnTo>
                <a:lnTo>
                  <a:pt x="1299603" y="3810"/>
                </a:lnTo>
                <a:lnTo>
                  <a:pt x="1307223" y="3810"/>
                </a:lnTo>
                <a:lnTo>
                  <a:pt x="1307223" y="7620"/>
                </a:lnTo>
                <a:close/>
              </a:path>
              <a:path w="1307465" h="941070">
                <a:moveTo>
                  <a:pt x="7620" y="937107"/>
                </a:moveTo>
                <a:lnTo>
                  <a:pt x="3810" y="933297"/>
                </a:lnTo>
                <a:lnTo>
                  <a:pt x="7620" y="933297"/>
                </a:lnTo>
                <a:lnTo>
                  <a:pt x="7620" y="937107"/>
                </a:lnTo>
                <a:close/>
              </a:path>
              <a:path w="1307465" h="941070">
                <a:moveTo>
                  <a:pt x="1299603" y="937107"/>
                </a:moveTo>
                <a:lnTo>
                  <a:pt x="7620" y="937107"/>
                </a:lnTo>
                <a:lnTo>
                  <a:pt x="7620" y="933297"/>
                </a:lnTo>
                <a:lnTo>
                  <a:pt x="1299603" y="933297"/>
                </a:lnTo>
                <a:lnTo>
                  <a:pt x="1299603" y="937107"/>
                </a:lnTo>
                <a:close/>
              </a:path>
              <a:path w="1307465" h="941070">
                <a:moveTo>
                  <a:pt x="1307223" y="937107"/>
                </a:moveTo>
                <a:lnTo>
                  <a:pt x="1299603" y="937107"/>
                </a:lnTo>
                <a:lnTo>
                  <a:pt x="1303413" y="933297"/>
                </a:lnTo>
                <a:lnTo>
                  <a:pt x="1307223" y="933297"/>
                </a:lnTo>
                <a:lnTo>
                  <a:pt x="1307223" y="93710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595866" y="4037317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动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260509" y="3799192"/>
            <a:ext cx="1307465" cy="941069"/>
          </a:xfrm>
          <a:custGeom>
            <a:avLst/>
            <a:gdLst/>
            <a:ahLst/>
            <a:cxnLst/>
            <a:rect l="l" t="t" r="r" b="b"/>
            <a:pathLst>
              <a:path w="1307465" h="941070">
                <a:moveTo>
                  <a:pt x="1307223" y="940917"/>
                </a:moveTo>
                <a:lnTo>
                  <a:pt x="0" y="940917"/>
                </a:lnTo>
                <a:lnTo>
                  <a:pt x="0" y="0"/>
                </a:lnTo>
                <a:lnTo>
                  <a:pt x="1307223" y="0"/>
                </a:lnTo>
                <a:lnTo>
                  <a:pt x="1307223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933297"/>
                </a:lnTo>
                <a:lnTo>
                  <a:pt x="3810" y="933297"/>
                </a:lnTo>
                <a:lnTo>
                  <a:pt x="7620" y="937107"/>
                </a:lnTo>
                <a:lnTo>
                  <a:pt x="1307223" y="937107"/>
                </a:lnTo>
                <a:lnTo>
                  <a:pt x="1307223" y="940917"/>
                </a:lnTo>
                <a:close/>
              </a:path>
              <a:path w="1307465" h="94107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307465" h="941070">
                <a:moveTo>
                  <a:pt x="1299603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99603" y="3810"/>
                </a:lnTo>
                <a:lnTo>
                  <a:pt x="1299603" y="7620"/>
                </a:lnTo>
                <a:close/>
              </a:path>
              <a:path w="1307465" h="941070">
                <a:moveTo>
                  <a:pt x="1299603" y="937107"/>
                </a:moveTo>
                <a:lnTo>
                  <a:pt x="1299603" y="3810"/>
                </a:lnTo>
                <a:lnTo>
                  <a:pt x="1303413" y="7620"/>
                </a:lnTo>
                <a:lnTo>
                  <a:pt x="1307223" y="7620"/>
                </a:lnTo>
                <a:lnTo>
                  <a:pt x="1307223" y="933297"/>
                </a:lnTo>
                <a:lnTo>
                  <a:pt x="1303413" y="933297"/>
                </a:lnTo>
                <a:lnTo>
                  <a:pt x="1299603" y="937107"/>
                </a:lnTo>
                <a:close/>
              </a:path>
              <a:path w="1307465" h="941070">
                <a:moveTo>
                  <a:pt x="1307223" y="7620"/>
                </a:moveTo>
                <a:lnTo>
                  <a:pt x="1303413" y="7620"/>
                </a:lnTo>
                <a:lnTo>
                  <a:pt x="1299603" y="3810"/>
                </a:lnTo>
                <a:lnTo>
                  <a:pt x="1307223" y="3810"/>
                </a:lnTo>
                <a:lnTo>
                  <a:pt x="1307223" y="7620"/>
                </a:lnTo>
                <a:close/>
              </a:path>
              <a:path w="1307465" h="941070">
                <a:moveTo>
                  <a:pt x="7620" y="937107"/>
                </a:moveTo>
                <a:lnTo>
                  <a:pt x="3810" y="933297"/>
                </a:lnTo>
                <a:lnTo>
                  <a:pt x="7620" y="933297"/>
                </a:lnTo>
                <a:lnTo>
                  <a:pt x="7620" y="937107"/>
                </a:lnTo>
                <a:close/>
              </a:path>
              <a:path w="1307465" h="941070">
                <a:moveTo>
                  <a:pt x="1299603" y="937107"/>
                </a:moveTo>
                <a:lnTo>
                  <a:pt x="7620" y="937107"/>
                </a:lnTo>
                <a:lnTo>
                  <a:pt x="7620" y="933297"/>
                </a:lnTo>
                <a:lnTo>
                  <a:pt x="1299603" y="933297"/>
                </a:lnTo>
                <a:lnTo>
                  <a:pt x="1299603" y="937107"/>
                </a:lnTo>
                <a:close/>
              </a:path>
              <a:path w="1307465" h="941070">
                <a:moveTo>
                  <a:pt x="1307223" y="937107"/>
                </a:moveTo>
                <a:lnTo>
                  <a:pt x="1299603" y="937107"/>
                </a:lnTo>
                <a:lnTo>
                  <a:pt x="1303413" y="933297"/>
                </a:lnTo>
                <a:lnTo>
                  <a:pt x="1307223" y="933297"/>
                </a:lnTo>
                <a:lnTo>
                  <a:pt x="1307223" y="937107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51126" y="4970614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电磁振</a:t>
            </a:r>
            <a:r>
              <a:rPr dirty="0" sz="2400" spc="-5" b="1">
                <a:latin typeface="华文楷体"/>
                <a:cs typeface="华文楷体"/>
              </a:rPr>
              <a:t>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48078" y="4732489"/>
            <a:ext cx="1543050" cy="941069"/>
          </a:xfrm>
          <a:custGeom>
            <a:avLst/>
            <a:gdLst/>
            <a:ahLst/>
            <a:cxnLst/>
            <a:rect l="l" t="t" r="r" b="b"/>
            <a:pathLst>
              <a:path w="1543050" h="941070">
                <a:moveTo>
                  <a:pt x="1542453" y="940930"/>
                </a:moveTo>
                <a:lnTo>
                  <a:pt x="0" y="940930"/>
                </a:lnTo>
                <a:lnTo>
                  <a:pt x="0" y="0"/>
                </a:lnTo>
                <a:lnTo>
                  <a:pt x="1542453" y="0"/>
                </a:lnTo>
                <a:lnTo>
                  <a:pt x="1542453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933310"/>
                </a:lnTo>
                <a:lnTo>
                  <a:pt x="3809" y="933310"/>
                </a:lnTo>
                <a:lnTo>
                  <a:pt x="7619" y="937120"/>
                </a:lnTo>
                <a:lnTo>
                  <a:pt x="1542453" y="937120"/>
                </a:lnTo>
                <a:lnTo>
                  <a:pt x="1542453" y="940930"/>
                </a:lnTo>
                <a:close/>
              </a:path>
              <a:path w="1543050" h="94107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543050" h="941070">
                <a:moveTo>
                  <a:pt x="1534833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534833" y="3810"/>
                </a:lnTo>
                <a:lnTo>
                  <a:pt x="1534833" y="7620"/>
                </a:lnTo>
                <a:close/>
              </a:path>
              <a:path w="1543050" h="941070">
                <a:moveTo>
                  <a:pt x="1534833" y="937120"/>
                </a:moveTo>
                <a:lnTo>
                  <a:pt x="1534833" y="3810"/>
                </a:lnTo>
                <a:lnTo>
                  <a:pt x="1538643" y="7620"/>
                </a:lnTo>
                <a:lnTo>
                  <a:pt x="1542453" y="7620"/>
                </a:lnTo>
                <a:lnTo>
                  <a:pt x="1542453" y="933310"/>
                </a:lnTo>
                <a:lnTo>
                  <a:pt x="1538643" y="933310"/>
                </a:lnTo>
                <a:lnTo>
                  <a:pt x="1534833" y="937120"/>
                </a:lnTo>
                <a:close/>
              </a:path>
              <a:path w="1543050" h="941070">
                <a:moveTo>
                  <a:pt x="1542453" y="7620"/>
                </a:moveTo>
                <a:lnTo>
                  <a:pt x="1538643" y="7620"/>
                </a:lnTo>
                <a:lnTo>
                  <a:pt x="1534833" y="3810"/>
                </a:lnTo>
                <a:lnTo>
                  <a:pt x="1542453" y="3810"/>
                </a:lnTo>
                <a:lnTo>
                  <a:pt x="1542453" y="7620"/>
                </a:lnTo>
                <a:close/>
              </a:path>
              <a:path w="1543050" h="941070">
                <a:moveTo>
                  <a:pt x="7619" y="937120"/>
                </a:moveTo>
                <a:lnTo>
                  <a:pt x="3809" y="933310"/>
                </a:lnTo>
                <a:lnTo>
                  <a:pt x="7619" y="933310"/>
                </a:lnTo>
                <a:lnTo>
                  <a:pt x="7619" y="937120"/>
                </a:lnTo>
                <a:close/>
              </a:path>
              <a:path w="1543050" h="941070">
                <a:moveTo>
                  <a:pt x="1534833" y="937120"/>
                </a:moveTo>
                <a:lnTo>
                  <a:pt x="7619" y="937120"/>
                </a:lnTo>
                <a:lnTo>
                  <a:pt x="7619" y="933310"/>
                </a:lnTo>
                <a:lnTo>
                  <a:pt x="1534833" y="933310"/>
                </a:lnTo>
                <a:lnTo>
                  <a:pt x="1534833" y="937120"/>
                </a:lnTo>
                <a:close/>
              </a:path>
              <a:path w="1543050" h="941070">
                <a:moveTo>
                  <a:pt x="1542453" y="937120"/>
                </a:moveTo>
                <a:lnTo>
                  <a:pt x="1534833" y="937120"/>
                </a:lnTo>
                <a:lnTo>
                  <a:pt x="1538643" y="933310"/>
                </a:lnTo>
                <a:lnTo>
                  <a:pt x="1542453" y="933310"/>
                </a:lnTo>
                <a:lnTo>
                  <a:pt x="1542453" y="9371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601110" y="4960469"/>
            <a:ext cx="228092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b="1">
                <a:latin typeface="华文楷体"/>
                <a:cs typeface="华文楷体"/>
              </a:rPr>
              <a:t>带电量</a:t>
            </a:r>
            <a:r>
              <a:rPr dirty="0" sz="2400" b="1" i="1">
                <a:latin typeface="Times New Roman"/>
                <a:cs typeface="Times New Roman"/>
              </a:rPr>
              <a:t>q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华文楷体"/>
                <a:cs typeface="华文楷体"/>
              </a:rPr>
              <a:t>或</a:t>
            </a:r>
            <a:r>
              <a:rPr dirty="0" sz="2400" spc="-245" b="1" i="1">
                <a:latin typeface="Times New Roman"/>
                <a:cs typeface="Times New Roman"/>
              </a:rPr>
              <a:t>u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spc="-5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82912" y="4732489"/>
            <a:ext cx="2707005" cy="941069"/>
          </a:xfrm>
          <a:custGeom>
            <a:avLst/>
            <a:gdLst/>
            <a:ahLst/>
            <a:cxnLst/>
            <a:rect l="l" t="t" r="r" b="b"/>
            <a:pathLst>
              <a:path w="2707004" h="941070">
                <a:moveTo>
                  <a:pt x="2706801" y="940930"/>
                </a:moveTo>
                <a:lnTo>
                  <a:pt x="0" y="940930"/>
                </a:lnTo>
                <a:lnTo>
                  <a:pt x="0" y="0"/>
                </a:lnTo>
                <a:lnTo>
                  <a:pt x="2706801" y="0"/>
                </a:lnTo>
                <a:lnTo>
                  <a:pt x="2706801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933310"/>
                </a:lnTo>
                <a:lnTo>
                  <a:pt x="3810" y="933310"/>
                </a:lnTo>
                <a:lnTo>
                  <a:pt x="7619" y="937120"/>
                </a:lnTo>
                <a:lnTo>
                  <a:pt x="2706801" y="937120"/>
                </a:lnTo>
                <a:lnTo>
                  <a:pt x="2706801" y="940930"/>
                </a:lnTo>
                <a:close/>
              </a:path>
              <a:path w="2707004" h="94107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707004" h="941070">
                <a:moveTo>
                  <a:pt x="2699181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699181" y="3810"/>
                </a:lnTo>
                <a:lnTo>
                  <a:pt x="2699181" y="7620"/>
                </a:lnTo>
                <a:close/>
              </a:path>
              <a:path w="2707004" h="941070">
                <a:moveTo>
                  <a:pt x="2699181" y="937120"/>
                </a:moveTo>
                <a:lnTo>
                  <a:pt x="2699181" y="3810"/>
                </a:lnTo>
                <a:lnTo>
                  <a:pt x="2702991" y="7620"/>
                </a:lnTo>
                <a:lnTo>
                  <a:pt x="2706801" y="7620"/>
                </a:lnTo>
                <a:lnTo>
                  <a:pt x="2706801" y="933310"/>
                </a:lnTo>
                <a:lnTo>
                  <a:pt x="2702991" y="933310"/>
                </a:lnTo>
                <a:lnTo>
                  <a:pt x="2699181" y="937120"/>
                </a:lnTo>
                <a:close/>
              </a:path>
              <a:path w="2707004" h="941070">
                <a:moveTo>
                  <a:pt x="2706801" y="7620"/>
                </a:moveTo>
                <a:lnTo>
                  <a:pt x="2702991" y="7620"/>
                </a:lnTo>
                <a:lnTo>
                  <a:pt x="2699181" y="3810"/>
                </a:lnTo>
                <a:lnTo>
                  <a:pt x="2706801" y="3810"/>
                </a:lnTo>
                <a:lnTo>
                  <a:pt x="2706801" y="7620"/>
                </a:lnTo>
                <a:close/>
              </a:path>
              <a:path w="2707004" h="941070">
                <a:moveTo>
                  <a:pt x="7619" y="937120"/>
                </a:moveTo>
                <a:lnTo>
                  <a:pt x="3810" y="933310"/>
                </a:lnTo>
                <a:lnTo>
                  <a:pt x="7619" y="933310"/>
                </a:lnTo>
                <a:lnTo>
                  <a:pt x="7619" y="937120"/>
                </a:lnTo>
                <a:close/>
              </a:path>
              <a:path w="2707004" h="941070">
                <a:moveTo>
                  <a:pt x="2699181" y="937120"/>
                </a:moveTo>
                <a:lnTo>
                  <a:pt x="7619" y="937120"/>
                </a:lnTo>
                <a:lnTo>
                  <a:pt x="7619" y="933310"/>
                </a:lnTo>
                <a:lnTo>
                  <a:pt x="2699181" y="933310"/>
                </a:lnTo>
                <a:lnTo>
                  <a:pt x="2699181" y="937120"/>
                </a:lnTo>
                <a:close/>
              </a:path>
              <a:path w="2707004" h="941070">
                <a:moveTo>
                  <a:pt x="2706801" y="937120"/>
                </a:moveTo>
                <a:lnTo>
                  <a:pt x="2699181" y="937120"/>
                </a:lnTo>
                <a:lnTo>
                  <a:pt x="2702991" y="933310"/>
                </a:lnTo>
                <a:lnTo>
                  <a:pt x="2706801" y="933310"/>
                </a:lnTo>
                <a:lnTo>
                  <a:pt x="2706801" y="9371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367932" y="4975694"/>
            <a:ext cx="1508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电流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sz="2400" spc="-8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华文楷体"/>
                <a:cs typeface="华文楷体"/>
              </a:rPr>
              <a:t>或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82093" y="4732489"/>
            <a:ext cx="1986914" cy="941069"/>
          </a:xfrm>
          <a:custGeom>
            <a:avLst/>
            <a:gdLst/>
            <a:ahLst/>
            <a:cxnLst/>
            <a:rect l="l" t="t" r="r" b="b"/>
            <a:pathLst>
              <a:path w="1986915" h="941070">
                <a:moveTo>
                  <a:pt x="1986432" y="940930"/>
                </a:moveTo>
                <a:lnTo>
                  <a:pt x="0" y="940930"/>
                </a:lnTo>
                <a:lnTo>
                  <a:pt x="0" y="0"/>
                </a:lnTo>
                <a:lnTo>
                  <a:pt x="1986432" y="0"/>
                </a:lnTo>
                <a:lnTo>
                  <a:pt x="1986432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933310"/>
                </a:lnTo>
                <a:lnTo>
                  <a:pt x="3810" y="933310"/>
                </a:lnTo>
                <a:lnTo>
                  <a:pt x="7619" y="937120"/>
                </a:lnTo>
                <a:lnTo>
                  <a:pt x="1986432" y="937120"/>
                </a:lnTo>
                <a:lnTo>
                  <a:pt x="1986432" y="940930"/>
                </a:lnTo>
                <a:close/>
              </a:path>
              <a:path w="1986915" h="94107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986915" h="941070">
                <a:moveTo>
                  <a:pt x="197881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978812" y="3810"/>
                </a:lnTo>
                <a:lnTo>
                  <a:pt x="1978812" y="7620"/>
                </a:lnTo>
                <a:close/>
              </a:path>
              <a:path w="1986915" h="941070">
                <a:moveTo>
                  <a:pt x="1978812" y="937120"/>
                </a:moveTo>
                <a:lnTo>
                  <a:pt x="1978812" y="3810"/>
                </a:lnTo>
                <a:lnTo>
                  <a:pt x="1982622" y="7620"/>
                </a:lnTo>
                <a:lnTo>
                  <a:pt x="1986432" y="7620"/>
                </a:lnTo>
                <a:lnTo>
                  <a:pt x="1986432" y="933310"/>
                </a:lnTo>
                <a:lnTo>
                  <a:pt x="1982622" y="933310"/>
                </a:lnTo>
                <a:lnTo>
                  <a:pt x="1978812" y="937120"/>
                </a:lnTo>
                <a:close/>
              </a:path>
              <a:path w="1986915" h="941070">
                <a:moveTo>
                  <a:pt x="1986432" y="7620"/>
                </a:moveTo>
                <a:lnTo>
                  <a:pt x="1982622" y="7620"/>
                </a:lnTo>
                <a:lnTo>
                  <a:pt x="1978812" y="3810"/>
                </a:lnTo>
                <a:lnTo>
                  <a:pt x="1986432" y="3810"/>
                </a:lnTo>
                <a:lnTo>
                  <a:pt x="1986432" y="7620"/>
                </a:lnTo>
                <a:close/>
              </a:path>
              <a:path w="1986915" h="941070">
                <a:moveTo>
                  <a:pt x="7619" y="937120"/>
                </a:moveTo>
                <a:lnTo>
                  <a:pt x="3810" y="933310"/>
                </a:lnTo>
                <a:lnTo>
                  <a:pt x="7619" y="933310"/>
                </a:lnTo>
                <a:lnTo>
                  <a:pt x="7619" y="937120"/>
                </a:lnTo>
                <a:close/>
              </a:path>
              <a:path w="1986915" h="941070">
                <a:moveTo>
                  <a:pt x="1978812" y="937120"/>
                </a:moveTo>
                <a:lnTo>
                  <a:pt x="7619" y="937120"/>
                </a:lnTo>
                <a:lnTo>
                  <a:pt x="7619" y="933310"/>
                </a:lnTo>
                <a:lnTo>
                  <a:pt x="1978812" y="933310"/>
                </a:lnTo>
                <a:lnTo>
                  <a:pt x="1978812" y="937120"/>
                </a:lnTo>
                <a:close/>
              </a:path>
              <a:path w="1986915" h="941070">
                <a:moveTo>
                  <a:pt x="1986432" y="937120"/>
                </a:moveTo>
                <a:lnTo>
                  <a:pt x="1978812" y="937120"/>
                </a:lnTo>
                <a:lnTo>
                  <a:pt x="1982622" y="933310"/>
                </a:lnTo>
                <a:lnTo>
                  <a:pt x="1986432" y="933310"/>
                </a:lnTo>
                <a:lnTo>
                  <a:pt x="1986432" y="9371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60906" y="4732489"/>
            <a:ext cx="1307465" cy="941069"/>
          </a:xfrm>
          <a:custGeom>
            <a:avLst/>
            <a:gdLst/>
            <a:ahLst/>
            <a:cxnLst/>
            <a:rect l="l" t="t" r="r" b="b"/>
            <a:pathLst>
              <a:path w="1307465" h="941070">
                <a:moveTo>
                  <a:pt x="1307223" y="940930"/>
                </a:moveTo>
                <a:lnTo>
                  <a:pt x="0" y="940930"/>
                </a:lnTo>
                <a:lnTo>
                  <a:pt x="0" y="0"/>
                </a:lnTo>
                <a:lnTo>
                  <a:pt x="1307223" y="0"/>
                </a:lnTo>
                <a:lnTo>
                  <a:pt x="1307223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933310"/>
                </a:lnTo>
                <a:lnTo>
                  <a:pt x="3810" y="933310"/>
                </a:lnTo>
                <a:lnTo>
                  <a:pt x="7620" y="937120"/>
                </a:lnTo>
                <a:lnTo>
                  <a:pt x="1307223" y="937120"/>
                </a:lnTo>
                <a:lnTo>
                  <a:pt x="1307223" y="940930"/>
                </a:lnTo>
                <a:close/>
              </a:path>
              <a:path w="1307465" h="94107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307465" h="941070">
                <a:moveTo>
                  <a:pt x="1299603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99603" y="3810"/>
                </a:lnTo>
                <a:lnTo>
                  <a:pt x="1299603" y="7620"/>
                </a:lnTo>
                <a:close/>
              </a:path>
              <a:path w="1307465" h="941070">
                <a:moveTo>
                  <a:pt x="1299603" y="937120"/>
                </a:moveTo>
                <a:lnTo>
                  <a:pt x="1299603" y="3810"/>
                </a:lnTo>
                <a:lnTo>
                  <a:pt x="1303413" y="7620"/>
                </a:lnTo>
                <a:lnTo>
                  <a:pt x="1307223" y="7620"/>
                </a:lnTo>
                <a:lnTo>
                  <a:pt x="1307223" y="933310"/>
                </a:lnTo>
                <a:lnTo>
                  <a:pt x="1303413" y="933310"/>
                </a:lnTo>
                <a:lnTo>
                  <a:pt x="1299603" y="937120"/>
                </a:lnTo>
                <a:close/>
              </a:path>
              <a:path w="1307465" h="941070">
                <a:moveTo>
                  <a:pt x="1307223" y="7620"/>
                </a:moveTo>
                <a:lnTo>
                  <a:pt x="1303413" y="7620"/>
                </a:lnTo>
                <a:lnTo>
                  <a:pt x="1299603" y="3810"/>
                </a:lnTo>
                <a:lnTo>
                  <a:pt x="1307223" y="3810"/>
                </a:lnTo>
                <a:lnTo>
                  <a:pt x="1307223" y="7620"/>
                </a:lnTo>
                <a:close/>
              </a:path>
              <a:path w="1307465" h="941070">
                <a:moveTo>
                  <a:pt x="7620" y="937120"/>
                </a:moveTo>
                <a:lnTo>
                  <a:pt x="3810" y="933310"/>
                </a:lnTo>
                <a:lnTo>
                  <a:pt x="7620" y="933310"/>
                </a:lnTo>
                <a:lnTo>
                  <a:pt x="7620" y="937120"/>
                </a:lnTo>
                <a:close/>
              </a:path>
              <a:path w="1307465" h="941070">
                <a:moveTo>
                  <a:pt x="1299603" y="937120"/>
                </a:moveTo>
                <a:lnTo>
                  <a:pt x="7620" y="937120"/>
                </a:lnTo>
                <a:lnTo>
                  <a:pt x="7620" y="933310"/>
                </a:lnTo>
                <a:lnTo>
                  <a:pt x="1299603" y="933310"/>
                </a:lnTo>
                <a:lnTo>
                  <a:pt x="1299603" y="937120"/>
                </a:lnTo>
                <a:close/>
              </a:path>
              <a:path w="1307465" h="941070">
                <a:moveTo>
                  <a:pt x="1307223" y="937120"/>
                </a:moveTo>
                <a:lnTo>
                  <a:pt x="1299603" y="937120"/>
                </a:lnTo>
                <a:lnTo>
                  <a:pt x="1303413" y="933310"/>
                </a:lnTo>
                <a:lnTo>
                  <a:pt x="1307223" y="933310"/>
                </a:lnTo>
                <a:lnTo>
                  <a:pt x="1307223" y="9371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171535" y="4970614"/>
            <a:ext cx="22040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5080" algn="l"/>
              </a:tabLst>
            </a:pPr>
            <a:r>
              <a:rPr dirty="0" sz="2400" b="1">
                <a:latin typeface="华文楷体"/>
                <a:cs typeface="华文楷体"/>
              </a:rPr>
              <a:t>电场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磁场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260509" y="4732489"/>
            <a:ext cx="1307465" cy="941069"/>
          </a:xfrm>
          <a:custGeom>
            <a:avLst/>
            <a:gdLst/>
            <a:ahLst/>
            <a:cxnLst/>
            <a:rect l="l" t="t" r="r" b="b"/>
            <a:pathLst>
              <a:path w="1307465" h="941070">
                <a:moveTo>
                  <a:pt x="1307223" y="940930"/>
                </a:moveTo>
                <a:lnTo>
                  <a:pt x="0" y="940930"/>
                </a:lnTo>
                <a:lnTo>
                  <a:pt x="0" y="0"/>
                </a:lnTo>
                <a:lnTo>
                  <a:pt x="1307223" y="0"/>
                </a:lnTo>
                <a:lnTo>
                  <a:pt x="1307223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933310"/>
                </a:lnTo>
                <a:lnTo>
                  <a:pt x="3810" y="933310"/>
                </a:lnTo>
                <a:lnTo>
                  <a:pt x="7620" y="937120"/>
                </a:lnTo>
                <a:lnTo>
                  <a:pt x="1307223" y="937120"/>
                </a:lnTo>
                <a:lnTo>
                  <a:pt x="1307223" y="940930"/>
                </a:lnTo>
                <a:close/>
              </a:path>
              <a:path w="1307465" h="94107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307465" h="941070">
                <a:moveTo>
                  <a:pt x="1299603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99603" y="3810"/>
                </a:lnTo>
                <a:lnTo>
                  <a:pt x="1299603" y="7620"/>
                </a:lnTo>
                <a:close/>
              </a:path>
              <a:path w="1307465" h="941070">
                <a:moveTo>
                  <a:pt x="1299603" y="937120"/>
                </a:moveTo>
                <a:lnTo>
                  <a:pt x="1299603" y="3810"/>
                </a:lnTo>
                <a:lnTo>
                  <a:pt x="1303413" y="7620"/>
                </a:lnTo>
                <a:lnTo>
                  <a:pt x="1307223" y="7620"/>
                </a:lnTo>
                <a:lnTo>
                  <a:pt x="1307223" y="933310"/>
                </a:lnTo>
                <a:lnTo>
                  <a:pt x="1303413" y="933310"/>
                </a:lnTo>
                <a:lnTo>
                  <a:pt x="1299603" y="937120"/>
                </a:lnTo>
                <a:close/>
              </a:path>
              <a:path w="1307465" h="941070">
                <a:moveTo>
                  <a:pt x="1307223" y="7620"/>
                </a:moveTo>
                <a:lnTo>
                  <a:pt x="1303413" y="7620"/>
                </a:lnTo>
                <a:lnTo>
                  <a:pt x="1299603" y="3810"/>
                </a:lnTo>
                <a:lnTo>
                  <a:pt x="1307223" y="3810"/>
                </a:lnTo>
                <a:lnTo>
                  <a:pt x="1307223" y="7620"/>
                </a:lnTo>
                <a:close/>
              </a:path>
              <a:path w="1307465" h="941070">
                <a:moveTo>
                  <a:pt x="7620" y="937120"/>
                </a:moveTo>
                <a:lnTo>
                  <a:pt x="3810" y="933310"/>
                </a:lnTo>
                <a:lnTo>
                  <a:pt x="7620" y="933310"/>
                </a:lnTo>
                <a:lnTo>
                  <a:pt x="7620" y="937120"/>
                </a:lnTo>
                <a:close/>
              </a:path>
              <a:path w="1307465" h="941070">
                <a:moveTo>
                  <a:pt x="1299603" y="937120"/>
                </a:moveTo>
                <a:lnTo>
                  <a:pt x="7620" y="937120"/>
                </a:lnTo>
                <a:lnTo>
                  <a:pt x="7620" y="933310"/>
                </a:lnTo>
                <a:lnTo>
                  <a:pt x="1299603" y="933310"/>
                </a:lnTo>
                <a:lnTo>
                  <a:pt x="1299603" y="937120"/>
                </a:lnTo>
                <a:close/>
              </a:path>
              <a:path w="1307465" h="941070">
                <a:moveTo>
                  <a:pt x="1307223" y="937120"/>
                </a:moveTo>
                <a:lnTo>
                  <a:pt x="1299603" y="937120"/>
                </a:lnTo>
                <a:lnTo>
                  <a:pt x="1303413" y="933310"/>
                </a:lnTo>
                <a:lnTo>
                  <a:pt x="1307223" y="933310"/>
                </a:lnTo>
                <a:lnTo>
                  <a:pt x="1307223" y="9371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38312" y="3790950"/>
            <a:ext cx="8839200" cy="1891030"/>
          </a:xfrm>
          <a:custGeom>
            <a:avLst/>
            <a:gdLst/>
            <a:ahLst/>
            <a:cxnLst/>
            <a:rect l="l" t="t" r="r" b="b"/>
            <a:pathLst>
              <a:path w="8839200" h="1891029">
                <a:moveTo>
                  <a:pt x="8839200" y="1890712"/>
                </a:moveTo>
                <a:lnTo>
                  <a:pt x="0" y="1890712"/>
                </a:lnTo>
                <a:lnTo>
                  <a:pt x="0" y="0"/>
                </a:lnTo>
                <a:lnTo>
                  <a:pt x="8839200" y="0"/>
                </a:lnTo>
                <a:lnTo>
                  <a:pt x="88392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81187"/>
                </a:lnTo>
                <a:lnTo>
                  <a:pt x="4762" y="1881187"/>
                </a:lnTo>
                <a:lnTo>
                  <a:pt x="9525" y="1885950"/>
                </a:lnTo>
                <a:lnTo>
                  <a:pt x="8839200" y="1885950"/>
                </a:lnTo>
                <a:lnTo>
                  <a:pt x="8839200" y="1890712"/>
                </a:lnTo>
                <a:close/>
              </a:path>
              <a:path w="8839200" h="18910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839200" h="1891029">
                <a:moveTo>
                  <a:pt x="88296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829675" y="4762"/>
                </a:lnTo>
                <a:lnTo>
                  <a:pt x="8829675" y="9525"/>
                </a:lnTo>
                <a:close/>
              </a:path>
              <a:path w="8839200" h="1891029">
                <a:moveTo>
                  <a:pt x="8829675" y="1885950"/>
                </a:moveTo>
                <a:lnTo>
                  <a:pt x="8829675" y="4762"/>
                </a:lnTo>
                <a:lnTo>
                  <a:pt x="8834437" y="9525"/>
                </a:lnTo>
                <a:lnTo>
                  <a:pt x="8839200" y="9525"/>
                </a:lnTo>
                <a:lnTo>
                  <a:pt x="8839200" y="1881187"/>
                </a:lnTo>
                <a:lnTo>
                  <a:pt x="8834437" y="1881187"/>
                </a:lnTo>
                <a:lnTo>
                  <a:pt x="8829675" y="1885950"/>
                </a:lnTo>
                <a:close/>
              </a:path>
              <a:path w="8839200" h="1891029">
                <a:moveTo>
                  <a:pt x="8839200" y="9525"/>
                </a:moveTo>
                <a:lnTo>
                  <a:pt x="8834437" y="9525"/>
                </a:lnTo>
                <a:lnTo>
                  <a:pt x="8829675" y="4762"/>
                </a:lnTo>
                <a:lnTo>
                  <a:pt x="8839200" y="4762"/>
                </a:lnTo>
                <a:lnTo>
                  <a:pt x="8839200" y="9525"/>
                </a:lnTo>
                <a:close/>
              </a:path>
              <a:path w="8839200" h="1891029">
                <a:moveTo>
                  <a:pt x="9525" y="1885950"/>
                </a:moveTo>
                <a:lnTo>
                  <a:pt x="4762" y="1881187"/>
                </a:lnTo>
                <a:lnTo>
                  <a:pt x="9525" y="1881187"/>
                </a:lnTo>
                <a:lnTo>
                  <a:pt x="9525" y="1885950"/>
                </a:lnTo>
                <a:close/>
              </a:path>
              <a:path w="8839200" h="1891029">
                <a:moveTo>
                  <a:pt x="8829675" y="1885950"/>
                </a:moveTo>
                <a:lnTo>
                  <a:pt x="9525" y="1885950"/>
                </a:lnTo>
                <a:lnTo>
                  <a:pt x="9525" y="1881187"/>
                </a:lnTo>
                <a:lnTo>
                  <a:pt x="8829675" y="1881187"/>
                </a:lnTo>
                <a:lnTo>
                  <a:pt x="8829675" y="1885950"/>
                </a:lnTo>
                <a:close/>
              </a:path>
              <a:path w="8839200" h="1891029">
                <a:moveTo>
                  <a:pt x="8839200" y="1885950"/>
                </a:moveTo>
                <a:lnTo>
                  <a:pt x="8829675" y="1885950"/>
                </a:lnTo>
                <a:lnTo>
                  <a:pt x="8834437" y="1881187"/>
                </a:lnTo>
                <a:lnTo>
                  <a:pt x="8839200" y="1881187"/>
                </a:lnTo>
                <a:lnTo>
                  <a:pt x="8839200" y="188595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22287" y="41640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56602" y="4211675"/>
            <a:ext cx="840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思</a:t>
            </a:r>
            <a:r>
              <a:rPr dirty="0" sz="3200" spc="-10" b="1">
                <a:latin typeface="黑体"/>
                <a:cs typeface="黑体"/>
              </a:rPr>
              <a:t>考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314" y="600925"/>
            <a:ext cx="10265410" cy="327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7035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二、阻尼振荡和无阻尼振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荡</a:t>
            </a:r>
            <a:endParaRPr sz="3600">
              <a:latin typeface="黑体"/>
              <a:cs typeface="黑体"/>
            </a:endParaRPr>
          </a:p>
          <a:p>
            <a:pPr marL="355600" marR="5080" indent="-254000">
              <a:lnSpc>
                <a:spcPct val="128699"/>
              </a:lnSpc>
              <a:spcBef>
                <a:spcPts val="2685"/>
              </a:spcBef>
              <a:buSzPct val="96428"/>
              <a:buFont typeface="Times New Roman"/>
              <a:buAutoNum type="arabicPeriod"/>
              <a:tabLst>
                <a:tab pos="635635" algn="l"/>
              </a:tabLst>
            </a:pPr>
            <a:r>
              <a:rPr dirty="0" sz="2800" b="1">
                <a:latin typeface="华文楷体"/>
                <a:cs typeface="华文楷体"/>
              </a:rPr>
              <a:t>无阻尼振荡：在电磁振荡中，如果没有能量损失，振荡电流</a:t>
            </a:r>
            <a:r>
              <a:rPr dirty="0" sz="2800" spc="-5" b="1">
                <a:latin typeface="华文楷体"/>
                <a:cs typeface="华文楷体"/>
              </a:rPr>
              <a:t>的 </a:t>
            </a:r>
            <a:r>
              <a:rPr dirty="0" sz="2800" b="1">
                <a:latin typeface="华文楷体"/>
                <a:cs typeface="华文楷体"/>
              </a:rPr>
              <a:t>振幅保持不变，这种振荡叫做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无阻尼振荡</a:t>
            </a:r>
            <a:r>
              <a:rPr dirty="0" sz="2800" b="1">
                <a:latin typeface="华文楷体"/>
                <a:cs typeface="华文楷体"/>
              </a:rPr>
              <a:t>，也叫做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等幅振荡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．</a:t>
            </a:r>
            <a:endParaRPr sz="2800">
              <a:latin typeface="华文楷体"/>
              <a:cs typeface="华文楷体"/>
            </a:endParaRPr>
          </a:p>
          <a:p>
            <a:pPr marL="355600" marR="93980" indent="-342900">
              <a:lnSpc>
                <a:spcPct val="129900"/>
              </a:lnSpc>
              <a:spcBef>
                <a:spcPts val="1220"/>
              </a:spcBef>
              <a:buSzPct val="96428"/>
              <a:buFont typeface="Times New Roman"/>
              <a:buAutoNum type="arabicPeriod"/>
              <a:tabLst>
                <a:tab pos="546735" algn="l"/>
              </a:tabLst>
            </a:pPr>
            <a:r>
              <a:rPr dirty="0" sz="2800" b="1">
                <a:latin typeface="华文楷体"/>
                <a:cs typeface="华文楷体"/>
              </a:rPr>
              <a:t>阻尼振荡：任何电磁振荡电路中，总存在能量损耗，使振荡</a:t>
            </a:r>
            <a:r>
              <a:rPr dirty="0" sz="2800" spc="-5" b="1">
                <a:latin typeface="华文楷体"/>
                <a:cs typeface="华文楷体"/>
              </a:rPr>
              <a:t>电 </a:t>
            </a:r>
            <a:r>
              <a:rPr dirty="0" sz="2800" b="1">
                <a:latin typeface="华文楷体"/>
                <a:cs typeface="华文楷体"/>
              </a:rPr>
              <a:t>流的振幅逐渐减小，这种振荡叫做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阻尼振荡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7960" y="4243768"/>
            <a:ext cx="7466965" cy="18694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哪些原因造成了电磁振荡的能量损失呢？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630"/>
              </a:spcBef>
            </a:pP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有没有办法补充能量呢？</a:t>
            </a:r>
            <a:endParaRPr sz="3200">
              <a:latin typeface="华文楷体"/>
              <a:cs typeface="华文楷体"/>
            </a:endParaRPr>
          </a:p>
          <a:p>
            <a:pPr marL="4201160">
              <a:lnSpc>
                <a:spcPct val="100000"/>
              </a:lnSpc>
              <a:spcBef>
                <a:spcPts val="360"/>
              </a:spcBef>
            </a:pPr>
            <a:r>
              <a:rPr dirty="0" u="heavy" sz="32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华文楷体"/>
                <a:cs typeface="华文楷体"/>
              </a:rPr>
              <a:t>实验视频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232" y="696175"/>
            <a:ext cx="10219690" cy="5581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095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二、阻尼振荡和无阻尼振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荡</a:t>
            </a:r>
            <a:endParaRPr sz="3600">
              <a:latin typeface="黑体"/>
              <a:cs typeface="黑体"/>
            </a:endParaRPr>
          </a:p>
          <a:p>
            <a:pPr marL="74930" marR="163195" indent="101600">
              <a:lnSpc>
                <a:spcPct val="129900"/>
              </a:lnSpc>
              <a:spcBef>
                <a:spcPts val="2270"/>
              </a:spcBef>
              <a:buSzPct val="96428"/>
              <a:buFont typeface="Times New Roman"/>
              <a:buAutoNum type="arabicPeriod"/>
              <a:tabLst>
                <a:tab pos="711200" algn="l"/>
              </a:tabLst>
            </a:pPr>
            <a:r>
              <a:rPr dirty="0" sz="2800" b="1">
                <a:latin typeface="华文楷体"/>
                <a:cs typeface="华文楷体"/>
              </a:rPr>
              <a:t>无阻尼振荡：在电磁振荡中，如果没有能量损失，振荡电</a:t>
            </a:r>
            <a:r>
              <a:rPr dirty="0" sz="2800" spc="-10" b="1">
                <a:latin typeface="华文楷体"/>
                <a:cs typeface="华文楷体"/>
              </a:rPr>
              <a:t>流 </a:t>
            </a:r>
            <a:r>
              <a:rPr dirty="0" sz="2800" b="1">
                <a:latin typeface="华文楷体"/>
                <a:cs typeface="华文楷体"/>
              </a:rPr>
              <a:t>的振幅保持不变，这种振荡叫做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无阻尼振荡</a:t>
            </a:r>
            <a:r>
              <a:rPr dirty="0" sz="2800" b="1">
                <a:latin typeface="华文楷体"/>
                <a:cs typeface="华文楷体"/>
              </a:rPr>
              <a:t>，也叫做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等幅振荡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187960" indent="127635">
              <a:lnSpc>
                <a:spcPts val="4330"/>
              </a:lnSpc>
              <a:spcBef>
                <a:spcPts val="265"/>
              </a:spcBef>
              <a:buSzPct val="96428"/>
              <a:buFont typeface="Times New Roman"/>
              <a:buAutoNum type="arabicPeriod"/>
              <a:tabLst>
                <a:tab pos="680720" algn="l"/>
              </a:tabLst>
            </a:pPr>
            <a:r>
              <a:rPr dirty="0" sz="2800" spc="25" b="1">
                <a:latin typeface="华文楷体"/>
                <a:cs typeface="华文楷体"/>
              </a:rPr>
              <a:t>阻尼振荡：任何电磁振荡电路中，总存在能</a:t>
            </a:r>
            <a:r>
              <a:rPr dirty="0" sz="2800" spc="30" b="1">
                <a:latin typeface="华文楷体"/>
                <a:cs typeface="华文楷体"/>
              </a:rPr>
              <a:t>量损耗，使振</a:t>
            </a:r>
            <a:r>
              <a:rPr dirty="0" sz="2800" spc="-5" b="1">
                <a:latin typeface="华文楷体"/>
                <a:cs typeface="华文楷体"/>
              </a:rPr>
              <a:t>荡 </a:t>
            </a:r>
            <a:r>
              <a:rPr dirty="0" sz="2800" b="1">
                <a:latin typeface="华文楷体"/>
                <a:cs typeface="华文楷体"/>
              </a:rPr>
              <a:t>电流的振幅逐渐减小，这种振荡叫做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阻尼振荡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080" indent="163195">
              <a:lnSpc>
                <a:spcPct val="128699"/>
              </a:lnSpc>
              <a:spcBef>
                <a:spcPts val="945"/>
              </a:spcBef>
              <a:buSzPct val="96428"/>
              <a:buFont typeface="Times New Roman"/>
              <a:buAutoNum type="arabicParenBoth"/>
              <a:tabLst>
                <a:tab pos="591185" algn="l"/>
              </a:tabLst>
            </a:pPr>
            <a:r>
              <a:rPr dirty="0" sz="2800" b="1">
                <a:latin typeface="华文楷体"/>
                <a:cs typeface="华文楷体"/>
              </a:rPr>
              <a:t>振荡电路中的能量损耗有一部分转化为内能（产生焦耳热）</a:t>
            </a:r>
            <a:r>
              <a:rPr dirty="0" sz="2800" spc="-5" b="1">
                <a:latin typeface="华文楷体"/>
                <a:cs typeface="华文楷体"/>
              </a:rPr>
              <a:t>， </a:t>
            </a:r>
            <a:r>
              <a:rPr dirty="0" sz="2800" b="1">
                <a:latin typeface="华文楷体"/>
                <a:cs typeface="华文楷体"/>
              </a:rPr>
              <a:t>还有一部向外辐射出去而损失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187325" indent="127000">
              <a:lnSpc>
                <a:spcPct val="128699"/>
              </a:lnSpc>
              <a:spcBef>
                <a:spcPts val="1255"/>
              </a:spcBef>
              <a:buSzPct val="96428"/>
              <a:buFont typeface="Times New Roman"/>
              <a:buAutoNum type="arabicParenBoth"/>
              <a:tabLst>
                <a:tab pos="574675" algn="l"/>
              </a:tabLst>
            </a:pPr>
            <a:r>
              <a:rPr dirty="0" sz="2800" spc="55" b="1">
                <a:latin typeface="华文楷体"/>
                <a:cs typeface="华文楷体"/>
              </a:rPr>
              <a:t>如果</a:t>
            </a:r>
            <a:r>
              <a:rPr dirty="0" sz="2800" spc="60" b="1">
                <a:latin typeface="华文楷体"/>
                <a:cs typeface="华文楷体"/>
              </a:rPr>
              <a:t>用振荡器不断地将电源的能量补充到振荡电路中去，</a:t>
            </a:r>
            <a:r>
              <a:rPr dirty="0" sz="2800" spc="-5" b="1">
                <a:latin typeface="华文楷体"/>
                <a:cs typeface="华文楷体"/>
              </a:rPr>
              <a:t>就 </a:t>
            </a:r>
            <a:r>
              <a:rPr dirty="0" sz="2800" b="1">
                <a:latin typeface="华文楷体"/>
                <a:cs typeface="华文楷体"/>
              </a:rPr>
              <a:t>可以保持等幅振荡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7487" y="313156"/>
            <a:ext cx="5532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三、电磁振荡的周期和频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率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215" y="4872545"/>
            <a:ext cx="10512425" cy="129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800"/>
              </a:lnSpc>
              <a:spcBef>
                <a:spcPts val="100"/>
              </a:spcBef>
            </a:pPr>
            <a:r>
              <a:rPr dirty="0" sz="2800" spc="20" b="1">
                <a:latin typeface="Times New Roman"/>
                <a:cs typeface="Times New Roman"/>
              </a:rPr>
              <a:t>2</a:t>
            </a:r>
            <a:r>
              <a:rPr dirty="0" sz="2800" spc="25" b="1">
                <a:latin typeface="华文楷体"/>
                <a:cs typeface="华文楷体"/>
              </a:rPr>
              <a:t>．在一个周期内，振荡电流的方向改变两次；电场</a:t>
            </a:r>
            <a:r>
              <a:rPr dirty="0" sz="2800" spc="30" b="1">
                <a:latin typeface="华文楷体"/>
                <a:cs typeface="华文楷体"/>
              </a:rPr>
              <a:t>能</a:t>
            </a:r>
            <a:r>
              <a:rPr dirty="0" sz="2800" spc="20" b="1">
                <a:latin typeface="Times New Roman"/>
                <a:cs typeface="Times New Roman"/>
              </a:rPr>
              <a:t>(</a:t>
            </a:r>
            <a:r>
              <a:rPr dirty="0" sz="2800" spc="30" b="1">
                <a:latin typeface="华文楷体"/>
                <a:cs typeface="华文楷体"/>
              </a:rPr>
              <a:t>或磁场能</a:t>
            </a:r>
            <a:r>
              <a:rPr dirty="0" sz="2800" spc="20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华文楷体"/>
                <a:cs typeface="华文楷体"/>
              </a:rPr>
              <a:t>完 </a:t>
            </a:r>
            <a:r>
              <a:rPr dirty="0" sz="2800" b="1">
                <a:latin typeface="华文楷体"/>
                <a:cs typeface="华文楷体"/>
              </a:rPr>
              <a:t>成两次周期性变化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877" y="1177797"/>
            <a:ext cx="10227945" cy="2592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800"/>
              </a:lnSpc>
              <a:spcBef>
                <a:spcPts val="100"/>
              </a:spcBef>
            </a:pPr>
            <a:r>
              <a:rPr dirty="0" sz="2800" spc="5" b="1">
                <a:latin typeface="Times New Roman"/>
                <a:cs typeface="Times New Roman"/>
              </a:rPr>
              <a:t>1</a:t>
            </a:r>
            <a:r>
              <a:rPr dirty="0" sz="2800" spc="10" b="1">
                <a:latin typeface="华文楷体"/>
                <a:cs typeface="华文楷体"/>
              </a:rPr>
              <a:t>．周</a:t>
            </a:r>
            <a:r>
              <a:rPr dirty="0" sz="2800" spc="15" b="1">
                <a:latin typeface="华文楷体"/>
                <a:cs typeface="华文楷体"/>
              </a:rPr>
              <a:t>期和频率：电磁振荡完成一次周期性变化所需的时间叫做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周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期</a:t>
            </a:r>
            <a:r>
              <a:rPr dirty="0" sz="2800" b="1">
                <a:latin typeface="华文楷体"/>
                <a:cs typeface="华文楷体"/>
              </a:rPr>
              <a:t>，一秒钟内完成周期变化的次数叫做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频率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  <a:spcBef>
                <a:spcPts val="2230"/>
              </a:spcBef>
            </a:pPr>
            <a:r>
              <a:rPr dirty="0" sz="3200" spc="-5" b="1" i="1">
                <a:solidFill>
                  <a:srgbClr val="0000FF"/>
                </a:solidFill>
                <a:latin typeface="Times New Roman"/>
                <a:cs typeface="Times New Roman"/>
              </a:rPr>
              <a:t>LC</a:t>
            </a: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振荡电路的周期和频率跟什么因素有关呢？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43060" y="1256093"/>
            <a:ext cx="82784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0000FF"/>
                </a:solidFill>
                <a:latin typeface="Times New Roman"/>
                <a:cs typeface="Times New Roman"/>
              </a:rPr>
              <a:t>LC</a:t>
            </a: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振荡电路的周期和频率跟什么因素有关呢？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2787" y="10017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47102" y="1049375"/>
            <a:ext cx="840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思</a:t>
            </a:r>
            <a:r>
              <a:rPr dirty="0" sz="3200" spc="-10" b="1">
                <a:latin typeface="黑体"/>
                <a:cs typeface="黑体"/>
              </a:rPr>
              <a:t>考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014" y="2463101"/>
            <a:ext cx="10361930" cy="290703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697865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华文楷体"/>
                <a:cs typeface="华文楷体"/>
              </a:rPr>
              <a:t>电容较大时，电容器充电、放电的时间长些还是短些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697865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华文楷体"/>
                <a:cs typeface="华文楷体"/>
              </a:rPr>
              <a:t>线圈的自感系数较大时，电容器充电、放电时间长些还是短些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2700" marR="5080" indent="609600">
              <a:lnSpc>
                <a:spcPct val="148600"/>
              </a:lnSpc>
              <a:spcBef>
                <a:spcPts val="40"/>
              </a:spcBef>
            </a:pPr>
            <a:r>
              <a:rPr dirty="0" sz="2400" spc="45" b="1">
                <a:latin typeface="华文楷体"/>
                <a:cs typeface="华文楷体"/>
              </a:rPr>
              <a:t>根据上面的讨论结果，定性地讲，</a:t>
            </a:r>
            <a:r>
              <a:rPr dirty="0" sz="2400" spc="40" b="1" i="1">
                <a:latin typeface="Times New Roman"/>
                <a:cs typeface="Times New Roman"/>
              </a:rPr>
              <a:t>LC</a:t>
            </a:r>
            <a:r>
              <a:rPr dirty="0" sz="2400" spc="45" b="1">
                <a:latin typeface="华文楷体"/>
                <a:cs typeface="华文楷体"/>
              </a:rPr>
              <a:t>电路的周期</a:t>
            </a:r>
            <a:r>
              <a:rPr dirty="0" sz="2400" spc="45" b="1">
                <a:latin typeface="Times New Roman"/>
                <a:cs typeface="Times New Roman"/>
              </a:rPr>
              <a:t>(</a:t>
            </a:r>
            <a:r>
              <a:rPr dirty="0" sz="2400" spc="45" b="1">
                <a:latin typeface="华文楷体"/>
                <a:cs typeface="华文楷体"/>
              </a:rPr>
              <a:t>频率</a:t>
            </a:r>
            <a:r>
              <a:rPr dirty="0" sz="2400" spc="45" b="1">
                <a:latin typeface="Times New Roman"/>
                <a:cs typeface="Times New Roman"/>
              </a:rPr>
              <a:t>)</a:t>
            </a:r>
            <a:r>
              <a:rPr dirty="0" sz="2400" spc="45" b="1">
                <a:latin typeface="华文楷体"/>
                <a:cs typeface="华文楷体"/>
              </a:rPr>
              <a:t>与</a:t>
            </a:r>
            <a:r>
              <a:rPr dirty="0" sz="2400" spc="50" b="1">
                <a:latin typeface="华文楷体"/>
                <a:cs typeface="华文楷体"/>
              </a:rPr>
              <a:t>电容</a:t>
            </a:r>
            <a:r>
              <a:rPr dirty="0" sz="2400" spc="45" b="1" i="1">
                <a:latin typeface="Times New Roman"/>
                <a:cs typeface="Times New Roman"/>
              </a:rPr>
              <a:t>C</a:t>
            </a:r>
            <a:r>
              <a:rPr dirty="0" sz="2400" spc="50" b="1">
                <a:latin typeface="华文楷体"/>
                <a:cs typeface="华文楷体"/>
              </a:rPr>
              <a:t>、电感</a:t>
            </a:r>
            <a:r>
              <a:rPr dirty="0" sz="2400" b="1" i="1">
                <a:latin typeface="Times New Roman"/>
                <a:cs typeface="Times New Roman"/>
              </a:rPr>
              <a:t>L </a:t>
            </a:r>
            <a:r>
              <a:rPr dirty="0" sz="2400" b="1">
                <a:latin typeface="华文楷体"/>
                <a:cs typeface="华文楷体"/>
              </a:rPr>
              <a:t>的大小有什么关系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6847205">
              <a:lnSpc>
                <a:spcPct val="100000"/>
              </a:lnSpc>
              <a:spcBef>
                <a:spcPts val="1605"/>
              </a:spcBef>
            </a:pPr>
            <a:r>
              <a:rPr dirty="0" u="heavy" sz="32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华文楷体"/>
                <a:cs typeface="华文楷体"/>
              </a:rPr>
              <a:t>实验视频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7487" y="313156"/>
            <a:ext cx="5532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三、电磁振荡的周期和频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率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215" y="857758"/>
            <a:ext cx="10512425" cy="5310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045" marR="195580">
              <a:lnSpc>
                <a:spcPct val="148800"/>
              </a:lnSpc>
              <a:spcBef>
                <a:spcPts val="100"/>
              </a:spcBef>
              <a:buSzPct val="96428"/>
              <a:buFont typeface="Times New Roman"/>
              <a:buAutoNum type="arabicPeriod"/>
              <a:tabLst>
                <a:tab pos="643255" algn="l"/>
              </a:tabLst>
            </a:pPr>
            <a:r>
              <a:rPr dirty="0" sz="2800" spc="10" b="1">
                <a:latin typeface="华文楷体"/>
                <a:cs typeface="华文楷体"/>
              </a:rPr>
              <a:t>周</a:t>
            </a:r>
            <a:r>
              <a:rPr dirty="0" sz="2800" spc="15" b="1">
                <a:latin typeface="华文楷体"/>
                <a:cs typeface="华文楷体"/>
              </a:rPr>
              <a:t>期和频率：电磁振荡完成一次周期性变化所需的时间叫做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周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期</a:t>
            </a:r>
            <a:r>
              <a:rPr dirty="0" sz="2800" b="1">
                <a:latin typeface="华文楷体"/>
                <a:cs typeface="华文楷体"/>
              </a:rPr>
              <a:t>，一秒钟内完成周期变化的次数叫做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频率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94945">
              <a:lnSpc>
                <a:spcPct val="100000"/>
              </a:lnSpc>
              <a:spcBef>
                <a:spcPts val="172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LC</a:t>
            </a:r>
            <a:r>
              <a:rPr dirty="0" sz="2800" b="1">
                <a:latin typeface="华文楷体"/>
                <a:cs typeface="华文楷体"/>
              </a:rPr>
              <a:t>振荡电路的周期和频率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algn="just" marL="106045" marR="195580" indent="533400">
              <a:lnSpc>
                <a:spcPct val="150000"/>
              </a:lnSpc>
            </a:pPr>
            <a:r>
              <a:rPr dirty="0" sz="2800" spc="15" b="1">
                <a:latin typeface="华文楷体"/>
                <a:cs typeface="华文楷体"/>
              </a:rPr>
              <a:t>由回路本身的特性决定。这种由振荡回路本身特性</a:t>
            </a:r>
            <a:r>
              <a:rPr dirty="0" sz="2800" spc="20" b="1">
                <a:latin typeface="华文楷体"/>
                <a:cs typeface="华文楷体"/>
              </a:rPr>
              <a:t>所决定的</a:t>
            </a:r>
            <a:r>
              <a:rPr dirty="0" sz="2800" spc="-5" b="1">
                <a:latin typeface="华文楷体"/>
                <a:cs typeface="华文楷体"/>
              </a:rPr>
              <a:t>振 </a:t>
            </a:r>
            <a:r>
              <a:rPr dirty="0" sz="2800" spc="95" b="1">
                <a:latin typeface="华文楷体"/>
                <a:cs typeface="华文楷体"/>
              </a:rPr>
              <a:t>荡周期（或频率）叫做</a:t>
            </a:r>
            <a:r>
              <a:rPr dirty="0" sz="2800" spc="100" b="1">
                <a:solidFill>
                  <a:srgbClr val="FF0000"/>
                </a:solidFill>
                <a:latin typeface="华文楷体"/>
                <a:cs typeface="华文楷体"/>
              </a:rPr>
              <a:t>振荡电路的固有周期</a:t>
            </a:r>
            <a:r>
              <a:rPr dirty="0" sz="2800" spc="90" b="1">
                <a:latin typeface="Times New Roman"/>
                <a:cs typeface="Times New Roman"/>
              </a:rPr>
              <a:t>(</a:t>
            </a:r>
            <a:r>
              <a:rPr dirty="0" sz="2800" spc="100" b="1">
                <a:latin typeface="华文楷体"/>
                <a:cs typeface="华文楷体"/>
              </a:rPr>
              <a:t>或固有频率</a:t>
            </a:r>
            <a:r>
              <a:rPr dirty="0" sz="2800" spc="90" b="1">
                <a:latin typeface="Times New Roman"/>
                <a:cs typeface="Times New Roman"/>
              </a:rPr>
              <a:t>)</a:t>
            </a:r>
            <a:r>
              <a:rPr dirty="0" sz="2800" spc="100" b="1">
                <a:latin typeface="华文楷体"/>
                <a:cs typeface="华文楷体"/>
              </a:rPr>
              <a:t>，简</a:t>
            </a:r>
            <a:r>
              <a:rPr dirty="0" sz="2800" spc="-5" b="1">
                <a:latin typeface="华文楷体"/>
                <a:cs typeface="华文楷体"/>
              </a:rPr>
              <a:t>称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振荡电路的周期</a:t>
            </a: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b="1">
                <a:latin typeface="华文楷体"/>
                <a:cs typeface="华文楷体"/>
              </a:rPr>
              <a:t>或频率</a:t>
            </a:r>
            <a:r>
              <a:rPr dirty="0" sz="2800" spc="-10" b="1">
                <a:latin typeface="Times New Roman"/>
                <a:cs typeface="Times New Roman"/>
              </a:rPr>
              <a:t>)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48800"/>
              </a:lnSpc>
              <a:spcBef>
                <a:spcPts val="1415"/>
              </a:spcBef>
              <a:buSzPct val="96428"/>
              <a:buFont typeface="Times New Roman"/>
              <a:buAutoNum type="arabicPeriod" startAt="2"/>
              <a:tabLst>
                <a:tab pos="553085" algn="l"/>
              </a:tabLst>
            </a:pPr>
            <a:r>
              <a:rPr dirty="0" sz="2800" spc="25" b="1">
                <a:latin typeface="华文楷体"/>
                <a:cs typeface="华文楷体"/>
              </a:rPr>
              <a:t>在一个周期内，振荡电流的方向改变两次；电场</a:t>
            </a:r>
            <a:r>
              <a:rPr dirty="0" sz="2800" spc="30" b="1">
                <a:latin typeface="华文楷体"/>
                <a:cs typeface="华文楷体"/>
              </a:rPr>
              <a:t>能</a:t>
            </a:r>
            <a:r>
              <a:rPr dirty="0" sz="2800" spc="20" b="1">
                <a:latin typeface="Times New Roman"/>
                <a:cs typeface="Times New Roman"/>
              </a:rPr>
              <a:t>(</a:t>
            </a:r>
            <a:r>
              <a:rPr dirty="0" sz="2800" spc="30" b="1">
                <a:latin typeface="华文楷体"/>
                <a:cs typeface="华文楷体"/>
              </a:rPr>
              <a:t>或磁场能</a:t>
            </a:r>
            <a:r>
              <a:rPr dirty="0" sz="2800" spc="20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华文楷体"/>
                <a:cs typeface="华文楷体"/>
              </a:rPr>
              <a:t>完 </a:t>
            </a:r>
            <a:r>
              <a:rPr dirty="0" sz="2800" b="1">
                <a:latin typeface="华文楷体"/>
                <a:cs typeface="华文楷体"/>
              </a:rPr>
              <a:t>成两次周期性变化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177" y="1298575"/>
            <a:ext cx="60890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3</a:t>
            </a:r>
            <a:r>
              <a:rPr dirty="0" sz="2800" spc="-10" b="1">
                <a:latin typeface="华文楷体"/>
                <a:cs typeface="华文楷体"/>
              </a:rPr>
              <a:t>．</a:t>
            </a:r>
            <a:r>
              <a:rPr dirty="0" sz="2800" spc="-40" b="1">
                <a:latin typeface="华文楷体"/>
                <a:cs typeface="华文楷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LC</a:t>
            </a:r>
            <a:r>
              <a:rPr dirty="0" sz="2800" b="1">
                <a:latin typeface="华文楷体"/>
                <a:cs typeface="华文楷体"/>
              </a:rPr>
              <a:t>振荡电路（理想）的周期和频</a:t>
            </a:r>
            <a:r>
              <a:rPr dirty="0" sz="2800" spc="-10" b="1">
                <a:latin typeface="华文楷体"/>
                <a:cs typeface="华文楷体"/>
              </a:rPr>
              <a:t>率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300" y="4068141"/>
            <a:ext cx="10154285" cy="10826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120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 sz="2400" b="1">
                <a:latin typeface="华文楷体"/>
                <a:cs typeface="华文楷体"/>
              </a:rPr>
              <a:t>式中各物理量</a:t>
            </a:r>
            <a:r>
              <a:rPr dirty="0" sz="2400" spc="-245" b="1" i="1">
                <a:latin typeface="Times New Roman"/>
                <a:cs typeface="Times New Roman"/>
              </a:rPr>
              <a:t>T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L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spc="-245" b="1" i="1">
                <a:latin typeface="Times New Roman"/>
                <a:cs typeface="Times New Roman"/>
              </a:rPr>
              <a:t>C</a:t>
            </a:r>
            <a:r>
              <a:rPr dirty="0" sz="2500" spc="-860" b="1" i="1">
                <a:latin typeface="华文楷体"/>
                <a:cs typeface="华文楷体"/>
              </a:rPr>
              <a:t>、</a:t>
            </a:r>
            <a:r>
              <a:rPr dirty="0" sz="2400" b="1" i="1">
                <a:latin typeface="Times New Roman"/>
                <a:cs typeface="Times New Roman"/>
              </a:rPr>
              <a:t>f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的单位分别是</a:t>
            </a:r>
            <a:r>
              <a:rPr dirty="0" sz="2400" b="1">
                <a:latin typeface="Times New Roman"/>
                <a:cs typeface="Times New Roman"/>
              </a:rPr>
              <a:t>s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>
                <a:latin typeface="Times New Roman"/>
                <a:cs typeface="Times New Roman"/>
              </a:rPr>
              <a:t>H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>
                <a:latin typeface="Times New Roman"/>
                <a:cs typeface="Times New Roman"/>
              </a:rPr>
              <a:t>F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>
                <a:latin typeface="Times New Roman"/>
                <a:cs typeface="Times New Roman"/>
              </a:rPr>
              <a:t>Hz</a:t>
            </a:r>
            <a:r>
              <a:rPr dirty="0" sz="2400" spc="-5" b="1">
                <a:latin typeface="华文楷体"/>
                <a:cs typeface="华文楷体"/>
              </a:rPr>
              <a:t>．</a:t>
            </a:r>
            <a:endParaRPr sz="2400">
              <a:latin typeface="华文楷体"/>
              <a:cs typeface="华文楷体"/>
            </a:endParaRPr>
          </a:p>
          <a:p>
            <a:pPr marL="368300" indent="-355600">
              <a:lnSpc>
                <a:spcPct val="100000"/>
              </a:lnSpc>
              <a:spcBef>
                <a:spcPts val="2425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 sz="2400" b="1">
                <a:latin typeface="华文楷体"/>
                <a:cs typeface="华文楷体"/>
              </a:rPr>
              <a:t>适当地选择电容器和线圈，可使振荡电路物周期和频率符合我们的需要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0130" y="2138743"/>
            <a:ext cx="2247138" cy="10565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53530" y="2048255"/>
            <a:ext cx="2285238" cy="1313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11563" y="2414142"/>
            <a:ext cx="3300552" cy="2070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5498" y="2656433"/>
            <a:ext cx="1914829" cy="8020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54703" y="3193122"/>
            <a:ext cx="1562455" cy="7009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76940" y="3986428"/>
            <a:ext cx="339483" cy="3374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73637" y="4057065"/>
            <a:ext cx="400443" cy="1837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95103" y="2439035"/>
            <a:ext cx="393065" cy="454659"/>
          </a:xfrm>
          <a:custGeom>
            <a:avLst/>
            <a:gdLst/>
            <a:ahLst/>
            <a:cxnLst/>
            <a:rect l="l" t="t" r="r" b="b"/>
            <a:pathLst>
              <a:path w="393064" h="454660">
                <a:moveTo>
                  <a:pt x="216662" y="454660"/>
                </a:moveTo>
                <a:lnTo>
                  <a:pt x="176275" y="454660"/>
                </a:lnTo>
                <a:lnTo>
                  <a:pt x="166344" y="452119"/>
                </a:lnTo>
                <a:lnTo>
                  <a:pt x="156667" y="450850"/>
                </a:lnTo>
                <a:lnTo>
                  <a:pt x="147116" y="448310"/>
                </a:lnTo>
                <a:lnTo>
                  <a:pt x="137756" y="444500"/>
                </a:lnTo>
                <a:lnTo>
                  <a:pt x="128587" y="441960"/>
                </a:lnTo>
                <a:lnTo>
                  <a:pt x="119634" y="436880"/>
                </a:lnTo>
                <a:lnTo>
                  <a:pt x="110909" y="433069"/>
                </a:lnTo>
                <a:lnTo>
                  <a:pt x="102425" y="427989"/>
                </a:lnTo>
                <a:lnTo>
                  <a:pt x="94183" y="421639"/>
                </a:lnTo>
                <a:lnTo>
                  <a:pt x="86207" y="416560"/>
                </a:lnTo>
                <a:lnTo>
                  <a:pt x="78511" y="410210"/>
                </a:lnTo>
                <a:lnTo>
                  <a:pt x="71094" y="402589"/>
                </a:lnTo>
                <a:lnTo>
                  <a:pt x="63969" y="396239"/>
                </a:lnTo>
                <a:lnTo>
                  <a:pt x="57175" y="388619"/>
                </a:lnTo>
                <a:lnTo>
                  <a:pt x="50685" y="379730"/>
                </a:lnTo>
                <a:lnTo>
                  <a:pt x="44526" y="372110"/>
                </a:lnTo>
                <a:lnTo>
                  <a:pt x="38722" y="363219"/>
                </a:lnTo>
                <a:lnTo>
                  <a:pt x="33274" y="354330"/>
                </a:lnTo>
                <a:lnTo>
                  <a:pt x="28181" y="345439"/>
                </a:lnTo>
                <a:lnTo>
                  <a:pt x="23482" y="335280"/>
                </a:lnTo>
                <a:lnTo>
                  <a:pt x="19176" y="326389"/>
                </a:lnTo>
                <a:lnTo>
                  <a:pt x="6070" y="284480"/>
                </a:lnTo>
                <a:lnTo>
                  <a:pt x="190" y="238760"/>
                </a:lnTo>
                <a:lnTo>
                  <a:pt x="0" y="233680"/>
                </a:lnTo>
                <a:lnTo>
                  <a:pt x="0" y="220980"/>
                </a:lnTo>
                <a:lnTo>
                  <a:pt x="3898" y="181610"/>
                </a:lnTo>
                <a:lnTo>
                  <a:pt x="15265" y="138430"/>
                </a:lnTo>
                <a:lnTo>
                  <a:pt x="23482" y="119380"/>
                </a:lnTo>
                <a:lnTo>
                  <a:pt x="28181" y="109219"/>
                </a:lnTo>
                <a:lnTo>
                  <a:pt x="33274" y="100330"/>
                </a:lnTo>
                <a:lnTo>
                  <a:pt x="38722" y="91439"/>
                </a:lnTo>
                <a:lnTo>
                  <a:pt x="44526" y="82550"/>
                </a:lnTo>
                <a:lnTo>
                  <a:pt x="50685" y="74930"/>
                </a:lnTo>
                <a:lnTo>
                  <a:pt x="57175" y="66039"/>
                </a:lnTo>
                <a:lnTo>
                  <a:pt x="63969" y="58419"/>
                </a:lnTo>
                <a:lnTo>
                  <a:pt x="71094" y="52069"/>
                </a:lnTo>
                <a:lnTo>
                  <a:pt x="78511" y="44450"/>
                </a:lnTo>
                <a:lnTo>
                  <a:pt x="86207" y="38100"/>
                </a:lnTo>
                <a:lnTo>
                  <a:pt x="94183" y="33019"/>
                </a:lnTo>
                <a:lnTo>
                  <a:pt x="102425" y="26669"/>
                </a:lnTo>
                <a:lnTo>
                  <a:pt x="110909" y="21589"/>
                </a:lnTo>
                <a:lnTo>
                  <a:pt x="119634" y="17780"/>
                </a:lnTo>
                <a:lnTo>
                  <a:pt x="128587" y="12700"/>
                </a:lnTo>
                <a:lnTo>
                  <a:pt x="137756" y="10160"/>
                </a:lnTo>
                <a:lnTo>
                  <a:pt x="147116" y="6350"/>
                </a:lnTo>
                <a:lnTo>
                  <a:pt x="156667" y="3810"/>
                </a:lnTo>
                <a:lnTo>
                  <a:pt x="166344" y="2539"/>
                </a:lnTo>
                <a:lnTo>
                  <a:pt x="176275" y="0"/>
                </a:lnTo>
                <a:lnTo>
                  <a:pt x="216662" y="0"/>
                </a:lnTo>
                <a:lnTo>
                  <a:pt x="226593" y="2539"/>
                </a:lnTo>
                <a:lnTo>
                  <a:pt x="236270" y="3810"/>
                </a:lnTo>
                <a:lnTo>
                  <a:pt x="245821" y="6350"/>
                </a:lnTo>
                <a:lnTo>
                  <a:pt x="255181" y="10160"/>
                </a:lnTo>
                <a:lnTo>
                  <a:pt x="264350" y="12700"/>
                </a:lnTo>
                <a:lnTo>
                  <a:pt x="177863" y="12700"/>
                </a:lnTo>
                <a:lnTo>
                  <a:pt x="173088" y="13969"/>
                </a:lnTo>
                <a:lnTo>
                  <a:pt x="168795" y="13969"/>
                </a:lnTo>
                <a:lnTo>
                  <a:pt x="159435" y="16510"/>
                </a:lnTo>
                <a:lnTo>
                  <a:pt x="159791" y="16510"/>
                </a:lnTo>
                <a:lnTo>
                  <a:pt x="150583" y="19050"/>
                </a:lnTo>
                <a:lnTo>
                  <a:pt x="150939" y="19050"/>
                </a:lnTo>
                <a:lnTo>
                  <a:pt x="141909" y="21589"/>
                </a:lnTo>
                <a:lnTo>
                  <a:pt x="142239" y="21589"/>
                </a:lnTo>
                <a:lnTo>
                  <a:pt x="133400" y="25400"/>
                </a:lnTo>
                <a:lnTo>
                  <a:pt x="133731" y="25400"/>
                </a:lnTo>
                <a:lnTo>
                  <a:pt x="125095" y="29210"/>
                </a:lnTo>
                <a:lnTo>
                  <a:pt x="125399" y="29210"/>
                </a:lnTo>
                <a:lnTo>
                  <a:pt x="116979" y="33019"/>
                </a:lnTo>
                <a:lnTo>
                  <a:pt x="117271" y="33019"/>
                </a:lnTo>
                <a:lnTo>
                  <a:pt x="109067" y="38100"/>
                </a:lnTo>
                <a:lnTo>
                  <a:pt x="109347" y="38100"/>
                </a:lnTo>
                <a:lnTo>
                  <a:pt x="101384" y="43180"/>
                </a:lnTo>
                <a:lnTo>
                  <a:pt x="101650" y="43180"/>
                </a:lnTo>
                <a:lnTo>
                  <a:pt x="93941" y="48260"/>
                </a:lnTo>
                <a:lnTo>
                  <a:pt x="94183" y="48260"/>
                </a:lnTo>
                <a:lnTo>
                  <a:pt x="86728" y="54610"/>
                </a:lnTo>
                <a:lnTo>
                  <a:pt x="86969" y="54610"/>
                </a:lnTo>
                <a:lnTo>
                  <a:pt x="79781" y="60960"/>
                </a:lnTo>
                <a:lnTo>
                  <a:pt x="80010" y="60960"/>
                </a:lnTo>
                <a:lnTo>
                  <a:pt x="73101" y="67310"/>
                </a:lnTo>
                <a:lnTo>
                  <a:pt x="73317" y="67310"/>
                </a:lnTo>
                <a:lnTo>
                  <a:pt x="66713" y="74930"/>
                </a:lnTo>
                <a:lnTo>
                  <a:pt x="66903" y="74930"/>
                </a:lnTo>
                <a:lnTo>
                  <a:pt x="60604" y="82550"/>
                </a:lnTo>
                <a:lnTo>
                  <a:pt x="60782" y="82550"/>
                </a:lnTo>
                <a:lnTo>
                  <a:pt x="54813" y="90169"/>
                </a:lnTo>
                <a:lnTo>
                  <a:pt x="54978" y="90169"/>
                </a:lnTo>
                <a:lnTo>
                  <a:pt x="49339" y="97789"/>
                </a:lnTo>
                <a:lnTo>
                  <a:pt x="49491" y="97789"/>
                </a:lnTo>
                <a:lnTo>
                  <a:pt x="44183" y="106680"/>
                </a:lnTo>
                <a:lnTo>
                  <a:pt x="44335" y="106680"/>
                </a:lnTo>
                <a:lnTo>
                  <a:pt x="39382" y="115569"/>
                </a:lnTo>
                <a:lnTo>
                  <a:pt x="34937" y="124460"/>
                </a:lnTo>
                <a:lnTo>
                  <a:pt x="30848" y="133350"/>
                </a:lnTo>
                <a:lnTo>
                  <a:pt x="27152" y="143510"/>
                </a:lnTo>
                <a:lnTo>
                  <a:pt x="24263" y="152400"/>
                </a:lnTo>
                <a:lnTo>
                  <a:pt x="23926" y="152400"/>
                </a:lnTo>
                <a:lnTo>
                  <a:pt x="20929" y="162560"/>
                </a:lnTo>
                <a:lnTo>
                  <a:pt x="18725" y="172719"/>
                </a:lnTo>
                <a:lnTo>
                  <a:pt x="18503" y="172719"/>
                </a:lnTo>
                <a:lnTo>
                  <a:pt x="16383" y="184150"/>
                </a:lnTo>
                <a:lnTo>
                  <a:pt x="14757" y="194310"/>
                </a:lnTo>
                <a:lnTo>
                  <a:pt x="13711" y="204469"/>
                </a:lnTo>
                <a:lnTo>
                  <a:pt x="12865" y="215900"/>
                </a:lnTo>
                <a:lnTo>
                  <a:pt x="12735" y="220980"/>
                </a:lnTo>
                <a:lnTo>
                  <a:pt x="12735" y="233680"/>
                </a:lnTo>
                <a:lnTo>
                  <a:pt x="12877" y="238760"/>
                </a:lnTo>
                <a:lnTo>
                  <a:pt x="13601" y="250189"/>
                </a:lnTo>
                <a:lnTo>
                  <a:pt x="14795" y="260350"/>
                </a:lnTo>
                <a:lnTo>
                  <a:pt x="16421" y="270510"/>
                </a:lnTo>
                <a:lnTo>
                  <a:pt x="18503" y="281939"/>
                </a:lnTo>
                <a:lnTo>
                  <a:pt x="18725" y="281939"/>
                </a:lnTo>
                <a:lnTo>
                  <a:pt x="21005" y="292100"/>
                </a:lnTo>
                <a:lnTo>
                  <a:pt x="23926" y="302260"/>
                </a:lnTo>
                <a:lnTo>
                  <a:pt x="24263" y="302260"/>
                </a:lnTo>
                <a:lnTo>
                  <a:pt x="27241" y="311150"/>
                </a:lnTo>
                <a:lnTo>
                  <a:pt x="30962" y="321310"/>
                </a:lnTo>
                <a:lnTo>
                  <a:pt x="35051" y="330200"/>
                </a:lnTo>
                <a:lnTo>
                  <a:pt x="39509" y="339089"/>
                </a:lnTo>
                <a:lnTo>
                  <a:pt x="44335" y="347980"/>
                </a:lnTo>
                <a:lnTo>
                  <a:pt x="44183" y="347980"/>
                </a:lnTo>
                <a:lnTo>
                  <a:pt x="49491" y="356869"/>
                </a:lnTo>
                <a:lnTo>
                  <a:pt x="49339" y="356869"/>
                </a:lnTo>
                <a:lnTo>
                  <a:pt x="54978" y="364489"/>
                </a:lnTo>
                <a:lnTo>
                  <a:pt x="54813" y="364489"/>
                </a:lnTo>
                <a:lnTo>
                  <a:pt x="60782" y="372110"/>
                </a:lnTo>
                <a:lnTo>
                  <a:pt x="60604" y="372110"/>
                </a:lnTo>
                <a:lnTo>
                  <a:pt x="66903" y="379730"/>
                </a:lnTo>
                <a:lnTo>
                  <a:pt x="66713" y="379730"/>
                </a:lnTo>
                <a:lnTo>
                  <a:pt x="73317" y="387350"/>
                </a:lnTo>
                <a:lnTo>
                  <a:pt x="73101" y="387350"/>
                </a:lnTo>
                <a:lnTo>
                  <a:pt x="80010" y="393700"/>
                </a:lnTo>
                <a:lnTo>
                  <a:pt x="79781" y="393700"/>
                </a:lnTo>
                <a:lnTo>
                  <a:pt x="86969" y="400050"/>
                </a:lnTo>
                <a:lnTo>
                  <a:pt x="86728" y="400050"/>
                </a:lnTo>
                <a:lnTo>
                  <a:pt x="94183" y="406400"/>
                </a:lnTo>
                <a:lnTo>
                  <a:pt x="93941" y="406400"/>
                </a:lnTo>
                <a:lnTo>
                  <a:pt x="101650" y="411480"/>
                </a:lnTo>
                <a:lnTo>
                  <a:pt x="101384" y="411480"/>
                </a:lnTo>
                <a:lnTo>
                  <a:pt x="109347" y="416560"/>
                </a:lnTo>
                <a:lnTo>
                  <a:pt x="109067" y="416560"/>
                </a:lnTo>
                <a:lnTo>
                  <a:pt x="117271" y="421639"/>
                </a:lnTo>
                <a:lnTo>
                  <a:pt x="116979" y="421639"/>
                </a:lnTo>
                <a:lnTo>
                  <a:pt x="125399" y="425450"/>
                </a:lnTo>
                <a:lnTo>
                  <a:pt x="125095" y="425450"/>
                </a:lnTo>
                <a:lnTo>
                  <a:pt x="133731" y="429260"/>
                </a:lnTo>
                <a:lnTo>
                  <a:pt x="133400" y="429260"/>
                </a:lnTo>
                <a:lnTo>
                  <a:pt x="142239" y="433069"/>
                </a:lnTo>
                <a:lnTo>
                  <a:pt x="141909" y="433069"/>
                </a:lnTo>
                <a:lnTo>
                  <a:pt x="150939" y="435610"/>
                </a:lnTo>
                <a:lnTo>
                  <a:pt x="150583" y="435610"/>
                </a:lnTo>
                <a:lnTo>
                  <a:pt x="159791" y="438150"/>
                </a:lnTo>
                <a:lnTo>
                  <a:pt x="159435" y="438150"/>
                </a:lnTo>
                <a:lnTo>
                  <a:pt x="168795" y="440689"/>
                </a:lnTo>
                <a:lnTo>
                  <a:pt x="173088" y="440689"/>
                </a:lnTo>
                <a:lnTo>
                  <a:pt x="177863" y="441960"/>
                </a:lnTo>
                <a:lnTo>
                  <a:pt x="264350" y="441960"/>
                </a:lnTo>
                <a:lnTo>
                  <a:pt x="255181" y="444500"/>
                </a:lnTo>
                <a:lnTo>
                  <a:pt x="245821" y="448310"/>
                </a:lnTo>
                <a:lnTo>
                  <a:pt x="236270" y="450850"/>
                </a:lnTo>
                <a:lnTo>
                  <a:pt x="226593" y="452119"/>
                </a:lnTo>
                <a:lnTo>
                  <a:pt x="216662" y="454660"/>
                </a:lnTo>
                <a:close/>
              </a:path>
              <a:path w="393064" h="454660">
                <a:moveTo>
                  <a:pt x="369100" y="153669"/>
                </a:moveTo>
                <a:lnTo>
                  <a:pt x="365696" y="143510"/>
                </a:lnTo>
                <a:lnTo>
                  <a:pt x="361975" y="133350"/>
                </a:lnTo>
                <a:lnTo>
                  <a:pt x="357886" y="124460"/>
                </a:lnTo>
                <a:lnTo>
                  <a:pt x="353428" y="115569"/>
                </a:lnTo>
                <a:lnTo>
                  <a:pt x="348602" y="106680"/>
                </a:lnTo>
                <a:lnTo>
                  <a:pt x="348754" y="106680"/>
                </a:lnTo>
                <a:lnTo>
                  <a:pt x="343446" y="97789"/>
                </a:lnTo>
                <a:lnTo>
                  <a:pt x="343598" y="97789"/>
                </a:lnTo>
                <a:lnTo>
                  <a:pt x="337959" y="90169"/>
                </a:lnTo>
                <a:lnTo>
                  <a:pt x="338124" y="90169"/>
                </a:lnTo>
                <a:lnTo>
                  <a:pt x="332143" y="82550"/>
                </a:lnTo>
                <a:lnTo>
                  <a:pt x="332333" y="82550"/>
                </a:lnTo>
                <a:lnTo>
                  <a:pt x="326034" y="74930"/>
                </a:lnTo>
                <a:lnTo>
                  <a:pt x="326224" y="74930"/>
                </a:lnTo>
                <a:lnTo>
                  <a:pt x="319620" y="67310"/>
                </a:lnTo>
                <a:lnTo>
                  <a:pt x="319836" y="67310"/>
                </a:lnTo>
                <a:lnTo>
                  <a:pt x="312928" y="60960"/>
                </a:lnTo>
                <a:lnTo>
                  <a:pt x="313156" y="60960"/>
                </a:lnTo>
                <a:lnTo>
                  <a:pt x="305968" y="54610"/>
                </a:lnTo>
                <a:lnTo>
                  <a:pt x="306209" y="54610"/>
                </a:lnTo>
                <a:lnTo>
                  <a:pt x="298754" y="48260"/>
                </a:lnTo>
                <a:lnTo>
                  <a:pt x="298996" y="48260"/>
                </a:lnTo>
                <a:lnTo>
                  <a:pt x="291287" y="43180"/>
                </a:lnTo>
                <a:lnTo>
                  <a:pt x="291553" y="43180"/>
                </a:lnTo>
                <a:lnTo>
                  <a:pt x="283591" y="38100"/>
                </a:lnTo>
                <a:lnTo>
                  <a:pt x="283870" y="38100"/>
                </a:lnTo>
                <a:lnTo>
                  <a:pt x="275666" y="33019"/>
                </a:lnTo>
                <a:lnTo>
                  <a:pt x="275958" y="33019"/>
                </a:lnTo>
                <a:lnTo>
                  <a:pt x="267538" y="29210"/>
                </a:lnTo>
                <a:lnTo>
                  <a:pt x="267843" y="29210"/>
                </a:lnTo>
                <a:lnTo>
                  <a:pt x="259207" y="25400"/>
                </a:lnTo>
                <a:lnTo>
                  <a:pt x="259524" y="25400"/>
                </a:lnTo>
                <a:lnTo>
                  <a:pt x="250698" y="21589"/>
                </a:lnTo>
                <a:lnTo>
                  <a:pt x="251028" y="21589"/>
                </a:lnTo>
                <a:lnTo>
                  <a:pt x="241998" y="19050"/>
                </a:lnTo>
                <a:lnTo>
                  <a:pt x="242354" y="19050"/>
                </a:lnTo>
                <a:lnTo>
                  <a:pt x="233146" y="16510"/>
                </a:lnTo>
                <a:lnTo>
                  <a:pt x="233502" y="16510"/>
                </a:lnTo>
                <a:lnTo>
                  <a:pt x="224142" y="13969"/>
                </a:lnTo>
                <a:lnTo>
                  <a:pt x="219849" y="13969"/>
                </a:lnTo>
                <a:lnTo>
                  <a:pt x="215074" y="12700"/>
                </a:lnTo>
                <a:lnTo>
                  <a:pt x="264350" y="12700"/>
                </a:lnTo>
                <a:lnTo>
                  <a:pt x="273304" y="17780"/>
                </a:lnTo>
                <a:lnTo>
                  <a:pt x="282028" y="21589"/>
                </a:lnTo>
                <a:lnTo>
                  <a:pt x="290512" y="26669"/>
                </a:lnTo>
                <a:lnTo>
                  <a:pt x="298754" y="33019"/>
                </a:lnTo>
                <a:lnTo>
                  <a:pt x="306730" y="38100"/>
                </a:lnTo>
                <a:lnTo>
                  <a:pt x="314426" y="44450"/>
                </a:lnTo>
                <a:lnTo>
                  <a:pt x="321843" y="52069"/>
                </a:lnTo>
                <a:lnTo>
                  <a:pt x="328955" y="58419"/>
                </a:lnTo>
                <a:lnTo>
                  <a:pt x="335762" y="66039"/>
                </a:lnTo>
                <a:lnTo>
                  <a:pt x="342252" y="74930"/>
                </a:lnTo>
                <a:lnTo>
                  <a:pt x="348411" y="82550"/>
                </a:lnTo>
                <a:lnTo>
                  <a:pt x="354215" y="91439"/>
                </a:lnTo>
                <a:lnTo>
                  <a:pt x="359663" y="100330"/>
                </a:lnTo>
                <a:lnTo>
                  <a:pt x="364744" y="109219"/>
                </a:lnTo>
                <a:lnTo>
                  <a:pt x="369455" y="119380"/>
                </a:lnTo>
                <a:lnTo>
                  <a:pt x="373761" y="128269"/>
                </a:lnTo>
                <a:lnTo>
                  <a:pt x="377672" y="138430"/>
                </a:lnTo>
                <a:lnTo>
                  <a:pt x="381165" y="148589"/>
                </a:lnTo>
                <a:lnTo>
                  <a:pt x="382189" y="152400"/>
                </a:lnTo>
                <a:lnTo>
                  <a:pt x="369011" y="152400"/>
                </a:lnTo>
                <a:lnTo>
                  <a:pt x="369100" y="153669"/>
                </a:lnTo>
                <a:close/>
              </a:path>
              <a:path w="393064" h="454660">
                <a:moveTo>
                  <a:pt x="23837" y="153669"/>
                </a:moveTo>
                <a:lnTo>
                  <a:pt x="23926" y="152400"/>
                </a:lnTo>
                <a:lnTo>
                  <a:pt x="24263" y="152400"/>
                </a:lnTo>
                <a:lnTo>
                  <a:pt x="23837" y="153669"/>
                </a:lnTo>
                <a:close/>
              </a:path>
              <a:path w="393064" h="454660">
                <a:moveTo>
                  <a:pt x="374497" y="173989"/>
                </a:moveTo>
                <a:lnTo>
                  <a:pt x="371932" y="162560"/>
                </a:lnTo>
                <a:lnTo>
                  <a:pt x="369011" y="152400"/>
                </a:lnTo>
                <a:lnTo>
                  <a:pt x="382189" y="152400"/>
                </a:lnTo>
                <a:lnTo>
                  <a:pt x="384238" y="160019"/>
                </a:lnTo>
                <a:lnTo>
                  <a:pt x="386867" y="170180"/>
                </a:lnTo>
                <a:lnTo>
                  <a:pt x="387350" y="172719"/>
                </a:lnTo>
                <a:lnTo>
                  <a:pt x="374434" y="172719"/>
                </a:lnTo>
                <a:lnTo>
                  <a:pt x="374497" y="173989"/>
                </a:lnTo>
                <a:close/>
              </a:path>
              <a:path w="393064" h="454660">
                <a:moveTo>
                  <a:pt x="18440" y="173989"/>
                </a:moveTo>
                <a:lnTo>
                  <a:pt x="18503" y="172719"/>
                </a:lnTo>
                <a:lnTo>
                  <a:pt x="18725" y="172719"/>
                </a:lnTo>
                <a:lnTo>
                  <a:pt x="18440" y="173989"/>
                </a:lnTo>
                <a:close/>
              </a:path>
              <a:path w="393064" h="454660">
                <a:moveTo>
                  <a:pt x="391998" y="250189"/>
                </a:moveTo>
                <a:lnTo>
                  <a:pt x="379336" y="250189"/>
                </a:lnTo>
                <a:lnTo>
                  <a:pt x="380072" y="238760"/>
                </a:lnTo>
                <a:lnTo>
                  <a:pt x="380202" y="233680"/>
                </a:lnTo>
                <a:lnTo>
                  <a:pt x="380202" y="220980"/>
                </a:lnTo>
                <a:lnTo>
                  <a:pt x="380060" y="215900"/>
                </a:lnTo>
                <a:lnTo>
                  <a:pt x="379336" y="204469"/>
                </a:lnTo>
                <a:lnTo>
                  <a:pt x="378142" y="194310"/>
                </a:lnTo>
                <a:lnTo>
                  <a:pt x="376516" y="184150"/>
                </a:lnTo>
                <a:lnTo>
                  <a:pt x="374434" y="172719"/>
                </a:lnTo>
                <a:lnTo>
                  <a:pt x="387350" y="172719"/>
                </a:lnTo>
                <a:lnTo>
                  <a:pt x="392747" y="215900"/>
                </a:lnTo>
                <a:lnTo>
                  <a:pt x="392938" y="220980"/>
                </a:lnTo>
                <a:lnTo>
                  <a:pt x="392938" y="233680"/>
                </a:lnTo>
                <a:lnTo>
                  <a:pt x="392747" y="238760"/>
                </a:lnTo>
                <a:lnTo>
                  <a:pt x="391998" y="250189"/>
                </a:lnTo>
                <a:close/>
              </a:path>
              <a:path w="393064" h="454660">
                <a:moveTo>
                  <a:pt x="13576" y="205739"/>
                </a:moveTo>
                <a:lnTo>
                  <a:pt x="13601" y="204469"/>
                </a:lnTo>
                <a:lnTo>
                  <a:pt x="13576" y="205739"/>
                </a:lnTo>
                <a:close/>
              </a:path>
              <a:path w="393064" h="454660">
                <a:moveTo>
                  <a:pt x="379361" y="205739"/>
                </a:moveTo>
                <a:lnTo>
                  <a:pt x="379226" y="204469"/>
                </a:lnTo>
                <a:lnTo>
                  <a:pt x="379361" y="205739"/>
                </a:lnTo>
                <a:close/>
              </a:path>
              <a:path w="393064" h="454660">
                <a:moveTo>
                  <a:pt x="13711" y="250189"/>
                </a:moveTo>
                <a:lnTo>
                  <a:pt x="13576" y="248919"/>
                </a:lnTo>
                <a:lnTo>
                  <a:pt x="13711" y="250189"/>
                </a:lnTo>
                <a:close/>
              </a:path>
              <a:path w="393064" h="454660">
                <a:moveTo>
                  <a:pt x="387350" y="281939"/>
                </a:moveTo>
                <a:lnTo>
                  <a:pt x="374434" y="281939"/>
                </a:lnTo>
                <a:lnTo>
                  <a:pt x="376555" y="270510"/>
                </a:lnTo>
                <a:lnTo>
                  <a:pt x="378180" y="260350"/>
                </a:lnTo>
                <a:lnTo>
                  <a:pt x="379361" y="248919"/>
                </a:lnTo>
                <a:lnTo>
                  <a:pt x="379336" y="250189"/>
                </a:lnTo>
                <a:lnTo>
                  <a:pt x="391998" y="250189"/>
                </a:lnTo>
                <a:lnTo>
                  <a:pt x="390753" y="261619"/>
                </a:lnTo>
                <a:lnTo>
                  <a:pt x="389039" y="273050"/>
                </a:lnTo>
                <a:lnTo>
                  <a:pt x="387350" y="281939"/>
                </a:lnTo>
                <a:close/>
              </a:path>
              <a:path w="393064" h="454660">
                <a:moveTo>
                  <a:pt x="18725" y="281939"/>
                </a:moveTo>
                <a:lnTo>
                  <a:pt x="18503" y="281939"/>
                </a:lnTo>
                <a:lnTo>
                  <a:pt x="18440" y="280669"/>
                </a:lnTo>
                <a:lnTo>
                  <a:pt x="18725" y="281939"/>
                </a:lnTo>
                <a:close/>
              </a:path>
              <a:path w="393064" h="454660">
                <a:moveTo>
                  <a:pt x="381933" y="302260"/>
                </a:moveTo>
                <a:lnTo>
                  <a:pt x="369011" y="302260"/>
                </a:lnTo>
                <a:lnTo>
                  <a:pt x="372008" y="292100"/>
                </a:lnTo>
                <a:lnTo>
                  <a:pt x="374497" y="280669"/>
                </a:lnTo>
                <a:lnTo>
                  <a:pt x="374434" y="281939"/>
                </a:lnTo>
                <a:lnTo>
                  <a:pt x="387350" y="281939"/>
                </a:lnTo>
                <a:lnTo>
                  <a:pt x="386867" y="284480"/>
                </a:lnTo>
                <a:lnTo>
                  <a:pt x="384238" y="294639"/>
                </a:lnTo>
                <a:lnTo>
                  <a:pt x="381933" y="302260"/>
                </a:lnTo>
                <a:close/>
              </a:path>
              <a:path w="393064" h="454660">
                <a:moveTo>
                  <a:pt x="24263" y="302260"/>
                </a:moveTo>
                <a:lnTo>
                  <a:pt x="23926" y="302260"/>
                </a:lnTo>
                <a:lnTo>
                  <a:pt x="23837" y="300989"/>
                </a:lnTo>
                <a:lnTo>
                  <a:pt x="24263" y="302260"/>
                </a:lnTo>
                <a:close/>
              </a:path>
              <a:path w="393064" h="454660">
                <a:moveTo>
                  <a:pt x="264350" y="441960"/>
                </a:moveTo>
                <a:lnTo>
                  <a:pt x="215074" y="441960"/>
                </a:lnTo>
                <a:lnTo>
                  <a:pt x="219849" y="440689"/>
                </a:lnTo>
                <a:lnTo>
                  <a:pt x="224142" y="440689"/>
                </a:lnTo>
                <a:lnTo>
                  <a:pt x="233502" y="438150"/>
                </a:lnTo>
                <a:lnTo>
                  <a:pt x="233146" y="438150"/>
                </a:lnTo>
                <a:lnTo>
                  <a:pt x="242354" y="435610"/>
                </a:lnTo>
                <a:lnTo>
                  <a:pt x="241998" y="435610"/>
                </a:lnTo>
                <a:lnTo>
                  <a:pt x="251028" y="433069"/>
                </a:lnTo>
                <a:lnTo>
                  <a:pt x="250698" y="433069"/>
                </a:lnTo>
                <a:lnTo>
                  <a:pt x="259524" y="429260"/>
                </a:lnTo>
                <a:lnTo>
                  <a:pt x="259207" y="429260"/>
                </a:lnTo>
                <a:lnTo>
                  <a:pt x="267843" y="425450"/>
                </a:lnTo>
                <a:lnTo>
                  <a:pt x="267538" y="425450"/>
                </a:lnTo>
                <a:lnTo>
                  <a:pt x="275958" y="421639"/>
                </a:lnTo>
                <a:lnTo>
                  <a:pt x="275666" y="421639"/>
                </a:lnTo>
                <a:lnTo>
                  <a:pt x="283870" y="416560"/>
                </a:lnTo>
                <a:lnTo>
                  <a:pt x="283591" y="416560"/>
                </a:lnTo>
                <a:lnTo>
                  <a:pt x="291553" y="411480"/>
                </a:lnTo>
                <a:lnTo>
                  <a:pt x="291287" y="411480"/>
                </a:lnTo>
                <a:lnTo>
                  <a:pt x="298996" y="406400"/>
                </a:lnTo>
                <a:lnTo>
                  <a:pt x="298754" y="406400"/>
                </a:lnTo>
                <a:lnTo>
                  <a:pt x="306209" y="400050"/>
                </a:lnTo>
                <a:lnTo>
                  <a:pt x="305968" y="400050"/>
                </a:lnTo>
                <a:lnTo>
                  <a:pt x="313156" y="393700"/>
                </a:lnTo>
                <a:lnTo>
                  <a:pt x="312928" y="393700"/>
                </a:lnTo>
                <a:lnTo>
                  <a:pt x="319836" y="387350"/>
                </a:lnTo>
                <a:lnTo>
                  <a:pt x="319620" y="387350"/>
                </a:lnTo>
                <a:lnTo>
                  <a:pt x="326224" y="379730"/>
                </a:lnTo>
                <a:lnTo>
                  <a:pt x="326034" y="379730"/>
                </a:lnTo>
                <a:lnTo>
                  <a:pt x="332333" y="372110"/>
                </a:lnTo>
                <a:lnTo>
                  <a:pt x="332143" y="372110"/>
                </a:lnTo>
                <a:lnTo>
                  <a:pt x="338124" y="364489"/>
                </a:lnTo>
                <a:lnTo>
                  <a:pt x="337959" y="364489"/>
                </a:lnTo>
                <a:lnTo>
                  <a:pt x="343598" y="356869"/>
                </a:lnTo>
                <a:lnTo>
                  <a:pt x="343446" y="356869"/>
                </a:lnTo>
                <a:lnTo>
                  <a:pt x="348754" y="347980"/>
                </a:lnTo>
                <a:lnTo>
                  <a:pt x="348602" y="347980"/>
                </a:lnTo>
                <a:lnTo>
                  <a:pt x="353555" y="339089"/>
                </a:lnTo>
                <a:lnTo>
                  <a:pt x="358000" y="330200"/>
                </a:lnTo>
                <a:lnTo>
                  <a:pt x="362089" y="321310"/>
                </a:lnTo>
                <a:lnTo>
                  <a:pt x="365785" y="311150"/>
                </a:lnTo>
                <a:lnTo>
                  <a:pt x="369100" y="300989"/>
                </a:lnTo>
                <a:lnTo>
                  <a:pt x="369011" y="302260"/>
                </a:lnTo>
                <a:lnTo>
                  <a:pt x="381933" y="302260"/>
                </a:lnTo>
                <a:lnTo>
                  <a:pt x="377672" y="316230"/>
                </a:lnTo>
                <a:lnTo>
                  <a:pt x="373761" y="326389"/>
                </a:lnTo>
                <a:lnTo>
                  <a:pt x="369455" y="335280"/>
                </a:lnTo>
                <a:lnTo>
                  <a:pt x="364744" y="345439"/>
                </a:lnTo>
                <a:lnTo>
                  <a:pt x="359663" y="354330"/>
                </a:lnTo>
                <a:lnTo>
                  <a:pt x="354215" y="363219"/>
                </a:lnTo>
                <a:lnTo>
                  <a:pt x="348411" y="372110"/>
                </a:lnTo>
                <a:lnTo>
                  <a:pt x="342252" y="379730"/>
                </a:lnTo>
                <a:lnTo>
                  <a:pt x="335762" y="388619"/>
                </a:lnTo>
                <a:lnTo>
                  <a:pt x="328955" y="396239"/>
                </a:lnTo>
                <a:lnTo>
                  <a:pt x="321843" y="402589"/>
                </a:lnTo>
                <a:lnTo>
                  <a:pt x="314426" y="410210"/>
                </a:lnTo>
                <a:lnTo>
                  <a:pt x="306730" y="416560"/>
                </a:lnTo>
                <a:lnTo>
                  <a:pt x="298754" y="421639"/>
                </a:lnTo>
                <a:lnTo>
                  <a:pt x="290512" y="427989"/>
                </a:lnTo>
                <a:lnTo>
                  <a:pt x="282028" y="433069"/>
                </a:lnTo>
                <a:lnTo>
                  <a:pt x="273304" y="436880"/>
                </a:lnTo>
                <a:lnTo>
                  <a:pt x="264350" y="4419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88396" y="1031239"/>
            <a:ext cx="4787900" cy="1511300"/>
          </a:xfrm>
          <a:custGeom>
            <a:avLst/>
            <a:gdLst/>
            <a:ahLst/>
            <a:cxnLst/>
            <a:rect l="l" t="t" r="r" b="b"/>
            <a:pathLst>
              <a:path w="4787900" h="1511300">
                <a:moveTo>
                  <a:pt x="4668964" y="12700"/>
                </a:moveTo>
                <a:lnTo>
                  <a:pt x="1440446" y="12700"/>
                </a:lnTo>
                <a:lnTo>
                  <a:pt x="1449247" y="0"/>
                </a:lnTo>
                <a:lnTo>
                  <a:pt x="4660163" y="0"/>
                </a:lnTo>
                <a:lnTo>
                  <a:pt x="4668964" y="12700"/>
                </a:lnTo>
                <a:close/>
              </a:path>
              <a:path w="4787900" h="1511300">
                <a:moveTo>
                  <a:pt x="1445247" y="25400"/>
                </a:moveTo>
                <a:lnTo>
                  <a:pt x="1415389" y="25400"/>
                </a:lnTo>
                <a:lnTo>
                  <a:pt x="1423504" y="12700"/>
                </a:lnTo>
                <a:lnTo>
                  <a:pt x="1453756" y="12700"/>
                </a:lnTo>
                <a:lnTo>
                  <a:pt x="1445247" y="25400"/>
                </a:lnTo>
                <a:close/>
              </a:path>
              <a:path w="4787900" h="1511300">
                <a:moveTo>
                  <a:pt x="4694021" y="25400"/>
                </a:moveTo>
                <a:lnTo>
                  <a:pt x="4664163" y="25400"/>
                </a:lnTo>
                <a:lnTo>
                  <a:pt x="4655654" y="12700"/>
                </a:lnTo>
                <a:lnTo>
                  <a:pt x="4685906" y="12700"/>
                </a:lnTo>
                <a:lnTo>
                  <a:pt x="4694021" y="25400"/>
                </a:lnTo>
                <a:close/>
              </a:path>
              <a:path w="4787900" h="1511300">
                <a:moveTo>
                  <a:pt x="1421853" y="38100"/>
                </a:moveTo>
                <a:lnTo>
                  <a:pt x="1399933" y="38100"/>
                </a:lnTo>
                <a:lnTo>
                  <a:pt x="1407528" y="25400"/>
                </a:lnTo>
                <a:lnTo>
                  <a:pt x="1429702" y="25400"/>
                </a:lnTo>
                <a:lnTo>
                  <a:pt x="1421853" y="38100"/>
                </a:lnTo>
                <a:close/>
              </a:path>
              <a:path w="4787900" h="1511300">
                <a:moveTo>
                  <a:pt x="4709477" y="38100"/>
                </a:moveTo>
                <a:lnTo>
                  <a:pt x="4687557" y="38100"/>
                </a:lnTo>
                <a:lnTo>
                  <a:pt x="4679708" y="25400"/>
                </a:lnTo>
                <a:lnTo>
                  <a:pt x="4701882" y="25400"/>
                </a:lnTo>
                <a:lnTo>
                  <a:pt x="4709477" y="38100"/>
                </a:lnTo>
                <a:close/>
              </a:path>
              <a:path w="4787900" h="1511300">
                <a:moveTo>
                  <a:pt x="1400581" y="50800"/>
                </a:moveTo>
                <a:lnTo>
                  <a:pt x="1378851" y="50800"/>
                </a:lnTo>
                <a:lnTo>
                  <a:pt x="1385582" y="38100"/>
                </a:lnTo>
                <a:lnTo>
                  <a:pt x="1407667" y="38100"/>
                </a:lnTo>
                <a:lnTo>
                  <a:pt x="1400581" y="50800"/>
                </a:lnTo>
                <a:close/>
              </a:path>
              <a:path w="4787900" h="1511300">
                <a:moveTo>
                  <a:pt x="4730546" y="50800"/>
                </a:moveTo>
                <a:lnTo>
                  <a:pt x="4708829" y="50800"/>
                </a:lnTo>
                <a:lnTo>
                  <a:pt x="4701743" y="38100"/>
                </a:lnTo>
                <a:lnTo>
                  <a:pt x="4723828" y="38100"/>
                </a:lnTo>
                <a:lnTo>
                  <a:pt x="4730546" y="50800"/>
                </a:lnTo>
                <a:close/>
              </a:path>
              <a:path w="4787900" h="1511300">
                <a:moveTo>
                  <a:pt x="1376057" y="76200"/>
                </a:moveTo>
                <a:lnTo>
                  <a:pt x="1360601" y="76200"/>
                </a:lnTo>
                <a:lnTo>
                  <a:pt x="1366354" y="63500"/>
                </a:lnTo>
                <a:lnTo>
                  <a:pt x="1372438" y="50800"/>
                </a:lnTo>
                <a:lnTo>
                  <a:pt x="1394244" y="50800"/>
                </a:lnTo>
                <a:lnTo>
                  <a:pt x="1387728" y="63500"/>
                </a:lnTo>
                <a:lnTo>
                  <a:pt x="1381937" y="63500"/>
                </a:lnTo>
                <a:lnTo>
                  <a:pt x="1376057" y="76200"/>
                </a:lnTo>
                <a:close/>
              </a:path>
              <a:path w="4787900" h="1511300">
                <a:moveTo>
                  <a:pt x="4748809" y="76200"/>
                </a:moveTo>
                <a:lnTo>
                  <a:pt x="4733353" y="76200"/>
                </a:lnTo>
                <a:lnTo>
                  <a:pt x="4727473" y="63500"/>
                </a:lnTo>
                <a:lnTo>
                  <a:pt x="4721682" y="63500"/>
                </a:lnTo>
                <a:lnTo>
                  <a:pt x="4715167" y="50800"/>
                </a:lnTo>
                <a:lnTo>
                  <a:pt x="4736973" y="50800"/>
                </a:lnTo>
                <a:lnTo>
                  <a:pt x="4743056" y="63500"/>
                </a:lnTo>
                <a:lnTo>
                  <a:pt x="4748809" y="76200"/>
                </a:lnTo>
                <a:close/>
              </a:path>
              <a:path w="4787900" h="1511300">
                <a:moveTo>
                  <a:pt x="1365643" y="88900"/>
                </a:moveTo>
                <a:lnTo>
                  <a:pt x="1350162" y="88900"/>
                </a:lnTo>
                <a:lnTo>
                  <a:pt x="1355204" y="76200"/>
                </a:lnTo>
                <a:lnTo>
                  <a:pt x="1370863" y="76200"/>
                </a:lnTo>
                <a:lnTo>
                  <a:pt x="1365643" y="88900"/>
                </a:lnTo>
                <a:close/>
              </a:path>
              <a:path w="4787900" h="1511300">
                <a:moveTo>
                  <a:pt x="4759248" y="88900"/>
                </a:moveTo>
                <a:lnTo>
                  <a:pt x="4743767" y="88900"/>
                </a:lnTo>
                <a:lnTo>
                  <a:pt x="4738547" y="76200"/>
                </a:lnTo>
                <a:lnTo>
                  <a:pt x="4754206" y="76200"/>
                </a:lnTo>
                <a:lnTo>
                  <a:pt x="4759248" y="88900"/>
                </a:lnTo>
                <a:close/>
              </a:path>
              <a:path w="4787900" h="1511300">
                <a:moveTo>
                  <a:pt x="1345742" y="127000"/>
                </a:moveTo>
                <a:lnTo>
                  <a:pt x="1333868" y="127000"/>
                </a:lnTo>
                <a:lnTo>
                  <a:pt x="1337335" y="114300"/>
                </a:lnTo>
                <a:lnTo>
                  <a:pt x="1341221" y="101600"/>
                </a:lnTo>
                <a:lnTo>
                  <a:pt x="1345501" y="88900"/>
                </a:lnTo>
                <a:lnTo>
                  <a:pt x="1361097" y="88900"/>
                </a:lnTo>
                <a:lnTo>
                  <a:pt x="1356588" y="101600"/>
                </a:lnTo>
                <a:lnTo>
                  <a:pt x="1356728" y="101600"/>
                </a:lnTo>
                <a:lnTo>
                  <a:pt x="1352588" y="114300"/>
                </a:lnTo>
                <a:lnTo>
                  <a:pt x="1349095" y="114300"/>
                </a:lnTo>
                <a:lnTo>
                  <a:pt x="1345742" y="127000"/>
                </a:lnTo>
                <a:close/>
              </a:path>
              <a:path w="4787900" h="1511300">
                <a:moveTo>
                  <a:pt x="4775542" y="127000"/>
                </a:moveTo>
                <a:lnTo>
                  <a:pt x="4763668" y="127000"/>
                </a:lnTo>
                <a:lnTo>
                  <a:pt x="4760315" y="114300"/>
                </a:lnTo>
                <a:lnTo>
                  <a:pt x="4756823" y="114300"/>
                </a:lnTo>
                <a:lnTo>
                  <a:pt x="4752682" y="101600"/>
                </a:lnTo>
                <a:lnTo>
                  <a:pt x="4752822" y="101600"/>
                </a:lnTo>
                <a:lnTo>
                  <a:pt x="4748314" y="88900"/>
                </a:lnTo>
                <a:lnTo>
                  <a:pt x="4763909" y="88900"/>
                </a:lnTo>
                <a:lnTo>
                  <a:pt x="4768189" y="101600"/>
                </a:lnTo>
                <a:lnTo>
                  <a:pt x="4772075" y="114300"/>
                </a:lnTo>
                <a:lnTo>
                  <a:pt x="4775542" y="127000"/>
                </a:lnTo>
                <a:close/>
              </a:path>
              <a:path w="4787900" h="1511300">
                <a:moveTo>
                  <a:pt x="1338452" y="152400"/>
                </a:moveTo>
                <a:lnTo>
                  <a:pt x="1326045" y="152400"/>
                </a:lnTo>
                <a:lnTo>
                  <a:pt x="1328204" y="139700"/>
                </a:lnTo>
                <a:lnTo>
                  <a:pt x="1330820" y="127000"/>
                </a:lnTo>
                <a:lnTo>
                  <a:pt x="1345844" y="127000"/>
                </a:lnTo>
                <a:lnTo>
                  <a:pt x="1342897" y="139700"/>
                </a:lnTo>
                <a:lnTo>
                  <a:pt x="1340548" y="139700"/>
                </a:lnTo>
                <a:lnTo>
                  <a:pt x="1338452" y="152400"/>
                </a:lnTo>
                <a:close/>
              </a:path>
              <a:path w="4787900" h="1511300">
                <a:moveTo>
                  <a:pt x="4783366" y="152400"/>
                </a:moveTo>
                <a:lnTo>
                  <a:pt x="4770958" y="152400"/>
                </a:lnTo>
                <a:lnTo>
                  <a:pt x="4768862" y="139700"/>
                </a:lnTo>
                <a:lnTo>
                  <a:pt x="4766513" y="139700"/>
                </a:lnTo>
                <a:lnTo>
                  <a:pt x="4763566" y="127000"/>
                </a:lnTo>
                <a:lnTo>
                  <a:pt x="4778590" y="127000"/>
                </a:lnTo>
                <a:lnTo>
                  <a:pt x="4781207" y="139700"/>
                </a:lnTo>
                <a:lnTo>
                  <a:pt x="4783366" y="152400"/>
                </a:lnTo>
                <a:close/>
              </a:path>
              <a:path w="4787900" h="1511300">
                <a:moveTo>
                  <a:pt x="1335036" y="177800"/>
                </a:moveTo>
                <a:lnTo>
                  <a:pt x="1322362" y="177800"/>
                </a:lnTo>
                <a:lnTo>
                  <a:pt x="1323111" y="165100"/>
                </a:lnTo>
                <a:lnTo>
                  <a:pt x="1324343" y="152400"/>
                </a:lnTo>
                <a:lnTo>
                  <a:pt x="1338516" y="152400"/>
                </a:lnTo>
                <a:lnTo>
                  <a:pt x="1336865" y="165100"/>
                </a:lnTo>
                <a:lnTo>
                  <a:pt x="1335760" y="165100"/>
                </a:lnTo>
                <a:lnTo>
                  <a:pt x="1335036" y="177800"/>
                </a:lnTo>
                <a:close/>
              </a:path>
              <a:path w="4787900" h="1511300">
                <a:moveTo>
                  <a:pt x="4787049" y="177800"/>
                </a:moveTo>
                <a:lnTo>
                  <a:pt x="4774374" y="177800"/>
                </a:lnTo>
                <a:lnTo>
                  <a:pt x="4773650" y="165100"/>
                </a:lnTo>
                <a:lnTo>
                  <a:pt x="4772545" y="165100"/>
                </a:lnTo>
                <a:lnTo>
                  <a:pt x="4770894" y="152400"/>
                </a:lnTo>
                <a:lnTo>
                  <a:pt x="4785067" y="152400"/>
                </a:lnTo>
                <a:lnTo>
                  <a:pt x="4786299" y="165100"/>
                </a:lnTo>
                <a:lnTo>
                  <a:pt x="4787049" y="177800"/>
                </a:lnTo>
                <a:close/>
              </a:path>
              <a:path w="4787900" h="1511300">
                <a:moveTo>
                  <a:pt x="1322108" y="649587"/>
                </a:moveTo>
                <a:lnTo>
                  <a:pt x="1322171" y="177800"/>
                </a:lnTo>
                <a:lnTo>
                  <a:pt x="1334871" y="177800"/>
                </a:lnTo>
                <a:lnTo>
                  <a:pt x="1334808" y="647700"/>
                </a:lnTo>
                <a:lnTo>
                  <a:pt x="1325003" y="647700"/>
                </a:lnTo>
                <a:lnTo>
                  <a:pt x="1322108" y="649587"/>
                </a:lnTo>
                <a:close/>
              </a:path>
              <a:path w="4787900" h="1511300">
                <a:moveTo>
                  <a:pt x="4787303" y="939800"/>
                </a:moveTo>
                <a:lnTo>
                  <a:pt x="4774603" y="939800"/>
                </a:lnTo>
                <a:lnTo>
                  <a:pt x="4774539" y="177800"/>
                </a:lnTo>
                <a:lnTo>
                  <a:pt x="4787239" y="177800"/>
                </a:lnTo>
                <a:lnTo>
                  <a:pt x="4787303" y="939800"/>
                </a:lnTo>
                <a:close/>
              </a:path>
              <a:path w="4787900" h="1511300">
                <a:moveTo>
                  <a:pt x="1322108" y="660400"/>
                </a:moveTo>
                <a:lnTo>
                  <a:pt x="1322108" y="649587"/>
                </a:lnTo>
                <a:lnTo>
                  <a:pt x="1325003" y="647700"/>
                </a:lnTo>
                <a:lnTo>
                  <a:pt x="1322108" y="660400"/>
                </a:lnTo>
                <a:close/>
              </a:path>
              <a:path w="4787900" h="1511300">
                <a:moveTo>
                  <a:pt x="1334808" y="660400"/>
                </a:moveTo>
                <a:lnTo>
                  <a:pt x="1322108" y="660400"/>
                </a:lnTo>
                <a:lnTo>
                  <a:pt x="1325003" y="647700"/>
                </a:lnTo>
                <a:lnTo>
                  <a:pt x="1334808" y="647700"/>
                </a:lnTo>
                <a:lnTo>
                  <a:pt x="1334808" y="660400"/>
                </a:lnTo>
                <a:close/>
              </a:path>
              <a:path w="4787900" h="1511300">
                <a:moveTo>
                  <a:pt x="1930" y="1511300"/>
                </a:moveTo>
                <a:lnTo>
                  <a:pt x="0" y="1511300"/>
                </a:lnTo>
                <a:lnTo>
                  <a:pt x="1322108" y="649587"/>
                </a:lnTo>
                <a:lnTo>
                  <a:pt x="1322108" y="660400"/>
                </a:lnTo>
                <a:lnTo>
                  <a:pt x="1334808" y="660400"/>
                </a:lnTo>
                <a:lnTo>
                  <a:pt x="118888" y="1453187"/>
                </a:lnTo>
                <a:lnTo>
                  <a:pt x="43281" y="1485900"/>
                </a:lnTo>
                <a:lnTo>
                  <a:pt x="46254" y="1492239"/>
                </a:lnTo>
                <a:lnTo>
                  <a:pt x="1930" y="1511300"/>
                </a:lnTo>
                <a:close/>
              </a:path>
              <a:path w="4787900" h="1511300">
                <a:moveTo>
                  <a:pt x="83666" y="1476152"/>
                </a:moveTo>
                <a:lnTo>
                  <a:pt x="118888" y="1453187"/>
                </a:lnTo>
                <a:lnTo>
                  <a:pt x="1334808" y="927100"/>
                </a:lnTo>
                <a:lnTo>
                  <a:pt x="1334808" y="939800"/>
                </a:lnTo>
                <a:lnTo>
                  <a:pt x="1322171" y="939800"/>
                </a:lnTo>
                <a:lnTo>
                  <a:pt x="1322227" y="943554"/>
                </a:lnTo>
                <a:lnTo>
                  <a:pt x="83666" y="1476152"/>
                </a:lnTo>
                <a:close/>
              </a:path>
              <a:path w="4787900" h="1511300">
                <a:moveTo>
                  <a:pt x="1322227" y="943554"/>
                </a:moveTo>
                <a:lnTo>
                  <a:pt x="1322171" y="939800"/>
                </a:lnTo>
                <a:lnTo>
                  <a:pt x="1330959" y="939800"/>
                </a:lnTo>
                <a:lnTo>
                  <a:pt x="1322227" y="943554"/>
                </a:lnTo>
                <a:close/>
              </a:path>
              <a:path w="4787900" h="1511300">
                <a:moveTo>
                  <a:pt x="1335049" y="952500"/>
                </a:moveTo>
                <a:lnTo>
                  <a:pt x="1322362" y="952500"/>
                </a:lnTo>
                <a:lnTo>
                  <a:pt x="1322227" y="943554"/>
                </a:lnTo>
                <a:lnTo>
                  <a:pt x="1330959" y="939800"/>
                </a:lnTo>
                <a:lnTo>
                  <a:pt x="1334858" y="939800"/>
                </a:lnTo>
                <a:lnTo>
                  <a:pt x="1335049" y="952500"/>
                </a:lnTo>
                <a:close/>
              </a:path>
              <a:path w="4787900" h="1511300">
                <a:moveTo>
                  <a:pt x="4787049" y="952500"/>
                </a:moveTo>
                <a:lnTo>
                  <a:pt x="4774361" y="952500"/>
                </a:lnTo>
                <a:lnTo>
                  <a:pt x="4774539" y="939800"/>
                </a:lnTo>
                <a:lnTo>
                  <a:pt x="4787239" y="939800"/>
                </a:lnTo>
                <a:lnTo>
                  <a:pt x="4787049" y="952500"/>
                </a:lnTo>
                <a:close/>
              </a:path>
              <a:path w="4787900" h="1511300">
                <a:moveTo>
                  <a:pt x="1342986" y="990600"/>
                </a:moveTo>
                <a:lnTo>
                  <a:pt x="1328204" y="990600"/>
                </a:lnTo>
                <a:lnTo>
                  <a:pt x="1326045" y="977900"/>
                </a:lnTo>
                <a:lnTo>
                  <a:pt x="1324343" y="965200"/>
                </a:lnTo>
                <a:lnTo>
                  <a:pt x="1323111" y="952500"/>
                </a:lnTo>
                <a:lnTo>
                  <a:pt x="1335722" y="952500"/>
                </a:lnTo>
                <a:lnTo>
                  <a:pt x="1336916" y="965200"/>
                </a:lnTo>
                <a:lnTo>
                  <a:pt x="1338516" y="977900"/>
                </a:lnTo>
                <a:lnTo>
                  <a:pt x="1340472" y="977900"/>
                </a:lnTo>
                <a:lnTo>
                  <a:pt x="1342986" y="990600"/>
                </a:lnTo>
                <a:close/>
              </a:path>
              <a:path w="4787900" h="1511300">
                <a:moveTo>
                  <a:pt x="4781207" y="990600"/>
                </a:moveTo>
                <a:lnTo>
                  <a:pt x="4766424" y="990600"/>
                </a:lnTo>
                <a:lnTo>
                  <a:pt x="4768938" y="977900"/>
                </a:lnTo>
                <a:lnTo>
                  <a:pt x="4770894" y="977900"/>
                </a:lnTo>
                <a:lnTo>
                  <a:pt x="4772545" y="965200"/>
                </a:lnTo>
                <a:lnTo>
                  <a:pt x="4773688" y="952500"/>
                </a:lnTo>
                <a:lnTo>
                  <a:pt x="4786299" y="952500"/>
                </a:lnTo>
                <a:lnTo>
                  <a:pt x="4785067" y="965200"/>
                </a:lnTo>
                <a:lnTo>
                  <a:pt x="4783366" y="977900"/>
                </a:lnTo>
                <a:lnTo>
                  <a:pt x="4781207" y="990600"/>
                </a:lnTo>
                <a:close/>
              </a:path>
              <a:path w="4787900" h="1511300">
                <a:moveTo>
                  <a:pt x="1352727" y="1016000"/>
                </a:moveTo>
                <a:lnTo>
                  <a:pt x="1337335" y="1016000"/>
                </a:lnTo>
                <a:lnTo>
                  <a:pt x="1333868" y="1003300"/>
                </a:lnTo>
                <a:lnTo>
                  <a:pt x="1330820" y="990600"/>
                </a:lnTo>
                <a:lnTo>
                  <a:pt x="1342897" y="990600"/>
                </a:lnTo>
                <a:lnTo>
                  <a:pt x="1345844" y="1003300"/>
                </a:lnTo>
                <a:lnTo>
                  <a:pt x="1348968" y="1003300"/>
                </a:lnTo>
                <a:lnTo>
                  <a:pt x="1352727" y="1016000"/>
                </a:lnTo>
                <a:close/>
              </a:path>
              <a:path w="4787900" h="1511300">
                <a:moveTo>
                  <a:pt x="4772075" y="1016000"/>
                </a:moveTo>
                <a:lnTo>
                  <a:pt x="4756683" y="1016000"/>
                </a:lnTo>
                <a:lnTo>
                  <a:pt x="4760442" y="1003300"/>
                </a:lnTo>
                <a:lnTo>
                  <a:pt x="4763566" y="1003300"/>
                </a:lnTo>
                <a:lnTo>
                  <a:pt x="4766513" y="990600"/>
                </a:lnTo>
                <a:lnTo>
                  <a:pt x="4778590" y="990600"/>
                </a:lnTo>
                <a:lnTo>
                  <a:pt x="4775542" y="1003300"/>
                </a:lnTo>
                <a:lnTo>
                  <a:pt x="4772075" y="1016000"/>
                </a:lnTo>
                <a:close/>
              </a:path>
              <a:path w="4787900" h="1511300">
                <a:moveTo>
                  <a:pt x="1365808" y="1041400"/>
                </a:moveTo>
                <a:lnTo>
                  <a:pt x="1350162" y="1041400"/>
                </a:lnTo>
                <a:lnTo>
                  <a:pt x="1345501" y="1028700"/>
                </a:lnTo>
                <a:lnTo>
                  <a:pt x="1341221" y="1016000"/>
                </a:lnTo>
                <a:lnTo>
                  <a:pt x="1352588" y="1016000"/>
                </a:lnTo>
                <a:lnTo>
                  <a:pt x="1356728" y="1028700"/>
                </a:lnTo>
                <a:lnTo>
                  <a:pt x="1360931" y="1028700"/>
                </a:lnTo>
                <a:lnTo>
                  <a:pt x="1365808" y="1041400"/>
                </a:lnTo>
                <a:close/>
              </a:path>
              <a:path w="4787900" h="1511300">
                <a:moveTo>
                  <a:pt x="4759248" y="1041400"/>
                </a:moveTo>
                <a:lnTo>
                  <a:pt x="4743602" y="1041400"/>
                </a:lnTo>
                <a:lnTo>
                  <a:pt x="4748479" y="1028700"/>
                </a:lnTo>
                <a:lnTo>
                  <a:pt x="4752682" y="1028700"/>
                </a:lnTo>
                <a:lnTo>
                  <a:pt x="4756823" y="1016000"/>
                </a:lnTo>
                <a:lnTo>
                  <a:pt x="4768189" y="1016000"/>
                </a:lnTo>
                <a:lnTo>
                  <a:pt x="4763909" y="1028700"/>
                </a:lnTo>
                <a:lnTo>
                  <a:pt x="4759248" y="1041400"/>
                </a:lnTo>
                <a:close/>
              </a:path>
              <a:path w="4787900" h="1511300">
                <a:moveTo>
                  <a:pt x="1376248" y="1054100"/>
                </a:moveTo>
                <a:lnTo>
                  <a:pt x="1360601" y="1054100"/>
                </a:lnTo>
                <a:lnTo>
                  <a:pt x="1355204" y="1041400"/>
                </a:lnTo>
                <a:lnTo>
                  <a:pt x="1370685" y="1041400"/>
                </a:lnTo>
                <a:lnTo>
                  <a:pt x="1376248" y="1054100"/>
                </a:lnTo>
                <a:close/>
              </a:path>
              <a:path w="4787900" h="1511300">
                <a:moveTo>
                  <a:pt x="4748809" y="1054100"/>
                </a:moveTo>
                <a:lnTo>
                  <a:pt x="4733162" y="1054100"/>
                </a:lnTo>
                <a:lnTo>
                  <a:pt x="4738725" y="1041400"/>
                </a:lnTo>
                <a:lnTo>
                  <a:pt x="4754206" y="1041400"/>
                </a:lnTo>
                <a:lnTo>
                  <a:pt x="4748809" y="1054100"/>
                </a:lnTo>
                <a:close/>
              </a:path>
              <a:path w="4787900" h="1511300">
                <a:moveTo>
                  <a:pt x="1400809" y="1079500"/>
                </a:moveTo>
                <a:lnTo>
                  <a:pt x="1378851" y="1079500"/>
                </a:lnTo>
                <a:lnTo>
                  <a:pt x="1372438" y="1066800"/>
                </a:lnTo>
                <a:lnTo>
                  <a:pt x="1366354" y="1054100"/>
                </a:lnTo>
                <a:lnTo>
                  <a:pt x="1381734" y="1054100"/>
                </a:lnTo>
                <a:lnTo>
                  <a:pt x="1387944" y="1066800"/>
                </a:lnTo>
                <a:lnTo>
                  <a:pt x="1394015" y="1066800"/>
                </a:lnTo>
                <a:lnTo>
                  <a:pt x="1400809" y="1079500"/>
                </a:lnTo>
                <a:close/>
              </a:path>
              <a:path w="4787900" h="1511300">
                <a:moveTo>
                  <a:pt x="4730546" y="1079500"/>
                </a:moveTo>
                <a:lnTo>
                  <a:pt x="4708588" y="1079500"/>
                </a:lnTo>
                <a:lnTo>
                  <a:pt x="4715395" y="1066800"/>
                </a:lnTo>
                <a:lnTo>
                  <a:pt x="4721466" y="1066800"/>
                </a:lnTo>
                <a:lnTo>
                  <a:pt x="4727676" y="1054100"/>
                </a:lnTo>
                <a:lnTo>
                  <a:pt x="4743056" y="1054100"/>
                </a:lnTo>
                <a:lnTo>
                  <a:pt x="4736973" y="1066800"/>
                </a:lnTo>
                <a:lnTo>
                  <a:pt x="4730546" y="1079500"/>
                </a:lnTo>
                <a:close/>
              </a:path>
              <a:path w="4787900" h="1511300">
                <a:moveTo>
                  <a:pt x="1414767" y="1092200"/>
                </a:moveTo>
                <a:lnTo>
                  <a:pt x="1392618" y="1092200"/>
                </a:lnTo>
                <a:lnTo>
                  <a:pt x="1385582" y="1079500"/>
                </a:lnTo>
                <a:lnTo>
                  <a:pt x="1407414" y="1079500"/>
                </a:lnTo>
                <a:lnTo>
                  <a:pt x="1414767" y="1092200"/>
                </a:lnTo>
                <a:close/>
              </a:path>
              <a:path w="4787900" h="1511300">
                <a:moveTo>
                  <a:pt x="4716792" y="1092200"/>
                </a:moveTo>
                <a:lnTo>
                  <a:pt x="4694643" y="1092200"/>
                </a:lnTo>
                <a:lnTo>
                  <a:pt x="4701997" y="1079500"/>
                </a:lnTo>
                <a:lnTo>
                  <a:pt x="4723828" y="1079500"/>
                </a:lnTo>
                <a:lnTo>
                  <a:pt x="4716792" y="1092200"/>
                </a:lnTo>
                <a:close/>
              </a:path>
              <a:path w="4787900" h="1511300">
                <a:moveTo>
                  <a:pt x="1437513" y="1104900"/>
                </a:moveTo>
                <a:lnTo>
                  <a:pt x="1415389" y="1104900"/>
                </a:lnTo>
                <a:lnTo>
                  <a:pt x="1407528" y="1092200"/>
                </a:lnTo>
                <a:lnTo>
                  <a:pt x="1429435" y="1092200"/>
                </a:lnTo>
                <a:lnTo>
                  <a:pt x="1437513" y="1104900"/>
                </a:lnTo>
                <a:close/>
              </a:path>
              <a:path w="4787900" h="1511300">
                <a:moveTo>
                  <a:pt x="4694021" y="1104900"/>
                </a:moveTo>
                <a:lnTo>
                  <a:pt x="4671898" y="1104900"/>
                </a:lnTo>
                <a:lnTo>
                  <a:pt x="4679975" y="1092200"/>
                </a:lnTo>
                <a:lnTo>
                  <a:pt x="4701882" y="1092200"/>
                </a:lnTo>
                <a:lnTo>
                  <a:pt x="4694021" y="1104900"/>
                </a:lnTo>
                <a:close/>
              </a:path>
              <a:path w="4787900" h="1511300">
                <a:moveTo>
                  <a:pt x="1470761" y="1117600"/>
                </a:moveTo>
                <a:lnTo>
                  <a:pt x="1431861" y="1117600"/>
                </a:lnTo>
                <a:lnTo>
                  <a:pt x="1423504" y="1104900"/>
                </a:lnTo>
                <a:lnTo>
                  <a:pt x="1461871" y="1104900"/>
                </a:lnTo>
                <a:lnTo>
                  <a:pt x="1470761" y="1117600"/>
                </a:lnTo>
                <a:close/>
              </a:path>
              <a:path w="4787900" h="1511300">
                <a:moveTo>
                  <a:pt x="4677549" y="1117600"/>
                </a:moveTo>
                <a:lnTo>
                  <a:pt x="4638649" y="1117600"/>
                </a:lnTo>
                <a:lnTo>
                  <a:pt x="4647539" y="1104900"/>
                </a:lnTo>
                <a:lnTo>
                  <a:pt x="4685906" y="1104900"/>
                </a:lnTo>
                <a:lnTo>
                  <a:pt x="4677549" y="1117600"/>
                </a:lnTo>
                <a:close/>
              </a:path>
              <a:path w="4787900" h="1511300">
                <a:moveTo>
                  <a:pt x="4641964" y="1130300"/>
                </a:moveTo>
                <a:lnTo>
                  <a:pt x="1467446" y="1130300"/>
                </a:lnTo>
                <a:lnTo>
                  <a:pt x="1458252" y="1117600"/>
                </a:lnTo>
                <a:lnTo>
                  <a:pt x="4651159" y="1117600"/>
                </a:lnTo>
                <a:lnTo>
                  <a:pt x="4641964" y="1130300"/>
                </a:lnTo>
                <a:close/>
              </a:path>
              <a:path w="4787900" h="1511300">
                <a:moveTo>
                  <a:pt x="46254" y="1492239"/>
                </a:moveTo>
                <a:lnTo>
                  <a:pt x="43281" y="1485900"/>
                </a:lnTo>
                <a:lnTo>
                  <a:pt x="118888" y="1453187"/>
                </a:lnTo>
                <a:lnTo>
                  <a:pt x="83666" y="1476152"/>
                </a:lnTo>
                <a:lnTo>
                  <a:pt x="46254" y="1492239"/>
                </a:lnTo>
                <a:close/>
              </a:path>
              <a:path w="4787900" h="1511300">
                <a:moveTo>
                  <a:pt x="49237" y="1498600"/>
                </a:moveTo>
                <a:lnTo>
                  <a:pt x="46254" y="1492239"/>
                </a:lnTo>
                <a:lnTo>
                  <a:pt x="83666" y="1476152"/>
                </a:lnTo>
                <a:lnTo>
                  <a:pt x="49237" y="149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60822" y="1275727"/>
            <a:ext cx="1552613" cy="2935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91769" y="1368996"/>
            <a:ext cx="83184" cy="17595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04391" y="1614741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 h="0">
                <a:moveTo>
                  <a:pt x="0" y="0"/>
                </a:moveTo>
                <a:lnTo>
                  <a:pt x="355015" y="0"/>
                </a:lnTo>
              </a:path>
            </a:pathLst>
          </a:custGeom>
          <a:ln w="135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674927" y="1612531"/>
            <a:ext cx="18923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0" i="1">
                <a:latin typeface="Times New Roman"/>
                <a:cs typeface="Times New Roman"/>
              </a:rPr>
              <a:t>d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07593" y="1152131"/>
            <a:ext cx="82296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34858" sz="3825" spc="15" i="1">
                <a:latin typeface="Times New Roman"/>
                <a:cs typeface="Times New Roman"/>
              </a:rPr>
              <a:t>c </a:t>
            </a:r>
            <a:r>
              <a:rPr dirty="0" baseline="-34858" sz="3825" spc="15">
                <a:latin typeface="Symbol"/>
                <a:cs typeface="Symbol"/>
              </a:rPr>
              <a:t></a:t>
            </a:r>
            <a:r>
              <a:rPr dirty="0" baseline="-34858" sz="3825" spc="82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εS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12787" y="10017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4232" y="1049375"/>
            <a:ext cx="10458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例题</a:t>
            </a:r>
            <a:r>
              <a:rPr dirty="0" sz="3200" spc="-10" b="1">
                <a:latin typeface="黑体"/>
                <a:cs typeface="黑体"/>
              </a:rPr>
              <a:t>1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9702" y="992187"/>
            <a:ext cx="58223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33CC"/>
                </a:solidFill>
                <a:latin typeface="Times New Roman"/>
                <a:cs typeface="Times New Roman"/>
              </a:rPr>
              <a:t>LC</a:t>
            </a:r>
            <a:r>
              <a:rPr dirty="0" sz="2800" b="1">
                <a:solidFill>
                  <a:srgbClr val="0033CC"/>
                </a:solidFill>
                <a:latin typeface="华文楷体"/>
                <a:cs typeface="华文楷体"/>
              </a:rPr>
              <a:t>振荡电路在工作过程中状态的分</a:t>
            </a:r>
            <a:r>
              <a:rPr dirty="0" sz="2800" spc="-10" b="1">
                <a:solidFill>
                  <a:srgbClr val="0033CC"/>
                </a:solidFill>
                <a:latin typeface="华文楷体"/>
                <a:cs typeface="华文楷体"/>
              </a:rPr>
              <a:t>析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39418" y="2702128"/>
            <a:ext cx="3615563" cy="212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41577" y="1739201"/>
            <a:ext cx="10371455" cy="4227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 marR="5080" indent="304800">
              <a:lnSpc>
                <a:spcPct val="150000"/>
              </a:lnSpc>
              <a:spcBef>
                <a:spcPts val="100"/>
              </a:spcBef>
              <a:tabLst>
                <a:tab pos="1040765" algn="l"/>
              </a:tabLst>
            </a:pPr>
            <a:r>
              <a:rPr dirty="0" sz="2400" spc="50" b="1">
                <a:latin typeface="华文楷体"/>
                <a:cs typeface="华文楷体"/>
              </a:rPr>
              <a:t>如图所示为</a:t>
            </a:r>
            <a:r>
              <a:rPr dirty="0" sz="2400" spc="45" b="1" i="1">
                <a:latin typeface="Times New Roman"/>
                <a:cs typeface="Times New Roman"/>
              </a:rPr>
              <a:t>LC</a:t>
            </a:r>
            <a:r>
              <a:rPr dirty="0" sz="2400" spc="50" b="1">
                <a:latin typeface="华文楷体"/>
                <a:cs typeface="华文楷体"/>
              </a:rPr>
              <a:t>电路</a:t>
            </a:r>
            <a:r>
              <a:rPr dirty="0" sz="2400" spc="55" b="1">
                <a:latin typeface="华文楷体"/>
                <a:cs typeface="华文楷体"/>
              </a:rPr>
              <a:t>中电容器两极板上的电压</a:t>
            </a:r>
            <a:r>
              <a:rPr dirty="0" sz="2400" spc="55" b="1" i="1">
                <a:latin typeface="Times New Roman"/>
                <a:cs typeface="Times New Roman"/>
              </a:rPr>
              <a:t>u</a:t>
            </a:r>
            <a:r>
              <a:rPr dirty="0" sz="2400" spc="55" b="1">
                <a:latin typeface="华文楷体"/>
                <a:cs typeface="华文楷体"/>
              </a:rPr>
              <a:t>随时间</a:t>
            </a:r>
            <a:r>
              <a:rPr dirty="0" sz="2400" spc="50" b="1" i="1">
                <a:latin typeface="Times New Roman"/>
                <a:cs typeface="Times New Roman"/>
              </a:rPr>
              <a:t>t</a:t>
            </a:r>
            <a:r>
              <a:rPr dirty="0" sz="2400" spc="55" b="1">
                <a:latin typeface="华文楷体"/>
                <a:cs typeface="华文楷体"/>
              </a:rPr>
              <a:t>变化的图象，由图</a:t>
            </a:r>
            <a:r>
              <a:rPr dirty="0" sz="2400" spc="-5" b="1">
                <a:latin typeface="华文楷体"/>
                <a:cs typeface="华文楷体"/>
              </a:rPr>
              <a:t>可 </a:t>
            </a:r>
            <a:r>
              <a:rPr dirty="0" sz="2400" b="1">
                <a:latin typeface="华文楷体"/>
                <a:cs typeface="华文楷体"/>
              </a:rPr>
              <a:t>知</a:t>
            </a:r>
            <a:r>
              <a:rPr dirty="0" sz="2400" b="1">
                <a:latin typeface="Times New Roman"/>
                <a:cs typeface="Times New Roman"/>
              </a:rPr>
              <a:t>(	)</a:t>
            </a:r>
            <a:endParaRPr sz="2400">
              <a:latin typeface="Times New Roman"/>
              <a:cs typeface="Times New Roman"/>
            </a:endParaRPr>
          </a:p>
          <a:p>
            <a:pPr marL="513715" indent="-490855">
              <a:lnSpc>
                <a:spcPct val="100000"/>
              </a:lnSpc>
              <a:spcBef>
                <a:spcPts val="1550"/>
              </a:spcBef>
              <a:buSzPct val="95833"/>
              <a:buFont typeface="Calibri"/>
              <a:buAutoNum type="alphaUcPeriod"/>
              <a:tabLst>
                <a:tab pos="514350" algn="l"/>
              </a:tabLst>
            </a:pPr>
            <a:r>
              <a:rPr dirty="0" sz="2400" b="1">
                <a:latin typeface="宋体"/>
                <a:cs typeface="宋体"/>
              </a:rPr>
              <a:t>在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latin typeface="Calibri"/>
                <a:cs typeface="Calibri"/>
              </a:rPr>
              <a:t>1</a:t>
            </a:r>
            <a:r>
              <a:rPr dirty="0" sz="2400" b="1">
                <a:latin typeface="宋体"/>
                <a:cs typeface="宋体"/>
              </a:rPr>
              <a:t>时刻，电路中的磁场能最</a:t>
            </a:r>
            <a:r>
              <a:rPr dirty="0" sz="2400" spc="-10" b="1">
                <a:latin typeface="宋体"/>
                <a:cs typeface="宋体"/>
              </a:rPr>
              <a:t>小</a:t>
            </a:r>
            <a:endParaRPr sz="2400">
              <a:latin typeface="宋体"/>
              <a:cs typeface="宋体"/>
            </a:endParaRPr>
          </a:p>
          <a:p>
            <a:pPr marL="499745" indent="-476884">
              <a:lnSpc>
                <a:spcPct val="100000"/>
              </a:lnSpc>
              <a:spcBef>
                <a:spcPts val="1440"/>
              </a:spcBef>
              <a:buSzPct val="95833"/>
              <a:buFont typeface="Calibri"/>
              <a:buAutoNum type="alphaUcPeriod"/>
              <a:tabLst>
                <a:tab pos="500380" algn="l"/>
              </a:tabLst>
            </a:pPr>
            <a:r>
              <a:rPr dirty="0" sz="2400" b="1">
                <a:latin typeface="宋体"/>
                <a:cs typeface="宋体"/>
              </a:rPr>
              <a:t>从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latin typeface="Calibri"/>
                <a:cs typeface="Calibri"/>
              </a:rPr>
              <a:t>1</a:t>
            </a:r>
            <a:r>
              <a:rPr dirty="0" sz="2400" b="1">
                <a:latin typeface="宋体"/>
                <a:cs typeface="宋体"/>
              </a:rPr>
              <a:t>到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latin typeface="Calibri"/>
                <a:cs typeface="Calibri"/>
              </a:rPr>
              <a:t>2</a:t>
            </a:r>
            <a:r>
              <a:rPr dirty="0" sz="2400" spc="-5" b="1">
                <a:latin typeface="宋体"/>
                <a:cs typeface="宋体"/>
              </a:rPr>
              <a:t>，</a:t>
            </a:r>
            <a:r>
              <a:rPr dirty="0" sz="2400" b="1">
                <a:latin typeface="宋体"/>
                <a:cs typeface="宋体"/>
              </a:rPr>
              <a:t>电路中的电流不断变</a:t>
            </a:r>
            <a:r>
              <a:rPr dirty="0" sz="2400" spc="-10" b="1">
                <a:latin typeface="宋体"/>
                <a:cs typeface="宋体"/>
              </a:rPr>
              <a:t>小</a:t>
            </a:r>
            <a:endParaRPr sz="2400">
              <a:latin typeface="宋体"/>
              <a:cs typeface="宋体"/>
            </a:endParaRPr>
          </a:p>
          <a:p>
            <a:pPr marL="490220" indent="-467359">
              <a:lnSpc>
                <a:spcPct val="100000"/>
              </a:lnSpc>
              <a:spcBef>
                <a:spcPts val="1440"/>
              </a:spcBef>
              <a:buSzPct val="95833"/>
              <a:buFont typeface="Calibri"/>
              <a:buAutoNum type="alphaUcPeriod"/>
              <a:tabLst>
                <a:tab pos="490855" algn="l"/>
              </a:tabLst>
            </a:pPr>
            <a:r>
              <a:rPr dirty="0" sz="2400" b="1">
                <a:latin typeface="宋体"/>
                <a:cs typeface="宋体"/>
              </a:rPr>
              <a:t>从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latin typeface="Calibri"/>
                <a:cs typeface="Calibri"/>
              </a:rPr>
              <a:t>2</a:t>
            </a:r>
            <a:r>
              <a:rPr dirty="0" sz="2400" b="1">
                <a:latin typeface="宋体"/>
                <a:cs typeface="宋体"/>
              </a:rPr>
              <a:t>到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latin typeface="Calibri"/>
                <a:cs typeface="Calibri"/>
              </a:rPr>
              <a:t>3</a:t>
            </a:r>
            <a:r>
              <a:rPr dirty="0" sz="2400" spc="-5" b="1">
                <a:latin typeface="宋体"/>
                <a:cs typeface="宋体"/>
              </a:rPr>
              <a:t>，</a:t>
            </a:r>
            <a:r>
              <a:rPr dirty="0" sz="2400" b="1">
                <a:latin typeface="宋体"/>
                <a:cs typeface="宋体"/>
              </a:rPr>
              <a:t>电容器极板上的带电荷量增</a:t>
            </a:r>
            <a:r>
              <a:rPr dirty="0" sz="2400" spc="-10" b="1">
                <a:latin typeface="宋体"/>
                <a:cs typeface="宋体"/>
              </a:rPr>
              <a:t>多</a:t>
            </a:r>
            <a:endParaRPr sz="2400">
              <a:latin typeface="宋体"/>
              <a:cs typeface="宋体"/>
            </a:endParaRPr>
          </a:p>
          <a:p>
            <a:pPr marL="521334" indent="-498475">
              <a:lnSpc>
                <a:spcPct val="100000"/>
              </a:lnSpc>
              <a:spcBef>
                <a:spcPts val="1440"/>
              </a:spcBef>
              <a:buSzPct val="95833"/>
              <a:buFont typeface="Calibri"/>
              <a:buAutoNum type="alphaUcPeriod"/>
              <a:tabLst>
                <a:tab pos="521970" algn="l"/>
              </a:tabLst>
            </a:pPr>
            <a:r>
              <a:rPr dirty="0" sz="2400" b="1">
                <a:latin typeface="宋体"/>
                <a:cs typeface="宋体"/>
              </a:rPr>
              <a:t>在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latin typeface="Calibri"/>
                <a:cs typeface="Calibri"/>
              </a:rPr>
              <a:t>4</a:t>
            </a:r>
            <a:r>
              <a:rPr dirty="0" sz="2400" b="1">
                <a:latin typeface="宋体"/>
                <a:cs typeface="宋体"/>
              </a:rPr>
              <a:t>时刻，电容器中的电场能最</a:t>
            </a:r>
            <a:r>
              <a:rPr dirty="0" sz="2400" spc="-10" b="1">
                <a:latin typeface="宋体"/>
                <a:cs typeface="宋体"/>
              </a:rPr>
              <a:t>小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99589" algn="l"/>
              </a:tabLst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【答案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】	</a:t>
            </a:r>
            <a:r>
              <a:rPr dirty="0" sz="2800" spc="-15" b="1">
                <a:latin typeface="Calibri"/>
                <a:cs typeface="Calibri"/>
              </a:rPr>
              <a:t>ACD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12787" y="10017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4232" y="1049375"/>
            <a:ext cx="10458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例题</a:t>
            </a:r>
            <a:r>
              <a:rPr dirty="0" sz="3200" spc="-10" b="1">
                <a:latin typeface="黑体"/>
                <a:cs typeface="黑体"/>
              </a:rPr>
              <a:t>2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9702" y="992187"/>
            <a:ext cx="51098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33CC"/>
                </a:solidFill>
                <a:latin typeface="Times New Roman"/>
                <a:cs typeface="Times New Roman"/>
              </a:rPr>
              <a:t>LC</a:t>
            </a:r>
            <a:r>
              <a:rPr dirty="0" sz="2800" b="1">
                <a:solidFill>
                  <a:srgbClr val="0033CC"/>
                </a:solidFill>
                <a:latin typeface="华文楷体"/>
                <a:cs typeface="华文楷体"/>
              </a:rPr>
              <a:t>回路在工作过程中状态的分</a:t>
            </a:r>
            <a:r>
              <a:rPr dirty="0" sz="2800" spc="-10" b="1">
                <a:solidFill>
                  <a:srgbClr val="0033CC"/>
                </a:solidFill>
                <a:latin typeface="华文楷体"/>
                <a:cs typeface="华文楷体"/>
              </a:rPr>
              <a:t>析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997" y="1671459"/>
            <a:ext cx="9787890" cy="455549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426084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华文楷体"/>
                <a:cs typeface="华文楷体"/>
              </a:rPr>
              <a:t>在</a:t>
            </a:r>
            <a:r>
              <a:rPr dirty="0" sz="2400" spc="-5" b="1" i="1">
                <a:latin typeface="Times New Roman"/>
                <a:cs typeface="Times New Roman"/>
              </a:rPr>
              <a:t>LC</a:t>
            </a:r>
            <a:r>
              <a:rPr dirty="0" sz="2400" b="1">
                <a:latin typeface="华文楷体"/>
                <a:cs typeface="华文楷体"/>
              </a:rPr>
              <a:t>振荡电路中，某时刻的磁场方向如图所示，则下列说法正确的是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570865" indent="-525780">
              <a:lnSpc>
                <a:spcPct val="100000"/>
              </a:lnSpc>
              <a:buSzPct val="95833"/>
              <a:buFont typeface="Times New Roman"/>
              <a:buAutoNum type="alphaUcPeriod"/>
              <a:tabLst>
                <a:tab pos="571500" algn="l"/>
              </a:tabLst>
            </a:pPr>
            <a:r>
              <a:rPr dirty="0" sz="2400" b="1">
                <a:latin typeface="华文楷体"/>
                <a:cs typeface="华文楷体"/>
              </a:rPr>
              <a:t>若磁场正在增强，则电容器上极板带正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  <a:p>
            <a:pPr marL="553720" indent="-508634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54355" algn="l"/>
              </a:tabLst>
            </a:pPr>
            <a:r>
              <a:rPr dirty="0" sz="2400" b="1">
                <a:latin typeface="华文楷体"/>
                <a:cs typeface="华文楷体"/>
              </a:rPr>
              <a:t>若磁场正在减弱，则电容器上极板带正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  <a:p>
            <a:pPr marL="570865" indent="-52578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71500" algn="l"/>
              </a:tabLst>
            </a:pPr>
            <a:r>
              <a:rPr dirty="0" sz="2400" b="1">
                <a:latin typeface="华文楷体"/>
                <a:cs typeface="华文楷体"/>
              </a:rPr>
              <a:t>若电容器正在放电，则电容器上极板带正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  <a:p>
            <a:pPr marL="570865" indent="-52578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71500" algn="l"/>
              </a:tabLst>
            </a:pPr>
            <a:r>
              <a:rPr dirty="0" sz="2400" b="1">
                <a:latin typeface="华文楷体"/>
                <a:cs typeface="华文楷体"/>
              </a:rPr>
              <a:t>若电容器在充电，则自感电动势的方向与电流的方向相</a:t>
            </a:r>
            <a:r>
              <a:rPr dirty="0" sz="2400" spc="-5" b="1">
                <a:latin typeface="华文楷体"/>
                <a:cs typeface="华文楷体"/>
              </a:rPr>
              <a:t>反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  <a:tabLst>
                <a:tab pos="1799589" algn="l"/>
              </a:tabLst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【答案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】	</a:t>
            </a:r>
            <a:r>
              <a:rPr dirty="0" sz="2800" spc="-5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35938" y="2236635"/>
            <a:ext cx="2980563" cy="300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12787" y="10017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4232" y="1049375"/>
            <a:ext cx="10458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例题</a:t>
            </a:r>
            <a:r>
              <a:rPr dirty="0" sz="3200" spc="-10" b="1">
                <a:latin typeface="黑体"/>
                <a:cs typeface="黑体"/>
              </a:rPr>
              <a:t>3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864" y="1671459"/>
            <a:ext cx="10357485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3947795" algn="l"/>
              </a:tabLst>
            </a:pPr>
            <a:r>
              <a:rPr dirty="0" sz="2400" b="1">
                <a:latin typeface="华文楷体"/>
                <a:cs typeface="华文楷体"/>
              </a:rPr>
              <a:t>如图所示电路中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b="1">
                <a:latin typeface="华文楷体"/>
                <a:cs typeface="华文楷体"/>
              </a:rPr>
              <a:t>是电阻不计的电感器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C</a:t>
            </a:r>
            <a:r>
              <a:rPr dirty="0" sz="2400" b="1">
                <a:latin typeface="华文楷体"/>
                <a:cs typeface="华文楷体"/>
              </a:rPr>
              <a:t>是电容器，闭合开关</a:t>
            </a:r>
            <a:r>
              <a:rPr dirty="0" sz="2400" b="1">
                <a:latin typeface="Times New Roman"/>
                <a:cs typeface="Times New Roman"/>
              </a:rPr>
              <a:t>S</a:t>
            </a:r>
            <a:r>
              <a:rPr dirty="0" sz="2400" b="1">
                <a:latin typeface="华文楷体"/>
                <a:cs typeface="华文楷体"/>
              </a:rPr>
              <a:t>，待电路</a:t>
            </a:r>
            <a:r>
              <a:rPr dirty="0" sz="2400" spc="-5" b="1">
                <a:latin typeface="华文楷体"/>
                <a:cs typeface="华文楷体"/>
              </a:rPr>
              <a:t>达 </a:t>
            </a:r>
            <a:r>
              <a:rPr dirty="0" sz="2400" b="1">
                <a:latin typeface="华文楷体"/>
                <a:cs typeface="华文楷体"/>
              </a:rPr>
              <a:t>到稳定状态后，再打开开关</a:t>
            </a:r>
            <a:r>
              <a:rPr dirty="0" sz="2400" spc="-5" b="1">
                <a:latin typeface="Times New Roman"/>
                <a:cs typeface="Times New Roman"/>
              </a:rPr>
              <a:t>S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LC</a:t>
            </a:r>
            <a:r>
              <a:rPr dirty="0" sz="2400" b="1">
                <a:latin typeface="华文楷体"/>
                <a:cs typeface="华文楷体"/>
              </a:rPr>
              <a:t>电路中将产生电磁振荡。如果规定电感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华文楷体"/>
                <a:cs typeface="华文楷体"/>
              </a:rPr>
              <a:t>中 </a:t>
            </a:r>
            <a:r>
              <a:rPr dirty="0" sz="2400" b="1">
                <a:latin typeface="华文楷体"/>
                <a:cs typeface="华文楷体"/>
              </a:rPr>
              <a:t>的电流方向从</a:t>
            </a:r>
            <a:r>
              <a:rPr dirty="0" sz="2400" b="1" i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华文楷体"/>
                <a:cs typeface="华文楷体"/>
              </a:rPr>
              <a:t>到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华文楷体"/>
                <a:cs typeface="华文楷体"/>
              </a:rPr>
              <a:t>为正，打开开关的时刻为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sz="2400" spc="-5" b="1">
                <a:latin typeface="华文楷体"/>
                <a:cs typeface="华文楷体"/>
              </a:rPr>
              <a:t>＝</a:t>
            </a:r>
            <a:r>
              <a:rPr dirty="0" sz="2400" spc="-5" b="1">
                <a:latin typeface="Times New Roman"/>
                <a:cs typeface="Times New Roman"/>
              </a:rPr>
              <a:t>0</a:t>
            </a:r>
            <a:r>
              <a:rPr dirty="0" sz="2400" b="1">
                <a:latin typeface="华文楷体"/>
                <a:cs typeface="华文楷体"/>
              </a:rPr>
              <a:t>时刻，能正确表示电感中的</a:t>
            </a:r>
            <a:r>
              <a:rPr dirty="0" sz="2400" spc="-5" b="1">
                <a:latin typeface="华文楷体"/>
                <a:cs typeface="华文楷体"/>
              </a:rPr>
              <a:t>电 </a:t>
            </a:r>
            <a:r>
              <a:rPr dirty="0" sz="2400" b="1">
                <a:latin typeface="华文楷体"/>
                <a:cs typeface="华文楷体"/>
              </a:rPr>
              <a:t>流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b="1">
                <a:latin typeface="华文楷体"/>
                <a:cs typeface="华文楷体"/>
              </a:rPr>
              <a:t>随时间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sz="2400" b="1">
                <a:latin typeface="华文楷体"/>
                <a:cs typeface="华文楷体"/>
              </a:rPr>
              <a:t>变化规律的是</a:t>
            </a:r>
            <a:r>
              <a:rPr dirty="0" sz="2400" b="1">
                <a:latin typeface="Times New Roman"/>
                <a:cs typeface="Times New Roman"/>
              </a:rPr>
              <a:t>(	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2545" y="6079896"/>
            <a:ext cx="20008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99589" algn="l"/>
              </a:tabLst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【答案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】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3339" y="1118869"/>
            <a:ext cx="42989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33CC"/>
                </a:solidFill>
                <a:latin typeface="华文楷体"/>
                <a:cs typeface="华文楷体"/>
              </a:rPr>
              <a:t>两种初始条件下的电磁振</a:t>
            </a:r>
            <a:r>
              <a:rPr dirty="0" sz="2800" spc="-10" b="1">
                <a:solidFill>
                  <a:srgbClr val="0033CC"/>
                </a:solidFill>
                <a:latin typeface="华文楷体"/>
                <a:cs typeface="华文楷体"/>
              </a:rPr>
              <a:t>荡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06967" y="3548088"/>
            <a:ext cx="2799588" cy="2497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7989" y="3837203"/>
            <a:ext cx="8275764" cy="2196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12787" y="1001750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84"/>
                </a:moveTo>
                <a:lnTo>
                  <a:pt x="0" y="660984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100"/>
                </a:lnTo>
                <a:lnTo>
                  <a:pt x="76200" y="381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584784"/>
                </a:lnTo>
                <a:lnTo>
                  <a:pt x="38100" y="584784"/>
                </a:lnTo>
                <a:lnTo>
                  <a:pt x="76200" y="622884"/>
                </a:lnTo>
                <a:lnTo>
                  <a:pt x="1310741" y="622884"/>
                </a:lnTo>
                <a:lnTo>
                  <a:pt x="1310741" y="660984"/>
                </a:lnTo>
                <a:close/>
              </a:path>
              <a:path w="1311275" h="661035">
                <a:moveTo>
                  <a:pt x="76200" y="76200"/>
                </a:moveTo>
                <a:lnTo>
                  <a:pt x="38100" y="76200"/>
                </a:lnTo>
                <a:lnTo>
                  <a:pt x="76200" y="38100"/>
                </a:lnTo>
                <a:lnTo>
                  <a:pt x="76200" y="76200"/>
                </a:lnTo>
                <a:close/>
              </a:path>
              <a:path w="1311275" h="661035">
                <a:moveTo>
                  <a:pt x="1234541" y="76200"/>
                </a:moveTo>
                <a:lnTo>
                  <a:pt x="76200" y="76200"/>
                </a:lnTo>
                <a:lnTo>
                  <a:pt x="76200" y="38100"/>
                </a:lnTo>
                <a:lnTo>
                  <a:pt x="1234541" y="38100"/>
                </a:lnTo>
                <a:lnTo>
                  <a:pt x="1234541" y="76200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1234541" y="38100"/>
                </a:lnTo>
                <a:lnTo>
                  <a:pt x="1272641" y="76200"/>
                </a:lnTo>
                <a:lnTo>
                  <a:pt x="1310741" y="76200"/>
                </a:lnTo>
                <a:lnTo>
                  <a:pt x="1310741" y="584784"/>
                </a:lnTo>
                <a:lnTo>
                  <a:pt x="12726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76200"/>
                </a:moveTo>
                <a:lnTo>
                  <a:pt x="1272641" y="76200"/>
                </a:lnTo>
                <a:lnTo>
                  <a:pt x="1234541" y="38100"/>
                </a:lnTo>
                <a:lnTo>
                  <a:pt x="1310741" y="38100"/>
                </a:lnTo>
                <a:lnTo>
                  <a:pt x="1310741" y="76200"/>
                </a:lnTo>
                <a:close/>
              </a:path>
              <a:path w="1311275" h="661035">
                <a:moveTo>
                  <a:pt x="76200" y="622884"/>
                </a:moveTo>
                <a:lnTo>
                  <a:pt x="38100" y="584784"/>
                </a:lnTo>
                <a:lnTo>
                  <a:pt x="76200" y="584784"/>
                </a:lnTo>
                <a:lnTo>
                  <a:pt x="76200" y="622884"/>
                </a:lnTo>
                <a:close/>
              </a:path>
              <a:path w="1311275" h="661035">
                <a:moveTo>
                  <a:pt x="1234541" y="622884"/>
                </a:moveTo>
                <a:lnTo>
                  <a:pt x="76200" y="622884"/>
                </a:lnTo>
                <a:lnTo>
                  <a:pt x="76200" y="584784"/>
                </a:lnTo>
                <a:lnTo>
                  <a:pt x="1234541" y="584784"/>
                </a:lnTo>
                <a:lnTo>
                  <a:pt x="1234541" y="622884"/>
                </a:lnTo>
                <a:close/>
              </a:path>
              <a:path w="1311275" h="661035">
                <a:moveTo>
                  <a:pt x="1310741" y="622884"/>
                </a:moveTo>
                <a:lnTo>
                  <a:pt x="1234541" y="622884"/>
                </a:lnTo>
                <a:lnTo>
                  <a:pt x="1272641" y="584784"/>
                </a:lnTo>
                <a:lnTo>
                  <a:pt x="1310741" y="584784"/>
                </a:lnTo>
                <a:lnTo>
                  <a:pt x="1310741" y="6228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4232" y="1049375"/>
            <a:ext cx="10458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例题</a:t>
            </a:r>
            <a:r>
              <a:rPr dirty="0" sz="3200" spc="-10" b="1">
                <a:latin typeface="黑体"/>
                <a:cs typeface="黑体"/>
              </a:rPr>
              <a:t>4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287" y="1671459"/>
            <a:ext cx="10382250" cy="4126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marR="5080">
              <a:lnSpc>
                <a:spcPct val="150000"/>
              </a:lnSpc>
              <a:spcBef>
                <a:spcPts val="100"/>
              </a:spcBef>
              <a:tabLst>
                <a:tab pos="8992870" algn="l"/>
              </a:tabLst>
            </a:pPr>
            <a:r>
              <a:rPr dirty="0" sz="2400" spc="20" b="1">
                <a:latin typeface="华文楷体"/>
                <a:cs typeface="华文楷体"/>
              </a:rPr>
              <a:t>汽车收音机是利用</a:t>
            </a:r>
            <a:r>
              <a:rPr dirty="0" sz="2400" spc="15" b="1" i="1">
                <a:latin typeface="Times New Roman"/>
                <a:cs typeface="Times New Roman"/>
              </a:rPr>
              <a:t>LC</a:t>
            </a:r>
            <a:r>
              <a:rPr dirty="0" sz="2400" spc="20" b="1">
                <a:latin typeface="华文楷体"/>
                <a:cs typeface="华文楷体"/>
              </a:rPr>
              <a:t>振荡电路来接收电磁波能量的，现需要增大</a:t>
            </a:r>
            <a:r>
              <a:rPr dirty="0" sz="2400" spc="15" b="1" i="1">
                <a:latin typeface="Times New Roman"/>
                <a:cs typeface="Times New Roman"/>
              </a:rPr>
              <a:t>LC</a:t>
            </a:r>
            <a:r>
              <a:rPr dirty="0" sz="2400" spc="25" b="1">
                <a:latin typeface="华文楷体"/>
                <a:cs typeface="华文楷体"/>
              </a:rPr>
              <a:t>电路的</a:t>
            </a:r>
            <a:r>
              <a:rPr dirty="0" sz="2400" spc="-5" b="1">
                <a:latin typeface="华文楷体"/>
                <a:cs typeface="华文楷体"/>
              </a:rPr>
              <a:t>固 </a:t>
            </a:r>
            <a:r>
              <a:rPr dirty="0" sz="2400" b="1">
                <a:latin typeface="华文楷体"/>
                <a:cs typeface="华文楷体"/>
              </a:rPr>
              <a:t>有频率，来接收频率较高的电磁信号，下列哪些方法是可行的</a:t>
            </a:r>
            <a:r>
              <a:rPr dirty="0" sz="2400" b="1">
                <a:latin typeface="Times New Roman"/>
                <a:cs typeface="Times New Roman"/>
              </a:rPr>
              <a:t>(	)</a:t>
            </a:r>
            <a:endParaRPr sz="2400">
              <a:latin typeface="Times New Roman"/>
              <a:cs typeface="Times New Roman"/>
            </a:endParaRPr>
          </a:p>
          <a:p>
            <a:pPr marL="559435" indent="-52578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60070" algn="l"/>
              </a:tabLst>
            </a:pPr>
            <a:r>
              <a:rPr dirty="0" sz="2400" b="1">
                <a:latin typeface="华文楷体"/>
                <a:cs typeface="华文楷体"/>
              </a:rPr>
              <a:t>减小电容器上的充电电</a:t>
            </a:r>
            <a:r>
              <a:rPr dirty="0" sz="2400" spc="-5" b="1">
                <a:latin typeface="华文楷体"/>
                <a:cs typeface="华文楷体"/>
              </a:rPr>
              <a:t>压</a:t>
            </a:r>
            <a:endParaRPr sz="2400">
              <a:latin typeface="华文楷体"/>
              <a:cs typeface="华文楷体"/>
            </a:endParaRPr>
          </a:p>
          <a:p>
            <a:pPr marL="542290" indent="-508634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42925" algn="l"/>
              </a:tabLst>
            </a:pPr>
            <a:r>
              <a:rPr dirty="0" sz="2400" b="1">
                <a:latin typeface="华文楷体"/>
                <a:cs typeface="华文楷体"/>
              </a:rPr>
              <a:t>减小电容器两极板之间的间</a:t>
            </a:r>
            <a:r>
              <a:rPr dirty="0" sz="2400" spc="-5" b="1">
                <a:latin typeface="华文楷体"/>
                <a:cs typeface="华文楷体"/>
              </a:rPr>
              <a:t>距</a:t>
            </a:r>
            <a:endParaRPr sz="2400">
              <a:latin typeface="华文楷体"/>
              <a:cs typeface="华文楷体"/>
            </a:endParaRPr>
          </a:p>
          <a:p>
            <a:pPr marL="559435" indent="-52578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60070" algn="l"/>
              </a:tabLst>
            </a:pPr>
            <a:r>
              <a:rPr dirty="0" sz="2400" b="1">
                <a:latin typeface="华文楷体"/>
                <a:cs typeface="华文楷体"/>
              </a:rPr>
              <a:t>在线圈中将铁芯抽出一</a:t>
            </a:r>
            <a:r>
              <a:rPr dirty="0" sz="2400" spc="-5" b="1">
                <a:latin typeface="华文楷体"/>
                <a:cs typeface="华文楷体"/>
              </a:rPr>
              <a:t>些</a:t>
            </a:r>
            <a:endParaRPr sz="2400">
              <a:latin typeface="华文楷体"/>
              <a:cs typeface="华文楷体"/>
            </a:endParaRPr>
          </a:p>
          <a:p>
            <a:pPr marL="559435" indent="-52578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lphaUcPeriod"/>
              <a:tabLst>
                <a:tab pos="560070" algn="l"/>
              </a:tabLst>
            </a:pPr>
            <a:r>
              <a:rPr dirty="0" sz="2400" b="1">
                <a:latin typeface="华文楷体"/>
                <a:cs typeface="华文楷体"/>
              </a:rPr>
              <a:t>增加线圈的匝</a:t>
            </a:r>
            <a:r>
              <a:rPr dirty="0" sz="2400" spc="-5" b="1">
                <a:latin typeface="华文楷体"/>
                <a:cs typeface="华文楷体"/>
              </a:rPr>
              <a:t>数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99589" algn="l"/>
              </a:tabLst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【答案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】	</a:t>
            </a:r>
            <a:r>
              <a:rPr dirty="0" sz="2800" spc="-5" b="1"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3339" y="1118869"/>
            <a:ext cx="358647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33CC"/>
                </a:solidFill>
                <a:latin typeface="华文楷体"/>
                <a:cs typeface="华文楷体"/>
              </a:rPr>
              <a:t>周期和频率的决定因</a:t>
            </a:r>
            <a:r>
              <a:rPr dirty="0" sz="2800" spc="-10" b="1">
                <a:solidFill>
                  <a:srgbClr val="0033CC"/>
                </a:solidFill>
                <a:latin typeface="华文楷体"/>
                <a:cs typeface="华文楷体"/>
              </a:rPr>
              <a:t>素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12787" y="617931"/>
            <a:ext cx="1311275" cy="661035"/>
          </a:xfrm>
          <a:custGeom>
            <a:avLst/>
            <a:gdLst/>
            <a:ahLst/>
            <a:cxnLst/>
            <a:rect l="l" t="t" r="r" b="b"/>
            <a:pathLst>
              <a:path w="1311275" h="661035">
                <a:moveTo>
                  <a:pt x="1310741" y="660971"/>
                </a:moveTo>
                <a:lnTo>
                  <a:pt x="0" y="660971"/>
                </a:lnTo>
                <a:lnTo>
                  <a:pt x="0" y="0"/>
                </a:lnTo>
                <a:lnTo>
                  <a:pt x="1310741" y="0"/>
                </a:lnTo>
                <a:lnTo>
                  <a:pt x="1310741" y="38099"/>
                </a:lnTo>
                <a:lnTo>
                  <a:pt x="76200" y="380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584771"/>
                </a:lnTo>
                <a:lnTo>
                  <a:pt x="38100" y="584771"/>
                </a:lnTo>
                <a:lnTo>
                  <a:pt x="76200" y="622871"/>
                </a:lnTo>
                <a:lnTo>
                  <a:pt x="1310741" y="622871"/>
                </a:lnTo>
                <a:lnTo>
                  <a:pt x="1310741" y="660971"/>
                </a:lnTo>
                <a:close/>
              </a:path>
              <a:path w="1311275" h="661035">
                <a:moveTo>
                  <a:pt x="76200" y="76199"/>
                </a:moveTo>
                <a:lnTo>
                  <a:pt x="38100" y="76199"/>
                </a:lnTo>
                <a:lnTo>
                  <a:pt x="76200" y="38099"/>
                </a:lnTo>
                <a:lnTo>
                  <a:pt x="76200" y="76199"/>
                </a:lnTo>
                <a:close/>
              </a:path>
              <a:path w="1311275" h="661035">
                <a:moveTo>
                  <a:pt x="1234541" y="76199"/>
                </a:moveTo>
                <a:lnTo>
                  <a:pt x="76200" y="76199"/>
                </a:lnTo>
                <a:lnTo>
                  <a:pt x="76200" y="38099"/>
                </a:lnTo>
                <a:lnTo>
                  <a:pt x="1234541" y="38099"/>
                </a:lnTo>
                <a:lnTo>
                  <a:pt x="1234541" y="76199"/>
                </a:lnTo>
                <a:close/>
              </a:path>
              <a:path w="1311275" h="661035">
                <a:moveTo>
                  <a:pt x="1234541" y="622871"/>
                </a:moveTo>
                <a:lnTo>
                  <a:pt x="1234541" y="38099"/>
                </a:lnTo>
                <a:lnTo>
                  <a:pt x="1272641" y="76199"/>
                </a:lnTo>
                <a:lnTo>
                  <a:pt x="1310741" y="76199"/>
                </a:lnTo>
                <a:lnTo>
                  <a:pt x="1310741" y="584771"/>
                </a:lnTo>
                <a:lnTo>
                  <a:pt x="1272641" y="584771"/>
                </a:lnTo>
                <a:lnTo>
                  <a:pt x="1234541" y="622871"/>
                </a:lnTo>
                <a:close/>
              </a:path>
              <a:path w="1311275" h="661035">
                <a:moveTo>
                  <a:pt x="1310741" y="76199"/>
                </a:moveTo>
                <a:lnTo>
                  <a:pt x="1272641" y="76199"/>
                </a:lnTo>
                <a:lnTo>
                  <a:pt x="1234541" y="38099"/>
                </a:lnTo>
                <a:lnTo>
                  <a:pt x="1310741" y="38099"/>
                </a:lnTo>
                <a:lnTo>
                  <a:pt x="1310741" y="76199"/>
                </a:lnTo>
                <a:close/>
              </a:path>
              <a:path w="1311275" h="661035">
                <a:moveTo>
                  <a:pt x="76200" y="622871"/>
                </a:moveTo>
                <a:lnTo>
                  <a:pt x="38100" y="584771"/>
                </a:lnTo>
                <a:lnTo>
                  <a:pt x="76200" y="584771"/>
                </a:lnTo>
                <a:lnTo>
                  <a:pt x="76200" y="622871"/>
                </a:lnTo>
                <a:close/>
              </a:path>
              <a:path w="1311275" h="661035">
                <a:moveTo>
                  <a:pt x="1234541" y="622871"/>
                </a:moveTo>
                <a:lnTo>
                  <a:pt x="76200" y="622871"/>
                </a:lnTo>
                <a:lnTo>
                  <a:pt x="76200" y="584771"/>
                </a:lnTo>
                <a:lnTo>
                  <a:pt x="1234541" y="584771"/>
                </a:lnTo>
                <a:lnTo>
                  <a:pt x="1234541" y="622871"/>
                </a:lnTo>
                <a:close/>
              </a:path>
              <a:path w="1311275" h="661035">
                <a:moveTo>
                  <a:pt x="1310741" y="622871"/>
                </a:moveTo>
                <a:lnTo>
                  <a:pt x="1234541" y="622871"/>
                </a:lnTo>
                <a:lnTo>
                  <a:pt x="1272641" y="584771"/>
                </a:lnTo>
                <a:lnTo>
                  <a:pt x="1310741" y="584771"/>
                </a:lnTo>
                <a:lnTo>
                  <a:pt x="1310741" y="6228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4232" y="665556"/>
            <a:ext cx="10458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例题</a:t>
            </a:r>
            <a:r>
              <a:rPr dirty="0" sz="3200" spc="-10" b="1">
                <a:latin typeface="黑体"/>
                <a:cs typeface="黑体"/>
              </a:rPr>
              <a:t>5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/>
              <a:t>在</a:t>
            </a:r>
            <a:r>
              <a:rPr dirty="0" spc="-5" i="1">
                <a:latin typeface="Times New Roman"/>
                <a:cs typeface="Times New Roman"/>
              </a:rPr>
              <a:t>LC</a:t>
            </a:r>
            <a:r>
              <a:rPr dirty="0"/>
              <a:t>振荡电路中，线圈的自感系数为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＝</a:t>
            </a:r>
            <a:r>
              <a:rPr dirty="0" spc="-5">
                <a:latin typeface="Times New Roman"/>
                <a:cs typeface="Times New Roman"/>
              </a:rPr>
              <a:t>2.5 mH</a:t>
            </a:r>
            <a:r>
              <a:rPr dirty="0" spc="-5"/>
              <a:t>，</a:t>
            </a:r>
            <a:r>
              <a:rPr dirty="0"/>
              <a:t>电容</a:t>
            </a:r>
            <a:r>
              <a:rPr dirty="0" spc="-5" i="1">
                <a:latin typeface="Times New Roman"/>
                <a:cs typeface="Times New Roman"/>
              </a:rPr>
              <a:t>C</a:t>
            </a:r>
            <a:r>
              <a:rPr dirty="0" spc="-5"/>
              <a:t>＝</a:t>
            </a:r>
            <a:r>
              <a:rPr dirty="0" spc="-5">
                <a:latin typeface="Times New Roman"/>
                <a:cs typeface="Times New Roman"/>
              </a:rPr>
              <a:t>4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μF</a:t>
            </a:r>
            <a:r>
              <a:rPr dirty="0" spc="-5"/>
              <a:t>。</a:t>
            </a:r>
          </a:p>
          <a:p>
            <a:pPr marL="368300" indent="-35560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/>
              <a:t>求该回路产生的电磁振荡的周期多大</a:t>
            </a:r>
            <a:r>
              <a:rPr dirty="0" spc="-5"/>
              <a:t>？</a:t>
            </a:r>
          </a:p>
          <a:p>
            <a:pPr marL="12700" marR="5080">
              <a:lnSpc>
                <a:spcPct val="148600"/>
              </a:lnSpc>
              <a:spcBef>
                <a:spcPts val="40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/>
              <a:t>设在</a:t>
            </a:r>
            <a:r>
              <a:rPr dirty="0" spc="-5" i="1">
                <a:latin typeface="Times New Roman"/>
                <a:cs typeface="Times New Roman"/>
              </a:rPr>
              <a:t>t</a:t>
            </a:r>
            <a:r>
              <a:rPr dirty="0" spc="-5"/>
              <a:t>＝</a:t>
            </a:r>
            <a:r>
              <a:rPr dirty="0" spc="-5">
                <a:latin typeface="Times New Roman"/>
                <a:cs typeface="Times New Roman"/>
              </a:rPr>
              <a:t>0</a:t>
            </a:r>
            <a:r>
              <a:rPr dirty="0"/>
              <a:t>时，电容器极板上电压最大，在</a:t>
            </a:r>
            <a:r>
              <a:rPr dirty="0" i="1">
                <a:latin typeface="Times New Roman"/>
                <a:cs typeface="Times New Roman"/>
              </a:rPr>
              <a:t>t</a:t>
            </a:r>
            <a:r>
              <a:rPr dirty="0"/>
              <a:t>＝</a:t>
            </a:r>
            <a:r>
              <a:rPr dirty="0">
                <a:latin typeface="Times New Roman"/>
                <a:cs typeface="Times New Roman"/>
              </a:rPr>
              <a:t>9.0</a:t>
            </a:r>
            <a:r>
              <a:rPr dirty="0"/>
              <a:t>×</a:t>
            </a:r>
            <a:r>
              <a:rPr dirty="0">
                <a:latin typeface="Times New Roman"/>
                <a:cs typeface="Times New Roman"/>
              </a:rPr>
              <a:t>10</a:t>
            </a:r>
            <a:r>
              <a:rPr dirty="0" baseline="21505" sz="2325"/>
              <a:t>－</a:t>
            </a:r>
            <a:r>
              <a:rPr dirty="0" baseline="21505" sz="2325">
                <a:latin typeface="Times New Roman"/>
                <a:cs typeface="Times New Roman"/>
              </a:rPr>
              <a:t>3</a:t>
            </a:r>
            <a:r>
              <a:rPr dirty="0" baseline="21505" sz="2325" spc="307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 </a:t>
            </a:r>
            <a:r>
              <a:rPr dirty="0" sz="2400"/>
              <a:t>时，通过线圈的</a:t>
            </a:r>
            <a:r>
              <a:rPr dirty="0" sz="2400" spc="-5"/>
              <a:t>电 </a:t>
            </a:r>
            <a:r>
              <a:rPr dirty="0" sz="2400"/>
              <a:t>流是增大还是减小，这时电容器是在充电还是在放电</a:t>
            </a:r>
            <a:r>
              <a:rPr dirty="0" sz="2400" spc="-5"/>
              <a:t>？</a:t>
            </a:r>
            <a:endParaRPr sz="2400">
              <a:latin typeface="Times New Roman"/>
              <a:cs typeface="Times New Roman"/>
            </a:endParaRPr>
          </a:p>
          <a:p>
            <a:pPr marL="442595">
              <a:lnSpc>
                <a:spcPct val="100000"/>
              </a:lnSpc>
              <a:spcBef>
                <a:spcPts val="1019"/>
              </a:spcBef>
            </a:pP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【答案</a:t>
            </a:r>
            <a:r>
              <a:rPr dirty="0" sz="2800" spc="-20">
                <a:solidFill>
                  <a:srgbClr val="FF0000"/>
                </a:solidFill>
                <a:latin typeface="宋体"/>
                <a:cs typeface="宋体"/>
              </a:rPr>
              <a:t>】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3339" y="735037"/>
            <a:ext cx="14490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33CC"/>
                </a:solidFill>
                <a:latin typeface="华文楷体"/>
                <a:cs typeface="华文楷体"/>
              </a:rPr>
              <a:t>计算问</a:t>
            </a:r>
            <a:r>
              <a:rPr dirty="0" sz="2800" spc="-10" b="1">
                <a:solidFill>
                  <a:srgbClr val="0033CC"/>
                </a:solidFill>
                <a:latin typeface="华文楷体"/>
                <a:cs typeface="华文楷体"/>
              </a:rPr>
              <a:t>题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5592" y="3372751"/>
            <a:ext cx="5997168" cy="32495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2025-04-20T11:55:47Z</dcterms:created>
  <dcterms:modified xsi:type="dcterms:W3CDTF">2025-04-20T11:55:47Z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