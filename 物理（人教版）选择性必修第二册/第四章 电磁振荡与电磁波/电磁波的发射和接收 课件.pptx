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7107" y="1649361"/>
            <a:ext cx="895667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7107" y="1729775"/>
            <a:ext cx="8929370" cy="3427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627" y="2525712"/>
            <a:ext cx="50552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电磁波的发射和接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收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spc="-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3-4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9476" y="822744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简单回</a:t>
            </a:r>
            <a:r>
              <a:rPr dirty="0" sz="4000" spc="-10"/>
              <a:t>顾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548638" y="2389416"/>
            <a:ext cx="1854200" cy="0"/>
          </a:xfrm>
          <a:custGeom>
            <a:avLst/>
            <a:gdLst/>
            <a:ahLst/>
            <a:cxnLst/>
            <a:rect l="l" t="t" r="r" b="b"/>
            <a:pathLst>
              <a:path w="1854200" h="0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64307" y="3017431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80159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43227" y="1727494"/>
            <a:ext cx="10177145" cy="267716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247650">
              <a:lnSpc>
                <a:spcPct val="100000"/>
              </a:lnSpc>
              <a:spcBef>
                <a:spcPts val="1295"/>
              </a:spcBef>
            </a:pPr>
            <a:r>
              <a:rPr dirty="0" baseline="24046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麦克斯</a:t>
            </a:r>
            <a:r>
              <a:rPr dirty="0" baseline="24046" sz="5025" spc="-1237" b="1" i="1">
                <a:solidFill>
                  <a:srgbClr val="000066"/>
                </a:solidFill>
                <a:latin typeface="华文楷体"/>
                <a:cs typeface="华文楷体"/>
              </a:rPr>
              <a:t>韦</a:t>
            </a:r>
            <a:r>
              <a:rPr dirty="0" sz="2900" b="1">
                <a:latin typeface="华文楷体"/>
                <a:cs typeface="华文楷体"/>
              </a:rPr>
              <a:t>建立了电磁场理论，预言了电磁波的存在；</a:t>
            </a:r>
            <a:endParaRPr sz="2900">
              <a:latin typeface="华文楷体"/>
              <a:cs typeface="华文楷体"/>
            </a:endParaRPr>
          </a:p>
          <a:p>
            <a:pPr marL="12700" marR="490220">
              <a:lnSpc>
                <a:spcPts val="5220"/>
              </a:lnSpc>
              <a:spcBef>
                <a:spcPts val="375"/>
              </a:spcBef>
              <a:tabLst>
                <a:tab pos="2300605" algn="l"/>
              </a:tabLst>
            </a:pPr>
            <a:r>
              <a:rPr dirty="0" sz="2700" b="1">
                <a:latin typeface="宋体"/>
                <a:cs typeface="宋体"/>
              </a:rPr>
              <a:t>历史</a:t>
            </a:r>
            <a:r>
              <a:rPr dirty="0" sz="2500" b="1">
                <a:latin typeface="宋体"/>
                <a:cs typeface="宋体"/>
              </a:rPr>
              <a:t>上</a:t>
            </a:r>
            <a:r>
              <a:rPr dirty="0" sz="2500" spc="-5" b="1">
                <a:latin typeface="宋体"/>
                <a:cs typeface="宋体"/>
              </a:rPr>
              <a:t> </a:t>
            </a:r>
            <a:r>
              <a:rPr dirty="0" sz="2500" spc="-690" b="1">
                <a:latin typeface="宋体"/>
                <a:cs typeface="宋体"/>
              </a:rPr>
              <a:t> </a:t>
            </a:r>
            <a:r>
              <a:rPr dirty="0" baseline="13266" sz="5025" spc="-6015" b="1" i="1">
                <a:solidFill>
                  <a:srgbClr val="000066"/>
                </a:solidFill>
                <a:latin typeface="华文楷体"/>
                <a:cs typeface="华文楷体"/>
              </a:rPr>
              <a:t>赫</a:t>
            </a:r>
            <a:r>
              <a:rPr dirty="0" sz="2500" spc="-5" b="1">
                <a:latin typeface="宋体"/>
                <a:cs typeface="宋体"/>
              </a:rPr>
              <a:t>  </a:t>
            </a:r>
            <a:r>
              <a:rPr dirty="0" sz="2500" spc="-940" b="1">
                <a:latin typeface="宋体"/>
                <a:cs typeface="宋体"/>
              </a:rPr>
              <a:t> </a:t>
            </a:r>
            <a:r>
              <a:rPr dirty="0" baseline="13266" sz="5025" spc="-1852" b="1" i="1">
                <a:solidFill>
                  <a:srgbClr val="000066"/>
                </a:solidFill>
                <a:latin typeface="华文楷体"/>
                <a:cs typeface="华文楷体"/>
              </a:rPr>
              <a:t>兹</a:t>
            </a:r>
            <a:r>
              <a:rPr dirty="0" sz="2500" spc="-2525" b="1">
                <a:latin typeface="宋体"/>
                <a:cs typeface="宋体"/>
              </a:rPr>
              <a:t>  </a:t>
            </a:r>
            <a:r>
              <a:rPr dirty="0" sz="2500" spc="-15" b="1">
                <a:latin typeface="宋体"/>
                <a:cs typeface="宋体"/>
              </a:rPr>
              <a:t> </a:t>
            </a:r>
            <a:r>
              <a:rPr dirty="0" sz="2500" b="1">
                <a:latin typeface="宋体"/>
                <a:cs typeface="宋体"/>
              </a:rPr>
              <a:t>	</a:t>
            </a:r>
            <a:r>
              <a:rPr dirty="0" sz="2900" b="1">
                <a:latin typeface="华文楷体"/>
                <a:cs typeface="华文楷体"/>
              </a:rPr>
              <a:t>通过实验第一次捕捉到电磁波，证实了麦克斯 </a:t>
            </a:r>
            <a:r>
              <a:rPr dirty="0" sz="2900" b="1">
                <a:latin typeface="华文楷体"/>
                <a:cs typeface="华文楷体"/>
              </a:rPr>
              <a:t>韦的电磁场理论；</a:t>
            </a:r>
            <a:endParaRPr sz="2900">
              <a:latin typeface="华文楷体"/>
              <a:cs typeface="华文楷体"/>
            </a:endParaRPr>
          </a:p>
          <a:p>
            <a:pPr marL="54610">
              <a:lnSpc>
                <a:spcPct val="100000"/>
              </a:lnSpc>
              <a:spcBef>
                <a:spcPts val="825"/>
              </a:spcBef>
            </a:pPr>
            <a:r>
              <a:rPr dirty="0" baseline="10779" sz="5025" spc="-2145" b="1" i="1">
                <a:solidFill>
                  <a:srgbClr val="000066"/>
                </a:solidFill>
                <a:latin typeface="华文楷体"/>
                <a:cs typeface="华文楷体"/>
              </a:rPr>
              <a:t>L</a:t>
            </a:r>
            <a:r>
              <a:rPr dirty="0" u="heavy" baseline="10779" sz="5025" spc="-214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C</a:t>
            </a:r>
            <a:r>
              <a:rPr dirty="0" u="heavy" baseline="10779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振荡电</a:t>
            </a:r>
            <a:r>
              <a:rPr dirty="0" u="heavy" baseline="10779" sz="5025" spc="622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路</a:t>
            </a:r>
            <a:r>
              <a:rPr dirty="0" sz="2900" b="1">
                <a:latin typeface="华文楷体"/>
                <a:cs typeface="华文楷体"/>
              </a:rPr>
              <a:t>可以产生振荡电流，产生周期性变化的电磁场。</a:t>
            </a:r>
            <a:endParaRPr sz="29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7891" y="1166304"/>
            <a:ext cx="307594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一、无线电</a:t>
            </a:r>
            <a:r>
              <a:rPr dirty="0" sz="4000" spc="-10"/>
              <a:t>波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75155" y="2000376"/>
            <a:ext cx="9008745" cy="2397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华文楷体"/>
                <a:cs typeface="华文楷体"/>
              </a:rPr>
              <a:t>1</a:t>
            </a:r>
            <a:r>
              <a:rPr dirty="0" sz="2800" b="1">
                <a:latin typeface="华文楷体"/>
                <a:cs typeface="华文楷体"/>
              </a:rPr>
              <a:t>、无线电技术中使用的电磁波叫无线电波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85725">
              <a:lnSpc>
                <a:spcPct val="100000"/>
              </a:lnSpc>
              <a:spcBef>
                <a:spcPts val="2995"/>
              </a:spcBef>
            </a:pPr>
            <a:r>
              <a:rPr dirty="0" sz="2800" spc="-5" b="1">
                <a:latin typeface="华文楷体"/>
                <a:cs typeface="华文楷体"/>
              </a:rPr>
              <a:t>2</a:t>
            </a:r>
            <a:r>
              <a:rPr dirty="0" sz="2800" b="1">
                <a:latin typeface="华文楷体"/>
                <a:cs typeface="华文楷体"/>
              </a:rPr>
              <a:t>、无线电波的波长从几毫米到几十千米不等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443230" marR="5080" indent="716280">
              <a:lnSpc>
                <a:spcPct val="100000"/>
              </a:lnSpc>
              <a:spcBef>
                <a:spcPts val="2245"/>
              </a:spcBef>
            </a:pPr>
            <a:r>
              <a:rPr dirty="0" sz="2800" b="1">
                <a:latin typeface="华文楷体"/>
                <a:cs typeface="华文楷体"/>
              </a:rPr>
              <a:t>根据波长（或频率）又可以把无线电波分成长波</a:t>
            </a:r>
            <a:r>
              <a:rPr dirty="0" sz="2800" spc="-5" b="1">
                <a:latin typeface="华文楷体"/>
                <a:cs typeface="华文楷体"/>
              </a:rPr>
              <a:t>、 </a:t>
            </a:r>
            <a:r>
              <a:rPr dirty="0" sz="2800" b="1">
                <a:latin typeface="华文楷体"/>
                <a:cs typeface="华文楷体"/>
              </a:rPr>
              <a:t>中波、中短波、短波和微波等几个波段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377" y="202247"/>
            <a:ext cx="85178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无线电波的波段分布（根据：波长</a:t>
            </a:r>
            <a:r>
              <a:rPr dirty="0" sz="3600">
                <a:latin typeface="黑体"/>
                <a:cs typeface="黑体"/>
              </a:rPr>
              <a:t>/</a:t>
            </a:r>
            <a:r>
              <a:rPr dirty="0" sz="3600">
                <a:latin typeface="黑体"/>
                <a:cs typeface="黑体"/>
              </a:rPr>
              <a:t>频率</a:t>
            </a:r>
            <a:r>
              <a:rPr dirty="0" sz="3600" spc="-15">
                <a:latin typeface="黑体"/>
                <a:cs typeface="黑体"/>
              </a:rPr>
              <a:t>）</a:t>
            </a:r>
            <a:endParaRPr sz="3600">
              <a:latin typeface="黑体"/>
              <a:cs typeface="黑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915" y="939800"/>
          <a:ext cx="10226675" cy="517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495"/>
                <a:gridCol w="1068705"/>
                <a:gridCol w="1987550"/>
                <a:gridCol w="2964815"/>
                <a:gridCol w="1826259"/>
                <a:gridCol w="1804670"/>
              </a:tblGrid>
              <a:tr h="4318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000" spc="10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r>
                        <a:rPr dirty="0" sz="2000" spc="5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段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4953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000" spc="10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r>
                        <a:rPr dirty="0" sz="2000" spc="5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长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000" spc="10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频</a:t>
                      </a:r>
                      <a:r>
                        <a:rPr dirty="0" sz="2000" spc="5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率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000" spc="10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传播方</a:t>
                      </a:r>
                      <a:r>
                        <a:rPr dirty="0" sz="2000" spc="5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式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000" spc="10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主要用</a:t>
                      </a:r>
                      <a:r>
                        <a:rPr dirty="0" sz="2000" spc="5" b="1">
                          <a:solidFill>
                            <a:srgbClr val="C00000"/>
                          </a:solidFill>
                          <a:latin typeface="思源黑体 CN"/>
                          <a:cs typeface="思源黑体 CN"/>
                        </a:rPr>
                        <a:t>途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3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长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18415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30000m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10kHz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100kHz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28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地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52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超远程无线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电 </a:t>
                      </a: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通信和导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航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85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中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3000m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200m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100kHz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1500kHz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地波和天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90805" marR="175260">
                        <a:lnSpc>
                          <a:spcPct val="100200"/>
                        </a:lnSpc>
                        <a:spcBef>
                          <a:spcPts val="1555"/>
                        </a:spcBef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调幅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（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AM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）  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无线电广播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、 </a:t>
                      </a: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电报、通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信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19748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120">
                <a:tc gridSpan="2"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中短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5969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200m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50m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1500kHz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6000kHz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748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短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5270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50m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10m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6MHz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30MHz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天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748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5839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137160" marR="132080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微 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米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（</a:t>
                      </a: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VHF</a:t>
                      </a:r>
                      <a:r>
                        <a:rPr dirty="0" sz="200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）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10m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30MHz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近似直线传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播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5260">
                        <a:lnSpc>
                          <a:spcPct val="100200"/>
                        </a:lnSpc>
                        <a:spcBef>
                          <a:spcPts val="235"/>
                        </a:spcBef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调频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（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FM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）  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无线电广播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、 </a:t>
                      </a: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电视、导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航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分米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（</a:t>
                      </a:r>
                      <a:r>
                        <a:rPr dirty="0" sz="2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UHF</a:t>
                      </a:r>
                      <a:r>
                        <a:rPr dirty="0" sz="200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）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1m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0.1m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33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300MHz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33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直线传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播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0805" marR="17526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电视、雷达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、 </a:t>
                      </a:r>
                      <a:r>
                        <a:rPr dirty="0" sz="2000" spc="10" b="1">
                          <a:latin typeface="思源黑体 CN"/>
                          <a:cs typeface="思源黑体 CN"/>
                        </a:rPr>
                        <a:t>导</a:t>
                      </a:r>
                      <a:r>
                        <a:rPr dirty="0" sz="2000" spc="5" b="1">
                          <a:latin typeface="思源黑体 CN"/>
                          <a:cs typeface="思源黑体 CN"/>
                        </a:rPr>
                        <a:t>航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7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厘米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10cm</a:t>
                      </a:r>
                      <a:r>
                        <a:rPr dirty="0" sz="2000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1cm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3000MHz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30000MHz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000" spc="10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毫米</a:t>
                      </a:r>
                      <a:r>
                        <a:rPr dirty="0" sz="2000" spc="5" b="1">
                          <a:solidFill>
                            <a:srgbClr val="000099"/>
                          </a:solidFill>
                          <a:latin typeface="思源黑体 CN"/>
                          <a:cs typeface="思源黑体 CN"/>
                        </a:rPr>
                        <a:t>波</a:t>
                      </a:r>
                      <a:endParaRPr sz="2000">
                        <a:latin typeface="思源黑体 CN"/>
                        <a:cs typeface="思源黑体 CN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10mm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1mm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30000MHz</a:t>
                      </a:r>
                      <a:r>
                        <a:rPr dirty="0" sz="2000" spc="-5" b="1">
                          <a:latin typeface="思源黑体 CN"/>
                          <a:cs typeface="思源黑体 CN"/>
                        </a:rPr>
                        <a:t>～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300000MHz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027" y="597954"/>
            <a:ext cx="9010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000099"/>
                </a:solidFill>
              </a:rPr>
              <a:t>话题：</a:t>
            </a:r>
            <a:r>
              <a:rPr dirty="0" sz="4000">
                <a:solidFill>
                  <a:srgbClr val="000099"/>
                </a:solidFill>
              </a:rPr>
              <a:t>怎样利用电磁波来传递各种信号</a:t>
            </a:r>
            <a:r>
              <a:rPr dirty="0" sz="4000" spc="-10">
                <a:solidFill>
                  <a:srgbClr val="000099"/>
                </a:solidFill>
              </a:rPr>
              <a:t>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34664" y="1428496"/>
            <a:ext cx="4244340" cy="4414520"/>
          </a:xfrm>
          <a:prstGeom prst="rect">
            <a:avLst/>
          </a:prstGeom>
        </p:spPr>
        <p:txBody>
          <a:bodyPr wrap="square" lIns="0" tIns="255904" rIns="0" bIns="0" rtlCol="0" vert="horz">
            <a:spAutoFit/>
          </a:bodyPr>
          <a:lstStyle/>
          <a:p>
            <a:pPr marL="1233805">
              <a:lnSpc>
                <a:spcPct val="100000"/>
              </a:lnSpc>
              <a:spcBef>
                <a:spcPts val="2014"/>
              </a:spcBef>
            </a:pPr>
            <a:r>
              <a:rPr dirty="0" sz="3200" b="1">
                <a:latin typeface="华文楷体"/>
                <a:cs typeface="华文楷体"/>
              </a:rPr>
              <a:t>谁为载体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  <a:p>
            <a:pPr algn="ctr" marL="215900" marR="208915">
              <a:lnSpc>
                <a:spcPct val="150000"/>
              </a:lnSpc>
            </a:pPr>
            <a:r>
              <a:rPr dirty="0" sz="3200" b="1">
                <a:latin typeface="华文楷体"/>
                <a:cs typeface="华文楷体"/>
              </a:rPr>
              <a:t>如何把信号加载上去</a:t>
            </a:r>
            <a:r>
              <a:rPr dirty="0" sz="3200" spc="-5" b="1">
                <a:latin typeface="华文楷体"/>
                <a:cs typeface="华文楷体"/>
              </a:rPr>
              <a:t>? </a:t>
            </a:r>
            <a:r>
              <a:rPr dirty="0" sz="3200" spc="-5" b="1">
                <a:latin typeface="华文楷体"/>
                <a:cs typeface="华文楷体"/>
              </a:rPr>
              <a:t>如何发射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  <a:p>
            <a:pPr algn="ctr" marL="1233170" marR="1226185">
              <a:lnSpc>
                <a:spcPct val="150000"/>
              </a:lnSpc>
            </a:pPr>
            <a:r>
              <a:rPr dirty="0" sz="3200" b="1">
                <a:latin typeface="华文楷体"/>
                <a:cs typeface="华文楷体"/>
              </a:rPr>
              <a:t>如何传播</a:t>
            </a:r>
            <a:r>
              <a:rPr dirty="0" sz="3200" spc="-5" b="1">
                <a:latin typeface="华文楷体"/>
                <a:cs typeface="华文楷体"/>
              </a:rPr>
              <a:t>? </a:t>
            </a:r>
            <a:r>
              <a:rPr dirty="0" sz="3200" b="1">
                <a:latin typeface="华文楷体"/>
                <a:cs typeface="华文楷体"/>
              </a:rPr>
              <a:t>如何接收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latin typeface="华文楷体"/>
                <a:cs typeface="华文楷体"/>
              </a:rPr>
              <a:t>如何把信号“取出来”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180" y="874305"/>
            <a:ext cx="41452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二、无线电波的发</a:t>
            </a:r>
            <a:r>
              <a:rPr dirty="0" sz="3600" spc="-5"/>
              <a:t>射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001392" y="1790827"/>
            <a:ext cx="7310755" cy="3952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1.	</a:t>
            </a:r>
            <a:r>
              <a:rPr dirty="0" sz="2400" spc="10" b="1">
                <a:latin typeface="思源黑体 CN"/>
                <a:cs typeface="思源黑体 CN"/>
              </a:rPr>
              <a:t>有效的向外界发射电磁波的条件是什么</a:t>
            </a:r>
            <a:r>
              <a:rPr dirty="0" sz="2400" b="1">
                <a:latin typeface="思源黑体 CN"/>
                <a:cs typeface="思源黑体 CN"/>
              </a:rPr>
              <a:t>？</a:t>
            </a:r>
            <a:endParaRPr sz="2400">
              <a:latin typeface="思源黑体 CN"/>
              <a:cs typeface="思源黑体 CN"/>
            </a:endParaRPr>
          </a:p>
          <a:p>
            <a:pPr marL="12700" marR="311150">
              <a:lnSpc>
                <a:spcPct val="139900"/>
              </a:lnSpc>
              <a:spcBef>
                <a:spcPts val="860"/>
              </a:spcBef>
              <a:buFont typeface="Arial"/>
              <a:buChar char="•"/>
              <a:tabLst>
                <a:tab pos="272415" algn="l"/>
                <a:tab pos="273050" algn="l"/>
              </a:tabLst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要有足够高的振荡频率，因为频率越高，发射电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磁 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波的本领越大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5080" indent="635">
              <a:lnSpc>
                <a:spcPct val="139900"/>
              </a:lnSpc>
              <a:spcBef>
                <a:spcPts val="1000"/>
              </a:spcBef>
              <a:buFont typeface="Arial"/>
              <a:buChar char="•"/>
              <a:tabLst>
                <a:tab pos="273050" algn="l"/>
                <a:tab pos="273685" algn="l"/>
              </a:tabLst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振荡电路的电场和磁场必须分散到尽可能大的空间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， 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才有可能有效的将电磁场的能量传播出去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290"/>
              </a:spcBef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2.	</a:t>
            </a:r>
            <a:r>
              <a:rPr dirty="0" sz="2400" spc="10" b="1">
                <a:latin typeface="思源黑体 CN"/>
                <a:cs typeface="思源黑体 CN"/>
              </a:rPr>
              <a:t>采用什么手段可以有效的向外界发射电磁波</a:t>
            </a:r>
            <a:r>
              <a:rPr dirty="0" sz="2400" b="1">
                <a:latin typeface="思源黑体 CN"/>
                <a:cs typeface="思源黑体 CN"/>
              </a:rPr>
              <a:t>？</a:t>
            </a:r>
            <a:endParaRPr sz="2400">
              <a:latin typeface="思源黑体 CN"/>
              <a:cs typeface="思源黑体 CN"/>
            </a:endParaRPr>
          </a:p>
          <a:p>
            <a:pPr marL="273050" indent="-260350">
              <a:lnSpc>
                <a:spcPct val="100000"/>
              </a:lnSpc>
              <a:spcBef>
                <a:spcPts val="2010"/>
              </a:spcBef>
              <a:buFont typeface="Arial"/>
              <a:buChar char="•"/>
              <a:tabLst>
                <a:tab pos="272415" algn="l"/>
                <a:tab pos="273050" algn="l"/>
              </a:tabLst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改造振荡电路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2324" y="1069378"/>
            <a:ext cx="46031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99"/>
                </a:solidFill>
              </a:rPr>
              <a:t>由闭合电路到开放电</a:t>
            </a:r>
            <a:r>
              <a:rPr dirty="0" sz="3600" spc="-5">
                <a:solidFill>
                  <a:srgbClr val="000099"/>
                </a:solidFill>
              </a:rPr>
              <a:t>路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375649" y="3308121"/>
            <a:ext cx="184785" cy="668020"/>
          </a:xfrm>
          <a:custGeom>
            <a:avLst/>
            <a:gdLst/>
            <a:ahLst/>
            <a:cxnLst/>
            <a:rect l="l" t="t" r="r" b="b"/>
            <a:pathLst>
              <a:path w="184785" h="668020">
                <a:moveTo>
                  <a:pt x="115404" y="52070"/>
                </a:moveTo>
                <a:lnTo>
                  <a:pt x="105524" y="49529"/>
                </a:lnTo>
                <a:lnTo>
                  <a:pt x="106083" y="49529"/>
                </a:lnTo>
                <a:lnTo>
                  <a:pt x="95694" y="48260"/>
                </a:lnTo>
                <a:lnTo>
                  <a:pt x="96113" y="48260"/>
                </a:lnTo>
                <a:lnTo>
                  <a:pt x="85420" y="45720"/>
                </a:lnTo>
                <a:lnTo>
                  <a:pt x="85851" y="45720"/>
                </a:lnTo>
                <a:lnTo>
                  <a:pt x="64477" y="43179"/>
                </a:lnTo>
                <a:lnTo>
                  <a:pt x="64769" y="43179"/>
                </a:lnTo>
                <a:lnTo>
                  <a:pt x="44894" y="40639"/>
                </a:lnTo>
                <a:lnTo>
                  <a:pt x="28257" y="39370"/>
                </a:lnTo>
                <a:lnTo>
                  <a:pt x="20637" y="38100"/>
                </a:lnTo>
                <a:lnTo>
                  <a:pt x="15620" y="36829"/>
                </a:lnTo>
                <a:lnTo>
                  <a:pt x="22504" y="0"/>
                </a:lnTo>
                <a:lnTo>
                  <a:pt x="26809" y="0"/>
                </a:lnTo>
                <a:lnTo>
                  <a:pt x="33312" y="1270"/>
                </a:lnTo>
                <a:lnTo>
                  <a:pt x="32893" y="1270"/>
                </a:lnTo>
                <a:lnTo>
                  <a:pt x="49479" y="2539"/>
                </a:lnTo>
                <a:lnTo>
                  <a:pt x="69583" y="5079"/>
                </a:lnTo>
                <a:lnTo>
                  <a:pt x="91389" y="8889"/>
                </a:lnTo>
                <a:lnTo>
                  <a:pt x="102501" y="10160"/>
                </a:lnTo>
                <a:lnTo>
                  <a:pt x="113449" y="12700"/>
                </a:lnTo>
                <a:lnTo>
                  <a:pt x="123329" y="13970"/>
                </a:lnTo>
                <a:lnTo>
                  <a:pt x="124091" y="13970"/>
                </a:lnTo>
                <a:lnTo>
                  <a:pt x="133223" y="16510"/>
                </a:lnTo>
                <a:lnTo>
                  <a:pt x="134277" y="16510"/>
                </a:lnTo>
                <a:lnTo>
                  <a:pt x="142443" y="20320"/>
                </a:lnTo>
                <a:lnTo>
                  <a:pt x="143497" y="20320"/>
                </a:lnTo>
                <a:lnTo>
                  <a:pt x="147154" y="21589"/>
                </a:lnTo>
                <a:lnTo>
                  <a:pt x="148043" y="21589"/>
                </a:lnTo>
                <a:lnTo>
                  <a:pt x="151371" y="22860"/>
                </a:lnTo>
                <a:lnTo>
                  <a:pt x="152450" y="24129"/>
                </a:lnTo>
                <a:lnTo>
                  <a:pt x="155435" y="25400"/>
                </a:lnTo>
                <a:lnTo>
                  <a:pt x="156756" y="26670"/>
                </a:lnTo>
                <a:lnTo>
                  <a:pt x="159346" y="27939"/>
                </a:lnTo>
                <a:lnTo>
                  <a:pt x="160947" y="29210"/>
                </a:lnTo>
                <a:lnTo>
                  <a:pt x="163144" y="30479"/>
                </a:lnTo>
                <a:lnTo>
                  <a:pt x="165036" y="31750"/>
                </a:lnTo>
                <a:lnTo>
                  <a:pt x="166789" y="34289"/>
                </a:lnTo>
                <a:lnTo>
                  <a:pt x="168592" y="36829"/>
                </a:lnTo>
                <a:lnTo>
                  <a:pt x="169976" y="38100"/>
                </a:lnTo>
                <a:lnTo>
                  <a:pt x="171297" y="40639"/>
                </a:lnTo>
                <a:lnTo>
                  <a:pt x="172415" y="41910"/>
                </a:lnTo>
                <a:lnTo>
                  <a:pt x="173405" y="44450"/>
                </a:lnTo>
                <a:lnTo>
                  <a:pt x="174282" y="46989"/>
                </a:lnTo>
                <a:lnTo>
                  <a:pt x="174955" y="48260"/>
                </a:lnTo>
                <a:lnTo>
                  <a:pt x="175590" y="50800"/>
                </a:lnTo>
                <a:lnTo>
                  <a:pt x="114642" y="50800"/>
                </a:lnTo>
                <a:lnTo>
                  <a:pt x="115404" y="52070"/>
                </a:lnTo>
                <a:close/>
              </a:path>
              <a:path w="184785" h="668020">
                <a:moveTo>
                  <a:pt x="137845" y="59689"/>
                </a:moveTo>
                <a:lnTo>
                  <a:pt x="134874" y="57150"/>
                </a:lnTo>
                <a:lnTo>
                  <a:pt x="133515" y="57150"/>
                </a:lnTo>
                <a:lnTo>
                  <a:pt x="129857" y="55879"/>
                </a:lnTo>
                <a:lnTo>
                  <a:pt x="130911" y="55879"/>
                </a:lnTo>
                <a:lnTo>
                  <a:pt x="122732" y="53339"/>
                </a:lnTo>
                <a:lnTo>
                  <a:pt x="123786" y="53339"/>
                </a:lnTo>
                <a:lnTo>
                  <a:pt x="114642" y="50800"/>
                </a:lnTo>
                <a:lnTo>
                  <a:pt x="175590" y="50800"/>
                </a:lnTo>
                <a:lnTo>
                  <a:pt x="176593" y="57150"/>
                </a:lnTo>
                <a:lnTo>
                  <a:pt x="176676" y="58420"/>
                </a:lnTo>
                <a:lnTo>
                  <a:pt x="136525" y="58420"/>
                </a:lnTo>
                <a:lnTo>
                  <a:pt x="137845" y="59689"/>
                </a:lnTo>
                <a:close/>
              </a:path>
              <a:path w="184785" h="668020">
                <a:moveTo>
                  <a:pt x="135953" y="58420"/>
                </a:moveTo>
                <a:lnTo>
                  <a:pt x="132626" y="57150"/>
                </a:lnTo>
                <a:lnTo>
                  <a:pt x="134874" y="57150"/>
                </a:lnTo>
                <a:lnTo>
                  <a:pt x="135953" y="58420"/>
                </a:lnTo>
                <a:close/>
              </a:path>
              <a:path w="184785" h="668020">
                <a:moveTo>
                  <a:pt x="138198" y="59240"/>
                </a:moveTo>
                <a:lnTo>
                  <a:pt x="136525" y="58420"/>
                </a:lnTo>
                <a:lnTo>
                  <a:pt x="137515" y="58420"/>
                </a:lnTo>
                <a:lnTo>
                  <a:pt x="138127" y="59131"/>
                </a:lnTo>
                <a:close/>
              </a:path>
              <a:path w="184785" h="668020">
                <a:moveTo>
                  <a:pt x="138173" y="59185"/>
                </a:moveTo>
                <a:lnTo>
                  <a:pt x="137515" y="58420"/>
                </a:lnTo>
                <a:lnTo>
                  <a:pt x="137877" y="58707"/>
                </a:lnTo>
                <a:lnTo>
                  <a:pt x="137998" y="58858"/>
                </a:lnTo>
                <a:lnTo>
                  <a:pt x="138173" y="59185"/>
                </a:lnTo>
                <a:close/>
              </a:path>
              <a:path w="184785" h="668020">
                <a:moveTo>
                  <a:pt x="137943" y="58759"/>
                </a:moveTo>
                <a:lnTo>
                  <a:pt x="137515" y="58420"/>
                </a:lnTo>
                <a:lnTo>
                  <a:pt x="137756" y="58420"/>
                </a:lnTo>
                <a:lnTo>
                  <a:pt x="137943" y="58759"/>
                </a:lnTo>
                <a:close/>
              </a:path>
              <a:path w="184785" h="668020">
                <a:moveTo>
                  <a:pt x="138006" y="58809"/>
                </a:moveTo>
                <a:lnTo>
                  <a:pt x="137756" y="58420"/>
                </a:lnTo>
                <a:lnTo>
                  <a:pt x="138006" y="58809"/>
                </a:lnTo>
                <a:close/>
              </a:path>
              <a:path w="184785" h="668020">
                <a:moveTo>
                  <a:pt x="137961" y="58707"/>
                </a:moveTo>
                <a:lnTo>
                  <a:pt x="137756" y="58420"/>
                </a:lnTo>
                <a:lnTo>
                  <a:pt x="137961" y="58707"/>
                </a:lnTo>
                <a:close/>
              </a:path>
              <a:path w="184785" h="668020">
                <a:moveTo>
                  <a:pt x="137870" y="58504"/>
                </a:moveTo>
                <a:close/>
              </a:path>
              <a:path w="184785" h="668020">
                <a:moveTo>
                  <a:pt x="138111" y="58827"/>
                </a:moveTo>
                <a:lnTo>
                  <a:pt x="137919" y="58569"/>
                </a:lnTo>
                <a:lnTo>
                  <a:pt x="137833" y="58420"/>
                </a:lnTo>
                <a:lnTo>
                  <a:pt x="137972" y="58420"/>
                </a:lnTo>
                <a:lnTo>
                  <a:pt x="138111" y="58827"/>
                </a:lnTo>
                <a:close/>
              </a:path>
              <a:path w="184785" h="668020">
                <a:moveTo>
                  <a:pt x="138154" y="58885"/>
                </a:moveTo>
                <a:lnTo>
                  <a:pt x="137972" y="58420"/>
                </a:lnTo>
                <a:lnTo>
                  <a:pt x="138154" y="58885"/>
                </a:lnTo>
                <a:close/>
              </a:path>
              <a:path w="184785" h="668020">
                <a:moveTo>
                  <a:pt x="138319" y="59058"/>
                </a:moveTo>
                <a:lnTo>
                  <a:pt x="137972" y="58420"/>
                </a:lnTo>
                <a:lnTo>
                  <a:pt x="138163" y="58420"/>
                </a:lnTo>
                <a:lnTo>
                  <a:pt x="138319" y="59058"/>
                </a:lnTo>
                <a:close/>
              </a:path>
              <a:path w="184785" h="668020">
                <a:moveTo>
                  <a:pt x="138500" y="59201"/>
                </a:moveTo>
                <a:lnTo>
                  <a:pt x="138288" y="58891"/>
                </a:lnTo>
                <a:lnTo>
                  <a:pt x="138163" y="58420"/>
                </a:lnTo>
                <a:lnTo>
                  <a:pt x="138379" y="58420"/>
                </a:lnTo>
                <a:lnTo>
                  <a:pt x="138500" y="59201"/>
                </a:lnTo>
                <a:close/>
              </a:path>
              <a:path w="184785" h="668020">
                <a:moveTo>
                  <a:pt x="176758" y="59689"/>
                </a:moveTo>
                <a:lnTo>
                  <a:pt x="139115" y="59689"/>
                </a:lnTo>
                <a:lnTo>
                  <a:pt x="138504" y="59205"/>
                </a:lnTo>
                <a:lnTo>
                  <a:pt x="138379" y="58420"/>
                </a:lnTo>
                <a:lnTo>
                  <a:pt x="176676" y="58420"/>
                </a:lnTo>
                <a:lnTo>
                  <a:pt x="176758" y="59689"/>
                </a:lnTo>
                <a:close/>
              </a:path>
              <a:path w="184785" h="668020">
                <a:moveTo>
                  <a:pt x="138141" y="58916"/>
                </a:moveTo>
                <a:lnTo>
                  <a:pt x="137910" y="58569"/>
                </a:lnTo>
                <a:lnTo>
                  <a:pt x="138141" y="58916"/>
                </a:lnTo>
                <a:close/>
              </a:path>
              <a:path w="184785" h="668020">
                <a:moveTo>
                  <a:pt x="138156" y="59145"/>
                </a:moveTo>
                <a:lnTo>
                  <a:pt x="137943" y="58759"/>
                </a:lnTo>
                <a:lnTo>
                  <a:pt x="138066" y="58945"/>
                </a:lnTo>
                <a:lnTo>
                  <a:pt x="138156" y="59145"/>
                </a:lnTo>
                <a:close/>
              </a:path>
              <a:path w="184785" h="668020">
                <a:moveTo>
                  <a:pt x="138262" y="59271"/>
                </a:moveTo>
                <a:lnTo>
                  <a:pt x="138133" y="59094"/>
                </a:lnTo>
                <a:lnTo>
                  <a:pt x="138006" y="58809"/>
                </a:lnTo>
                <a:lnTo>
                  <a:pt x="138128" y="58987"/>
                </a:lnTo>
                <a:lnTo>
                  <a:pt x="138262" y="59271"/>
                </a:lnTo>
                <a:close/>
              </a:path>
              <a:path w="184785" h="668020">
                <a:moveTo>
                  <a:pt x="138236" y="59196"/>
                </a:moveTo>
                <a:lnTo>
                  <a:pt x="138056" y="58849"/>
                </a:lnTo>
                <a:lnTo>
                  <a:pt x="138171" y="59003"/>
                </a:lnTo>
                <a:lnTo>
                  <a:pt x="138236" y="59196"/>
                </a:lnTo>
                <a:close/>
              </a:path>
              <a:path w="184785" h="668020">
                <a:moveTo>
                  <a:pt x="138359" y="59219"/>
                </a:moveTo>
                <a:lnTo>
                  <a:pt x="138177" y="58945"/>
                </a:lnTo>
                <a:lnTo>
                  <a:pt x="138359" y="59219"/>
                </a:lnTo>
                <a:close/>
              </a:path>
              <a:path w="184785" h="668020">
                <a:moveTo>
                  <a:pt x="138377" y="59293"/>
                </a:moveTo>
                <a:lnTo>
                  <a:pt x="138187" y="58970"/>
                </a:lnTo>
                <a:lnTo>
                  <a:pt x="138308" y="59145"/>
                </a:lnTo>
                <a:lnTo>
                  <a:pt x="138377" y="59293"/>
                </a:lnTo>
                <a:close/>
              </a:path>
              <a:path w="184785" h="668020">
                <a:moveTo>
                  <a:pt x="138315" y="59297"/>
                </a:moveTo>
                <a:lnTo>
                  <a:pt x="138171" y="59003"/>
                </a:lnTo>
                <a:lnTo>
                  <a:pt x="138315" y="59297"/>
                </a:lnTo>
                <a:close/>
              </a:path>
              <a:path w="184785" h="668020">
                <a:moveTo>
                  <a:pt x="138529" y="59388"/>
                </a:moveTo>
                <a:lnTo>
                  <a:pt x="138335" y="59070"/>
                </a:lnTo>
                <a:lnTo>
                  <a:pt x="138529" y="59388"/>
                </a:lnTo>
                <a:close/>
              </a:path>
              <a:path w="184785" h="668020">
                <a:moveTo>
                  <a:pt x="138386" y="59332"/>
                </a:moveTo>
                <a:lnTo>
                  <a:pt x="138235" y="59094"/>
                </a:lnTo>
                <a:lnTo>
                  <a:pt x="138386" y="59332"/>
                </a:lnTo>
                <a:close/>
              </a:path>
              <a:path w="184785" h="668020">
                <a:moveTo>
                  <a:pt x="138531" y="59403"/>
                </a:moveTo>
                <a:lnTo>
                  <a:pt x="138359" y="59160"/>
                </a:lnTo>
                <a:lnTo>
                  <a:pt x="138531" y="59403"/>
                </a:lnTo>
                <a:close/>
              </a:path>
              <a:path w="184785" h="668020">
                <a:moveTo>
                  <a:pt x="139115" y="59689"/>
                </a:moveTo>
                <a:lnTo>
                  <a:pt x="138622" y="59448"/>
                </a:lnTo>
                <a:lnTo>
                  <a:pt x="138504" y="59205"/>
                </a:lnTo>
                <a:lnTo>
                  <a:pt x="139115" y="59689"/>
                </a:lnTo>
                <a:close/>
              </a:path>
              <a:path w="184785" h="668020">
                <a:moveTo>
                  <a:pt x="138425" y="59750"/>
                </a:moveTo>
                <a:lnTo>
                  <a:pt x="138198" y="59240"/>
                </a:lnTo>
                <a:lnTo>
                  <a:pt x="138322" y="59448"/>
                </a:lnTo>
                <a:lnTo>
                  <a:pt x="138425" y="59750"/>
                </a:lnTo>
                <a:close/>
              </a:path>
              <a:path w="184785" h="668020">
                <a:moveTo>
                  <a:pt x="138489" y="59752"/>
                </a:moveTo>
                <a:lnTo>
                  <a:pt x="138271" y="59299"/>
                </a:lnTo>
                <a:lnTo>
                  <a:pt x="138397" y="59508"/>
                </a:lnTo>
                <a:lnTo>
                  <a:pt x="138489" y="59752"/>
                </a:lnTo>
                <a:close/>
              </a:path>
              <a:path w="184785" h="668020">
                <a:moveTo>
                  <a:pt x="138569" y="59644"/>
                </a:moveTo>
                <a:lnTo>
                  <a:pt x="138407" y="59342"/>
                </a:lnTo>
                <a:lnTo>
                  <a:pt x="138529" y="59508"/>
                </a:lnTo>
                <a:lnTo>
                  <a:pt x="138569" y="59644"/>
                </a:lnTo>
                <a:close/>
              </a:path>
              <a:path w="184785" h="668020">
                <a:moveTo>
                  <a:pt x="138552" y="59541"/>
                </a:moveTo>
                <a:lnTo>
                  <a:pt x="138414" y="59346"/>
                </a:lnTo>
                <a:lnTo>
                  <a:pt x="138552" y="59541"/>
                </a:lnTo>
                <a:close/>
              </a:path>
              <a:path w="184785" h="668020">
                <a:moveTo>
                  <a:pt x="139700" y="60960"/>
                </a:moveTo>
                <a:lnTo>
                  <a:pt x="138946" y="60070"/>
                </a:lnTo>
                <a:lnTo>
                  <a:pt x="138658" y="59653"/>
                </a:lnTo>
                <a:lnTo>
                  <a:pt x="138537" y="59406"/>
                </a:lnTo>
                <a:lnTo>
                  <a:pt x="139700" y="60960"/>
                </a:lnTo>
                <a:close/>
              </a:path>
              <a:path w="184785" h="668020">
                <a:moveTo>
                  <a:pt x="176679" y="64770"/>
                </a:moveTo>
                <a:lnTo>
                  <a:pt x="138480" y="64770"/>
                </a:lnTo>
                <a:lnTo>
                  <a:pt x="138633" y="63500"/>
                </a:lnTo>
                <a:lnTo>
                  <a:pt x="138734" y="62229"/>
                </a:lnTo>
                <a:lnTo>
                  <a:pt x="138709" y="60960"/>
                </a:lnTo>
                <a:lnTo>
                  <a:pt x="139700" y="60960"/>
                </a:lnTo>
                <a:lnTo>
                  <a:pt x="138545" y="59410"/>
                </a:lnTo>
                <a:lnTo>
                  <a:pt x="139115" y="59689"/>
                </a:lnTo>
                <a:lnTo>
                  <a:pt x="176758" y="59689"/>
                </a:lnTo>
                <a:lnTo>
                  <a:pt x="176679" y="64770"/>
                </a:lnTo>
                <a:close/>
              </a:path>
              <a:path w="184785" h="668020">
                <a:moveTo>
                  <a:pt x="138567" y="60070"/>
                </a:moveTo>
                <a:lnTo>
                  <a:pt x="138433" y="59769"/>
                </a:lnTo>
                <a:lnTo>
                  <a:pt x="138322" y="59448"/>
                </a:lnTo>
                <a:lnTo>
                  <a:pt x="138435" y="59653"/>
                </a:lnTo>
                <a:lnTo>
                  <a:pt x="138567" y="60070"/>
                </a:lnTo>
                <a:close/>
              </a:path>
              <a:path w="184785" h="668020">
                <a:moveTo>
                  <a:pt x="138993" y="60138"/>
                </a:moveTo>
                <a:lnTo>
                  <a:pt x="138676" y="59714"/>
                </a:lnTo>
                <a:lnTo>
                  <a:pt x="138551" y="59498"/>
                </a:lnTo>
                <a:lnTo>
                  <a:pt x="138993" y="60138"/>
                </a:lnTo>
                <a:close/>
              </a:path>
              <a:path w="184785" h="668020">
                <a:moveTo>
                  <a:pt x="138576" y="59689"/>
                </a:moveTo>
                <a:lnTo>
                  <a:pt x="138451" y="59508"/>
                </a:lnTo>
                <a:lnTo>
                  <a:pt x="138576" y="59689"/>
                </a:lnTo>
                <a:close/>
              </a:path>
              <a:path w="184785" h="668020">
                <a:moveTo>
                  <a:pt x="138899" y="60028"/>
                </a:moveTo>
                <a:lnTo>
                  <a:pt x="138676" y="59769"/>
                </a:lnTo>
                <a:lnTo>
                  <a:pt x="138560" y="59551"/>
                </a:lnTo>
                <a:lnTo>
                  <a:pt x="138899" y="60028"/>
                </a:lnTo>
                <a:close/>
              </a:path>
              <a:path w="184785" h="668020">
                <a:moveTo>
                  <a:pt x="139560" y="60960"/>
                </a:moveTo>
                <a:lnTo>
                  <a:pt x="139153" y="60960"/>
                </a:lnTo>
                <a:lnTo>
                  <a:pt x="138691" y="60070"/>
                </a:lnTo>
                <a:lnTo>
                  <a:pt x="138576" y="59653"/>
                </a:lnTo>
                <a:lnTo>
                  <a:pt x="139560" y="60960"/>
                </a:lnTo>
                <a:close/>
              </a:path>
              <a:path w="184785" h="668020">
                <a:moveTo>
                  <a:pt x="138581" y="59859"/>
                </a:moveTo>
                <a:lnTo>
                  <a:pt x="138499" y="59689"/>
                </a:lnTo>
                <a:lnTo>
                  <a:pt x="138581" y="59859"/>
                </a:lnTo>
                <a:close/>
              </a:path>
              <a:path w="184785" h="668020">
                <a:moveTo>
                  <a:pt x="138612" y="60301"/>
                </a:moveTo>
                <a:lnTo>
                  <a:pt x="138425" y="59750"/>
                </a:lnTo>
                <a:lnTo>
                  <a:pt x="138548" y="60028"/>
                </a:lnTo>
                <a:lnTo>
                  <a:pt x="138612" y="60301"/>
                </a:lnTo>
                <a:close/>
              </a:path>
              <a:path w="184785" h="668020">
                <a:moveTo>
                  <a:pt x="139153" y="60960"/>
                </a:moveTo>
                <a:lnTo>
                  <a:pt x="138728" y="60186"/>
                </a:lnTo>
                <a:lnTo>
                  <a:pt x="138621" y="59936"/>
                </a:lnTo>
                <a:lnTo>
                  <a:pt x="139153" y="60960"/>
                </a:lnTo>
                <a:close/>
              </a:path>
              <a:path w="184785" h="668020">
                <a:moveTo>
                  <a:pt x="139153" y="60960"/>
                </a:moveTo>
                <a:lnTo>
                  <a:pt x="138963" y="60960"/>
                </a:lnTo>
                <a:lnTo>
                  <a:pt x="138754" y="60425"/>
                </a:lnTo>
                <a:lnTo>
                  <a:pt x="138634" y="60015"/>
                </a:lnTo>
                <a:lnTo>
                  <a:pt x="139153" y="60960"/>
                </a:lnTo>
                <a:close/>
              </a:path>
              <a:path w="184785" h="668020">
                <a:moveTo>
                  <a:pt x="139700" y="60960"/>
                </a:moveTo>
                <a:lnTo>
                  <a:pt x="139560" y="60960"/>
                </a:lnTo>
                <a:lnTo>
                  <a:pt x="138993" y="60138"/>
                </a:lnTo>
                <a:lnTo>
                  <a:pt x="139700" y="60960"/>
                </a:lnTo>
                <a:close/>
              </a:path>
              <a:path w="184785" h="668020">
                <a:moveTo>
                  <a:pt x="138963" y="60960"/>
                </a:moveTo>
                <a:lnTo>
                  <a:pt x="138748" y="60476"/>
                </a:lnTo>
                <a:lnTo>
                  <a:pt x="138661" y="60186"/>
                </a:lnTo>
                <a:lnTo>
                  <a:pt x="138963" y="60960"/>
                </a:lnTo>
                <a:close/>
              </a:path>
              <a:path w="184785" h="668020">
                <a:moveTo>
                  <a:pt x="138772" y="60960"/>
                </a:moveTo>
                <a:lnTo>
                  <a:pt x="138612" y="60301"/>
                </a:lnTo>
                <a:lnTo>
                  <a:pt x="138772" y="60960"/>
                </a:lnTo>
                <a:close/>
              </a:path>
              <a:path w="184785" h="668020">
                <a:moveTo>
                  <a:pt x="138963" y="60960"/>
                </a:moveTo>
                <a:lnTo>
                  <a:pt x="138685" y="60336"/>
                </a:lnTo>
                <a:lnTo>
                  <a:pt x="138963" y="60960"/>
                </a:lnTo>
                <a:close/>
              </a:path>
              <a:path w="184785" h="668020">
                <a:moveTo>
                  <a:pt x="138836" y="60960"/>
                </a:moveTo>
                <a:lnTo>
                  <a:pt x="138740" y="60677"/>
                </a:lnTo>
                <a:lnTo>
                  <a:pt x="138836" y="60960"/>
                </a:lnTo>
                <a:close/>
              </a:path>
              <a:path w="184785" h="668020">
                <a:moveTo>
                  <a:pt x="138698" y="61524"/>
                </a:moveTo>
                <a:lnTo>
                  <a:pt x="138658" y="60960"/>
                </a:lnTo>
                <a:lnTo>
                  <a:pt x="138698" y="61524"/>
                </a:lnTo>
                <a:close/>
              </a:path>
              <a:path w="184785" h="668020">
                <a:moveTo>
                  <a:pt x="138747" y="62229"/>
                </a:moveTo>
                <a:lnTo>
                  <a:pt x="138698" y="61524"/>
                </a:lnTo>
                <a:lnTo>
                  <a:pt x="138747" y="62229"/>
                </a:lnTo>
                <a:close/>
              </a:path>
              <a:path w="184785" h="668020">
                <a:moveTo>
                  <a:pt x="138671" y="62864"/>
                </a:moveTo>
                <a:lnTo>
                  <a:pt x="138684" y="62229"/>
                </a:lnTo>
                <a:lnTo>
                  <a:pt x="138671" y="62864"/>
                </a:lnTo>
                <a:close/>
              </a:path>
              <a:path w="184785" h="668020">
                <a:moveTo>
                  <a:pt x="138658" y="63500"/>
                </a:moveTo>
                <a:lnTo>
                  <a:pt x="138671" y="62864"/>
                </a:lnTo>
                <a:lnTo>
                  <a:pt x="138658" y="63500"/>
                </a:lnTo>
                <a:close/>
              </a:path>
              <a:path w="184785" h="668020">
                <a:moveTo>
                  <a:pt x="138573" y="63838"/>
                </a:moveTo>
                <a:lnTo>
                  <a:pt x="138607" y="63500"/>
                </a:lnTo>
                <a:lnTo>
                  <a:pt x="138573" y="63838"/>
                </a:lnTo>
                <a:close/>
              </a:path>
              <a:path w="184785" h="668020">
                <a:moveTo>
                  <a:pt x="138480" y="64770"/>
                </a:moveTo>
                <a:lnTo>
                  <a:pt x="138573" y="63838"/>
                </a:lnTo>
                <a:lnTo>
                  <a:pt x="138633" y="63500"/>
                </a:lnTo>
                <a:lnTo>
                  <a:pt x="138480" y="64770"/>
                </a:lnTo>
                <a:close/>
              </a:path>
              <a:path w="184785" h="668020">
                <a:moveTo>
                  <a:pt x="176599" y="66039"/>
                </a:moveTo>
                <a:lnTo>
                  <a:pt x="138188" y="66039"/>
                </a:lnTo>
                <a:lnTo>
                  <a:pt x="138573" y="63838"/>
                </a:lnTo>
                <a:lnTo>
                  <a:pt x="138480" y="64770"/>
                </a:lnTo>
                <a:lnTo>
                  <a:pt x="176679" y="64770"/>
                </a:lnTo>
                <a:lnTo>
                  <a:pt x="176599" y="66039"/>
                </a:lnTo>
                <a:close/>
              </a:path>
              <a:path w="184785" h="668020">
                <a:moveTo>
                  <a:pt x="176441" y="68579"/>
                </a:moveTo>
                <a:lnTo>
                  <a:pt x="137769" y="68579"/>
                </a:lnTo>
                <a:lnTo>
                  <a:pt x="138099" y="67310"/>
                </a:lnTo>
                <a:lnTo>
                  <a:pt x="138391" y="64770"/>
                </a:lnTo>
                <a:lnTo>
                  <a:pt x="138188" y="66039"/>
                </a:lnTo>
                <a:lnTo>
                  <a:pt x="176599" y="66039"/>
                </a:lnTo>
                <a:lnTo>
                  <a:pt x="176441" y="68579"/>
                </a:lnTo>
                <a:close/>
              </a:path>
              <a:path w="184785" h="668020">
                <a:moveTo>
                  <a:pt x="137866" y="67985"/>
                </a:moveTo>
                <a:lnTo>
                  <a:pt x="137977" y="67310"/>
                </a:lnTo>
                <a:lnTo>
                  <a:pt x="137866" y="67985"/>
                </a:lnTo>
                <a:close/>
              </a:path>
              <a:path w="184785" h="668020">
                <a:moveTo>
                  <a:pt x="137769" y="68579"/>
                </a:moveTo>
                <a:lnTo>
                  <a:pt x="137866" y="67985"/>
                </a:lnTo>
                <a:lnTo>
                  <a:pt x="138099" y="67310"/>
                </a:lnTo>
                <a:lnTo>
                  <a:pt x="137769" y="68579"/>
                </a:lnTo>
                <a:close/>
              </a:path>
              <a:path w="184785" h="668020">
                <a:moveTo>
                  <a:pt x="174682" y="77470"/>
                </a:moveTo>
                <a:lnTo>
                  <a:pt x="134467" y="77470"/>
                </a:lnTo>
                <a:lnTo>
                  <a:pt x="134962" y="76200"/>
                </a:lnTo>
                <a:lnTo>
                  <a:pt x="136842" y="71120"/>
                </a:lnTo>
                <a:lnTo>
                  <a:pt x="137866" y="67985"/>
                </a:lnTo>
                <a:lnTo>
                  <a:pt x="137769" y="68579"/>
                </a:lnTo>
                <a:lnTo>
                  <a:pt x="176441" y="68579"/>
                </a:lnTo>
                <a:lnTo>
                  <a:pt x="176288" y="69850"/>
                </a:lnTo>
                <a:lnTo>
                  <a:pt x="175844" y="72389"/>
                </a:lnTo>
                <a:lnTo>
                  <a:pt x="175653" y="73660"/>
                </a:lnTo>
                <a:lnTo>
                  <a:pt x="174964" y="76441"/>
                </a:lnTo>
                <a:lnTo>
                  <a:pt x="174682" y="77470"/>
                </a:lnTo>
                <a:close/>
              </a:path>
              <a:path w="184785" h="668020">
                <a:moveTo>
                  <a:pt x="136347" y="72389"/>
                </a:moveTo>
                <a:lnTo>
                  <a:pt x="136785" y="71120"/>
                </a:lnTo>
                <a:lnTo>
                  <a:pt x="136347" y="72389"/>
                </a:lnTo>
                <a:close/>
              </a:path>
              <a:path w="184785" h="668020">
                <a:moveTo>
                  <a:pt x="134852" y="76441"/>
                </a:moveTo>
                <a:lnTo>
                  <a:pt x="134942" y="76200"/>
                </a:lnTo>
                <a:lnTo>
                  <a:pt x="134852" y="76441"/>
                </a:lnTo>
                <a:close/>
              </a:path>
              <a:path w="184785" h="668020">
                <a:moveTo>
                  <a:pt x="134467" y="77470"/>
                </a:moveTo>
                <a:lnTo>
                  <a:pt x="134852" y="76441"/>
                </a:lnTo>
                <a:lnTo>
                  <a:pt x="134962" y="76200"/>
                </a:lnTo>
                <a:lnTo>
                  <a:pt x="134467" y="77470"/>
                </a:lnTo>
                <a:close/>
              </a:path>
              <a:path w="184785" h="668020">
                <a:moveTo>
                  <a:pt x="173285" y="82550"/>
                </a:moveTo>
                <a:lnTo>
                  <a:pt x="132054" y="82550"/>
                </a:lnTo>
                <a:lnTo>
                  <a:pt x="134852" y="76441"/>
                </a:lnTo>
                <a:lnTo>
                  <a:pt x="134467" y="77470"/>
                </a:lnTo>
                <a:lnTo>
                  <a:pt x="174682" y="77470"/>
                </a:lnTo>
                <a:lnTo>
                  <a:pt x="173285" y="82550"/>
                </a:lnTo>
                <a:close/>
              </a:path>
              <a:path w="184785" h="668020">
                <a:moveTo>
                  <a:pt x="168991" y="93979"/>
                </a:moveTo>
                <a:lnTo>
                  <a:pt x="125907" y="93979"/>
                </a:lnTo>
                <a:lnTo>
                  <a:pt x="129628" y="87629"/>
                </a:lnTo>
                <a:lnTo>
                  <a:pt x="129171" y="87629"/>
                </a:lnTo>
                <a:lnTo>
                  <a:pt x="132537" y="81279"/>
                </a:lnTo>
                <a:lnTo>
                  <a:pt x="132054" y="82550"/>
                </a:lnTo>
                <a:lnTo>
                  <a:pt x="173285" y="82550"/>
                </a:lnTo>
                <a:lnTo>
                  <a:pt x="172935" y="83820"/>
                </a:lnTo>
                <a:lnTo>
                  <a:pt x="172440" y="85089"/>
                </a:lnTo>
                <a:lnTo>
                  <a:pt x="170065" y="91439"/>
                </a:lnTo>
                <a:lnTo>
                  <a:pt x="169570" y="92710"/>
                </a:lnTo>
                <a:lnTo>
                  <a:pt x="168991" y="93979"/>
                </a:lnTo>
                <a:close/>
              </a:path>
              <a:path w="184785" h="668020">
                <a:moveTo>
                  <a:pt x="157767" y="114300"/>
                </a:moveTo>
                <a:lnTo>
                  <a:pt x="110667" y="114300"/>
                </a:lnTo>
                <a:lnTo>
                  <a:pt x="115087" y="109220"/>
                </a:lnTo>
                <a:lnTo>
                  <a:pt x="114617" y="109220"/>
                </a:lnTo>
                <a:lnTo>
                  <a:pt x="118973" y="104139"/>
                </a:lnTo>
                <a:lnTo>
                  <a:pt x="118529" y="104139"/>
                </a:lnTo>
                <a:lnTo>
                  <a:pt x="122758" y="99060"/>
                </a:lnTo>
                <a:lnTo>
                  <a:pt x="122326" y="99060"/>
                </a:lnTo>
                <a:lnTo>
                  <a:pt x="126339" y="92710"/>
                </a:lnTo>
                <a:lnTo>
                  <a:pt x="125907" y="93979"/>
                </a:lnTo>
                <a:lnTo>
                  <a:pt x="168991" y="93979"/>
                </a:lnTo>
                <a:lnTo>
                  <a:pt x="166674" y="99060"/>
                </a:lnTo>
                <a:lnTo>
                  <a:pt x="166192" y="100329"/>
                </a:lnTo>
                <a:lnTo>
                  <a:pt x="162839" y="106679"/>
                </a:lnTo>
                <a:lnTo>
                  <a:pt x="162382" y="106679"/>
                </a:lnTo>
                <a:lnTo>
                  <a:pt x="158661" y="113029"/>
                </a:lnTo>
                <a:lnTo>
                  <a:pt x="157767" y="114300"/>
                </a:lnTo>
                <a:close/>
              </a:path>
              <a:path w="184785" h="668020">
                <a:moveTo>
                  <a:pt x="152913" y="121920"/>
                </a:moveTo>
                <a:lnTo>
                  <a:pt x="103149" y="121920"/>
                </a:lnTo>
                <a:lnTo>
                  <a:pt x="107416" y="118110"/>
                </a:lnTo>
                <a:lnTo>
                  <a:pt x="106806" y="118110"/>
                </a:lnTo>
                <a:lnTo>
                  <a:pt x="111188" y="113029"/>
                </a:lnTo>
                <a:lnTo>
                  <a:pt x="110667" y="114300"/>
                </a:lnTo>
                <a:lnTo>
                  <a:pt x="157767" y="114300"/>
                </a:lnTo>
                <a:lnTo>
                  <a:pt x="154190" y="119379"/>
                </a:lnTo>
                <a:lnTo>
                  <a:pt x="153758" y="120650"/>
                </a:lnTo>
                <a:lnTo>
                  <a:pt x="152913" y="121920"/>
                </a:lnTo>
                <a:close/>
              </a:path>
              <a:path w="184785" h="668020">
                <a:moveTo>
                  <a:pt x="152067" y="123189"/>
                </a:moveTo>
                <a:lnTo>
                  <a:pt x="101841" y="123189"/>
                </a:lnTo>
                <a:lnTo>
                  <a:pt x="104089" y="120650"/>
                </a:lnTo>
                <a:lnTo>
                  <a:pt x="103149" y="121920"/>
                </a:lnTo>
                <a:lnTo>
                  <a:pt x="152913" y="121920"/>
                </a:lnTo>
                <a:lnTo>
                  <a:pt x="152067" y="123189"/>
                </a:lnTo>
                <a:close/>
              </a:path>
              <a:path w="184785" h="668020">
                <a:moveTo>
                  <a:pt x="151221" y="124460"/>
                </a:moveTo>
                <a:lnTo>
                  <a:pt x="100380" y="124460"/>
                </a:lnTo>
                <a:lnTo>
                  <a:pt x="102920" y="121920"/>
                </a:lnTo>
                <a:lnTo>
                  <a:pt x="101841" y="123189"/>
                </a:lnTo>
                <a:lnTo>
                  <a:pt x="152067" y="123189"/>
                </a:lnTo>
                <a:lnTo>
                  <a:pt x="151221" y="124460"/>
                </a:lnTo>
                <a:close/>
              </a:path>
              <a:path w="184785" h="668020">
                <a:moveTo>
                  <a:pt x="150375" y="125729"/>
                </a:moveTo>
                <a:lnTo>
                  <a:pt x="98526" y="125729"/>
                </a:lnTo>
                <a:lnTo>
                  <a:pt x="101320" y="123189"/>
                </a:lnTo>
                <a:lnTo>
                  <a:pt x="100380" y="124460"/>
                </a:lnTo>
                <a:lnTo>
                  <a:pt x="151221" y="124460"/>
                </a:lnTo>
                <a:lnTo>
                  <a:pt x="150375" y="125729"/>
                </a:lnTo>
                <a:close/>
              </a:path>
              <a:path w="184785" h="668020">
                <a:moveTo>
                  <a:pt x="149529" y="127000"/>
                </a:moveTo>
                <a:lnTo>
                  <a:pt x="96304" y="127000"/>
                </a:lnTo>
                <a:lnTo>
                  <a:pt x="99339" y="124460"/>
                </a:lnTo>
                <a:lnTo>
                  <a:pt x="98526" y="125729"/>
                </a:lnTo>
                <a:lnTo>
                  <a:pt x="150375" y="125729"/>
                </a:lnTo>
                <a:lnTo>
                  <a:pt x="149529" y="127000"/>
                </a:lnTo>
                <a:close/>
              </a:path>
              <a:path w="184785" h="668020">
                <a:moveTo>
                  <a:pt x="147149" y="129539"/>
                </a:moveTo>
                <a:lnTo>
                  <a:pt x="90627" y="129539"/>
                </a:lnTo>
                <a:lnTo>
                  <a:pt x="97320" y="125729"/>
                </a:lnTo>
                <a:lnTo>
                  <a:pt x="96304" y="127000"/>
                </a:lnTo>
                <a:lnTo>
                  <a:pt x="149085" y="127000"/>
                </a:lnTo>
                <a:lnTo>
                  <a:pt x="147149" y="129539"/>
                </a:lnTo>
                <a:close/>
              </a:path>
              <a:path w="184785" h="668020">
                <a:moveTo>
                  <a:pt x="123253" y="154939"/>
                </a:moveTo>
                <a:lnTo>
                  <a:pt x="114414" y="154939"/>
                </a:lnTo>
                <a:lnTo>
                  <a:pt x="111480" y="153670"/>
                </a:lnTo>
                <a:lnTo>
                  <a:pt x="106502" y="153670"/>
                </a:lnTo>
                <a:lnTo>
                  <a:pt x="99631" y="152400"/>
                </a:lnTo>
                <a:lnTo>
                  <a:pt x="20129" y="152400"/>
                </a:lnTo>
                <a:lnTo>
                  <a:pt x="25806" y="149860"/>
                </a:lnTo>
                <a:lnTo>
                  <a:pt x="38798" y="146050"/>
                </a:lnTo>
                <a:lnTo>
                  <a:pt x="54216" y="142239"/>
                </a:lnTo>
                <a:lnTo>
                  <a:pt x="53987" y="142239"/>
                </a:lnTo>
                <a:lnTo>
                  <a:pt x="62179" y="139700"/>
                </a:lnTo>
                <a:lnTo>
                  <a:pt x="61861" y="139700"/>
                </a:lnTo>
                <a:lnTo>
                  <a:pt x="70129" y="137160"/>
                </a:lnTo>
                <a:lnTo>
                  <a:pt x="69697" y="137160"/>
                </a:lnTo>
                <a:lnTo>
                  <a:pt x="77850" y="134620"/>
                </a:lnTo>
                <a:lnTo>
                  <a:pt x="77254" y="134620"/>
                </a:lnTo>
                <a:lnTo>
                  <a:pt x="85102" y="132079"/>
                </a:lnTo>
                <a:lnTo>
                  <a:pt x="84315" y="132079"/>
                </a:lnTo>
                <a:lnTo>
                  <a:pt x="91681" y="128270"/>
                </a:lnTo>
                <a:lnTo>
                  <a:pt x="90627" y="129539"/>
                </a:lnTo>
                <a:lnTo>
                  <a:pt x="147149" y="129539"/>
                </a:lnTo>
                <a:lnTo>
                  <a:pt x="144246" y="133350"/>
                </a:lnTo>
                <a:lnTo>
                  <a:pt x="139839" y="138429"/>
                </a:lnTo>
                <a:lnTo>
                  <a:pt x="139319" y="139700"/>
                </a:lnTo>
                <a:lnTo>
                  <a:pt x="134937" y="143510"/>
                </a:lnTo>
                <a:lnTo>
                  <a:pt x="130048" y="148589"/>
                </a:lnTo>
                <a:lnTo>
                  <a:pt x="129108" y="149860"/>
                </a:lnTo>
                <a:lnTo>
                  <a:pt x="126860" y="151129"/>
                </a:lnTo>
                <a:lnTo>
                  <a:pt x="125793" y="152400"/>
                </a:lnTo>
                <a:lnTo>
                  <a:pt x="123253" y="154939"/>
                </a:lnTo>
                <a:close/>
              </a:path>
              <a:path w="184785" h="668020">
                <a:moveTo>
                  <a:pt x="30848" y="160020"/>
                </a:moveTo>
                <a:lnTo>
                  <a:pt x="6223" y="160020"/>
                </a:lnTo>
                <a:lnTo>
                  <a:pt x="8178" y="158750"/>
                </a:lnTo>
                <a:lnTo>
                  <a:pt x="10375" y="156210"/>
                </a:lnTo>
                <a:lnTo>
                  <a:pt x="15239" y="153670"/>
                </a:lnTo>
                <a:lnTo>
                  <a:pt x="19050" y="152400"/>
                </a:lnTo>
                <a:lnTo>
                  <a:pt x="90538" y="152400"/>
                </a:lnTo>
                <a:lnTo>
                  <a:pt x="82156" y="153670"/>
                </a:lnTo>
                <a:lnTo>
                  <a:pt x="74002" y="153670"/>
                </a:lnTo>
                <a:lnTo>
                  <a:pt x="41833" y="156210"/>
                </a:lnTo>
                <a:lnTo>
                  <a:pt x="42151" y="156210"/>
                </a:lnTo>
                <a:lnTo>
                  <a:pt x="29540" y="157479"/>
                </a:lnTo>
                <a:lnTo>
                  <a:pt x="25793" y="157479"/>
                </a:lnTo>
                <a:lnTo>
                  <a:pt x="30848" y="160020"/>
                </a:lnTo>
                <a:close/>
              </a:path>
              <a:path w="184785" h="668020">
                <a:moveTo>
                  <a:pt x="106502" y="153670"/>
                </a:moveTo>
                <a:lnTo>
                  <a:pt x="82156" y="153670"/>
                </a:lnTo>
                <a:lnTo>
                  <a:pt x="90538" y="152400"/>
                </a:lnTo>
                <a:lnTo>
                  <a:pt x="99631" y="152400"/>
                </a:lnTo>
                <a:lnTo>
                  <a:pt x="106502" y="153670"/>
                </a:lnTo>
                <a:close/>
              </a:path>
              <a:path w="184785" h="668020">
                <a:moveTo>
                  <a:pt x="119519" y="157479"/>
                </a:moveTo>
                <a:lnTo>
                  <a:pt x="29540" y="157479"/>
                </a:lnTo>
                <a:lnTo>
                  <a:pt x="42151" y="156210"/>
                </a:lnTo>
                <a:lnTo>
                  <a:pt x="41833" y="156210"/>
                </a:lnTo>
                <a:lnTo>
                  <a:pt x="74002" y="153670"/>
                </a:lnTo>
                <a:lnTo>
                  <a:pt x="111480" y="153670"/>
                </a:lnTo>
                <a:lnTo>
                  <a:pt x="114414" y="154939"/>
                </a:lnTo>
                <a:lnTo>
                  <a:pt x="119443" y="154939"/>
                </a:lnTo>
                <a:lnTo>
                  <a:pt x="121264" y="155893"/>
                </a:lnTo>
                <a:lnTo>
                  <a:pt x="119519" y="157479"/>
                </a:lnTo>
                <a:close/>
              </a:path>
              <a:path w="184785" h="668020">
                <a:moveTo>
                  <a:pt x="121264" y="155893"/>
                </a:moveTo>
                <a:lnTo>
                  <a:pt x="119443" y="154939"/>
                </a:lnTo>
                <a:lnTo>
                  <a:pt x="122313" y="154939"/>
                </a:lnTo>
                <a:lnTo>
                  <a:pt x="121264" y="155893"/>
                </a:lnTo>
                <a:close/>
              </a:path>
              <a:path w="184785" h="668020">
                <a:moveTo>
                  <a:pt x="170840" y="189229"/>
                </a:moveTo>
                <a:lnTo>
                  <a:pt x="29451" y="189229"/>
                </a:lnTo>
                <a:lnTo>
                  <a:pt x="33248" y="187960"/>
                </a:lnTo>
                <a:lnTo>
                  <a:pt x="32156" y="187960"/>
                </a:lnTo>
                <a:lnTo>
                  <a:pt x="37172" y="186689"/>
                </a:lnTo>
                <a:lnTo>
                  <a:pt x="36512" y="186689"/>
                </a:lnTo>
                <a:lnTo>
                  <a:pt x="49390" y="182879"/>
                </a:lnTo>
                <a:lnTo>
                  <a:pt x="49263" y="182879"/>
                </a:lnTo>
                <a:lnTo>
                  <a:pt x="64681" y="179070"/>
                </a:lnTo>
                <a:lnTo>
                  <a:pt x="81699" y="173989"/>
                </a:lnTo>
                <a:lnTo>
                  <a:pt x="90297" y="170179"/>
                </a:lnTo>
                <a:lnTo>
                  <a:pt x="98755" y="167639"/>
                </a:lnTo>
                <a:lnTo>
                  <a:pt x="99542" y="166370"/>
                </a:lnTo>
                <a:lnTo>
                  <a:pt x="106908" y="163829"/>
                </a:lnTo>
                <a:lnTo>
                  <a:pt x="107962" y="163829"/>
                </a:lnTo>
                <a:lnTo>
                  <a:pt x="114655" y="160020"/>
                </a:lnTo>
                <a:lnTo>
                  <a:pt x="115671" y="158750"/>
                </a:lnTo>
                <a:lnTo>
                  <a:pt x="118706" y="157479"/>
                </a:lnTo>
                <a:lnTo>
                  <a:pt x="119519" y="157479"/>
                </a:lnTo>
                <a:lnTo>
                  <a:pt x="121264" y="155893"/>
                </a:lnTo>
                <a:lnTo>
                  <a:pt x="121869" y="156210"/>
                </a:lnTo>
                <a:lnTo>
                  <a:pt x="123062" y="156210"/>
                </a:lnTo>
                <a:lnTo>
                  <a:pt x="127609" y="158750"/>
                </a:lnTo>
                <a:lnTo>
                  <a:pt x="132943" y="160020"/>
                </a:lnTo>
                <a:lnTo>
                  <a:pt x="133794" y="161289"/>
                </a:lnTo>
                <a:lnTo>
                  <a:pt x="138163" y="162560"/>
                </a:lnTo>
                <a:lnTo>
                  <a:pt x="139014" y="163829"/>
                </a:lnTo>
                <a:lnTo>
                  <a:pt x="143256" y="165100"/>
                </a:lnTo>
                <a:lnTo>
                  <a:pt x="144119" y="166370"/>
                </a:lnTo>
                <a:lnTo>
                  <a:pt x="148209" y="168910"/>
                </a:lnTo>
                <a:lnTo>
                  <a:pt x="149085" y="168910"/>
                </a:lnTo>
                <a:lnTo>
                  <a:pt x="152984" y="171450"/>
                </a:lnTo>
                <a:lnTo>
                  <a:pt x="153885" y="172720"/>
                </a:lnTo>
                <a:lnTo>
                  <a:pt x="157581" y="175260"/>
                </a:lnTo>
                <a:lnTo>
                  <a:pt x="158483" y="176529"/>
                </a:lnTo>
                <a:lnTo>
                  <a:pt x="161950" y="179070"/>
                </a:lnTo>
                <a:lnTo>
                  <a:pt x="162877" y="180339"/>
                </a:lnTo>
                <a:lnTo>
                  <a:pt x="166065" y="182879"/>
                </a:lnTo>
                <a:lnTo>
                  <a:pt x="167005" y="184150"/>
                </a:lnTo>
                <a:lnTo>
                  <a:pt x="169913" y="187960"/>
                </a:lnTo>
                <a:lnTo>
                  <a:pt x="170840" y="189229"/>
                </a:lnTo>
                <a:close/>
              </a:path>
              <a:path w="184785" h="668020">
                <a:moveTo>
                  <a:pt x="36512" y="186689"/>
                </a:moveTo>
                <a:lnTo>
                  <a:pt x="32969" y="186689"/>
                </a:lnTo>
                <a:lnTo>
                  <a:pt x="37287" y="180339"/>
                </a:lnTo>
                <a:lnTo>
                  <a:pt x="37071" y="180339"/>
                </a:lnTo>
                <a:lnTo>
                  <a:pt x="36855" y="167639"/>
                </a:lnTo>
                <a:lnTo>
                  <a:pt x="37058" y="167639"/>
                </a:lnTo>
                <a:lnTo>
                  <a:pt x="30238" y="160020"/>
                </a:lnTo>
                <a:lnTo>
                  <a:pt x="30848" y="160020"/>
                </a:lnTo>
                <a:lnTo>
                  <a:pt x="25793" y="157479"/>
                </a:lnTo>
                <a:lnTo>
                  <a:pt x="118706" y="157479"/>
                </a:lnTo>
                <a:lnTo>
                  <a:pt x="115671" y="158750"/>
                </a:lnTo>
                <a:lnTo>
                  <a:pt x="114655" y="160020"/>
                </a:lnTo>
                <a:lnTo>
                  <a:pt x="107962" y="163829"/>
                </a:lnTo>
                <a:lnTo>
                  <a:pt x="106908" y="163829"/>
                </a:lnTo>
                <a:lnTo>
                  <a:pt x="99542" y="166370"/>
                </a:lnTo>
                <a:lnTo>
                  <a:pt x="98755" y="167639"/>
                </a:lnTo>
                <a:lnTo>
                  <a:pt x="90297" y="170179"/>
                </a:lnTo>
                <a:lnTo>
                  <a:pt x="81699" y="173989"/>
                </a:lnTo>
                <a:lnTo>
                  <a:pt x="64681" y="179070"/>
                </a:lnTo>
                <a:lnTo>
                  <a:pt x="49263" y="182879"/>
                </a:lnTo>
                <a:lnTo>
                  <a:pt x="49390" y="182879"/>
                </a:lnTo>
                <a:lnTo>
                  <a:pt x="36512" y="186689"/>
                </a:lnTo>
                <a:close/>
              </a:path>
              <a:path w="184785" h="668020">
                <a:moveTo>
                  <a:pt x="37058" y="167639"/>
                </a:moveTo>
                <a:lnTo>
                  <a:pt x="1269" y="167639"/>
                </a:lnTo>
                <a:lnTo>
                  <a:pt x="2362" y="165100"/>
                </a:lnTo>
                <a:lnTo>
                  <a:pt x="3810" y="162560"/>
                </a:lnTo>
                <a:lnTo>
                  <a:pt x="5587" y="160020"/>
                </a:lnTo>
                <a:lnTo>
                  <a:pt x="30238" y="160020"/>
                </a:lnTo>
                <a:lnTo>
                  <a:pt x="37058" y="167639"/>
                </a:lnTo>
                <a:close/>
              </a:path>
              <a:path w="184785" h="668020">
                <a:moveTo>
                  <a:pt x="125183" y="199389"/>
                </a:moveTo>
                <a:lnTo>
                  <a:pt x="120942" y="196850"/>
                </a:lnTo>
                <a:lnTo>
                  <a:pt x="121793" y="196850"/>
                </a:lnTo>
                <a:lnTo>
                  <a:pt x="117424" y="195579"/>
                </a:lnTo>
                <a:lnTo>
                  <a:pt x="118287" y="195579"/>
                </a:lnTo>
                <a:lnTo>
                  <a:pt x="113817" y="194310"/>
                </a:lnTo>
                <a:lnTo>
                  <a:pt x="114668" y="194310"/>
                </a:lnTo>
                <a:lnTo>
                  <a:pt x="110134" y="193039"/>
                </a:lnTo>
                <a:lnTo>
                  <a:pt x="111328" y="193039"/>
                </a:lnTo>
                <a:lnTo>
                  <a:pt x="108902" y="191770"/>
                </a:lnTo>
                <a:lnTo>
                  <a:pt x="104317" y="191770"/>
                </a:lnTo>
                <a:lnTo>
                  <a:pt x="97447" y="190500"/>
                </a:lnTo>
                <a:lnTo>
                  <a:pt x="8305" y="190500"/>
                </a:lnTo>
                <a:lnTo>
                  <a:pt x="6134" y="189229"/>
                </a:lnTo>
                <a:lnTo>
                  <a:pt x="4241" y="186689"/>
                </a:lnTo>
                <a:lnTo>
                  <a:pt x="2679" y="184150"/>
                </a:lnTo>
                <a:lnTo>
                  <a:pt x="1485" y="181610"/>
                </a:lnTo>
                <a:lnTo>
                  <a:pt x="1269" y="181610"/>
                </a:lnTo>
                <a:lnTo>
                  <a:pt x="355" y="177800"/>
                </a:lnTo>
                <a:lnTo>
                  <a:pt x="184" y="176529"/>
                </a:lnTo>
                <a:lnTo>
                  <a:pt x="93" y="173989"/>
                </a:lnTo>
                <a:lnTo>
                  <a:pt x="254" y="171450"/>
                </a:lnTo>
                <a:lnTo>
                  <a:pt x="1054" y="167639"/>
                </a:lnTo>
                <a:lnTo>
                  <a:pt x="36855" y="167639"/>
                </a:lnTo>
                <a:lnTo>
                  <a:pt x="37071" y="180339"/>
                </a:lnTo>
                <a:lnTo>
                  <a:pt x="37287" y="180339"/>
                </a:lnTo>
                <a:lnTo>
                  <a:pt x="32969" y="186689"/>
                </a:lnTo>
                <a:lnTo>
                  <a:pt x="33604" y="186689"/>
                </a:lnTo>
                <a:lnTo>
                  <a:pt x="29438" y="189229"/>
                </a:lnTo>
                <a:lnTo>
                  <a:pt x="170840" y="189229"/>
                </a:lnTo>
                <a:lnTo>
                  <a:pt x="173431" y="191770"/>
                </a:lnTo>
                <a:lnTo>
                  <a:pt x="174320" y="193039"/>
                </a:lnTo>
                <a:lnTo>
                  <a:pt x="176580" y="196850"/>
                </a:lnTo>
                <a:lnTo>
                  <a:pt x="176999" y="198120"/>
                </a:lnTo>
                <a:lnTo>
                  <a:pt x="124320" y="198120"/>
                </a:lnTo>
                <a:lnTo>
                  <a:pt x="125183" y="199389"/>
                </a:lnTo>
                <a:close/>
              </a:path>
              <a:path w="184785" h="668020">
                <a:moveTo>
                  <a:pt x="29524" y="189185"/>
                </a:moveTo>
                <a:lnTo>
                  <a:pt x="33604" y="186689"/>
                </a:lnTo>
                <a:lnTo>
                  <a:pt x="37172" y="186689"/>
                </a:lnTo>
                <a:lnTo>
                  <a:pt x="32156" y="187960"/>
                </a:lnTo>
                <a:lnTo>
                  <a:pt x="31876" y="187960"/>
                </a:lnTo>
                <a:lnTo>
                  <a:pt x="29524" y="189185"/>
                </a:lnTo>
                <a:close/>
              </a:path>
              <a:path w="184785" h="668020">
                <a:moveTo>
                  <a:pt x="29473" y="189218"/>
                </a:moveTo>
                <a:lnTo>
                  <a:pt x="31876" y="187960"/>
                </a:lnTo>
                <a:lnTo>
                  <a:pt x="33248" y="187960"/>
                </a:lnTo>
                <a:lnTo>
                  <a:pt x="29473" y="189218"/>
                </a:lnTo>
                <a:close/>
              </a:path>
              <a:path w="184785" h="668020">
                <a:moveTo>
                  <a:pt x="29451" y="189229"/>
                </a:moveTo>
                <a:close/>
              </a:path>
              <a:path w="184785" h="668020">
                <a:moveTo>
                  <a:pt x="60134" y="193039"/>
                </a:moveTo>
                <a:lnTo>
                  <a:pt x="11366" y="193039"/>
                </a:lnTo>
                <a:lnTo>
                  <a:pt x="8928" y="190500"/>
                </a:lnTo>
                <a:lnTo>
                  <a:pt x="91605" y="190500"/>
                </a:lnTo>
                <a:lnTo>
                  <a:pt x="83705" y="191770"/>
                </a:lnTo>
                <a:lnTo>
                  <a:pt x="76479" y="191770"/>
                </a:lnTo>
                <a:lnTo>
                  <a:pt x="60134" y="193039"/>
                </a:lnTo>
                <a:close/>
              </a:path>
              <a:path w="184785" h="668020">
                <a:moveTo>
                  <a:pt x="110210" y="193039"/>
                </a:moveTo>
                <a:lnTo>
                  <a:pt x="107518" y="191770"/>
                </a:lnTo>
                <a:lnTo>
                  <a:pt x="108902" y="191770"/>
                </a:lnTo>
                <a:lnTo>
                  <a:pt x="110210" y="193039"/>
                </a:lnTo>
                <a:close/>
              </a:path>
              <a:path w="184785" h="668020">
                <a:moveTo>
                  <a:pt x="32207" y="195579"/>
                </a:moveTo>
                <a:lnTo>
                  <a:pt x="21310" y="195579"/>
                </a:lnTo>
                <a:lnTo>
                  <a:pt x="19138" y="194310"/>
                </a:lnTo>
                <a:lnTo>
                  <a:pt x="14986" y="194310"/>
                </a:lnTo>
                <a:lnTo>
                  <a:pt x="13982" y="193039"/>
                </a:lnTo>
                <a:lnTo>
                  <a:pt x="60350" y="193039"/>
                </a:lnTo>
                <a:lnTo>
                  <a:pt x="44831" y="194310"/>
                </a:lnTo>
                <a:lnTo>
                  <a:pt x="32207" y="195579"/>
                </a:lnTo>
                <a:close/>
              </a:path>
              <a:path w="184785" h="668020">
                <a:moveTo>
                  <a:pt x="134226" y="205739"/>
                </a:moveTo>
                <a:lnTo>
                  <a:pt x="130530" y="203200"/>
                </a:lnTo>
                <a:lnTo>
                  <a:pt x="131432" y="203200"/>
                </a:lnTo>
                <a:lnTo>
                  <a:pt x="127520" y="200660"/>
                </a:lnTo>
                <a:lnTo>
                  <a:pt x="128409" y="200660"/>
                </a:lnTo>
                <a:lnTo>
                  <a:pt x="124320" y="198120"/>
                </a:lnTo>
                <a:lnTo>
                  <a:pt x="176999" y="198120"/>
                </a:lnTo>
                <a:lnTo>
                  <a:pt x="177419" y="199389"/>
                </a:lnTo>
                <a:lnTo>
                  <a:pt x="179298" y="203200"/>
                </a:lnTo>
                <a:lnTo>
                  <a:pt x="180035" y="204470"/>
                </a:lnTo>
                <a:lnTo>
                  <a:pt x="133324" y="204470"/>
                </a:lnTo>
                <a:lnTo>
                  <a:pt x="134226" y="205739"/>
                </a:lnTo>
                <a:close/>
              </a:path>
              <a:path w="184785" h="668020">
                <a:moveTo>
                  <a:pt x="136779" y="208279"/>
                </a:moveTo>
                <a:lnTo>
                  <a:pt x="133324" y="204470"/>
                </a:lnTo>
                <a:lnTo>
                  <a:pt x="180035" y="204470"/>
                </a:lnTo>
                <a:lnTo>
                  <a:pt x="181025" y="207010"/>
                </a:lnTo>
                <a:lnTo>
                  <a:pt x="135851" y="207010"/>
                </a:lnTo>
                <a:lnTo>
                  <a:pt x="136779" y="208279"/>
                </a:lnTo>
                <a:close/>
              </a:path>
              <a:path w="184785" h="668020">
                <a:moveTo>
                  <a:pt x="140886" y="211961"/>
                </a:moveTo>
                <a:lnTo>
                  <a:pt x="138125" y="209550"/>
                </a:lnTo>
                <a:lnTo>
                  <a:pt x="139052" y="209550"/>
                </a:lnTo>
                <a:lnTo>
                  <a:pt x="135851" y="207010"/>
                </a:lnTo>
                <a:lnTo>
                  <a:pt x="181025" y="207010"/>
                </a:lnTo>
                <a:lnTo>
                  <a:pt x="181521" y="208279"/>
                </a:lnTo>
                <a:lnTo>
                  <a:pt x="182130" y="210820"/>
                </a:lnTo>
                <a:lnTo>
                  <a:pt x="140106" y="210820"/>
                </a:lnTo>
                <a:lnTo>
                  <a:pt x="140886" y="211961"/>
                </a:lnTo>
                <a:close/>
              </a:path>
              <a:path w="184785" h="668020">
                <a:moveTo>
                  <a:pt x="141033" y="212089"/>
                </a:moveTo>
                <a:lnTo>
                  <a:pt x="140886" y="211961"/>
                </a:lnTo>
                <a:lnTo>
                  <a:pt x="140106" y="210820"/>
                </a:lnTo>
                <a:lnTo>
                  <a:pt x="141033" y="212089"/>
                </a:lnTo>
                <a:close/>
              </a:path>
              <a:path w="184785" h="668020">
                <a:moveTo>
                  <a:pt x="182482" y="212089"/>
                </a:moveTo>
                <a:lnTo>
                  <a:pt x="141033" y="212089"/>
                </a:lnTo>
                <a:lnTo>
                  <a:pt x="140106" y="210820"/>
                </a:lnTo>
                <a:lnTo>
                  <a:pt x="182130" y="210820"/>
                </a:lnTo>
                <a:lnTo>
                  <a:pt x="182482" y="212089"/>
                </a:lnTo>
                <a:close/>
              </a:path>
              <a:path w="184785" h="668020">
                <a:moveTo>
                  <a:pt x="183184" y="214629"/>
                </a:moveTo>
                <a:lnTo>
                  <a:pt x="142709" y="214629"/>
                </a:lnTo>
                <a:lnTo>
                  <a:pt x="140886" y="211961"/>
                </a:lnTo>
                <a:lnTo>
                  <a:pt x="141033" y="212089"/>
                </a:lnTo>
                <a:lnTo>
                  <a:pt x="182482" y="212089"/>
                </a:lnTo>
                <a:lnTo>
                  <a:pt x="183184" y="214629"/>
                </a:lnTo>
                <a:close/>
              </a:path>
              <a:path w="184785" h="668020">
                <a:moveTo>
                  <a:pt x="145846" y="222250"/>
                </a:moveTo>
                <a:lnTo>
                  <a:pt x="144360" y="217170"/>
                </a:lnTo>
                <a:lnTo>
                  <a:pt x="144056" y="217170"/>
                </a:lnTo>
                <a:lnTo>
                  <a:pt x="141808" y="213360"/>
                </a:lnTo>
                <a:lnTo>
                  <a:pt x="142709" y="214629"/>
                </a:lnTo>
                <a:lnTo>
                  <a:pt x="183184" y="214629"/>
                </a:lnTo>
                <a:lnTo>
                  <a:pt x="183603" y="215900"/>
                </a:lnTo>
                <a:lnTo>
                  <a:pt x="184061" y="219710"/>
                </a:lnTo>
                <a:lnTo>
                  <a:pt x="145249" y="219710"/>
                </a:lnTo>
                <a:lnTo>
                  <a:pt x="145846" y="222250"/>
                </a:lnTo>
                <a:close/>
              </a:path>
              <a:path w="184785" h="668020">
                <a:moveTo>
                  <a:pt x="145097" y="219710"/>
                </a:moveTo>
                <a:lnTo>
                  <a:pt x="143217" y="215900"/>
                </a:lnTo>
                <a:lnTo>
                  <a:pt x="144056" y="217170"/>
                </a:lnTo>
                <a:lnTo>
                  <a:pt x="144360" y="217170"/>
                </a:lnTo>
                <a:lnTo>
                  <a:pt x="145097" y="219710"/>
                </a:lnTo>
                <a:close/>
              </a:path>
              <a:path w="184785" h="668020">
                <a:moveTo>
                  <a:pt x="184451" y="223520"/>
                </a:moveTo>
                <a:lnTo>
                  <a:pt x="146316" y="223520"/>
                </a:lnTo>
                <a:lnTo>
                  <a:pt x="145249" y="219710"/>
                </a:lnTo>
                <a:lnTo>
                  <a:pt x="184061" y="219710"/>
                </a:lnTo>
                <a:lnTo>
                  <a:pt x="184213" y="220979"/>
                </a:lnTo>
                <a:lnTo>
                  <a:pt x="184404" y="222250"/>
                </a:lnTo>
                <a:lnTo>
                  <a:pt x="184451" y="223520"/>
                </a:lnTo>
                <a:close/>
              </a:path>
              <a:path w="184785" h="668020">
                <a:moveTo>
                  <a:pt x="184546" y="226060"/>
                </a:moveTo>
                <a:lnTo>
                  <a:pt x="146519" y="226060"/>
                </a:lnTo>
                <a:lnTo>
                  <a:pt x="146329" y="224789"/>
                </a:lnTo>
                <a:lnTo>
                  <a:pt x="145897" y="222250"/>
                </a:lnTo>
                <a:lnTo>
                  <a:pt x="146316" y="223520"/>
                </a:lnTo>
                <a:lnTo>
                  <a:pt x="184451" y="223520"/>
                </a:lnTo>
                <a:lnTo>
                  <a:pt x="184546" y="226060"/>
                </a:lnTo>
                <a:close/>
              </a:path>
              <a:path w="184785" h="668020">
                <a:moveTo>
                  <a:pt x="146336" y="224939"/>
                </a:moveTo>
                <a:lnTo>
                  <a:pt x="146312" y="224789"/>
                </a:lnTo>
                <a:lnTo>
                  <a:pt x="146336" y="224939"/>
                </a:lnTo>
                <a:close/>
              </a:path>
              <a:path w="184785" h="668020">
                <a:moveTo>
                  <a:pt x="146519" y="226060"/>
                </a:moveTo>
                <a:lnTo>
                  <a:pt x="146336" y="224939"/>
                </a:lnTo>
                <a:lnTo>
                  <a:pt x="146329" y="224789"/>
                </a:lnTo>
                <a:lnTo>
                  <a:pt x="146519" y="226060"/>
                </a:lnTo>
                <a:close/>
              </a:path>
              <a:path w="184785" h="668020">
                <a:moveTo>
                  <a:pt x="184594" y="228600"/>
                </a:moveTo>
                <a:lnTo>
                  <a:pt x="146519" y="228600"/>
                </a:lnTo>
                <a:lnTo>
                  <a:pt x="146519" y="227329"/>
                </a:lnTo>
                <a:lnTo>
                  <a:pt x="146336" y="224939"/>
                </a:lnTo>
                <a:lnTo>
                  <a:pt x="146519" y="226060"/>
                </a:lnTo>
                <a:lnTo>
                  <a:pt x="184546" y="226060"/>
                </a:lnTo>
                <a:lnTo>
                  <a:pt x="184594" y="228600"/>
                </a:lnTo>
                <a:close/>
              </a:path>
              <a:path w="184785" h="668020">
                <a:moveTo>
                  <a:pt x="146493" y="228077"/>
                </a:moveTo>
                <a:lnTo>
                  <a:pt x="146456" y="227329"/>
                </a:lnTo>
                <a:lnTo>
                  <a:pt x="146493" y="228077"/>
                </a:lnTo>
                <a:close/>
              </a:path>
              <a:path w="184785" h="668020">
                <a:moveTo>
                  <a:pt x="184461" y="232410"/>
                </a:moveTo>
                <a:lnTo>
                  <a:pt x="146342" y="232410"/>
                </a:lnTo>
                <a:lnTo>
                  <a:pt x="146418" y="231139"/>
                </a:lnTo>
                <a:lnTo>
                  <a:pt x="146493" y="228077"/>
                </a:lnTo>
                <a:lnTo>
                  <a:pt x="146519" y="228600"/>
                </a:lnTo>
                <a:lnTo>
                  <a:pt x="184594" y="228600"/>
                </a:lnTo>
                <a:lnTo>
                  <a:pt x="184461" y="232410"/>
                </a:lnTo>
                <a:close/>
              </a:path>
              <a:path w="184785" h="668020">
                <a:moveTo>
                  <a:pt x="146370" y="231593"/>
                </a:moveTo>
                <a:lnTo>
                  <a:pt x="146386" y="231139"/>
                </a:lnTo>
                <a:lnTo>
                  <a:pt x="146370" y="231593"/>
                </a:lnTo>
                <a:close/>
              </a:path>
              <a:path w="184785" h="668020">
                <a:moveTo>
                  <a:pt x="184203" y="236220"/>
                </a:moveTo>
                <a:lnTo>
                  <a:pt x="145884" y="236220"/>
                </a:lnTo>
                <a:lnTo>
                  <a:pt x="146370" y="231593"/>
                </a:lnTo>
                <a:lnTo>
                  <a:pt x="146342" y="232410"/>
                </a:lnTo>
                <a:lnTo>
                  <a:pt x="184461" y="232410"/>
                </a:lnTo>
                <a:lnTo>
                  <a:pt x="184340" y="234950"/>
                </a:lnTo>
                <a:lnTo>
                  <a:pt x="184203" y="236220"/>
                </a:lnTo>
                <a:close/>
              </a:path>
              <a:path w="184785" h="668020">
                <a:moveTo>
                  <a:pt x="183654" y="241300"/>
                </a:moveTo>
                <a:lnTo>
                  <a:pt x="145110" y="241300"/>
                </a:lnTo>
                <a:lnTo>
                  <a:pt x="146011" y="234950"/>
                </a:lnTo>
                <a:lnTo>
                  <a:pt x="145884" y="236220"/>
                </a:lnTo>
                <a:lnTo>
                  <a:pt x="184203" y="236220"/>
                </a:lnTo>
                <a:lnTo>
                  <a:pt x="183654" y="241300"/>
                </a:lnTo>
                <a:close/>
              </a:path>
              <a:path w="184785" h="668020">
                <a:moveTo>
                  <a:pt x="182943" y="246379"/>
                </a:moveTo>
                <a:lnTo>
                  <a:pt x="144030" y="246379"/>
                </a:lnTo>
                <a:lnTo>
                  <a:pt x="145275" y="240029"/>
                </a:lnTo>
                <a:lnTo>
                  <a:pt x="145110" y="241300"/>
                </a:lnTo>
                <a:lnTo>
                  <a:pt x="183654" y="241300"/>
                </a:lnTo>
                <a:lnTo>
                  <a:pt x="182943" y="246379"/>
                </a:lnTo>
                <a:close/>
              </a:path>
              <a:path w="184785" h="668020">
                <a:moveTo>
                  <a:pt x="180444" y="257810"/>
                </a:moveTo>
                <a:lnTo>
                  <a:pt x="140969" y="257810"/>
                </a:lnTo>
                <a:lnTo>
                  <a:pt x="142875" y="251460"/>
                </a:lnTo>
                <a:lnTo>
                  <a:pt x="142646" y="251460"/>
                </a:lnTo>
                <a:lnTo>
                  <a:pt x="144233" y="245110"/>
                </a:lnTo>
                <a:lnTo>
                  <a:pt x="144030" y="246379"/>
                </a:lnTo>
                <a:lnTo>
                  <a:pt x="182943" y="246379"/>
                </a:lnTo>
                <a:lnTo>
                  <a:pt x="182765" y="247650"/>
                </a:lnTo>
                <a:lnTo>
                  <a:pt x="182600" y="247650"/>
                </a:lnTo>
                <a:lnTo>
                  <a:pt x="181356" y="254000"/>
                </a:lnTo>
                <a:lnTo>
                  <a:pt x="181165" y="255270"/>
                </a:lnTo>
                <a:lnTo>
                  <a:pt x="180444" y="257810"/>
                </a:lnTo>
                <a:close/>
              </a:path>
              <a:path w="184785" h="668020">
                <a:moveTo>
                  <a:pt x="178981" y="262889"/>
                </a:moveTo>
                <a:lnTo>
                  <a:pt x="139001" y="262889"/>
                </a:lnTo>
                <a:lnTo>
                  <a:pt x="141224" y="256539"/>
                </a:lnTo>
                <a:lnTo>
                  <a:pt x="140969" y="257810"/>
                </a:lnTo>
                <a:lnTo>
                  <a:pt x="180444" y="257810"/>
                </a:lnTo>
                <a:lnTo>
                  <a:pt x="179362" y="261620"/>
                </a:lnTo>
                <a:lnTo>
                  <a:pt x="178981" y="262889"/>
                </a:lnTo>
                <a:close/>
              </a:path>
              <a:path w="184785" h="668020">
                <a:moveTo>
                  <a:pt x="172123" y="283210"/>
                </a:moveTo>
                <a:lnTo>
                  <a:pt x="128765" y="283210"/>
                </a:lnTo>
                <a:lnTo>
                  <a:pt x="132181" y="278129"/>
                </a:lnTo>
                <a:lnTo>
                  <a:pt x="131622" y="278129"/>
                </a:lnTo>
                <a:lnTo>
                  <a:pt x="134759" y="273050"/>
                </a:lnTo>
                <a:lnTo>
                  <a:pt x="134315" y="273050"/>
                </a:lnTo>
                <a:lnTo>
                  <a:pt x="137147" y="267970"/>
                </a:lnTo>
                <a:lnTo>
                  <a:pt x="136779" y="267970"/>
                </a:lnTo>
                <a:lnTo>
                  <a:pt x="139306" y="261620"/>
                </a:lnTo>
                <a:lnTo>
                  <a:pt x="139001" y="262889"/>
                </a:lnTo>
                <a:lnTo>
                  <a:pt x="178981" y="262889"/>
                </a:lnTo>
                <a:lnTo>
                  <a:pt x="177457" y="267970"/>
                </a:lnTo>
                <a:lnTo>
                  <a:pt x="177190" y="269239"/>
                </a:lnTo>
                <a:lnTo>
                  <a:pt x="174967" y="275589"/>
                </a:lnTo>
                <a:lnTo>
                  <a:pt x="172123" y="283210"/>
                </a:lnTo>
                <a:close/>
              </a:path>
              <a:path w="184785" h="668020">
                <a:moveTo>
                  <a:pt x="119672" y="294577"/>
                </a:moveTo>
                <a:lnTo>
                  <a:pt x="123088" y="290450"/>
                </a:lnTo>
                <a:lnTo>
                  <a:pt x="126644" y="287020"/>
                </a:lnTo>
                <a:lnTo>
                  <a:pt x="125768" y="287020"/>
                </a:lnTo>
                <a:lnTo>
                  <a:pt x="129451" y="281939"/>
                </a:lnTo>
                <a:lnTo>
                  <a:pt x="128765" y="283210"/>
                </a:lnTo>
                <a:lnTo>
                  <a:pt x="171754" y="283210"/>
                </a:lnTo>
                <a:lnTo>
                  <a:pt x="168922" y="289560"/>
                </a:lnTo>
                <a:lnTo>
                  <a:pt x="168478" y="290829"/>
                </a:lnTo>
                <a:lnTo>
                  <a:pt x="166916" y="293370"/>
                </a:lnTo>
                <a:lnTo>
                  <a:pt x="121081" y="293370"/>
                </a:lnTo>
                <a:lnTo>
                  <a:pt x="119672" y="294577"/>
                </a:lnTo>
                <a:close/>
              </a:path>
              <a:path w="184785" h="668020">
                <a:moveTo>
                  <a:pt x="122694" y="290829"/>
                </a:moveTo>
                <a:lnTo>
                  <a:pt x="123825" y="289560"/>
                </a:lnTo>
                <a:lnTo>
                  <a:pt x="123088" y="290450"/>
                </a:lnTo>
                <a:lnTo>
                  <a:pt x="122694" y="290829"/>
                </a:lnTo>
                <a:close/>
              </a:path>
              <a:path w="184785" h="668020">
                <a:moveTo>
                  <a:pt x="119621" y="294639"/>
                </a:moveTo>
                <a:lnTo>
                  <a:pt x="121081" y="293370"/>
                </a:lnTo>
                <a:lnTo>
                  <a:pt x="119621" y="294639"/>
                </a:lnTo>
                <a:close/>
              </a:path>
              <a:path w="184785" h="668020">
                <a:moveTo>
                  <a:pt x="166135" y="294639"/>
                </a:moveTo>
                <a:lnTo>
                  <a:pt x="119621" y="294639"/>
                </a:lnTo>
                <a:lnTo>
                  <a:pt x="121081" y="293370"/>
                </a:lnTo>
                <a:lnTo>
                  <a:pt x="166916" y="293370"/>
                </a:lnTo>
                <a:lnTo>
                  <a:pt x="166135" y="294639"/>
                </a:lnTo>
                <a:close/>
              </a:path>
              <a:path w="184785" h="668020">
                <a:moveTo>
                  <a:pt x="117820" y="296165"/>
                </a:moveTo>
                <a:lnTo>
                  <a:pt x="119672" y="294577"/>
                </a:lnTo>
                <a:lnTo>
                  <a:pt x="166135" y="294639"/>
                </a:lnTo>
                <a:lnTo>
                  <a:pt x="165354" y="295910"/>
                </a:lnTo>
                <a:lnTo>
                  <a:pt x="118313" y="295910"/>
                </a:lnTo>
                <a:lnTo>
                  <a:pt x="117820" y="296165"/>
                </a:lnTo>
                <a:close/>
              </a:path>
              <a:path w="184785" h="668020">
                <a:moveTo>
                  <a:pt x="115862" y="297179"/>
                </a:moveTo>
                <a:lnTo>
                  <a:pt x="114515" y="297179"/>
                </a:lnTo>
                <a:lnTo>
                  <a:pt x="117309" y="295910"/>
                </a:lnTo>
                <a:lnTo>
                  <a:pt x="115862" y="297179"/>
                </a:lnTo>
                <a:close/>
              </a:path>
              <a:path w="184785" h="668020">
                <a:moveTo>
                  <a:pt x="116636" y="297179"/>
                </a:moveTo>
                <a:lnTo>
                  <a:pt x="117820" y="296165"/>
                </a:lnTo>
                <a:lnTo>
                  <a:pt x="118313" y="295910"/>
                </a:lnTo>
                <a:lnTo>
                  <a:pt x="116636" y="297179"/>
                </a:lnTo>
                <a:close/>
              </a:path>
              <a:path w="184785" h="668020">
                <a:moveTo>
                  <a:pt x="161391" y="303529"/>
                </a:moveTo>
                <a:lnTo>
                  <a:pt x="89217" y="303529"/>
                </a:lnTo>
                <a:lnTo>
                  <a:pt x="98031" y="302260"/>
                </a:lnTo>
                <a:lnTo>
                  <a:pt x="97104" y="302260"/>
                </a:lnTo>
                <a:lnTo>
                  <a:pt x="105359" y="300989"/>
                </a:lnTo>
                <a:lnTo>
                  <a:pt x="104457" y="300989"/>
                </a:lnTo>
                <a:lnTo>
                  <a:pt x="108305" y="299720"/>
                </a:lnTo>
                <a:lnTo>
                  <a:pt x="110312" y="299720"/>
                </a:lnTo>
                <a:lnTo>
                  <a:pt x="113690" y="298450"/>
                </a:lnTo>
                <a:lnTo>
                  <a:pt x="112649" y="298450"/>
                </a:lnTo>
                <a:lnTo>
                  <a:pt x="115747" y="297179"/>
                </a:lnTo>
                <a:lnTo>
                  <a:pt x="116636" y="297179"/>
                </a:lnTo>
                <a:lnTo>
                  <a:pt x="118313" y="295910"/>
                </a:lnTo>
                <a:lnTo>
                  <a:pt x="165354" y="295910"/>
                </a:lnTo>
                <a:lnTo>
                  <a:pt x="164795" y="297179"/>
                </a:lnTo>
                <a:lnTo>
                  <a:pt x="161391" y="303529"/>
                </a:lnTo>
                <a:close/>
              </a:path>
              <a:path w="184785" h="668020">
                <a:moveTo>
                  <a:pt x="116636" y="297179"/>
                </a:moveTo>
                <a:lnTo>
                  <a:pt x="115862" y="297179"/>
                </a:lnTo>
                <a:lnTo>
                  <a:pt x="117820" y="296165"/>
                </a:lnTo>
                <a:lnTo>
                  <a:pt x="116636" y="297179"/>
                </a:lnTo>
                <a:close/>
              </a:path>
              <a:path w="184785" h="668020">
                <a:moveTo>
                  <a:pt x="110312" y="299720"/>
                </a:moveTo>
                <a:lnTo>
                  <a:pt x="107568" y="299720"/>
                </a:lnTo>
                <a:lnTo>
                  <a:pt x="111188" y="298450"/>
                </a:lnTo>
                <a:lnTo>
                  <a:pt x="110312" y="299720"/>
                </a:lnTo>
                <a:close/>
              </a:path>
              <a:path w="184785" h="668020">
                <a:moveTo>
                  <a:pt x="35763" y="321310"/>
                </a:moveTo>
                <a:lnTo>
                  <a:pt x="2717" y="321310"/>
                </a:lnTo>
                <a:lnTo>
                  <a:pt x="4178" y="318770"/>
                </a:lnTo>
                <a:lnTo>
                  <a:pt x="5930" y="317500"/>
                </a:lnTo>
                <a:lnTo>
                  <a:pt x="7937" y="314960"/>
                </a:lnTo>
                <a:lnTo>
                  <a:pt x="10172" y="313689"/>
                </a:lnTo>
                <a:lnTo>
                  <a:pt x="10896" y="313689"/>
                </a:lnTo>
                <a:lnTo>
                  <a:pt x="13119" y="312420"/>
                </a:lnTo>
                <a:lnTo>
                  <a:pt x="15455" y="311150"/>
                </a:lnTo>
                <a:lnTo>
                  <a:pt x="18199" y="311150"/>
                </a:lnTo>
                <a:lnTo>
                  <a:pt x="20269" y="309879"/>
                </a:lnTo>
                <a:lnTo>
                  <a:pt x="31457" y="309879"/>
                </a:lnTo>
                <a:lnTo>
                  <a:pt x="46037" y="308610"/>
                </a:lnTo>
                <a:lnTo>
                  <a:pt x="63385" y="307339"/>
                </a:lnTo>
                <a:lnTo>
                  <a:pt x="63042" y="307339"/>
                </a:lnTo>
                <a:lnTo>
                  <a:pt x="72301" y="306070"/>
                </a:lnTo>
                <a:lnTo>
                  <a:pt x="71920" y="306070"/>
                </a:lnTo>
                <a:lnTo>
                  <a:pt x="81241" y="304800"/>
                </a:lnTo>
                <a:lnTo>
                  <a:pt x="80721" y="304800"/>
                </a:lnTo>
                <a:lnTo>
                  <a:pt x="89903" y="303529"/>
                </a:lnTo>
                <a:lnTo>
                  <a:pt x="160705" y="303529"/>
                </a:lnTo>
                <a:lnTo>
                  <a:pt x="157022" y="309879"/>
                </a:lnTo>
                <a:lnTo>
                  <a:pt x="156146" y="311150"/>
                </a:lnTo>
                <a:lnTo>
                  <a:pt x="154829" y="312420"/>
                </a:lnTo>
                <a:lnTo>
                  <a:pt x="23545" y="312420"/>
                </a:lnTo>
                <a:lnTo>
                  <a:pt x="28384" y="314960"/>
                </a:lnTo>
                <a:lnTo>
                  <a:pt x="29011" y="314960"/>
                </a:lnTo>
                <a:lnTo>
                  <a:pt x="35763" y="321310"/>
                </a:lnTo>
                <a:close/>
              </a:path>
              <a:path w="184785" h="668020">
                <a:moveTo>
                  <a:pt x="28384" y="314960"/>
                </a:moveTo>
                <a:lnTo>
                  <a:pt x="23545" y="312420"/>
                </a:lnTo>
                <a:lnTo>
                  <a:pt x="26288" y="313689"/>
                </a:lnTo>
                <a:lnTo>
                  <a:pt x="27660" y="313689"/>
                </a:lnTo>
                <a:lnTo>
                  <a:pt x="28384" y="314960"/>
                </a:lnTo>
                <a:close/>
              </a:path>
              <a:path w="184785" h="668020">
                <a:moveTo>
                  <a:pt x="141304" y="326080"/>
                </a:moveTo>
                <a:lnTo>
                  <a:pt x="138709" y="323850"/>
                </a:lnTo>
                <a:lnTo>
                  <a:pt x="136918" y="323850"/>
                </a:lnTo>
                <a:lnTo>
                  <a:pt x="134454" y="322579"/>
                </a:lnTo>
                <a:lnTo>
                  <a:pt x="132994" y="321310"/>
                </a:lnTo>
                <a:lnTo>
                  <a:pt x="130213" y="320039"/>
                </a:lnTo>
                <a:lnTo>
                  <a:pt x="129031" y="320039"/>
                </a:lnTo>
                <a:lnTo>
                  <a:pt x="125933" y="318770"/>
                </a:lnTo>
                <a:lnTo>
                  <a:pt x="121615" y="318770"/>
                </a:lnTo>
                <a:lnTo>
                  <a:pt x="120497" y="317500"/>
                </a:lnTo>
                <a:lnTo>
                  <a:pt x="113030" y="316229"/>
                </a:lnTo>
                <a:lnTo>
                  <a:pt x="111937" y="316229"/>
                </a:lnTo>
                <a:lnTo>
                  <a:pt x="102908" y="314960"/>
                </a:lnTo>
                <a:lnTo>
                  <a:pt x="94081" y="314960"/>
                </a:lnTo>
                <a:lnTo>
                  <a:pt x="84340" y="313689"/>
                </a:lnTo>
                <a:lnTo>
                  <a:pt x="26288" y="313689"/>
                </a:lnTo>
                <a:lnTo>
                  <a:pt x="23545" y="312420"/>
                </a:lnTo>
                <a:lnTo>
                  <a:pt x="154829" y="312420"/>
                </a:lnTo>
                <a:lnTo>
                  <a:pt x="152196" y="314960"/>
                </a:lnTo>
                <a:lnTo>
                  <a:pt x="151066" y="316229"/>
                </a:lnTo>
                <a:lnTo>
                  <a:pt x="146862" y="321310"/>
                </a:lnTo>
                <a:lnTo>
                  <a:pt x="141304" y="326080"/>
                </a:lnTo>
                <a:close/>
              </a:path>
              <a:path w="184785" h="668020">
                <a:moveTo>
                  <a:pt x="29011" y="314960"/>
                </a:moveTo>
                <a:lnTo>
                  <a:pt x="28384" y="314960"/>
                </a:lnTo>
                <a:lnTo>
                  <a:pt x="27660" y="313689"/>
                </a:lnTo>
                <a:lnTo>
                  <a:pt x="29011" y="314960"/>
                </a:lnTo>
                <a:close/>
              </a:path>
              <a:path w="184785" h="668020">
                <a:moveTo>
                  <a:pt x="105613" y="340360"/>
                </a:moveTo>
                <a:lnTo>
                  <a:pt x="35648" y="340360"/>
                </a:lnTo>
                <a:lnTo>
                  <a:pt x="35521" y="321310"/>
                </a:lnTo>
                <a:lnTo>
                  <a:pt x="35763" y="321310"/>
                </a:lnTo>
                <a:lnTo>
                  <a:pt x="27660" y="313689"/>
                </a:lnTo>
                <a:lnTo>
                  <a:pt x="84340" y="313689"/>
                </a:lnTo>
                <a:lnTo>
                  <a:pt x="94081" y="314960"/>
                </a:lnTo>
                <a:lnTo>
                  <a:pt x="102908" y="314960"/>
                </a:lnTo>
                <a:lnTo>
                  <a:pt x="111937" y="316229"/>
                </a:lnTo>
                <a:lnTo>
                  <a:pt x="113030" y="316229"/>
                </a:lnTo>
                <a:lnTo>
                  <a:pt x="120497" y="317500"/>
                </a:lnTo>
                <a:lnTo>
                  <a:pt x="121615" y="318770"/>
                </a:lnTo>
                <a:lnTo>
                  <a:pt x="125933" y="318770"/>
                </a:lnTo>
                <a:lnTo>
                  <a:pt x="129031" y="320039"/>
                </a:lnTo>
                <a:lnTo>
                  <a:pt x="130213" y="320039"/>
                </a:lnTo>
                <a:lnTo>
                  <a:pt x="132994" y="321310"/>
                </a:lnTo>
                <a:lnTo>
                  <a:pt x="134454" y="322579"/>
                </a:lnTo>
                <a:lnTo>
                  <a:pt x="136918" y="323850"/>
                </a:lnTo>
                <a:lnTo>
                  <a:pt x="138709" y="323850"/>
                </a:lnTo>
                <a:lnTo>
                  <a:pt x="141304" y="326080"/>
                </a:lnTo>
                <a:lnTo>
                  <a:pt x="140944" y="326389"/>
                </a:lnTo>
                <a:lnTo>
                  <a:pt x="139268" y="327660"/>
                </a:lnTo>
                <a:lnTo>
                  <a:pt x="136804" y="328929"/>
                </a:lnTo>
                <a:lnTo>
                  <a:pt x="135356" y="330200"/>
                </a:lnTo>
                <a:lnTo>
                  <a:pt x="132562" y="331470"/>
                </a:lnTo>
                <a:lnTo>
                  <a:pt x="131330" y="331470"/>
                </a:lnTo>
                <a:lnTo>
                  <a:pt x="128231" y="332739"/>
                </a:lnTo>
                <a:lnTo>
                  <a:pt x="127203" y="334010"/>
                </a:lnTo>
                <a:lnTo>
                  <a:pt x="118605" y="336550"/>
                </a:lnTo>
                <a:lnTo>
                  <a:pt x="114757" y="337820"/>
                </a:lnTo>
                <a:lnTo>
                  <a:pt x="113855" y="337820"/>
                </a:lnTo>
                <a:lnTo>
                  <a:pt x="105613" y="340360"/>
                </a:lnTo>
                <a:close/>
              </a:path>
              <a:path w="184785" h="668020">
                <a:moveTo>
                  <a:pt x="35648" y="340360"/>
                </a:moveTo>
                <a:lnTo>
                  <a:pt x="2603" y="340360"/>
                </a:lnTo>
                <a:lnTo>
                  <a:pt x="1193" y="337820"/>
                </a:lnTo>
                <a:lnTo>
                  <a:pt x="317" y="334010"/>
                </a:lnTo>
                <a:lnTo>
                  <a:pt x="165" y="332739"/>
                </a:lnTo>
                <a:lnTo>
                  <a:pt x="101" y="330200"/>
                </a:lnTo>
                <a:lnTo>
                  <a:pt x="279" y="327660"/>
                </a:lnTo>
                <a:lnTo>
                  <a:pt x="1104" y="325120"/>
                </a:lnTo>
                <a:lnTo>
                  <a:pt x="2476" y="321310"/>
                </a:lnTo>
                <a:lnTo>
                  <a:pt x="35521" y="321310"/>
                </a:lnTo>
                <a:lnTo>
                  <a:pt x="35648" y="340360"/>
                </a:lnTo>
                <a:close/>
              </a:path>
              <a:path w="184785" h="668020">
                <a:moveTo>
                  <a:pt x="163944" y="347979"/>
                </a:moveTo>
                <a:lnTo>
                  <a:pt x="28816" y="347979"/>
                </a:lnTo>
                <a:lnTo>
                  <a:pt x="34493" y="346710"/>
                </a:lnTo>
                <a:lnTo>
                  <a:pt x="48742" y="346710"/>
                </a:lnTo>
                <a:lnTo>
                  <a:pt x="66179" y="345439"/>
                </a:lnTo>
                <a:lnTo>
                  <a:pt x="104686" y="340360"/>
                </a:lnTo>
                <a:lnTo>
                  <a:pt x="105613" y="340360"/>
                </a:lnTo>
                <a:lnTo>
                  <a:pt x="113855" y="337820"/>
                </a:lnTo>
                <a:lnTo>
                  <a:pt x="114757" y="337820"/>
                </a:lnTo>
                <a:lnTo>
                  <a:pt x="118605" y="336550"/>
                </a:lnTo>
                <a:lnTo>
                  <a:pt x="127203" y="334010"/>
                </a:lnTo>
                <a:lnTo>
                  <a:pt x="128231" y="332739"/>
                </a:lnTo>
                <a:lnTo>
                  <a:pt x="131330" y="331470"/>
                </a:lnTo>
                <a:lnTo>
                  <a:pt x="132562" y="331470"/>
                </a:lnTo>
                <a:lnTo>
                  <a:pt x="135356" y="330200"/>
                </a:lnTo>
                <a:lnTo>
                  <a:pt x="136804" y="328929"/>
                </a:lnTo>
                <a:lnTo>
                  <a:pt x="139268" y="327660"/>
                </a:lnTo>
                <a:lnTo>
                  <a:pt x="140944" y="326389"/>
                </a:lnTo>
                <a:lnTo>
                  <a:pt x="141304" y="326080"/>
                </a:lnTo>
                <a:lnTo>
                  <a:pt x="143141" y="327660"/>
                </a:lnTo>
                <a:lnTo>
                  <a:pt x="144818" y="327660"/>
                </a:lnTo>
                <a:lnTo>
                  <a:pt x="150355" y="332739"/>
                </a:lnTo>
                <a:lnTo>
                  <a:pt x="154216" y="336550"/>
                </a:lnTo>
                <a:lnTo>
                  <a:pt x="155371" y="337820"/>
                </a:lnTo>
                <a:lnTo>
                  <a:pt x="158940" y="341629"/>
                </a:lnTo>
                <a:lnTo>
                  <a:pt x="159880" y="342900"/>
                </a:lnTo>
                <a:lnTo>
                  <a:pt x="163169" y="346710"/>
                </a:lnTo>
                <a:lnTo>
                  <a:pt x="163944" y="347979"/>
                </a:lnTo>
                <a:close/>
              </a:path>
              <a:path w="184785" h="668020">
                <a:moveTo>
                  <a:pt x="122518" y="358959"/>
                </a:moveTo>
                <a:lnTo>
                  <a:pt x="118872" y="356870"/>
                </a:lnTo>
                <a:lnTo>
                  <a:pt x="118046" y="356870"/>
                </a:lnTo>
                <a:lnTo>
                  <a:pt x="114960" y="355600"/>
                </a:lnTo>
                <a:lnTo>
                  <a:pt x="113652" y="355600"/>
                </a:lnTo>
                <a:lnTo>
                  <a:pt x="106197" y="354329"/>
                </a:lnTo>
                <a:lnTo>
                  <a:pt x="107276" y="354329"/>
                </a:lnTo>
                <a:lnTo>
                  <a:pt x="99034" y="353060"/>
                </a:lnTo>
                <a:lnTo>
                  <a:pt x="91554" y="353060"/>
                </a:lnTo>
                <a:lnTo>
                  <a:pt x="82372" y="351789"/>
                </a:lnTo>
                <a:lnTo>
                  <a:pt x="21412" y="351789"/>
                </a:lnTo>
                <a:lnTo>
                  <a:pt x="19265" y="350520"/>
                </a:lnTo>
                <a:lnTo>
                  <a:pt x="16510" y="350520"/>
                </a:lnTo>
                <a:lnTo>
                  <a:pt x="14033" y="349250"/>
                </a:lnTo>
                <a:lnTo>
                  <a:pt x="11671" y="349250"/>
                </a:lnTo>
                <a:lnTo>
                  <a:pt x="10947" y="347979"/>
                </a:lnTo>
                <a:lnTo>
                  <a:pt x="8534" y="346710"/>
                </a:lnTo>
                <a:lnTo>
                  <a:pt x="6350" y="345439"/>
                </a:lnTo>
                <a:lnTo>
                  <a:pt x="4432" y="342900"/>
                </a:lnTo>
                <a:lnTo>
                  <a:pt x="2857" y="340360"/>
                </a:lnTo>
                <a:lnTo>
                  <a:pt x="35902" y="340360"/>
                </a:lnTo>
                <a:lnTo>
                  <a:pt x="28448" y="346710"/>
                </a:lnTo>
                <a:lnTo>
                  <a:pt x="29159" y="346710"/>
                </a:lnTo>
                <a:lnTo>
                  <a:pt x="24599" y="347979"/>
                </a:lnTo>
                <a:lnTo>
                  <a:pt x="163944" y="347979"/>
                </a:lnTo>
                <a:lnTo>
                  <a:pt x="166941" y="351789"/>
                </a:lnTo>
                <a:lnTo>
                  <a:pt x="167576" y="353060"/>
                </a:lnTo>
                <a:lnTo>
                  <a:pt x="170294" y="358139"/>
                </a:lnTo>
                <a:lnTo>
                  <a:pt x="121627" y="358139"/>
                </a:lnTo>
                <a:lnTo>
                  <a:pt x="122518" y="358959"/>
                </a:lnTo>
                <a:close/>
              </a:path>
              <a:path w="184785" h="668020">
                <a:moveTo>
                  <a:pt x="48742" y="346710"/>
                </a:moveTo>
                <a:lnTo>
                  <a:pt x="28448" y="346710"/>
                </a:lnTo>
                <a:lnTo>
                  <a:pt x="35902" y="340360"/>
                </a:lnTo>
                <a:lnTo>
                  <a:pt x="104686" y="340360"/>
                </a:lnTo>
                <a:lnTo>
                  <a:pt x="66179" y="345439"/>
                </a:lnTo>
                <a:lnTo>
                  <a:pt x="48742" y="346710"/>
                </a:lnTo>
                <a:close/>
              </a:path>
              <a:path w="184785" h="668020">
                <a:moveTo>
                  <a:pt x="28816" y="347979"/>
                </a:moveTo>
                <a:lnTo>
                  <a:pt x="24599" y="347979"/>
                </a:lnTo>
                <a:lnTo>
                  <a:pt x="29159" y="346710"/>
                </a:lnTo>
                <a:lnTo>
                  <a:pt x="34493" y="346710"/>
                </a:lnTo>
                <a:lnTo>
                  <a:pt x="28816" y="347979"/>
                </a:lnTo>
                <a:close/>
              </a:path>
              <a:path w="184785" h="668020">
                <a:moveTo>
                  <a:pt x="120662" y="358139"/>
                </a:moveTo>
                <a:lnTo>
                  <a:pt x="118198" y="356870"/>
                </a:lnTo>
                <a:lnTo>
                  <a:pt x="118872" y="356870"/>
                </a:lnTo>
                <a:lnTo>
                  <a:pt x="120662" y="358139"/>
                </a:lnTo>
                <a:close/>
              </a:path>
              <a:path w="184785" h="668020">
                <a:moveTo>
                  <a:pt x="123304" y="359410"/>
                </a:moveTo>
                <a:lnTo>
                  <a:pt x="122518" y="358959"/>
                </a:lnTo>
                <a:lnTo>
                  <a:pt x="121627" y="358139"/>
                </a:lnTo>
                <a:lnTo>
                  <a:pt x="123304" y="359410"/>
                </a:lnTo>
                <a:close/>
              </a:path>
              <a:path w="184785" h="668020">
                <a:moveTo>
                  <a:pt x="170814" y="359410"/>
                </a:moveTo>
                <a:lnTo>
                  <a:pt x="123304" y="359410"/>
                </a:lnTo>
                <a:lnTo>
                  <a:pt x="121627" y="358139"/>
                </a:lnTo>
                <a:lnTo>
                  <a:pt x="170294" y="358139"/>
                </a:lnTo>
                <a:lnTo>
                  <a:pt x="170814" y="359410"/>
                </a:lnTo>
                <a:close/>
              </a:path>
              <a:path w="184785" h="668020">
                <a:moveTo>
                  <a:pt x="172034" y="361950"/>
                </a:moveTo>
                <a:lnTo>
                  <a:pt x="125768" y="361950"/>
                </a:lnTo>
                <a:lnTo>
                  <a:pt x="122518" y="358959"/>
                </a:lnTo>
                <a:lnTo>
                  <a:pt x="123304" y="359410"/>
                </a:lnTo>
                <a:lnTo>
                  <a:pt x="170814" y="359410"/>
                </a:lnTo>
                <a:lnTo>
                  <a:pt x="172034" y="361950"/>
                </a:lnTo>
                <a:close/>
              </a:path>
              <a:path w="184785" h="668020">
                <a:moveTo>
                  <a:pt x="128231" y="364489"/>
                </a:moveTo>
                <a:lnTo>
                  <a:pt x="124371" y="360679"/>
                </a:lnTo>
                <a:lnTo>
                  <a:pt x="125768" y="361950"/>
                </a:lnTo>
                <a:lnTo>
                  <a:pt x="172034" y="361950"/>
                </a:lnTo>
                <a:lnTo>
                  <a:pt x="172643" y="363220"/>
                </a:lnTo>
                <a:lnTo>
                  <a:pt x="127076" y="363220"/>
                </a:lnTo>
                <a:lnTo>
                  <a:pt x="128231" y="364489"/>
                </a:lnTo>
                <a:close/>
              </a:path>
              <a:path w="184785" h="668020">
                <a:moveTo>
                  <a:pt x="130644" y="367029"/>
                </a:moveTo>
                <a:lnTo>
                  <a:pt x="127076" y="363220"/>
                </a:lnTo>
                <a:lnTo>
                  <a:pt x="172643" y="363220"/>
                </a:lnTo>
                <a:lnTo>
                  <a:pt x="173253" y="364489"/>
                </a:lnTo>
                <a:lnTo>
                  <a:pt x="173685" y="364489"/>
                </a:lnTo>
                <a:lnTo>
                  <a:pt x="174221" y="365760"/>
                </a:lnTo>
                <a:lnTo>
                  <a:pt x="129705" y="365760"/>
                </a:lnTo>
                <a:lnTo>
                  <a:pt x="130644" y="367029"/>
                </a:lnTo>
                <a:close/>
              </a:path>
              <a:path w="184785" h="668020">
                <a:moveTo>
                  <a:pt x="132910" y="369486"/>
                </a:moveTo>
                <a:lnTo>
                  <a:pt x="129705" y="365760"/>
                </a:lnTo>
                <a:lnTo>
                  <a:pt x="174221" y="365760"/>
                </a:lnTo>
                <a:lnTo>
                  <a:pt x="175294" y="368300"/>
                </a:lnTo>
                <a:lnTo>
                  <a:pt x="132206" y="368300"/>
                </a:lnTo>
                <a:lnTo>
                  <a:pt x="132910" y="369486"/>
                </a:lnTo>
                <a:close/>
              </a:path>
              <a:path w="184785" h="668020">
                <a:moveTo>
                  <a:pt x="132981" y="369570"/>
                </a:moveTo>
                <a:lnTo>
                  <a:pt x="132206" y="368300"/>
                </a:lnTo>
                <a:lnTo>
                  <a:pt x="132981" y="369570"/>
                </a:lnTo>
                <a:close/>
              </a:path>
              <a:path w="184785" h="668020">
                <a:moveTo>
                  <a:pt x="175831" y="369570"/>
                </a:moveTo>
                <a:lnTo>
                  <a:pt x="132981" y="369570"/>
                </a:lnTo>
                <a:lnTo>
                  <a:pt x="132206" y="368300"/>
                </a:lnTo>
                <a:lnTo>
                  <a:pt x="175294" y="368300"/>
                </a:lnTo>
                <a:lnTo>
                  <a:pt x="175831" y="369570"/>
                </a:lnTo>
                <a:close/>
              </a:path>
              <a:path w="184785" h="668020">
                <a:moveTo>
                  <a:pt x="137287" y="377189"/>
                </a:moveTo>
                <a:lnTo>
                  <a:pt x="134581" y="372110"/>
                </a:lnTo>
                <a:lnTo>
                  <a:pt x="132910" y="369486"/>
                </a:lnTo>
                <a:lnTo>
                  <a:pt x="175831" y="369570"/>
                </a:lnTo>
                <a:lnTo>
                  <a:pt x="176199" y="370839"/>
                </a:lnTo>
                <a:lnTo>
                  <a:pt x="178054" y="375920"/>
                </a:lnTo>
                <a:lnTo>
                  <a:pt x="136766" y="375920"/>
                </a:lnTo>
                <a:lnTo>
                  <a:pt x="137287" y="377189"/>
                </a:lnTo>
                <a:close/>
              </a:path>
              <a:path w="184785" h="668020">
                <a:moveTo>
                  <a:pt x="135216" y="373379"/>
                </a:moveTo>
                <a:lnTo>
                  <a:pt x="134464" y="372110"/>
                </a:lnTo>
                <a:lnTo>
                  <a:pt x="135216" y="373379"/>
                </a:lnTo>
                <a:close/>
              </a:path>
              <a:path w="184785" h="668020">
                <a:moveTo>
                  <a:pt x="139192" y="381000"/>
                </a:moveTo>
                <a:lnTo>
                  <a:pt x="136766" y="375920"/>
                </a:lnTo>
                <a:lnTo>
                  <a:pt x="178358" y="375920"/>
                </a:lnTo>
                <a:lnTo>
                  <a:pt x="179539" y="379729"/>
                </a:lnTo>
                <a:lnTo>
                  <a:pt x="138760" y="379729"/>
                </a:lnTo>
                <a:lnTo>
                  <a:pt x="139192" y="381000"/>
                </a:lnTo>
                <a:close/>
              </a:path>
              <a:path w="184785" h="668020">
                <a:moveTo>
                  <a:pt x="140906" y="384810"/>
                </a:moveTo>
                <a:lnTo>
                  <a:pt x="138760" y="379729"/>
                </a:lnTo>
                <a:lnTo>
                  <a:pt x="179539" y="379729"/>
                </a:lnTo>
                <a:lnTo>
                  <a:pt x="179933" y="381000"/>
                </a:lnTo>
                <a:lnTo>
                  <a:pt x="180200" y="382270"/>
                </a:lnTo>
                <a:lnTo>
                  <a:pt x="180520" y="383539"/>
                </a:lnTo>
                <a:lnTo>
                  <a:pt x="140538" y="383539"/>
                </a:lnTo>
                <a:lnTo>
                  <a:pt x="140906" y="384810"/>
                </a:lnTo>
                <a:close/>
              </a:path>
              <a:path w="184785" h="668020">
                <a:moveTo>
                  <a:pt x="184175" y="403860"/>
                </a:moveTo>
                <a:lnTo>
                  <a:pt x="145986" y="403860"/>
                </a:lnTo>
                <a:lnTo>
                  <a:pt x="145846" y="402589"/>
                </a:lnTo>
                <a:lnTo>
                  <a:pt x="145275" y="400050"/>
                </a:lnTo>
                <a:lnTo>
                  <a:pt x="145453" y="400050"/>
                </a:lnTo>
                <a:lnTo>
                  <a:pt x="144462" y="396239"/>
                </a:lnTo>
                <a:lnTo>
                  <a:pt x="143395" y="392429"/>
                </a:lnTo>
                <a:lnTo>
                  <a:pt x="143649" y="392429"/>
                </a:lnTo>
                <a:lnTo>
                  <a:pt x="142087" y="388620"/>
                </a:lnTo>
                <a:lnTo>
                  <a:pt x="142392" y="388620"/>
                </a:lnTo>
                <a:lnTo>
                  <a:pt x="140538" y="383539"/>
                </a:lnTo>
                <a:lnTo>
                  <a:pt x="180520" y="383539"/>
                </a:lnTo>
                <a:lnTo>
                  <a:pt x="181482" y="387350"/>
                </a:lnTo>
                <a:lnTo>
                  <a:pt x="181698" y="387350"/>
                </a:lnTo>
                <a:lnTo>
                  <a:pt x="182702" y="392429"/>
                </a:lnTo>
                <a:lnTo>
                  <a:pt x="182892" y="393700"/>
                </a:lnTo>
                <a:lnTo>
                  <a:pt x="183603" y="397510"/>
                </a:lnTo>
                <a:lnTo>
                  <a:pt x="183743" y="398779"/>
                </a:lnTo>
                <a:lnTo>
                  <a:pt x="184175" y="403860"/>
                </a:lnTo>
                <a:close/>
              </a:path>
              <a:path w="184785" h="668020">
                <a:moveTo>
                  <a:pt x="144678" y="397510"/>
                </a:moveTo>
                <a:lnTo>
                  <a:pt x="144357" y="396239"/>
                </a:lnTo>
                <a:lnTo>
                  <a:pt x="144678" y="397510"/>
                </a:lnTo>
                <a:close/>
              </a:path>
              <a:path w="184785" h="668020">
                <a:moveTo>
                  <a:pt x="145928" y="403547"/>
                </a:moveTo>
                <a:lnTo>
                  <a:pt x="145749" y="402589"/>
                </a:lnTo>
                <a:lnTo>
                  <a:pt x="145928" y="403547"/>
                </a:lnTo>
                <a:close/>
              </a:path>
              <a:path w="184785" h="668020">
                <a:moveTo>
                  <a:pt x="145986" y="403860"/>
                </a:moveTo>
                <a:lnTo>
                  <a:pt x="145928" y="403547"/>
                </a:lnTo>
                <a:lnTo>
                  <a:pt x="145846" y="402589"/>
                </a:lnTo>
                <a:lnTo>
                  <a:pt x="145986" y="403860"/>
                </a:lnTo>
                <a:close/>
              </a:path>
              <a:path w="184785" h="668020">
                <a:moveTo>
                  <a:pt x="184357" y="407670"/>
                </a:moveTo>
                <a:lnTo>
                  <a:pt x="146278" y="407670"/>
                </a:lnTo>
                <a:lnTo>
                  <a:pt x="146189" y="406400"/>
                </a:lnTo>
                <a:lnTo>
                  <a:pt x="145928" y="403547"/>
                </a:lnTo>
                <a:lnTo>
                  <a:pt x="145986" y="403860"/>
                </a:lnTo>
                <a:lnTo>
                  <a:pt x="184175" y="403860"/>
                </a:lnTo>
                <a:lnTo>
                  <a:pt x="184264" y="405129"/>
                </a:lnTo>
                <a:lnTo>
                  <a:pt x="184357" y="407670"/>
                </a:lnTo>
                <a:close/>
              </a:path>
              <a:path w="184785" h="668020">
                <a:moveTo>
                  <a:pt x="146204" y="406794"/>
                </a:moveTo>
                <a:lnTo>
                  <a:pt x="146170" y="406400"/>
                </a:lnTo>
                <a:lnTo>
                  <a:pt x="146204" y="406794"/>
                </a:lnTo>
                <a:close/>
              </a:path>
              <a:path w="184785" h="668020">
                <a:moveTo>
                  <a:pt x="184357" y="411479"/>
                </a:moveTo>
                <a:lnTo>
                  <a:pt x="146189" y="411479"/>
                </a:lnTo>
                <a:lnTo>
                  <a:pt x="146316" y="410210"/>
                </a:lnTo>
                <a:lnTo>
                  <a:pt x="146329" y="408939"/>
                </a:lnTo>
                <a:lnTo>
                  <a:pt x="146204" y="406794"/>
                </a:lnTo>
                <a:lnTo>
                  <a:pt x="146278" y="407670"/>
                </a:lnTo>
                <a:lnTo>
                  <a:pt x="184357" y="407670"/>
                </a:lnTo>
                <a:lnTo>
                  <a:pt x="184357" y="411479"/>
                </a:lnTo>
                <a:close/>
              </a:path>
              <a:path w="184785" h="668020">
                <a:moveTo>
                  <a:pt x="146301" y="409448"/>
                </a:moveTo>
                <a:lnTo>
                  <a:pt x="146282" y="408939"/>
                </a:lnTo>
                <a:lnTo>
                  <a:pt x="146301" y="409448"/>
                </a:lnTo>
                <a:close/>
              </a:path>
              <a:path w="184785" h="668020">
                <a:moveTo>
                  <a:pt x="146329" y="410210"/>
                </a:moveTo>
                <a:lnTo>
                  <a:pt x="146301" y="409448"/>
                </a:lnTo>
                <a:lnTo>
                  <a:pt x="146329" y="410210"/>
                </a:lnTo>
                <a:close/>
              </a:path>
              <a:path w="184785" h="668020">
                <a:moveTo>
                  <a:pt x="146205" y="411189"/>
                </a:moveTo>
                <a:lnTo>
                  <a:pt x="146259" y="410210"/>
                </a:lnTo>
                <a:lnTo>
                  <a:pt x="146205" y="411189"/>
                </a:lnTo>
                <a:close/>
              </a:path>
              <a:path w="184785" h="668020">
                <a:moveTo>
                  <a:pt x="146189" y="411479"/>
                </a:moveTo>
                <a:lnTo>
                  <a:pt x="146205" y="411189"/>
                </a:lnTo>
                <a:lnTo>
                  <a:pt x="146316" y="410210"/>
                </a:lnTo>
                <a:lnTo>
                  <a:pt x="146189" y="411479"/>
                </a:lnTo>
                <a:close/>
              </a:path>
              <a:path w="184785" h="668020">
                <a:moveTo>
                  <a:pt x="144950" y="417278"/>
                </a:moveTo>
                <a:lnTo>
                  <a:pt x="145808" y="414020"/>
                </a:lnTo>
                <a:lnTo>
                  <a:pt x="146138" y="412750"/>
                </a:lnTo>
                <a:lnTo>
                  <a:pt x="146205" y="411189"/>
                </a:lnTo>
                <a:lnTo>
                  <a:pt x="146189" y="411479"/>
                </a:lnTo>
                <a:lnTo>
                  <a:pt x="184357" y="411479"/>
                </a:lnTo>
                <a:lnTo>
                  <a:pt x="184264" y="414020"/>
                </a:lnTo>
                <a:lnTo>
                  <a:pt x="183984" y="416560"/>
                </a:lnTo>
                <a:lnTo>
                  <a:pt x="145313" y="416560"/>
                </a:lnTo>
                <a:lnTo>
                  <a:pt x="144950" y="417278"/>
                </a:lnTo>
                <a:close/>
              </a:path>
              <a:path w="184785" h="668020">
                <a:moveTo>
                  <a:pt x="145956" y="413391"/>
                </a:moveTo>
                <a:lnTo>
                  <a:pt x="146028" y="412750"/>
                </a:lnTo>
                <a:lnTo>
                  <a:pt x="145956" y="413391"/>
                </a:lnTo>
                <a:close/>
              </a:path>
              <a:path w="184785" h="668020">
                <a:moveTo>
                  <a:pt x="145884" y="414020"/>
                </a:moveTo>
                <a:lnTo>
                  <a:pt x="145956" y="413391"/>
                </a:lnTo>
                <a:lnTo>
                  <a:pt x="146138" y="412750"/>
                </a:lnTo>
                <a:lnTo>
                  <a:pt x="145884" y="414020"/>
                </a:lnTo>
                <a:close/>
              </a:path>
              <a:path w="184785" h="668020">
                <a:moveTo>
                  <a:pt x="145884" y="414020"/>
                </a:moveTo>
                <a:lnTo>
                  <a:pt x="145956" y="413391"/>
                </a:lnTo>
                <a:lnTo>
                  <a:pt x="145884" y="414020"/>
                </a:lnTo>
                <a:close/>
              </a:path>
              <a:path w="184785" h="668020">
                <a:moveTo>
                  <a:pt x="145414" y="415289"/>
                </a:moveTo>
                <a:lnTo>
                  <a:pt x="145776" y="414020"/>
                </a:lnTo>
                <a:lnTo>
                  <a:pt x="145414" y="415289"/>
                </a:lnTo>
                <a:close/>
              </a:path>
              <a:path w="184785" h="668020">
                <a:moveTo>
                  <a:pt x="144805" y="417829"/>
                </a:moveTo>
                <a:lnTo>
                  <a:pt x="144950" y="417278"/>
                </a:lnTo>
                <a:lnTo>
                  <a:pt x="145313" y="416560"/>
                </a:lnTo>
                <a:lnTo>
                  <a:pt x="144805" y="417829"/>
                </a:lnTo>
                <a:close/>
              </a:path>
              <a:path w="184785" h="668020">
                <a:moveTo>
                  <a:pt x="183845" y="417829"/>
                </a:moveTo>
                <a:lnTo>
                  <a:pt x="144805" y="417829"/>
                </a:lnTo>
                <a:lnTo>
                  <a:pt x="145313" y="416560"/>
                </a:lnTo>
                <a:lnTo>
                  <a:pt x="183984" y="416560"/>
                </a:lnTo>
                <a:lnTo>
                  <a:pt x="183845" y="417829"/>
                </a:lnTo>
                <a:close/>
              </a:path>
              <a:path w="184785" h="668020">
                <a:moveTo>
                  <a:pt x="143360" y="420958"/>
                </a:moveTo>
                <a:lnTo>
                  <a:pt x="144567" y="418037"/>
                </a:lnTo>
                <a:lnTo>
                  <a:pt x="144950" y="417278"/>
                </a:lnTo>
                <a:lnTo>
                  <a:pt x="144805" y="417829"/>
                </a:lnTo>
                <a:lnTo>
                  <a:pt x="183845" y="417829"/>
                </a:lnTo>
                <a:lnTo>
                  <a:pt x="183705" y="419100"/>
                </a:lnTo>
                <a:lnTo>
                  <a:pt x="183464" y="420370"/>
                </a:lnTo>
                <a:lnTo>
                  <a:pt x="143789" y="420370"/>
                </a:lnTo>
                <a:lnTo>
                  <a:pt x="143360" y="420958"/>
                </a:lnTo>
                <a:close/>
              </a:path>
              <a:path w="184785" h="668020">
                <a:moveTo>
                  <a:pt x="144030" y="419100"/>
                </a:moveTo>
                <a:lnTo>
                  <a:pt x="144653" y="417829"/>
                </a:lnTo>
                <a:lnTo>
                  <a:pt x="144567" y="418037"/>
                </a:lnTo>
                <a:lnTo>
                  <a:pt x="144030" y="419100"/>
                </a:lnTo>
                <a:close/>
              </a:path>
              <a:path w="184785" h="668020">
                <a:moveTo>
                  <a:pt x="143078" y="421639"/>
                </a:moveTo>
                <a:lnTo>
                  <a:pt x="143360" y="420958"/>
                </a:lnTo>
                <a:lnTo>
                  <a:pt x="143789" y="420370"/>
                </a:lnTo>
                <a:lnTo>
                  <a:pt x="143078" y="421639"/>
                </a:lnTo>
                <a:close/>
              </a:path>
              <a:path w="184785" h="668020">
                <a:moveTo>
                  <a:pt x="183222" y="421639"/>
                </a:moveTo>
                <a:lnTo>
                  <a:pt x="143078" y="421639"/>
                </a:lnTo>
                <a:lnTo>
                  <a:pt x="143789" y="420370"/>
                </a:lnTo>
                <a:lnTo>
                  <a:pt x="183464" y="420370"/>
                </a:lnTo>
                <a:lnTo>
                  <a:pt x="183222" y="421639"/>
                </a:lnTo>
                <a:close/>
              </a:path>
              <a:path w="184785" h="668020">
                <a:moveTo>
                  <a:pt x="182359" y="425450"/>
                </a:moveTo>
                <a:lnTo>
                  <a:pt x="140563" y="425450"/>
                </a:lnTo>
                <a:lnTo>
                  <a:pt x="141389" y="424179"/>
                </a:lnTo>
                <a:lnTo>
                  <a:pt x="142194" y="422554"/>
                </a:lnTo>
                <a:lnTo>
                  <a:pt x="143360" y="420958"/>
                </a:lnTo>
                <a:lnTo>
                  <a:pt x="143078" y="421639"/>
                </a:lnTo>
                <a:lnTo>
                  <a:pt x="183222" y="421639"/>
                </a:lnTo>
                <a:lnTo>
                  <a:pt x="182740" y="424179"/>
                </a:lnTo>
                <a:lnTo>
                  <a:pt x="182359" y="425450"/>
                </a:lnTo>
                <a:close/>
              </a:path>
              <a:path w="184785" h="668020">
                <a:moveTo>
                  <a:pt x="141935" y="422910"/>
                </a:moveTo>
                <a:lnTo>
                  <a:pt x="142709" y="421639"/>
                </a:lnTo>
                <a:lnTo>
                  <a:pt x="142194" y="422554"/>
                </a:lnTo>
                <a:lnTo>
                  <a:pt x="141935" y="422910"/>
                </a:lnTo>
                <a:close/>
              </a:path>
              <a:path w="184785" h="668020">
                <a:moveTo>
                  <a:pt x="141122" y="424457"/>
                </a:moveTo>
                <a:lnTo>
                  <a:pt x="141279" y="424179"/>
                </a:lnTo>
                <a:lnTo>
                  <a:pt x="141122" y="424457"/>
                </a:lnTo>
                <a:close/>
              </a:path>
              <a:path w="184785" h="668020">
                <a:moveTo>
                  <a:pt x="140563" y="425450"/>
                </a:moveTo>
                <a:lnTo>
                  <a:pt x="141122" y="424457"/>
                </a:lnTo>
                <a:lnTo>
                  <a:pt x="141389" y="424179"/>
                </a:lnTo>
                <a:lnTo>
                  <a:pt x="140563" y="425450"/>
                </a:lnTo>
                <a:close/>
              </a:path>
              <a:path w="184785" h="668020">
                <a:moveTo>
                  <a:pt x="181857" y="426720"/>
                </a:moveTo>
                <a:lnTo>
                  <a:pt x="138950" y="426720"/>
                </a:lnTo>
                <a:lnTo>
                  <a:pt x="141122" y="424457"/>
                </a:lnTo>
                <a:lnTo>
                  <a:pt x="140563" y="425450"/>
                </a:lnTo>
                <a:lnTo>
                  <a:pt x="182359" y="425450"/>
                </a:lnTo>
                <a:lnTo>
                  <a:pt x="181857" y="426720"/>
                </a:lnTo>
                <a:close/>
              </a:path>
              <a:path w="184785" h="668020">
                <a:moveTo>
                  <a:pt x="181101" y="429260"/>
                </a:moveTo>
                <a:lnTo>
                  <a:pt x="137083" y="429260"/>
                </a:lnTo>
                <a:lnTo>
                  <a:pt x="139801" y="425450"/>
                </a:lnTo>
                <a:lnTo>
                  <a:pt x="138950" y="426720"/>
                </a:lnTo>
                <a:lnTo>
                  <a:pt x="181857" y="426720"/>
                </a:lnTo>
                <a:lnTo>
                  <a:pt x="181356" y="427989"/>
                </a:lnTo>
                <a:lnTo>
                  <a:pt x="181101" y="429260"/>
                </a:lnTo>
                <a:close/>
              </a:path>
              <a:path w="184785" h="668020">
                <a:moveTo>
                  <a:pt x="179577" y="433070"/>
                </a:moveTo>
                <a:lnTo>
                  <a:pt x="132473" y="433070"/>
                </a:lnTo>
                <a:lnTo>
                  <a:pt x="135750" y="430529"/>
                </a:lnTo>
                <a:lnTo>
                  <a:pt x="134924" y="430529"/>
                </a:lnTo>
                <a:lnTo>
                  <a:pt x="137922" y="427989"/>
                </a:lnTo>
                <a:lnTo>
                  <a:pt x="137083" y="429260"/>
                </a:lnTo>
                <a:lnTo>
                  <a:pt x="181101" y="429260"/>
                </a:lnTo>
                <a:lnTo>
                  <a:pt x="180848" y="430529"/>
                </a:lnTo>
                <a:lnTo>
                  <a:pt x="179577" y="433070"/>
                </a:lnTo>
                <a:close/>
              </a:path>
              <a:path w="184785" h="668020">
                <a:moveTo>
                  <a:pt x="178418" y="435610"/>
                </a:moveTo>
                <a:lnTo>
                  <a:pt x="129705" y="435610"/>
                </a:lnTo>
                <a:lnTo>
                  <a:pt x="133273" y="431800"/>
                </a:lnTo>
                <a:lnTo>
                  <a:pt x="132473" y="433070"/>
                </a:lnTo>
                <a:lnTo>
                  <a:pt x="179577" y="433070"/>
                </a:lnTo>
                <a:lnTo>
                  <a:pt x="178943" y="434339"/>
                </a:lnTo>
                <a:lnTo>
                  <a:pt x="178418" y="435610"/>
                </a:lnTo>
                <a:close/>
              </a:path>
              <a:path w="184785" h="668020">
                <a:moveTo>
                  <a:pt x="174802" y="441960"/>
                </a:moveTo>
                <a:lnTo>
                  <a:pt x="119481" y="441960"/>
                </a:lnTo>
                <a:lnTo>
                  <a:pt x="123901" y="439420"/>
                </a:lnTo>
                <a:lnTo>
                  <a:pt x="123215" y="439420"/>
                </a:lnTo>
                <a:lnTo>
                  <a:pt x="127355" y="436879"/>
                </a:lnTo>
                <a:lnTo>
                  <a:pt x="126618" y="436879"/>
                </a:lnTo>
                <a:lnTo>
                  <a:pt x="130479" y="434339"/>
                </a:lnTo>
                <a:lnTo>
                  <a:pt x="129705" y="435610"/>
                </a:lnTo>
                <a:lnTo>
                  <a:pt x="178418" y="435610"/>
                </a:lnTo>
                <a:lnTo>
                  <a:pt x="177368" y="438150"/>
                </a:lnTo>
                <a:lnTo>
                  <a:pt x="176656" y="439420"/>
                </a:lnTo>
                <a:lnTo>
                  <a:pt x="174802" y="441960"/>
                </a:lnTo>
                <a:close/>
              </a:path>
              <a:path w="184785" h="668020">
                <a:moveTo>
                  <a:pt x="174028" y="443229"/>
                </a:moveTo>
                <a:lnTo>
                  <a:pt x="115557" y="443229"/>
                </a:lnTo>
                <a:lnTo>
                  <a:pt x="120776" y="440689"/>
                </a:lnTo>
                <a:lnTo>
                  <a:pt x="119481" y="441960"/>
                </a:lnTo>
                <a:lnTo>
                  <a:pt x="174802" y="441960"/>
                </a:lnTo>
                <a:lnTo>
                  <a:pt x="174028" y="443229"/>
                </a:lnTo>
                <a:close/>
              </a:path>
              <a:path w="184785" h="668020">
                <a:moveTo>
                  <a:pt x="169843" y="449579"/>
                </a:moveTo>
                <a:lnTo>
                  <a:pt x="96532" y="449579"/>
                </a:lnTo>
                <a:lnTo>
                  <a:pt x="104673" y="447039"/>
                </a:lnTo>
                <a:lnTo>
                  <a:pt x="104051" y="447039"/>
                </a:lnTo>
                <a:lnTo>
                  <a:pt x="111429" y="444500"/>
                </a:lnTo>
                <a:lnTo>
                  <a:pt x="110528" y="444500"/>
                </a:lnTo>
                <a:lnTo>
                  <a:pt x="116928" y="441960"/>
                </a:lnTo>
                <a:lnTo>
                  <a:pt x="115557" y="443229"/>
                </a:lnTo>
                <a:lnTo>
                  <a:pt x="174028" y="443229"/>
                </a:lnTo>
                <a:lnTo>
                  <a:pt x="171881" y="447039"/>
                </a:lnTo>
                <a:lnTo>
                  <a:pt x="171056" y="448310"/>
                </a:lnTo>
                <a:lnTo>
                  <a:pt x="169843" y="449579"/>
                </a:lnTo>
                <a:close/>
              </a:path>
              <a:path w="184785" h="668020">
                <a:moveTo>
                  <a:pt x="23787" y="469900"/>
                </a:moveTo>
                <a:lnTo>
                  <a:pt x="10706" y="469900"/>
                </a:lnTo>
                <a:lnTo>
                  <a:pt x="13601" y="468629"/>
                </a:lnTo>
                <a:lnTo>
                  <a:pt x="16611" y="467360"/>
                </a:lnTo>
                <a:lnTo>
                  <a:pt x="18161" y="467360"/>
                </a:lnTo>
                <a:lnTo>
                  <a:pt x="23355" y="464820"/>
                </a:lnTo>
                <a:lnTo>
                  <a:pt x="29133" y="463550"/>
                </a:lnTo>
                <a:lnTo>
                  <a:pt x="61582" y="457200"/>
                </a:lnTo>
                <a:lnTo>
                  <a:pt x="79832" y="453389"/>
                </a:lnTo>
                <a:lnTo>
                  <a:pt x="79540" y="453389"/>
                </a:lnTo>
                <a:lnTo>
                  <a:pt x="88595" y="450850"/>
                </a:lnTo>
                <a:lnTo>
                  <a:pt x="88277" y="450850"/>
                </a:lnTo>
                <a:lnTo>
                  <a:pt x="96977" y="448310"/>
                </a:lnTo>
                <a:lnTo>
                  <a:pt x="96532" y="449579"/>
                </a:lnTo>
                <a:lnTo>
                  <a:pt x="169843" y="449579"/>
                </a:lnTo>
                <a:lnTo>
                  <a:pt x="168630" y="450850"/>
                </a:lnTo>
                <a:lnTo>
                  <a:pt x="167792" y="452120"/>
                </a:lnTo>
                <a:lnTo>
                  <a:pt x="165074" y="454660"/>
                </a:lnTo>
                <a:lnTo>
                  <a:pt x="164236" y="455929"/>
                </a:lnTo>
                <a:lnTo>
                  <a:pt x="161226" y="458470"/>
                </a:lnTo>
                <a:lnTo>
                  <a:pt x="160400" y="459739"/>
                </a:lnTo>
                <a:lnTo>
                  <a:pt x="157111" y="462279"/>
                </a:lnTo>
                <a:lnTo>
                  <a:pt x="156311" y="462279"/>
                </a:lnTo>
                <a:lnTo>
                  <a:pt x="155122" y="463550"/>
                </a:lnTo>
                <a:lnTo>
                  <a:pt x="73113" y="463550"/>
                </a:lnTo>
                <a:lnTo>
                  <a:pt x="64769" y="464820"/>
                </a:lnTo>
                <a:lnTo>
                  <a:pt x="56121" y="464820"/>
                </a:lnTo>
                <a:lnTo>
                  <a:pt x="40424" y="467360"/>
                </a:lnTo>
                <a:lnTo>
                  <a:pt x="27736" y="468629"/>
                </a:lnTo>
                <a:lnTo>
                  <a:pt x="21196" y="468629"/>
                </a:lnTo>
                <a:lnTo>
                  <a:pt x="23787" y="469900"/>
                </a:lnTo>
                <a:close/>
              </a:path>
              <a:path w="184785" h="668020">
                <a:moveTo>
                  <a:pt x="103924" y="464820"/>
                </a:moveTo>
                <a:lnTo>
                  <a:pt x="64769" y="464820"/>
                </a:lnTo>
                <a:lnTo>
                  <a:pt x="73113" y="463550"/>
                </a:lnTo>
                <a:lnTo>
                  <a:pt x="100355" y="463550"/>
                </a:lnTo>
                <a:lnTo>
                  <a:pt x="103924" y="464820"/>
                </a:lnTo>
                <a:close/>
              </a:path>
              <a:path w="184785" h="668020">
                <a:moveTo>
                  <a:pt x="152742" y="466089"/>
                </a:moveTo>
                <a:lnTo>
                  <a:pt x="112306" y="466089"/>
                </a:lnTo>
                <a:lnTo>
                  <a:pt x="109118" y="464820"/>
                </a:lnTo>
                <a:lnTo>
                  <a:pt x="103924" y="464820"/>
                </a:lnTo>
                <a:lnTo>
                  <a:pt x="100355" y="463550"/>
                </a:lnTo>
                <a:lnTo>
                  <a:pt x="155122" y="463550"/>
                </a:lnTo>
                <a:lnTo>
                  <a:pt x="152742" y="466089"/>
                </a:lnTo>
                <a:close/>
              </a:path>
              <a:path w="184785" h="668020">
                <a:moveTo>
                  <a:pt x="120548" y="468629"/>
                </a:moveTo>
                <a:lnTo>
                  <a:pt x="27736" y="468629"/>
                </a:lnTo>
                <a:lnTo>
                  <a:pt x="40424" y="467360"/>
                </a:lnTo>
                <a:lnTo>
                  <a:pt x="56121" y="464820"/>
                </a:lnTo>
                <a:lnTo>
                  <a:pt x="109118" y="464820"/>
                </a:lnTo>
                <a:lnTo>
                  <a:pt x="112306" y="466089"/>
                </a:lnTo>
                <a:lnTo>
                  <a:pt x="113487" y="466089"/>
                </a:lnTo>
                <a:lnTo>
                  <a:pt x="116433" y="467360"/>
                </a:lnTo>
                <a:lnTo>
                  <a:pt x="117843" y="467360"/>
                </a:lnTo>
                <a:lnTo>
                  <a:pt x="120548" y="468629"/>
                </a:lnTo>
                <a:close/>
              </a:path>
              <a:path w="184785" h="668020">
                <a:moveTo>
                  <a:pt x="134426" y="476134"/>
                </a:moveTo>
                <a:lnTo>
                  <a:pt x="132372" y="474979"/>
                </a:lnTo>
                <a:lnTo>
                  <a:pt x="130962" y="473710"/>
                </a:lnTo>
                <a:lnTo>
                  <a:pt x="126403" y="471170"/>
                </a:lnTo>
                <a:lnTo>
                  <a:pt x="124650" y="469900"/>
                </a:lnTo>
                <a:lnTo>
                  <a:pt x="122212" y="468629"/>
                </a:lnTo>
                <a:lnTo>
                  <a:pt x="120548" y="468629"/>
                </a:lnTo>
                <a:lnTo>
                  <a:pt x="117843" y="467360"/>
                </a:lnTo>
                <a:lnTo>
                  <a:pt x="116433" y="467360"/>
                </a:lnTo>
                <a:lnTo>
                  <a:pt x="113487" y="466089"/>
                </a:lnTo>
                <a:lnTo>
                  <a:pt x="151968" y="466089"/>
                </a:lnTo>
                <a:lnTo>
                  <a:pt x="148107" y="468629"/>
                </a:lnTo>
                <a:lnTo>
                  <a:pt x="143230" y="471170"/>
                </a:lnTo>
                <a:lnTo>
                  <a:pt x="138099" y="474979"/>
                </a:lnTo>
                <a:lnTo>
                  <a:pt x="136804" y="474979"/>
                </a:lnTo>
                <a:lnTo>
                  <a:pt x="134426" y="476134"/>
                </a:lnTo>
                <a:close/>
              </a:path>
              <a:path w="184785" h="668020">
                <a:moveTo>
                  <a:pt x="23787" y="469900"/>
                </a:moveTo>
                <a:lnTo>
                  <a:pt x="21196" y="468629"/>
                </a:lnTo>
                <a:lnTo>
                  <a:pt x="22910" y="468629"/>
                </a:lnTo>
                <a:lnTo>
                  <a:pt x="23787" y="469900"/>
                </a:lnTo>
                <a:close/>
              </a:path>
              <a:path w="184785" h="668020">
                <a:moveTo>
                  <a:pt x="27114" y="504189"/>
                </a:moveTo>
                <a:lnTo>
                  <a:pt x="9486" y="504189"/>
                </a:lnTo>
                <a:lnTo>
                  <a:pt x="6769" y="501650"/>
                </a:lnTo>
                <a:lnTo>
                  <a:pt x="4432" y="500379"/>
                </a:lnTo>
                <a:lnTo>
                  <a:pt x="0" y="486410"/>
                </a:lnTo>
                <a:lnTo>
                  <a:pt x="266" y="483870"/>
                </a:lnTo>
                <a:lnTo>
                  <a:pt x="800" y="481329"/>
                </a:lnTo>
                <a:lnTo>
                  <a:pt x="1816" y="478789"/>
                </a:lnTo>
                <a:lnTo>
                  <a:pt x="3162" y="476250"/>
                </a:lnTo>
                <a:lnTo>
                  <a:pt x="4825" y="474979"/>
                </a:lnTo>
                <a:lnTo>
                  <a:pt x="5257" y="473710"/>
                </a:lnTo>
                <a:lnTo>
                  <a:pt x="7391" y="472439"/>
                </a:lnTo>
                <a:lnTo>
                  <a:pt x="9829" y="469900"/>
                </a:lnTo>
                <a:lnTo>
                  <a:pt x="23787" y="469900"/>
                </a:lnTo>
                <a:lnTo>
                  <a:pt x="22910" y="468629"/>
                </a:lnTo>
                <a:lnTo>
                  <a:pt x="29159" y="471170"/>
                </a:lnTo>
                <a:lnTo>
                  <a:pt x="28701" y="471170"/>
                </a:lnTo>
                <a:lnTo>
                  <a:pt x="35648" y="478789"/>
                </a:lnTo>
                <a:lnTo>
                  <a:pt x="37604" y="483870"/>
                </a:lnTo>
                <a:lnTo>
                  <a:pt x="38049" y="488950"/>
                </a:lnTo>
                <a:lnTo>
                  <a:pt x="37261" y="492760"/>
                </a:lnTo>
                <a:lnTo>
                  <a:pt x="33964" y="499110"/>
                </a:lnTo>
                <a:lnTo>
                  <a:pt x="33718" y="499110"/>
                </a:lnTo>
                <a:lnTo>
                  <a:pt x="29446" y="502670"/>
                </a:lnTo>
                <a:lnTo>
                  <a:pt x="28562" y="502920"/>
                </a:lnTo>
                <a:lnTo>
                  <a:pt x="30022" y="502920"/>
                </a:lnTo>
                <a:lnTo>
                  <a:pt x="27114" y="504189"/>
                </a:lnTo>
                <a:close/>
              </a:path>
              <a:path w="184785" h="668020">
                <a:moveTo>
                  <a:pt x="37604" y="483870"/>
                </a:moveTo>
                <a:lnTo>
                  <a:pt x="35598" y="478789"/>
                </a:lnTo>
                <a:lnTo>
                  <a:pt x="28701" y="471170"/>
                </a:lnTo>
                <a:lnTo>
                  <a:pt x="29159" y="471170"/>
                </a:lnTo>
                <a:lnTo>
                  <a:pt x="22910" y="468629"/>
                </a:lnTo>
                <a:lnTo>
                  <a:pt x="122212" y="468629"/>
                </a:lnTo>
                <a:lnTo>
                  <a:pt x="124650" y="469900"/>
                </a:lnTo>
                <a:lnTo>
                  <a:pt x="126403" y="471170"/>
                </a:lnTo>
                <a:lnTo>
                  <a:pt x="130962" y="473710"/>
                </a:lnTo>
                <a:lnTo>
                  <a:pt x="132372" y="474979"/>
                </a:lnTo>
                <a:lnTo>
                  <a:pt x="134426" y="476134"/>
                </a:lnTo>
                <a:lnTo>
                  <a:pt x="131572" y="477520"/>
                </a:lnTo>
                <a:lnTo>
                  <a:pt x="130187" y="478789"/>
                </a:lnTo>
                <a:lnTo>
                  <a:pt x="123786" y="480060"/>
                </a:lnTo>
                <a:lnTo>
                  <a:pt x="122885" y="481329"/>
                </a:lnTo>
                <a:lnTo>
                  <a:pt x="118891" y="482600"/>
                </a:lnTo>
                <a:lnTo>
                  <a:pt x="37579" y="482600"/>
                </a:lnTo>
                <a:lnTo>
                  <a:pt x="37604" y="483870"/>
                </a:lnTo>
                <a:close/>
              </a:path>
              <a:path w="184785" h="668020">
                <a:moveTo>
                  <a:pt x="111366" y="506729"/>
                </a:moveTo>
                <a:lnTo>
                  <a:pt x="106794" y="504189"/>
                </a:lnTo>
                <a:lnTo>
                  <a:pt x="108546" y="504189"/>
                </a:lnTo>
                <a:lnTo>
                  <a:pt x="106121" y="502920"/>
                </a:lnTo>
                <a:lnTo>
                  <a:pt x="102514" y="502920"/>
                </a:lnTo>
                <a:lnTo>
                  <a:pt x="99123" y="501650"/>
                </a:lnTo>
                <a:lnTo>
                  <a:pt x="37604" y="501650"/>
                </a:lnTo>
                <a:lnTo>
                  <a:pt x="69507" y="494029"/>
                </a:lnTo>
                <a:lnTo>
                  <a:pt x="87947" y="490220"/>
                </a:lnTo>
                <a:lnTo>
                  <a:pt x="97294" y="487679"/>
                </a:lnTo>
                <a:lnTo>
                  <a:pt x="106311" y="486410"/>
                </a:lnTo>
                <a:lnTo>
                  <a:pt x="114896" y="483870"/>
                </a:lnTo>
                <a:lnTo>
                  <a:pt x="122885" y="481329"/>
                </a:lnTo>
                <a:lnTo>
                  <a:pt x="123786" y="480060"/>
                </a:lnTo>
                <a:lnTo>
                  <a:pt x="130187" y="478789"/>
                </a:lnTo>
                <a:lnTo>
                  <a:pt x="131572" y="477520"/>
                </a:lnTo>
                <a:lnTo>
                  <a:pt x="134426" y="476134"/>
                </a:lnTo>
                <a:lnTo>
                  <a:pt x="136893" y="477520"/>
                </a:lnTo>
                <a:lnTo>
                  <a:pt x="138036" y="478789"/>
                </a:lnTo>
                <a:lnTo>
                  <a:pt x="142494" y="482600"/>
                </a:lnTo>
                <a:lnTo>
                  <a:pt x="143433" y="483870"/>
                </a:lnTo>
                <a:lnTo>
                  <a:pt x="147777" y="487679"/>
                </a:lnTo>
                <a:lnTo>
                  <a:pt x="148577" y="488950"/>
                </a:lnTo>
                <a:lnTo>
                  <a:pt x="152781" y="492760"/>
                </a:lnTo>
                <a:lnTo>
                  <a:pt x="153466" y="494029"/>
                </a:lnTo>
                <a:lnTo>
                  <a:pt x="157505" y="499110"/>
                </a:lnTo>
                <a:lnTo>
                  <a:pt x="161925" y="504189"/>
                </a:lnTo>
                <a:lnTo>
                  <a:pt x="162471" y="505460"/>
                </a:lnTo>
                <a:lnTo>
                  <a:pt x="109969" y="505460"/>
                </a:lnTo>
                <a:lnTo>
                  <a:pt x="111366" y="506729"/>
                </a:lnTo>
                <a:close/>
              </a:path>
              <a:path w="184785" h="668020">
                <a:moveTo>
                  <a:pt x="37673" y="483870"/>
                </a:moveTo>
                <a:lnTo>
                  <a:pt x="37579" y="482600"/>
                </a:lnTo>
                <a:lnTo>
                  <a:pt x="37673" y="483870"/>
                </a:lnTo>
                <a:close/>
              </a:path>
              <a:path w="184785" h="668020">
                <a:moveTo>
                  <a:pt x="37604" y="501650"/>
                </a:moveTo>
                <a:lnTo>
                  <a:pt x="38138" y="500379"/>
                </a:lnTo>
                <a:lnTo>
                  <a:pt x="33299" y="500379"/>
                </a:lnTo>
                <a:lnTo>
                  <a:pt x="37287" y="492760"/>
                </a:lnTo>
                <a:lnTo>
                  <a:pt x="38049" y="488950"/>
                </a:lnTo>
                <a:lnTo>
                  <a:pt x="37579" y="482600"/>
                </a:lnTo>
                <a:lnTo>
                  <a:pt x="118891" y="482600"/>
                </a:lnTo>
                <a:lnTo>
                  <a:pt x="114896" y="483870"/>
                </a:lnTo>
                <a:lnTo>
                  <a:pt x="106311" y="486410"/>
                </a:lnTo>
                <a:lnTo>
                  <a:pt x="97294" y="487679"/>
                </a:lnTo>
                <a:lnTo>
                  <a:pt x="87947" y="490220"/>
                </a:lnTo>
                <a:lnTo>
                  <a:pt x="69507" y="494029"/>
                </a:lnTo>
                <a:lnTo>
                  <a:pt x="37604" y="501650"/>
                </a:lnTo>
                <a:close/>
              </a:path>
              <a:path w="184785" h="668020">
                <a:moveTo>
                  <a:pt x="29446" y="502670"/>
                </a:moveTo>
                <a:lnTo>
                  <a:pt x="33718" y="499110"/>
                </a:lnTo>
                <a:lnTo>
                  <a:pt x="33299" y="500379"/>
                </a:lnTo>
                <a:lnTo>
                  <a:pt x="38138" y="500379"/>
                </a:lnTo>
                <a:lnTo>
                  <a:pt x="35248" y="501650"/>
                </a:lnTo>
                <a:lnTo>
                  <a:pt x="33058" y="501650"/>
                </a:lnTo>
                <a:lnTo>
                  <a:pt x="29446" y="502670"/>
                </a:lnTo>
                <a:close/>
              </a:path>
              <a:path w="184785" h="668020">
                <a:moveTo>
                  <a:pt x="33299" y="500379"/>
                </a:moveTo>
                <a:lnTo>
                  <a:pt x="33718" y="499110"/>
                </a:lnTo>
                <a:lnTo>
                  <a:pt x="33964" y="499110"/>
                </a:lnTo>
                <a:lnTo>
                  <a:pt x="33299" y="500379"/>
                </a:lnTo>
                <a:close/>
              </a:path>
              <a:path w="184785" h="668020">
                <a:moveTo>
                  <a:pt x="67525" y="502920"/>
                </a:moveTo>
                <a:lnTo>
                  <a:pt x="32359" y="502920"/>
                </a:lnTo>
                <a:lnTo>
                  <a:pt x="38138" y="500379"/>
                </a:lnTo>
                <a:lnTo>
                  <a:pt x="37604" y="501650"/>
                </a:lnTo>
                <a:lnTo>
                  <a:pt x="75869" y="501650"/>
                </a:lnTo>
                <a:lnTo>
                  <a:pt x="67525" y="502920"/>
                </a:lnTo>
                <a:close/>
              </a:path>
              <a:path w="184785" h="668020">
                <a:moveTo>
                  <a:pt x="32359" y="502920"/>
                </a:moveTo>
                <a:lnTo>
                  <a:pt x="29146" y="502920"/>
                </a:lnTo>
                <a:lnTo>
                  <a:pt x="29446" y="502670"/>
                </a:lnTo>
                <a:lnTo>
                  <a:pt x="33058" y="501650"/>
                </a:lnTo>
                <a:lnTo>
                  <a:pt x="32359" y="502920"/>
                </a:lnTo>
                <a:close/>
              </a:path>
              <a:path w="184785" h="668020">
                <a:moveTo>
                  <a:pt x="32359" y="502920"/>
                </a:moveTo>
                <a:lnTo>
                  <a:pt x="33058" y="501650"/>
                </a:lnTo>
                <a:lnTo>
                  <a:pt x="35248" y="501650"/>
                </a:lnTo>
                <a:lnTo>
                  <a:pt x="32359" y="502920"/>
                </a:lnTo>
                <a:close/>
              </a:path>
              <a:path w="184785" h="668020">
                <a:moveTo>
                  <a:pt x="27114" y="504189"/>
                </a:moveTo>
                <a:lnTo>
                  <a:pt x="30022" y="502920"/>
                </a:lnTo>
                <a:lnTo>
                  <a:pt x="27114" y="504189"/>
                </a:lnTo>
                <a:close/>
              </a:path>
              <a:path w="184785" h="668020">
                <a:moveTo>
                  <a:pt x="31864" y="506729"/>
                </a:moveTo>
                <a:lnTo>
                  <a:pt x="16192" y="506729"/>
                </a:lnTo>
                <a:lnTo>
                  <a:pt x="12966" y="505460"/>
                </a:lnTo>
                <a:lnTo>
                  <a:pt x="9944" y="504189"/>
                </a:lnTo>
                <a:lnTo>
                  <a:pt x="27114" y="504189"/>
                </a:lnTo>
                <a:lnTo>
                  <a:pt x="30111" y="502920"/>
                </a:lnTo>
                <a:lnTo>
                  <a:pt x="60109" y="502920"/>
                </a:lnTo>
                <a:lnTo>
                  <a:pt x="44780" y="505460"/>
                </a:lnTo>
                <a:lnTo>
                  <a:pt x="31864" y="506729"/>
                </a:lnTo>
                <a:close/>
              </a:path>
              <a:path w="184785" h="668020">
                <a:moveTo>
                  <a:pt x="106489" y="504189"/>
                </a:moveTo>
                <a:lnTo>
                  <a:pt x="103530" y="502920"/>
                </a:lnTo>
                <a:lnTo>
                  <a:pt x="105079" y="502920"/>
                </a:lnTo>
                <a:lnTo>
                  <a:pt x="106489" y="504189"/>
                </a:lnTo>
                <a:close/>
              </a:path>
              <a:path w="184785" h="668020">
                <a:moveTo>
                  <a:pt x="107784" y="504189"/>
                </a:moveTo>
                <a:lnTo>
                  <a:pt x="105079" y="502920"/>
                </a:lnTo>
                <a:lnTo>
                  <a:pt x="106121" y="502920"/>
                </a:lnTo>
                <a:lnTo>
                  <a:pt x="107784" y="504189"/>
                </a:lnTo>
                <a:close/>
              </a:path>
              <a:path w="184785" h="668020">
                <a:moveTo>
                  <a:pt x="114490" y="509270"/>
                </a:moveTo>
                <a:lnTo>
                  <a:pt x="109969" y="505460"/>
                </a:lnTo>
                <a:lnTo>
                  <a:pt x="162471" y="505460"/>
                </a:lnTo>
                <a:lnTo>
                  <a:pt x="164255" y="508000"/>
                </a:lnTo>
                <a:lnTo>
                  <a:pt x="113360" y="508000"/>
                </a:lnTo>
                <a:lnTo>
                  <a:pt x="114490" y="509270"/>
                </a:lnTo>
                <a:close/>
              </a:path>
              <a:path w="184785" h="668020">
                <a:moveTo>
                  <a:pt x="117817" y="511810"/>
                </a:moveTo>
                <a:lnTo>
                  <a:pt x="113360" y="508000"/>
                </a:lnTo>
                <a:lnTo>
                  <a:pt x="164255" y="508000"/>
                </a:lnTo>
                <a:lnTo>
                  <a:pt x="166039" y="510539"/>
                </a:lnTo>
                <a:lnTo>
                  <a:pt x="116878" y="510539"/>
                </a:lnTo>
                <a:lnTo>
                  <a:pt x="117817" y="511810"/>
                </a:lnTo>
                <a:close/>
              </a:path>
              <a:path w="184785" h="668020">
                <a:moveTo>
                  <a:pt x="121234" y="515620"/>
                </a:moveTo>
                <a:lnTo>
                  <a:pt x="116878" y="510539"/>
                </a:lnTo>
                <a:lnTo>
                  <a:pt x="166039" y="510539"/>
                </a:lnTo>
                <a:lnTo>
                  <a:pt x="168310" y="514350"/>
                </a:lnTo>
                <a:lnTo>
                  <a:pt x="120434" y="514350"/>
                </a:lnTo>
                <a:lnTo>
                  <a:pt x="121234" y="515620"/>
                </a:lnTo>
                <a:close/>
              </a:path>
              <a:path w="184785" h="668020">
                <a:moveTo>
                  <a:pt x="127990" y="523239"/>
                </a:moveTo>
                <a:lnTo>
                  <a:pt x="123964" y="518160"/>
                </a:lnTo>
                <a:lnTo>
                  <a:pt x="124650" y="518160"/>
                </a:lnTo>
                <a:lnTo>
                  <a:pt x="120434" y="514350"/>
                </a:lnTo>
                <a:lnTo>
                  <a:pt x="168310" y="514350"/>
                </a:lnTo>
                <a:lnTo>
                  <a:pt x="169824" y="516889"/>
                </a:lnTo>
                <a:lnTo>
                  <a:pt x="170294" y="518160"/>
                </a:lnTo>
                <a:lnTo>
                  <a:pt x="172069" y="521970"/>
                </a:lnTo>
                <a:lnTo>
                  <a:pt x="127381" y="521970"/>
                </a:lnTo>
                <a:lnTo>
                  <a:pt x="127990" y="523239"/>
                </a:lnTo>
                <a:close/>
              </a:path>
              <a:path w="184785" h="668020">
                <a:moveTo>
                  <a:pt x="134213" y="532129"/>
                </a:moveTo>
                <a:lnTo>
                  <a:pt x="130657" y="527050"/>
                </a:lnTo>
                <a:lnTo>
                  <a:pt x="131203" y="527050"/>
                </a:lnTo>
                <a:lnTo>
                  <a:pt x="127381" y="521970"/>
                </a:lnTo>
                <a:lnTo>
                  <a:pt x="172069" y="521970"/>
                </a:lnTo>
                <a:lnTo>
                  <a:pt x="173253" y="524510"/>
                </a:lnTo>
                <a:lnTo>
                  <a:pt x="173697" y="524510"/>
                </a:lnTo>
                <a:lnTo>
                  <a:pt x="176301" y="530860"/>
                </a:lnTo>
                <a:lnTo>
                  <a:pt x="133718" y="530860"/>
                </a:lnTo>
                <a:lnTo>
                  <a:pt x="134213" y="532129"/>
                </a:lnTo>
                <a:close/>
              </a:path>
              <a:path w="184785" h="668020">
                <a:moveTo>
                  <a:pt x="136994" y="537210"/>
                </a:moveTo>
                <a:lnTo>
                  <a:pt x="133718" y="530860"/>
                </a:lnTo>
                <a:lnTo>
                  <a:pt x="176301" y="530860"/>
                </a:lnTo>
                <a:lnTo>
                  <a:pt x="176720" y="532129"/>
                </a:lnTo>
                <a:lnTo>
                  <a:pt x="178377" y="535939"/>
                </a:lnTo>
                <a:lnTo>
                  <a:pt x="136525" y="535939"/>
                </a:lnTo>
                <a:lnTo>
                  <a:pt x="136994" y="537210"/>
                </a:lnTo>
                <a:close/>
              </a:path>
              <a:path w="184785" h="668020">
                <a:moveTo>
                  <a:pt x="141643" y="546100"/>
                </a:moveTo>
                <a:lnTo>
                  <a:pt x="139039" y="541020"/>
                </a:lnTo>
                <a:lnTo>
                  <a:pt x="139484" y="541020"/>
                </a:lnTo>
                <a:lnTo>
                  <a:pt x="136525" y="535939"/>
                </a:lnTo>
                <a:lnTo>
                  <a:pt x="178377" y="535939"/>
                </a:lnTo>
                <a:lnTo>
                  <a:pt x="178930" y="537210"/>
                </a:lnTo>
                <a:lnTo>
                  <a:pt x="179336" y="538479"/>
                </a:lnTo>
                <a:lnTo>
                  <a:pt x="181114" y="543560"/>
                </a:lnTo>
                <a:lnTo>
                  <a:pt x="181482" y="544829"/>
                </a:lnTo>
                <a:lnTo>
                  <a:pt x="141211" y="544829"/>
                </a:lnTo>
                <a:lnTo>
                  <a:pt x="141643" y="546100"/>
                </a:lnTo>
                <a:close/>
              </a:path>
              <a:path w="184785" h="668020">
                <a:moveTo>
                  <a:pt x="183502" y="554989"/>
                </a:moveTo>
                <a:lnTo>
                  <a:pt x="144805" y="554989"/>
                </a:lnTo>
                <a:lnTo>
                  <a:pt x="144437" y="553720"/>
                </a:lnTo>
                <a:lnTo>
                  <a:pt x="143014" y="549910"/>
                </a:lnTo>
                <a:lnTo>
                  <a:pt x="141211" y="544829"/>
                </a:lnTo>
                <a:lnTo>
                  <a:pt x="181482" y="544829"/>
                </a:lnTo>
                <a:lnTo>
                  <a:pt x="182791" y="551179"/>
                </a:lnTo>
                <a:lnTo>
                  <a:pt x="183095" y="552450"/>
                </a:lnTo>
                <a:lnTo>
                  <a:pt x="183502" y="554989"/>
                </a:lnTo>
                <a:close/>
              </a:path>
              <a:path w="184785" h="668020">
                <a:moveTo>
                  <a:pt x="143421" y="551179"/>
                </a:moveTo>
                <a:lnTo>
                  <a:pt x="142979" y="549910"/>
                </a:lnTo>
                <a:lnTo>
                  <a:pt x="143421" y="551179"/>
                </a:lnTo>
                <a:close/>
              </a:path>
              <a:path w="184785" h="668020">
                <a:moveTo>
                  <a:pt x="144548" y="554261"/>
                </a:moveTo>
                <a:lnTo>
                  <a:pt x="144357" y="553720"/>
                </a:lnTo>
                <a:lnTo>
                  <a:pt x="144548" y="554261"/>
                </a:lnTo>
                <a:close/>
              </a:path>
              <a:path w="184785" h="668020">
                <a:moveTo>
                  <a:pt x="144805" y="554989"/>
                </a:moveTo>
                <a:lnTo>
                  <a:pt x="144548" y="554261"/>
                </a:lnTo>
                <a:lnTo>
                  <a:pt x="144437" y="553720"/>
                </a:lnTo>
                <a:lnTo>
                  <a:pt x="144805" y="554989"/>
                </a:lnTo>
                <a:close/>
              </a:path>
              <a:path w="184785" h="668020">
                <a:moveTo>
                  <a:pt x="145745" y="560070"/>
                </a:moveTo>
                <a:lnTo>
                  <a:pt x="144548" y="554261"/>
                </a:lnTo>
                <a:lnTo>
                  <a:pt x="144805" y="554989"/>
                </a:lnTo>
                <a:lnTo>
                  <a:pt x="183502" y="554989"/>
                </a:lnTo>
                <a:lnTo>
                  <a:pt x="183908" y="557529"/>
                </a:lnTo>
                <a:lnTo>
                  <a:pt x="145440" y="557529"/>
                </a:lnTo>
                <a:lnTo>
                  <a:pt x="145745" y="560070"/>
                </a:lnTo>
                <a:close/>
              </a:path>
              <a:path w="184785" h="668020">
                <a:moveTo>
                  <a:pt x="184340" y="568960"/>
                </a:moveTo>
                <a:lnTo>
                  <a:pt x="146100" y="568960"/>
                </a:lnTo>
                <a:lnTo>
                  <a:pt x="146265" y="567689"/>
                </a:lnTo>
                <a:lnTo>
                  <a:pt x="146329" y="565150"/>
                </a:lnTo>
                <a:lnTo>
                  <a:pt x="146253" y="563879"/>
                </a:lnTo>
                <a:lnTo>
                  <a:pt x="145440" y="557529"/>
                </a:lnTo>
                <a:lnTo>
                  <a:pt x="183908" y="557529"/>
                </a:lnTo>
                <a:lnTo>
                  <a:pt x="184073" y="558800"/>
                </a:lnTo>
                <a:lnTo>
                  <a:pt x="184340" y="562609"/>
                </a:lnTo>
                <a:lnTo>
                  <a:pt x="184340" y="568960"/>
                </a:lnTo>
                <a:close/>
              </a:path>
              <a:path w="184785" h="668020">
                <a:moveTo>
                  <a:pt x="146265" y="563879"/>
                </a:moveTo>
                <a:lnTo>
                  <a:pt x="146100" y="562609"/>
                </a:lnTo>
                <a:lnTo>
                  <a:pt x="146265" y="563879"/>
                </a:lnTo>
                <a:close/>
              </a:path>
              <a:path w="184785" h="668020">
                <a:moveTo>
                  <a:pt x="146283" y="564895"/>
                </a:moveTo>
                <a:lnTo>
                  <a:pt x="146202" y="563879"/>
                </a:lnTo>
                <a:lnTo>
                  <a:pt x="146283" y="564895"/>
                </a:lnTo>
                <a:close/>
              </a:path>
              <a:path w="184785" h="668020">
                <a:moveTo>
                  <a:pt x="146310" y="565785"/>
                </a:moveTo>
                <a:lnTo>
                  <a:pt x="146291" y="565150"/>
                </a:lnTo>
                <a:lnTo>
                  <a:pt x="146310" y="565785"/>
                </a:lnTo>
                <a:close/>
              </a:path>
              <a:path w="184785" h="668020">
                <a:moveTo>
                  <a:pt x="146329" y="566420"/>
                </a:moveTo>
                <a:lnTo>
                  <a:pt x="146310" y="565785"/>
                </a:lnTo>
                <a:lnTo>
                  <a:pt x="146329" y="566420"/>
                </a:lnTo>
                <a:close/>
              </a:path>
              <a:path w="184785" h="668020">
                <a:moveTo>
                  <a:pt x="146283" y="566674"/>
                </a:moveTo>
                <a:lnTo>
                  <a:pt x="146291" y="566420"/>
                </a:lnTo>
                <a:lnTo>
                  <a:pt x="146283" y="566674"/>
                </a:lnTo>
                <a:close/>
              </a:path>
              <a:path w="184785" h="668020">
                <a:moveTo>
                  <a:pt x="146253" y="567689"/>
                </a:moveTo>
                <a:lnTo>
                  <a:pt x="146283" y="566674"/>
                </a:lnTo>
                <a:lnTo>
                  <a:pt x="146253" y="567689"/>
                </a:lnTo>
                <a:close/>
              </a:path>
              <a:path w="184785" h="668020">
                <a:moveTo>
                  <a:pt x="146140" y="568459"/>
                </a:moveTo>
                <a:lnTo>
                  <a:pt x="146202" y="567689"/>
                </a:lnTo>
                <a:lnTo>
                  <a:pt x="146140" y="568459"/>
                </a:lnTo>
                <a:close/>
              </a:path>
              <a:path w="184785" h="668020">
                <a:moveTo>
                  <a:pt x="146100" y="568960"/>
                </a:moveTo>
                <a:lnTo>
                  <a:pt x="146140" y="568459"/>
                </a:lnTo>
                <a:lnTo>
                  <a:pt x="146265" y="567689"/>
                </a:lnTo>
                <a:lnTo>
                  <a:pt x="146100" y="568960"/>
                </a:lnTo>
                <a:close/>
              </a:path>
              <a:path w="184785" h="668020">
                <a:moveTo>
                  <a:pt x="183991" y="572770"/>
                </a:moveTo>
                <a:lnTo>
                  <a:pt x="145440" y="572770"/>
                </a:lnTo>
                <a:lnTo>
                  <a:pt x="145745" y="571500"/>
                </a:lnTo>
                <a:lnTo>
                  <a:pt x="146140" y="568459"/>
                </a:lnTo>
                <a:lnTo>
                  <a:pt x="146100" y="568960"/>
                </a:lnTo>
                <a:lnTo>
                  <a:pt x="184340" y="568960"/>
                </a:lnTo>
                <a:lnTo>
                  <a:pt x="184073" y="571500"/>
                </a:lnTo>
                <a:lnTo>
                  <a:pt x="183991" y="572770"/>
                </a:lnTo>
                <a:close/>
              </a:path>
              <a:path w="184785" h="668020">
                <a:moveTo>
                  <a:pt x="145478" y="572536"/>
                </a:moveTo>
                <a:lnTo>
                  <a:pt x="145646" y="571500"/>
                </a:lnTo>
                <a:lnTo>
                  <a:pt x="145478" y="572536"/>
                </a:lnTo>
                <a:close/>
              </a:path>
              <a:path w="184785" h="668020">
                <a:moveTo>
                  <a:pt x="145440" y="572770"/>
                </a:moveTo>
                <a:lnTo>
                  <a:pt x="145478" y="572536"/>
                </a:lnTo>
                <a:lnTo>
                  <a:pt x="145745" y="571500"/>
                </a:lnTo>
                <a:lnTo>
                  <a:pt x="145440" y="572770"/>
                </a:lnTo>
                <a:close/>
              </a:path>
              <a:path w="184785" h="668020">
                <a:moveTo>
                  <a:pt x="182464" y="581660"/>
                </a:moveTo>
                <a:lnTo>
                  <a:pt x="143014" y="581660"/>
                </a:lnTo>
                <a:lnTo>
                  <a:pt x="143421" y="580389"/>
                </a:lnTo>
                <a:lnTo>
                  <a:pt x="144805" y="575310"/>
                </a:lnTo>
                <a:lnTo>
                  <a:pt x="145478" y="572536"/>
                </a:lnTo>
                <a:lnTo>
                  <a:pt x="145440" y="572770"/>
                </a:lnTo>
                <a:lnTo>
                  <a:pt x="183991" y="572770"/>
                </a:lnTo>
                <a:lnTo>
                  <a:pt x="183908" y="574039"/>
                </a:lnTo>
                <a:lnTo>
                  <a:pt x="183095" y="579120"/>
                </a:lnTo>
                <a:lnTo>
                  <a:pt x="182464" y="581660"/>
                </a:lnTo>
                <a:close/>
              </a:path>
              <a:path w="184785" h="668020">
                <a:moveTo>
                  <a:pt x="144437" y="576579"/>
                </a:moveTo>
                <a:lnTo>
                  <a:pt x="144764" y="575310"/>
                </a:lnTo>
                <a:lnTo>
                  <a:pt x="144437" y="576579"/>
                </a:lnTo>
                <a:close/>
              </a:path>
              <a:path w="184785" h="668020">
                <a:moveTo>
                  <a:pt x="143283" y="580705"/>
                </a:moveTo>
                <a:lnTo>
                  <a:pt x="143372" y="580389"/>
                </a:lnTo>
                <a:lnTo>
                  <a:pt x="143283" y="580705"/>
                </a:lnTo>
                <a:close/>
              </a:path>
              <a:path w="184785" h="668020">
                <a:moveTo>
                  <a:pt x="143014" y="581660"/>
                </a:moveTo>
                <a:lnTo>
                  <a:pt x="143283" y="580705"/>
                </a:lnTo>
                <a:lnTo>
                  <a:pt x="143421" y="580389"/>
                </a:lnTo>
                <a:lnTo>
                  <a:pt x="143014" y="581660"/>
                </a:lnTo>
                <a:close/>
              </a:path>
              <a:path w="184785" h="668020">
                <a:moveTo>
                  <a:pt x="181482" y="585470"/>
                </a:moveTo>
                <a:lnTo>
                  <a:pt x="141211" y="585470"/>
                </a:lnTo>
                <a:lnTo>
                  <a:pt x="143283" y="580705"/>
                </a:lnTo>
                <a:lnTo>
                  <a:pt x="143014" y="581660"/>
                </a:lnTo>
                <a:lnTo>
                  <a:pt x="182464" y="581660"/>
                </a:lnTo>
                <a:lnTo>
                  <a:pt x="181482" y="585470"/>
                </a:lnTo>
                <a:close/>
              </a:path>
              <a:path w="184785" h="668020">
                <a:moveTo>
                  <a:pt x="180052" y="590550"/>
                </a:moveTo>
                <a:lnTo>
                  <a:pt x="139039" y="590550"/>
                </a:lnTo>
                <a:lnTo>
                  <a:pt x="141643" y="584200"/>
                </a:lnTo>
                <a:lnTo>
                  <a:pt x="141211" y="585470"/>
                </a:lnTo>
                <a:lnTo>
                  <a:pt x="181482" y="585470"/>
                </a:lnTo>
                <a:lnTo>
                  <a:pt x="180052" y="590550"/>
                </a:lnTo>
                <a:close/>
              </a:path>
              <a:path w="184785" h="668020">
                <a:moveTo>
                  <a:pt x="178377" y="595629"/>
                </a:moveTo>
                <a:lnTo>
                  <a:pt x="136525" y="595629"/>
                </a:lnTo>
                <a:lnTo>
                  <a:pt x="139484" y="589279"/>
                </a:lnTo>
                <a:lnTo>
                  <a:pt x="139039" y="590550"/>
                </a:lnTo>
                <a:lnTo>
                  <a:pt x="180052" y="590550"/>
                </a:lnTo>
                <a:lnTo>
                  <a:pt x="179336" y="593089"/>
                </a:lnTo>
                <a:lnTo>
                  <a:pt x="178930" y="594360"/>
                </a:lnTo>
                <a:lnTo>
                  <a:pt x="178377" y="595629"/>
                </a:lnTo>
                <a:close/>
              </a:path>
              <a:path w="184785" h="668020">
                <a:moveTo>
                  <a:pt x="174348" y="604520"/>
                </a:moveTo>
                <a:lnTo>
                  <a:pt x="130657" y="604520"/>
                </a:lnTo>
                <a:lnTo>
                  <a:pt x="134213" y="599439"/>
                </a:lnTo>
                <a:lnTo>
                  <a:pt x="133718" y="599439"/>
                </a:lnTo>
                <a:lnTo>
                  <a:pt x="136994" y="594360"/>
                </a:lnTo>
                <a:lnTo>
                  <a:pt x="136525" y="595629"/>
                </a:lnTo>
                <a:lnTo>
                  <a:pt x="178377" y="595629"/>
                </a:lnTo>
                <a:lnTo>
                  <a:pt x="176720" y="599439"/>
                </a:lnTo>
                <a:lnTo>
                  <a:pt x="176301" y="600710"/>
                </a:lnTo>
                <a:lnTo>
                  <a:pt x="174348" y="604520"/>
                </a:lnTo>
                <a:close/>
              </a:path>
              <a:path w="184785" h="668020">
                <a:moveTo>
                  <a:pt x="169824" y="613410"/>
                </a:moveTo>
                <a:lnTo>
                  <a:pt x="123964" y="613410"/>
                </a:lnTo>
                <a:lnTo>
                  <a:pt x="127990" y="608329"/>
                </a:lnTo>
                <a:lnTo>
                  <a:pt x="127381" y="608329"/>
                </a:lnTo>
                <a:lnTo>
                  <a:pt x="131203" y="603250"/>
                </a:lnTo>
                <a:lnTo>
                  <a:pt x="130657" y="604520"/>
                </a:lnTo>
                <a:lnTo>
                  <a:pt x="174348" y="604520"/>
                </a:lnTo>
                <a:lnTo>
                  <a:pt x="173697" y="605789"/>
                </a:lnTo>
                <a:lnTo>
                  <a:pt x="173253" y="607060"/>
                </a:lnTo>
                <a:lnTo>
                  <a:pt x="170294" y="612139"/>
                </a:lnTo>
                <a:lnTo>
                  <a:pt x="169824" y="613410"/>
                </a:lnTo>
                <a:close/>
              </a:path>
              <a:path w="184785" h="668020">
                <a:moveTo>
                  <a:pt x="167553" y="617220"/>
                </a:moveTo>
                <a:lnTo>
                  <a:pt x="120434" y="617220"/>
                </a:lnTo>
                <a:lnTo>
                  <a:pt x="124650" y="612139"/>
                </a:lnTo>
                <a:lnTo>
                  <a:pt x="123964" y="613410"/>
                </a:lnTo>
                <a:lnTo>
                  <a:pt x="169824" y="613410"/>
                </a:lnTo>
                <a:lnTo>
                  <a:pt x="167553" y="617220"/>
                </a:lnTo>
                <a:close/>
              </a:path>
              <a:path w="184785" h="668020">
                <a:moveTo>
                  <a:pt x="163363" y="623570"/>
                </a:moveTo>
                <a:lnTo>
                  <a:pt x="113360" y="623570"/>
                </a:lnTo>
                <a:lnTo>
                  <a:pt x="117817" y="619760"/>
                </a:lnTo>
                <a:lnTo>
                  <a:pt x="116878" y="619760"/>
                </a:lnTo>
                <a:lnTo>
                  <a:pt x="121234" y="615950"/>
                </a:lnTo>
                <a:lnTo>
                  <a:pt x="120434" y="617220"/>
                </a:lnTo>
                <a:lnTo>
                  <a:pt x="167553" y="617220"/>
                </a:lnTo>
                <a:lnTo>
                  <a:pt x="166039" y="619760"/>
                </a:lnTo>
                <a:lnTo>
                  <a:pt x="163363" y="623570"/>
                </a:lnTo>
                <a:close/>
              </a:path>
              <a:path w="184785" h="668020">
                <a:moveTo>
                  <a:pt x="161925" y="626110"/>
                </a:moveTo>
                <a:lnTo>
                  <a:pt x="109969" y="626110"/>
                </a:lnTo>
                <a:lnTo>
                  <a:pt x="114490" y="622300"/>
                </a:lnTo>
                <a:lnTo>
                  <a:pt x="113360" y="623570"/>
                </a:lnTo>
                <a:lnTo>
                  <a:pt x="163363" y="623570"/>
                </a:lnTo>
                <a:lnTo>
                  <a:pt x="162471" y="624839"/>
                </a:lnTo>
                <a:lnTo>
                  <a:pt x="161925" y="626110"/>
                </a:lnTo>
                <a:close/>
              </a:path>
              <a:path w="184785" h="668020">
                <a:moveTo>
                  <a:pt x="121259" y="662939"/>
                </a:moveTo>
                <a:lnTo>
                  <a:pt x="18414" y="662939"/>
                </a:lnTo>
                <a:lnTo>
                  <a:pt x="19710" y="624839"/>
                </a:lnTo>
                <a:lnTo>
                  <a:pt x="30251" y="624839"/>
                </a:lnTo>
                <a:lnTo>
                  <a:pt x="41782" y="626110"/>
                </a:lnTo>
                <a:lnTo>
                  <a:pt x="54762" y="628650"/>
                </a:lnTo>
                <a:lnTo>
                  <a:pt x="54406" y="628650"/>
                </a:lnTo>
                <a:lnTo>
                  <a:pt x="68287" y="629920"/>
                </a:lnTo>
                <a:lnTo>
                  <a:pt x="159057" y="629920"/>
                </a:lnTo>
                <a:lnTo>
                  <a:pt x="158102" y="631189"/>
                </a:lnTo>
                <a:lnTo>
                  <a:pt x="157505" y="632460"/>
                </a:lnTo>
                <a:lnTo>
                  <a:pt x="153466" y="637539"/>
                </a:lnTo>
                <a:lnTo>
                  <a:pt x="152781" y="637539"/>
                </a:lnTo>
                <a:lnTo>
                  <a:pt x="148577" y="642620"/>
                </a:lnTo>
                <a:lnTo>
                  <a:pt x="147777" y="643889"/>
                </a:lnTo>
                <a:lnTo>
                  <a:pt x="143433" y="647700"/>
                </a:lnTo>
                <a:lnTo>
                  <a:pt x="142494" y="648970"/>
                </a:lnTo>
                <a:lnTo>
                  <a:pt x="138036" y="652779"/>
                </a:lnTo>
                <a:lnTo>
                  <a:pt x="136893" y="652779"/>
                </a:lnTo>
                <a:lnTo>
                  <a:pt x="132372" y="656589"/>
                </a:lnTo>
                <a:lnTo>
                  <a:pt x="130962" y="657860"/>
                </a:lnTo>
                <a:lnTo>
                  <a:pt x="126403" y="660400"/>
                </a:lnTo>
                <a:lnTo>
                  <a:pt x="124904" y="660400"/>
                </a:lnTo>
                <a:lnTo>
                  <a:pt x="122529" y="661670"/>
                </a:lnTo>
                <a:lnTo>
                  <a:pt x="121259" y="662939"/>
                </a:lnTo>
                <a:close/>
              </a:path>
              <a:path w="184785" h="668020">
                <a:moveTo>
                  <a:pt x="159057" y="629920"/>
                </a:moveTo>
                <a:lnTo>
                  <a:pt x="96837" y="629920"/>
                </a:lnTo>
                <a:lnTo>
                  <a:pt x="102781" y="628650"/>
                </a:lnTo>
                <a:lnTo>
                  <a:pt x="104686" y="628650"/>
                </a:lnTo>
                <a:lnTo>
                  <a:pt x="107200" y="627379"/>
                </a:lnTo>
                <a:lnTo>
                  <a:pt x="106794" y="627379"/>
                </a:lnTo>
                <a:lnTo>
                  <a:pt x="111366" y="624839"/>
                </a:lnTo>
                <a:lnTo>
                  <a:pt x="109969" y="626110"/>
                </a:lnTo>
                <a:lnTo>
                  <a:pt x="161925" y="626110"/>
                </a:lnTo>
                <a:lnTo>
                  <a:pt x="159057" y="629920"/>
                </a:lnTo>
                <a:close/>
              </a:path>
              <a:path w="184785" h="668020">
                <a:moveTo>
                  <a:pt x="106794" y="627379"/>
                </a:moveTo>
                <a:lnTo>
                  <a:pt x="105930" y="627379"/>
                </a:lnTo>
                <a:lnTo>
                  <a:pt x="108292" y="626110"/>
                </a:lnTo>
                <a:lnTo>
                  <a:pt x="106794" y="627379"/>
                </a:lnTo>
                <a:close/>
              </a:path>
              <a:path w="184785" h="668020">
                <a:moveTo>
                  <a:pt x="104686" y="628650"/>
                </a:moveTo>
                <a:lnTo>
                  <a:pt x="103174" y="628650"/>
                </a:lnTo>
                <a:lnTo>
                  <a:pt x="105841" y="627379"/>
                </a:lnTo>
                <a:lnTo>
                  <a:pt x="104686" y="628650"/>
                </a:lnTo>
                <a:close/>
              </a:path>
              <a:path w="184785" h="668020">
                <a:moveTo>
                  <a:pt x="117576" y="664210"/>
                </a:moveTo>
                <a:lnTo>
                  <a:pt x="37287" y="664210"/>
                </a:lnTo>
                <a:lnTo>
                  <a:pt x="25920" y="662939"/>
                </a:lnTo>
                <a:lnTo>
                  <a:pt x="118732" y="662939"/>
                </a:lnTo>
                <a:lnTo>
                  <a:pt x="117576" y="664210"/>
                </a:lnTo>
                <a:close/>
              </a:path>
              <a:path w="184785" h="668020">
                <a:moveTo>
                  <a:pt x="102247" y="668020"/>
                </a:moveTo>
                <a:lnTo>
                  <a:pt x="64325" y="668020"/>
                </a:lnTo>
                <a:lnTo>
                  <a:pt x="50088" y="665479"/>
                </a:lnTo>
                <a:lnTo>
                  <a:pt x="37109" y="664210"/>
                </a:lnTo>
                <a:lnTo>
                  <a:pt x="114896" y="664210"/>
                </a:lnTo>
                <a:lnTo>
                  <a:pt x="113855" y="665479"/>
                </a:lnTo>
                <a:lnTo>
                  <a:pt x="111048" y="665479"/>
                </a:lnTo>
                <a:lnTo>
                  <a:pt x="109689" y="666750"/>
                </a:lnTo>
                <a:lnTo>
                  <a:pt x="103733" y="666750"/>
                </a:lnTo>
                <a:lnTo>
                  <a:pt x="102247" y="668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79" y="3036570"/>
            <a:ext cx="0" cy="290830"/>
          </a:xfrm>
          <a:custGeom>
            <a:avLst/>
            <a:gdLst/>
            <a:ahLst/>
            <a:cxnLst/>
            <a:rect l="l" t="t" r="r" b="b"/>
            <a:pathLst>
              <a:path w="0" h="290829">
                <a:moveTo>
                  <a:pt x="0" y="0"/>
                </a:moveTo>
                <a:lnTo>
                  <a:pt x="0" y="29028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92679" y="3965486"/>
            <a:ext cx="0" cy="290830"/>
          </a:xfrm>
          <a:custGeom>
            <a:avLst/>
            <a:gdLst/>
            <a:ahLst/>
            <a:cxnLst/>
            <a:rect l="l" t="t" r="r" b="b"/>
            <a:pathLst>
              <a:path w="0" h="290829">
                <a:moveTo>
                  <a:pt x="0" y="0"/>
                </a:moveTo>
                <a:lnTo>
                  <a:pt x="0" y="29028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06879" y="303657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06879" y="425577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06879" y="303657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06879" y="387477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02080" y="3417570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02080" y="3874770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04619" y="3118485"/>
            <a:ext cx="5594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华文楷体"/>
                <a:cs typeface="华文楷体"/>
              </a:rPr>
              <a:t>＋＋</a:t>
            </a:r>
            <a:r>
              <a:rPr dirty="0" sz="1400" spc="5">
                <a:latin typeface="华文楷体"/>
                <a:cs typeface="华文楷体"/>
              </a:rPr>
              <a:t>＋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4619" y="3880485"/>
            <a:ext cx="5594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华文楷体"/>
                <a:cs typeface="华文楷体"/>
              </a:rPr>
              <a:t>－－</a:t>
            </a:r>
            <a:r>
              <a:rPr dirty="0" sz="1400" spc="5">
                <a:latin typeface="华文楷体"/>
                <a:cs typeface="华文楷体"/>
              </a:rPr>
              <a:t>－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73517" y="34112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73517" y="3430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73517" y="34493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73517" y="34683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73517" y="34874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73517" y="35064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73517" y="35255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73517" y="35445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73517" y="35636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73517" y="35826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73517" y="36017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73517" y="36207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73517" y="36398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73517" y="36588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473517" y="36779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73517" y="36969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73517" y="37160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73517" y="37350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73517" y="37541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73517" y="37731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73517" y="37922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73517" y="3811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73517" y="38303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473517" y="38493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02117" y="34112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02117" y="3430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02117" y="34493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02117" y="34683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702117" y="34874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02117" y="35064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02117" y="35255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702117" y="35445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02117" y="35636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702117" y="35826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02117" y="36017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02117" y="36207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702117" y="36398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702117" y="36588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702117" y="36779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02117" y="36969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02117" y="37160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702117" y="37350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702117" y="37541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702117" y="37731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702117" y="37922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702117" y="3811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02117" y="38303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702117" y="38493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930717" y="34112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930717" y="3430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930717" y="34493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930717" y="34683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930717" y="34874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930717" y="35064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930717" y="35255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930717" y="35445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930717" y="35636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930717" y="35826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930717" y="36017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30717" y="36207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930717" y="36398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930717" y="36588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930717" y="36779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930717" y="36969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930717" y="37160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930717" y="37350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930717" y="37541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930717" y="37731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930717" y="37922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930717" y="3811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930717" y="38303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930717" y="38493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763505" y="3017520"/>
            <a:ext cx="1171638" cy="1257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 rot="2760000">
            <a:off x="3767870" y="3024654"/>
            <a:ext cx="638761" cy="200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80"/>
              </a:lnSpc>
            </a:pPr>
            <a:r>
              <a:rPr dirty="0" baseline="1792" sz="2325" spc="7">
                <a:latin typeface="华文楷体"/>
                <a:cs typeface="华文楷体"/>
              </a:rPr>
              <a:t>＋</a:t>
            </a:r>
            <a:r>
              <a:rPr dirty="0" sz="1550" spc="5">
                <a:latin typeface="华文楷体"/>
                <a:cs typeface="华文楷体"/>
              </a:rPr>
              <a:t>＋</a:t>
            </a:r>
            <a:r>
              <a:rPr dirty="0" sz="1550" spc="25">
                <a:latin typeface="华文楷体"/>
                <a:cs typeface="华文楷体"/>
              </a:rPr>
              <a:t>＋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88" name="object 88"/>
          <p:cNvSpPr txBox="1"/>
          <p:nvPr/>
        </p:nvSpPr>
        <p:spPr>
          <a:xfrm rot="7980000">
            <a:off x="3772296" y="4029232"/>
            <a:ext cx="637555" cy="200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80"/>
              </a:lnSpc>
            </a:pPr>
            <a:r>
              <a:rPr dirty="0" sz="1550" spc="15">
                <a:latin typeface="华文楷体"/>
                <a:cs typeface="华文楷体"/>
              </a:rPr>
              <a:t>－－</a:t>
            </a:r>
            <a:r>
              <a:rPr dirty="0" sz="1550" spc="25">
                <a:latin typeface="华文楷体"/>
                <a:cs typeface="华文楷体"/>
              </a:rPr>
              <a:t>－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696030" y="2498432"/>
            <a:ext cx="1304925" cy="2371725"/>
          </a:xfrm>
          <a:custGeom>
            <a:avLst/>
            <a:gdLst/>
            <a:ahLst/>
            <a:cxnLst/>
            <a:rect l="l" t="t" r="r" b="b"/>
            <a:pathLst>
              <a:path w="1304925" h="2371725">
                <a:moveTo>
                  <a:pt x="203" y="1216355"/>
                </a:moveTo>
                <a:lnTo>
                  <a:pt x="126" y="1206830"/>
                </a:lnTo>
                <a:lnTo>
                  <a:pt x="9651" y="1206766"/>
                </a:lnTo>
                <a:lnTo>
                  <a:pt x="9727" y="1216228"/>
                </a:lnTo>
                <a:lnTo>
                  <a:pt x="4965" y="1216323"/>
                </a:lnTo>
                <a:lnTo>
                  <a:pt x="203" y="1216355"/>
                </a:lnTo>
                <a:close/>
              </a:path>
              <a:path w="1304925" h="2371725">
                <a:moveTo>
                  <a:pt x="228" y="1217955"/>
                </a:moveTo>
                <a:lnTo>
                  <a:pt x="203" y="1216418"/>
                </a:lnTo>
                <a:lnTo>
                  <a:pt x="4965" y="1216323"/>
                </a:lnTo>
                <a:lnTo>
                  <a:pt x="9728" y="1216291"/>
                </a:lnTo>
                <a:lnTo>
                  <a:pt x="9753" y="1217752"/>
                </a:lnTo>
                <a:lnTo>
                  <a:pt x="228" y="1217955"/>
                </a:lnTo>
                <a:close/>
              </a:path>
              <a:path w="1304925" h="2371725">
                <a:moveTo>
                  <a:pt x="4965" y="1216323"/>
                </a:moveTo>
                <a:lnTo>
                  <a:pt x="9727" y="1216228"/>
                </a:lnTo>
                <a:lnTo>
                  <a:pt x="4965" y="1216323"/>
                </a:lnTo>
                <a:close/>
              </a:path>
              <a:path w="1304925" h="2371725">
                <a:moveTo>
                  <a:pt x="63" y="1197305"/>
                </a:moveTo>
                <a:lnTo>
                  <a:pt x="0" y="1187780"/>
                </a:lnTo>
                <a:lnTo>
                  <a:pt x="9525" y="1187716"/>
                </a:lnTo>
                <a:lnTo>
                  <a:pt x="9588" y="1197241"/>
                </a:lnTo>
                <a:lnTo>
                  <a:pt x="63" y="1197305"/>
                </a:lnTo>
                <a:close/>
              </a:path>
              <a:path w="1304925" h="2371725">
                <a:moveTo>
                  <a:pt x="9563" y="1178255"/>
                </a:moveTo>
                <a:lnTo>
                  <a:pt x="38" y="1178191"/>
                </a:lnTo>
                <a:lnTo>
                  <a:pt x="101" y="1168666"/>
                </a:lnTo>
                <a:lnTo>
                  <a:pt x="9626" y="1168730"/>
                </a:lnTo>
                <a:lnTo>
                  <a:pt x="9563" y="1178255"/>
                </a:lnTo>
                <a:close/>
              </a:path>
              <a:path w="1304925" h="2371725">
                <a:moveTo>
                  <a:pt x="9702" y="1159205"/>
                </a:moveTo>
                <a:lnTo>
                  <a:pt x="177" y="1159141"/>
                </a:lnTo>
                <a:lnTo>
                  <a:pt x="202" y="1155446"/>
                </a:lnTo>
                <a:lnTo>
                  <a:pt x="317" y="1149553"/>
                </a:lnTo>
                <a:lnTo>
                  <a:pt x="9842" y="1149743"/>
                </a:lnTo>
                <a:lnTo>
                  <a:pt x="9728" y="1155382"/>
                </a:lnTo>
                <a:lnTo>
                  <a:pt x="9702" y="1159205"/>
                </a:lnTo>
                <a:close/>
              </a:path>
              <a:path w="1304925" h="2371725">
                <a:moveTo>
                  <a:pt x="10045" y="1140231"/>
                </a:moveTo>
                <a:lnTo>
                  <a:pt x="520" y="1140028"/>
                </a:lnTo>
                <a:lnTo>
                  <a:pt x="711" y="1130503"/>
                </a:lnTo>
                <a:lnTo>
                  <a:pt x="10236" y="1130706"/>
                </a:lnTo>
                <a:lnTo>
                  <a:pt x="10045" y="1140231"/>
                </a:lnTo>
                <a:close/>
              </a:path>
              <a:path w="1304925" h="2371725">
                <a:moveTo>
                  <a:pt x="10490" y="1121244"/>
                </a:moveTo>
                <a:lnTo>
                  <a:pt x="965" y="1120914"/>
                </a:lnTo>
                <a:lnTo>
                  <a:pt x="1308" y="1111402"/>
                </a:lnTo>
                <a:lnTo>
                  <a:pt x="10820" y="1111732"/>
                </a:lnTo>
                <a:lnTo>
                  <a:pt x="10490" y="1121244"/>
                </a:lnTo>
                <a:close/>
              </a:path>
              <a:path w="1304925" h="2371725">
                <a:moveTo>
                  <a:pt x="11150" y="1102207"/>
                </a:moveTo>
                <a:lnTo>
                  <a:pt x="1638" y="1101877"/>
                </a:lnTo>
                <a:lnTo>
                  <a:pt x="1866" y="1095197"/>
                </a:lnTo>
                <a:lnTo>
                  <a:pt x="2006" y="1092288"/>
                </a:lnTo>
                <a:lnTo>
                  <a:pt x="11518" y="1092758"/>
                </a:lnTo>
                <a:lnTo>
                  <a:pt x="11389" y="1095197"/>
                </a:lnTo>
                <a:lnTo>
                  <a:pt x="11150" y="1102207"/>
                </a:lnTo>
                <a:close/>
              </a:path>
              <a:path w="1304925" h="2371725">
                <a:moveTo>
                  <a:pt x="11976" y="1083246"/>
                </a:moveTo>
                <a:lnTo>
                  <a:pt x="2463" y="1082776"/>
                </a:lnTo>
                <a:lnTo>
                  <a:pt x="2920" y="1073264"/>
                </a:lnTo>
                <a:lnTo>
                  <a:pt x="12445" y="1073734"/>
                </a:lnTo>
                <a:lnTo>
                  <a:pt x="11976" y="1083246"/>
                </a:lnTo>
                <a:close/>
              </a:path>
              <a:path w="1304925" h="2371725">
                <a:moveTo>
                  <a:pt x="12915" y="1064285"/>
                </a:moveTo>
                <a:lnTo>
                  <a:pt x="3403" y="1063688"/>
                </a:lnTo>
                <a:lnTo>
                  <a:pt x="4000" y="1054176"/>
                </a:lnTo>
                <a:lnTo>
                  <a:pt x="13512" y="1054773"/>
                </a:lnTo>
                <a:lnTo>
                  <a:pt x="12915" y="1064285"/>
                </a:lnTo>
                <a:close/>
              </a:path>
              <a:path w="1304925" h="2371725">
                <a:moveTo>
                  <a:pt x="14109" y="1045273"/>
                </a:moveTo>
                <a:lnTo>
                  <a:pt x="4597" y="1044676"/>
                </a:lnTo>
                <a:lnTo>
                  <a:pt x="5194" y="1035164"/>
                </a:lnTo>
                <a:lnTo>
                  <a:pt x="14706" y="1035761"/>
                </a:lnTo>
                <a:lnTo>
                  <a:pt x="14109" y="1045273"/>
                </a:lnTo>
                <a:close/>
              </a:path>
              <a:path w="1304925" h="2371725">
                <a:moveTo>
                  <a:pt x="15430" y="1026337"/>
                </a:moveTo>
                <a:lnTo>
                  <a:pt x="5930" y="1025601"/>
                </a:lnTo>
                <a:lnTo>
                  <a:pt x="6654" y="1016101"/>
                </a:lnTo>
                <a:lnTo>
                  <a:pt x="16154" y="1016838"/>
                </a:lnTo>
                <a:lnTo>
                  <a:pt x="15430" y="1026337"/>
                </a:lnTo>
                <a:close/>
              </a:path>
              <a:path w="1304925" h="2371725">
                <a:moveTo>
                  <a:pt x="16878" y="1007338"/>
                </a:moveTo>
                <a:lnTo>
                  <a:pt x="7391" y="1006614"/>
                </a:lnTo>
                <a:lnTo>
                  <a:pt x="7467" y="1005598"/>
                </a:lnTo>
                <a:lnTo>
                  <a:pt x="8242" y="997051"/>
                </a:lnTo>
                <a:lnTo>
                  <a:pt x="17729" y="997915"/>
                </a:lnTo>
                <a:lnTo>
                  <a:pt x="16878" y="1007338"/>
                </a:lnTo>
                <a:close/>
              </a:path>
              <a:path w="1304925" h="2371725">
                <a:moveTo>
                  <a:pt x="16961" y="1006398"/>
                </a:moveTo>
                <a:close/>
              </a:path>
              <a:path w="1304925" h="2371725">
                <a:moveTo>
                  <a:pt x="18592" y="988428"/>
                </a:moveTo>
                <a:lnTo>
                  <a:pt x="9105" y="987564"/>
                </a:lnTo>
                <a:lnTo>
                  <a:pt x="9969" y="978090"/>
                </a:lnTo>
                <a:lnTo>
                  <a:pt x="19443" y="978941"/>
                </a:lnTo>
                <a:lnTo>
                  <a:pt x="18592" y="988428"/>
                </a:lnTo>
                <a:close/>
              </a:path>
              <a:path w="1304925" h="2371725">
                <a:moveTo>
                  <a:pt x="20408" y="969543"/>
                </a:moveTo>
                <a:lnTo>
                  <a:pt x="10934" y="968540"/>
                </a:lnTo>
                <a:lnTo>
                  <a:pt x="11937" y="959065"/>
                </a:lnTo>
                <a:lnTo>
                  <a:pt x="21412" y="960069"/>
                </a:lnTo>
                <a:lnTo>
                  <a:pt x="20408" y="969543"/>
                </a:lnTo>
                <a:close/>
              </a:path>
              <a:path w="1304925" h="2371725">
                <a:moveTo>
                  <a:pt x="22402" y="950595"/>
                </a:moveTo>
                <a:lnTo>
                  <a:pt x="12928" y="949591"/>
                </a:lnTo>
                <a:lnTo>
                  <a:pt x="13182" y="947242"/>
                </a:lnTo>
                <a:lnTo>
                  <a:pt x="14033" y="940066"/>
                </a:lnTo>
                <a:lnTo>
                  <a:pt x="23494" y="941197"/>
                </a:lnTo>
                <a:lnTo>
                  <a:pt x="22636" y="948372"/>
                </a:lnTo>
                <a:lnTo>
                  <a:pt x="22402" y="950595"/>
                </a:lnTo>
                <a:close/>
              </a:path>
              <a:path w="1304925" h="2371725">
                <a:moveTo>
                  <a:pt x="24625" y="931735"/>
                </a:moveTo>
                <a:lnTo>
                  <a:pt x="15163" y="930605"/>
                </a:lnTo>
                <a:lnTo>
                  <a:pt x="16294" y="921156"/>
                </a:lnTo>
                <a:lnTo>
                  <a:pt x="25755" y="922286"/>
                </a:lnTo>
                <a:lnTo>
                  <a:pt x="24625" y="931735"/>
                </a:lnTo>
                <a:close/>
              </a:path>
              <a:path w="1304925" h="2371725">
                <a:moveTo>
                  <a:pt x="26974" y="912901"/>
                </a:moveTo>
                <a:lnTo>
                  <a:pt x="17525" y="911644"/>
                </a:lnTo>
                <a:lnTo>
                  <a:pt x="18795" y="902195"/>
                </a:lnTo>
                <a:lnTo>
                  <a:pt x="28232" y="903465"/>
                </a:lnTo>
                <a:lnTo>
                  <a:pt x="26974" y="912901"/>
                </a:lnTo>
                <a:close/>
              </a:path>
              <a:path w="1304925" h="2371725">
                <a:moveTo>
                  <a:pt x="29502" y="894016"/>
                </a:moveTo>
                <a:lnTo>
                  <a:pt x="20053" y="892759"/>
                </a:lnTo>
                <a:lnTo>
                  <a:pt x="20434" y="889965"/>
                </a:lnTo>
                <a:lnTo>
                  <a:pt x="21424" y="883259"/>
                </a:lnTo>
                <a:lnTo>
                  <a:pt x="30848" y="884656"/>
                </a:lnTo>
                <a:lnTo>
                  <a:pt x="29849" y="891362"/>
                </a:lnTo>
                <a:lnTo>
                  <a:pt x="29502" y="894016"/>
                </a:lnTo>
                <a:close/>
              </a:path>
              <a:path w="1304925" h="2371725">
                <a:moveTo>
                  <a:pt x="32245" y="875245"/>
                </a:moveTo>
                <a:lnTo>
                  <a:pt x="22821" y="873848"/>
                </a:lnTo>
                <a:lnTo>
                  <a:pt x="24218" y="864425"/>
                </a:lnTo>
                <a:lnTo>
                  <a:pt x="33642" y="865822"/>
                </a:lnTo>
                <a:lnTo>
                  <a:pt x="32245" y="875245"/>
                </a:lnTo>
                <a:close/>
              </a:path>
              <a:path w="1304925" h="2371725">
                <a:moveTo>
                  <a:pt x="35128" y="856475"/>
                </a:moveTo>
                <a:lnTo>
                  <a:pt x="25730" y="854951"/>
                </a:lnTo>
                <a:lnTo>
                  <a:pt x="27254" y="845540"/>
                </a:lnTo>
                <a:lnTo>
                  <a:pt x="36664" y="847077"/>
                </a:lnTo>
                <a:lnTo>
                  <a:pt x="35128" y="856475"/>
                </a:lnTo>
                <a:close/>
              </a:path>
              <a:path w="1304925" h="2371725">
                <a:moveTo>
                  <a:pt x="38188" y="837679"/>
                </a:moveTo>
                <a:lnTo>
                  <a:pt x="28790" y="836142"/>
                </a:lnTo>
                <a:lnTo>
                  <a:pt x="29184" y="833780"/>
                </a:lnTo>
                <a:lnTo>
                  <a:pt x="30441" y="826693"/>
                </a:lnTo>
                <a:lnTo>
                  <a:pt x="39814" y="828357"/>
                </a:lnTo>
                <a:lnTo>
                  <a:pt x="38443" y="836142"/>
                </a:lnTo>
                <a:lnTo>
                  <a:pt x="38188" y="837679"/>
                </a:lnTo>
                <a:close/>
              </a:path>
              <a:path w="1304925" h="2371725">
                <a:moveTo>
                  <a:pt x="38559" y="835444"/>
                </a:moveTo>
                <a:close/>
              </a:path>
              <a:path w="1304925" h="2371725">
                <a:moveTo>
                  <a:pt x="41490" y="818984"/>
                </a:moveTo>
                <a:lnTo>
                  <a:pt x="32105" y="817321"/>
                </a:lnTo>
                <a:lnTo>
                  <a:pt x="33781" y="807935"/>
                </a:lnTo>
                <a:lnTo>
                  <a:pt x="43154" y="809612"/>
                </a:lnTo>
                <a:lnTo>
                  <a:pt x="41490" y="818984"/>
                </a:lnTo>
                <a:close/>
              </a:path>
              <a:path w="1304925" h="2371725">
                <a:moveTo>
                  <a:pt x="44932" y="800315"/>
                </a:moveTo>
                <a:lnTo>
                  <a:pt x="35572" y="798512"/>
                </a:lnTo>
                <a:lnTo>
                  <a:pt x="37376" y="789165"/>
                </a:lnTo>
                <a:lnTo>
                  <a:pt x="46736" y="790968"/>
                </a:lnTo>
                <a:lnTo>
                  <a:pt x="44932" y="800315"/>
                </a:lnTo>
                <a:close/>
              </a:path>
              <a:path w="1304925" h="2371725">
                <a:moveTo>
                  <a:pt x="48539" y="781621"/>
                </a:moveTo>
                <a:lnTo>
                  <a:pt x="39192" y="779805"/>
                </a:lnTo>
                <a:lnTo>
                  <a:pt x="39369" y="778827"/>
                </a:lnTo>
                <a:lnTo>
                  <a:pt x="41135" y="770407"/>
                </a:lnTo>
                <a:lnTo>
                  <a:pt x="50457" y="772363"/>
                </a:lnTo>
                <a:lnTo>
                  <a:pt x="48539" y="781621"/>
                </a:lnTo>
                <a:close/>
              </a:path>
              <a:path w="1304925" h="2371725">
                <a:moveTo>
                  <a:pt x="48722" y="780683"/>
                </a:moveTo>
                <a:close/>
              </a:path>
              <a:path w="1304925" h="2371725">
                <a:moveTo>
                  <a:pt x="48717" y="780707"/>
                </a:moveTo>
                <a:close/>
              </a:path>
              <a:path w="1304925" h="2371725">
                <a:moveTo>
                  <a:pt x="52400" y="763028"/>
                </a:moveTo>
                <a:lnTo>
                  <a:pt x="43078" y="761085"/>
                </a:lnTo>
                <a:lnTo>
                  <a:pt x="45034" y="751713"/>
                </a:lnTo>
                <a:lnTo>
                  <a:pt x="54330" y="753795"/>
                </a:lnTo>
                <a:lnTo>
                  <a:pt x="52400" y="763028"/>
                </a:lnTo>
                <a:close/>
              </a:path>
              <a:path w="1304925" h="2371725">
                <a:moveTo>
                  <a:pt x="54332" y="753783"/>
                </a:moveTo>
                <a:close/>
              </a:path>
              <a:path w="1304925" h="2371725">
                <a:moveTo>
                  <a:pt x="56413" y="744486"/>
                </a:moveTo>
                <a:lnTo>
                  <a:pt x="47116" y="742403"/>
                </a:lnTo>
                <a:lnTo>
                  <a:pt x="49199" y="733107"/>
                </a:lnTo>
                <a:lnTo>
                  <a:pt x="58496" y="735190"/>
                </a:lnTo>
                <a:lnTo>
                  <a:pt x="56413" y="744486"/>
                </a:lnTo>
                <a:close/>
              </a:path>
              <a:path w="1304925" h="2371725">
                <a:moveTo>
                  <a:pt x="60578" y="725970"/>
                </a:moveTo>
                <a:lnTo>
                  <a:pt x="51320" y="723747"/>
                </a:lnTo>
                <a:lnTo>
                  <a:pt x="53543" y="714489"/>
                </a:lnTo>
                <a:lnTo>
                  <a:pt x="62801" y="716699"/>
                </a:lnTo>
                <a:lnTo>
                  <a:pt x="60578" y="725970"/>
                </a:lnTo>
                <a:close/>
              </a:path>
              <a:path w="1304925" h="2371725">
                <a:moveTo>
                  <a:pt x="65024" y="707440"/>
                </a:moveTo>
                <a:lnTo>
                  <a:pt x="55765" y="705218"/>
                </a:lnTo>
                <a:lnTo>
                  <a:pt x="57437" y="698258"/>
                </a:lnTo>
                <a:lnTo>
                  <a:pt x="58038" y="695896"/>
                </a:lnTo>
                <a:lnTo>
                  <a:pt x="67271" y="698258"/>
                </a:lnTo>
                <a:lnTo>
                  <a:pt x="66583" y="700951"/>
                </a:lnTo>
                <a:lnTo>
                  <a:pt x="65024" y="707440"/>
                </a:lnTo>
                <a:close/>
              </a:path>
              <a:path w="1304925" h="2371725">
                <a:moveTo>
                  <a:pt x="66583" y="700951"/>
                </a:moveTo>
                <a:close/>
              </a:path>
              <a:path w="1304925" h="2371725">
                <a:moveTo>
                  <a:pt x="69634" y="689038"/>
                </a:moveTo>
                <a:lnTo>
                  <a:pt x="60401" y="686676"/>
                </a:lnTo>
                <a:lnTo>
                  <a:pt x="62763" y="677443"/>
                </a:lnTo>
                <a:lnTo>
                  <a:pt x="71996" y="679805"/>
                </a:lnTo>
                <a:lnTo>
                  <a:pt x="69634" y="689038"/>
                </a:lnTo>
                <a:close/>
              </a:path>
              <a:path w="1304925" h="2371725">
                <a:moveTo>
                  <a:pt x="74409" y="670674"/>
                </a:moveTo>
                <a:lnTo>
                  <a:pt x="65214" y="668159"/>
                </a:lnTo>
                <a:lnTo>
                  <a:pt x="67716" y="658977"/>
                </a:lnTo>
                <a:lnTo>
                  <a:pt x="76911" y="661479"/>
                </a:lnTo>
                <a:lnTo>
                  <a:pt x="74409" y="670674"/>
                </a:lnTo>
                <a:close/>
              </a:path>
              <a:path w="1304925" h="2371725">
                <a:moveTo>
                  <a:pt x="79413" y="652284"/>
                </a:moveTo>
                <a:lnTo>
                  <a:pt x="70218" y="649782"/>
                </a:lnTo>
                <a:lnTo>
                  <a:pt x="71031" y="646811"/>
                </a:lnTo>
                <a:lnTo>
                  <a:pt x="72847" y="640549"/>
                </a:lnTo>
                <a:lnTo>
                  <a:pt x="81991" y="643191"/>
                </a:lnTo>
                <a:lnTo>
                  <a:pt x="80093" y="649782"/>
                </a:lnTo>
                <a:lnTo>
                  <a:pt x="79413" y="652284"/>
                </a:lnTo>
                <a:close/>
              </a:path>
              <a:path w="1304925" h="2371725">
                <a:moveTo>
                  <a:pt x="80187" y="649465"/>
                </a:moveTo>
                <a:close/>
              </a:path>
              <a:path w="1304925" h="2371725">
                <a:moveTo>
                  <a:pt x="84645" y="634047"/>
                </a:moveTo>
                <a:lnTo>
                  <a:pt x="75488" y="631405"/>
                </a:lnTo>
                <a:lnTo>
                  <a:pt x="78143" y="622249"/>
                </a:lnTo>
                <a:lnTo>
                  <a:pt x="87287" y="624903"/>
                </a:lnTo>
                <a:lnTo>
                  <a:pt x="84645" y="634047"/>
                </a:lnTo>
                <a:close/>
              </a:path>
              <a:path w="1304925" h="2371725">
                <a:moveTo>
                  <a:pt x="90042" y="615861"/>
                </a:moveTo>
                <a:lnTo>
                  <a:pt x="80937" y="613067"/>
                </a:lnTo>
                <a:lnTo>
                  <a:pt x="83731" y="603961"/>
                </a:lnTo>
                <a:lnTo>
                  <a:pt x="92837" y="606755"/>
                </a:lnTo>
                <a:lnTo>
                  <a:pt x="90042" y="615861"/>
                </a:lnTo>
                <a:close/>
              </a:path>
              <a:path w="1304925" h="2371725">
                <a:moveTo>
                  <a:pt x="95630" y="597725"/>
                </a:moveTo>
                <a:lnTo>
                  <a:pt x="86575" y="594791"/>
                </a:lnTo>
                <a:lnTo>
                  <a:pt x="89509" y="585724"/>
                </a:lnTo>
                <a:lnTo>
                  <a:pt x="98577" y="588670"/>
                </a:lnTo>
                <a:lnTo>
                  <a:pt x="95630" y="597725"/>
                </a:lnTo>
                <a:close/>
              </a:path>
              <a:path w="1304925" h="2371725">
                <a:moveTo>
                  <a:pt x="101511" y="579602"/>
                </a:moveTo>
                <a:lnTo>
                  <a:pt x="92455" y="576668"/>
                </a:lnTo>
                <a:lnTo>
                  <a:pt x="94018" y="571855"/>
                </a:lnTo>
                <a:lnTo>
                  <a:pt x="95478" y="567563"/>
                </a:lnTo>
                <a:lnTo>
                  <a:pt x="104495" y="570649"/>
                </a:lnTo>
                <a:lnTo>
                  <a:pt x="103023" y="574941"/>
                </a:lnTo>
                <a:lnTo>
                  <a:pt x="101511" y="579602"/>
                </a:lnTo>
                <a:close/>
              </a:path>
              <a:path w="1304925" h="2371725">
                <a:moveTo>
                  <a:pt x="103034" y="574905"/>
                </a:moveTo>
                <a:close/>
              </a:path>
              <a:path w="1304925" h="2371725">
                <a:moveTo>
                  <a:pt x="103023" y="574941"/>
                </a:moveTo>
                <a:close/>
              </a:path>
              <a:path w="1304925" h="2371725">
                <a:moveTo>
                  <a:pt x="107581" y="561632"/>
                </a:moveTo>
                <a:lnTo>
                  <a:pt x="98564" y="558546"/>
                </a:lnTo>
                <a:lnTo>
                  <a:pt x="101650" y="549529"/>
                </a:lnTo>
                <a:lnTo>
                  <a:pt x="110667" y="552615"/>
                </a:lnTo>
                <a:lnTo>
                  <a:pt x="107581" y="561632"/>
                </a:lnTo>
                <a:close/>
              </a:path>
              <a:path w="1304925" h="2371725">
                <a:moveTo>
                  <a:pt x="113842" y="543725"/>
                </a:moveTo>
                <a:lnTo>
                  <a:pt x="104876" y="540486"/>
                </a:lnTo>
                <a:lnTo>
                  <a:pt x="108115" y="531533"/>
                </a:lnTo>
                <a:lnTo>
                  <a:pt x="117081" y="534771"/>
                </a:lnTo>
                <a:lnTo>
                  <a:pt x="113842" y="543725"/>
                </a:lnTo>
                <a:close/>
              </a:path>
              <a:path w="1304925" h="2371725">
                <a:moveTo>
                  <a:pt x="120307" y="525894"/>
                </a:moveTo>
                <a:lnTo>
                  <a:pt x="111404" y="522503"/>
                </a:lnTo>
                <a:lnTo>
                  <a:pt x="114782" y="513600"/>
                </a:lnTo>
                <a:lnTo>
                  <a:pt x="123685" y="516991"/>
                </a:lnTo>
                <a:lnTo>
                  <a:pt x="120307" y="525894"/>
                </a:lnTo>
                <a:close/>
              </a:path>
              <a:path w="1304925" h="2371725">
                <a:moveTo>
                  <a:pt x="127076" y="508088"/>
                </a:moveTo>
                <a:lnTo>
                  <a:pt x="118173" y="504698"/>
                </a:lnTo>
                <a:lnTo>
                  <a:pt x="119824" y="500341"/>
                </a:lnTo>
                <a:lnTo>
                  <a:pt x="121665" y="495744"/>
                </a:lnTo>
                <a:lnTo>
                  <a:pt x="130505" y="499287"/>
                </a:lnTo>
                <a:lnTo>
                  <a:pt x="128672" y="503885"/>
                </a:lnTo>
                <a:lnTo>
                  <a:pt x="127076" y="508088"/>
                </a:lnTo>
                <a:close/>
              </a:path>
              <a:path w="1304925" h="2371725">
                <a:moveTo>
                  <a:pt x="128672" y="503885"/>
                </a:moveTo>
                <a:close/>
              </a:path>
              <a:path w="1304925" h="2371725">
                <a:moveTo>
                  <a:pt x="134048" y="490448"/>
                </a:moveTo>
                <a:lnTo>
                  <a:pt x="125196" y="486905"/>
                </a:lnTo>
                <a:lnTo>
                  <a:pt x="128739" y="478066"/>
                </a:lnTo>
                <a:lnTo>
                  <a:pt x="137579" y="481596"/>
                </a:lnTo>
                <a:lnTo>
                  <a:pt x="134048" y="490448"/>
                </a:lnTo>
                <a:close/>
              </a:path>
              <a:path w="1304925" h="2371725">
                <a:moveTo>
                  <a:pt x="141224" y="472884"/>
                </a:moveTo>
                <a:lnTo>
                  <a:pt x="132448" y="469201"/>
                </a:lnTo>
                <a:lnTo>
                  <a:pt x="136143" y="460413"/>
                </a:lnTo>
                <a:lnTo>
                  <a:pt x="144919" y="464108"/>
                </a:lnTo>
                <a:lnTo>
                  <a:pt x="141224" y="472884"/>
                </a:lnTo>
                <a:close/>
              </a:path>
              <a:path w="1304925" h="2371725">
                <a:moveTo>
                  <a:pt x="148640" y="455434"/>
                </a:moveTo>
                <a:lnTo>
                  <a:pt x="139915" y="451586"/>
                </a:lnTo>
                <a:lnTo>
                  <a:pt x="143763" y="442874"/>
                </a:lnTo>
                <a:lnTo>
                  <a:pt x="152488" y="446722"/>
                </a:lnTo>
                <a:lnTo>
                  <a:pt x="148640" y="455434"/>
                </a:lnTo>
                <a:close/>
              </a:path>
              <a:path w="1304925" h="2371725">
                <a:moveTo>
                  <a:pt x="156337" y="438010"/>
                </a:moveTo>
                <a:lnTo>
                  <a:pt x="147624" y="434162"/>
                </a:lnTo>
                <a:lnTo>
                  <a:pt x="148336" y="432549"/>
                </a:lnTo>
                <a:lnTo>
                  <a:pt x="151637" y="425424"/>
                </a:lnTo>
                <a:lnTo>
                  <a:pt x="160274" y="429437"/>
                </a:lnTo>
                <a:lnTo>
                  <a:pt x="156976" y="436549"/>
                </a:lnTo>
                <a:lnTo>
                  <a:pt x="156337" y="438010"/>
                </a:lnTo>
                <a:close/>
              </a:path>
              <a:path w="1304925" h="2371725">
                <a:moveTo>
                  <a:pt x="156976" y="436549"/>
                </a:moveTo>
                <a:close/>
              </a:path>
              <a:path w="1304925" h="2371725">
                <a:moveTo>
                  <a:pt x="164287" y="420789"/>
                </a:moveTo>
                <a:lnTo>
                  <a:pt x="155638" y="416788"/>
                </a:lnTo>
                <a:lnTo>
                  <a:pt x="158407" y="410806"/>
                </a:lnTo>
                <a:lnTo>
                  <a:pt x="159740" y="408089"/>
                </a:lnTo>
                <a:lnTo>
                  <a:pt x="168300" y="412254"/>
                </a:lnTo>
                <a:lnTo>
                  <a:pt x="166982" y="414972"/>
                </a:lnTo>
                <a:lnTo>
                  <a:pt x="164287" y="420789"/>
                </a:lnTo>
                <a:close/>
              </a:path>
              <a:path w="1304925" h="2371725">
                <a:moveTo>
                  <a:pt x="166982" y="414972"/>
                </a:moveTo>
                <a:close/>
              </a:path>
              <a:path w="1304925" h="2371725">
                <a:moveTo>
                  <a:pt x="172465" y="403694"/>
                </a:moveTo>
                <a:lnTo>
                  <a:pt x="163906" y="399516"/>
                </a:lnTo>
                <a:lnTo>
                  <a:pt x="168071" y="390956"/>
                </a:lnTo>
                <a:lnTo>
                  <a:pt x="176631" y="395122"/>
                </a:lnTo>
                <a:lnTo>
                  <a:pt x="172465" y="403694"/>
                </a:lnTo>
                <a:close/>
              </a:path>
              <a:path w="1304925" h="2371725">
                <a:moveTo>
                  <a:pt x="180898" y="386715"/>
                </a:moveTo>
                <a:lnTo>
                  <a:pt x="172415" y="382384"/>
                </a:lnTo>
                <a:lnTo>
                  <a:pt x="176745" y="373900"/>
                </a:lnTo>
                <a:lnTo>
                  <a:pt x="185229" y="378231"/>
                </a:lnTo>
                <a:lnTo>
                  <a:pt x="180898" y="386715"/>
                </a:lnTo>
                <a:close/>
              </a:path>
              <a:path w="1304925" h="2371725">
                <a:moveTo>
                  <a:pt x="189585" y="369862"/>
                </a:moveTo>
                <a:lnTo>
                  <a:pt x="181190" y="365366"/>
                </a:lnTo>
                <a:lnTo>
                  <a:pt x="185686" y="356971"/>
                </a:lnTo>
                <a:lnTo>
                  <a:pt x="194081" y="361467"/>
                </a:lnTo>
                <a:lnTo>
                  <a:pt x="189585" y="369862"/>
                </a:lnTo>
                <a:close/>
              </a:path>
              <a:path w="1304925" h="2371725">
                <a:moveTo>
                  <a:pt x="198577" y="353060"/>
                </a:moveTo>
                <a:lnTo>
                  <a:pt x="190182" y="348564"/>
                </a:lnTo>
                <a:lnTo>
                  <a:pt x="194894" y="340182"/>
                </a:lnTo>
                <a:lnTo>
                  <a:pt x="203187" y="344843"/>
                </a:lnTo>
                <a:lnTo>
                  <a:pt x="198577" y="353060"/>
                </a:lnTo>
                <a:close/>
              </a:path>
              <a:path w="1304925" h="2371725">
                <a:moveTo>
                  <a:pt x="198615" y="353009"/>
                </a:moveTo>
                <a:close/>
              </a:path>
              <a:path w="1304925" h="2371725">
                <a:moveTo>
                  <a:pt x="207860" y="336537"/>
                </a:moveTo>
                <a:lnTo>
                  <a:pt x="199555" y="331876"/>
                </a:lnTo>
                <a:lnTo>
                  <a:pt x="201525" y="328371"/>
                </a:lnTo>
                <a:lnTo>
                  <a:pt x="204368" y="323545"/>
                </a:lnTo>
                <a:lnTo>
                  <a:pt x="212572" y="328371"/>
                </a:lnTo>
                <a:lnTo>
                  <a:pt x="209677" y="333298"/>
                </a:lnTo>
                <a:lnTo>
                  <a:pt x="207860" y="336537"/>
                </a:lnTo>
                <a:close/>
              </a:path>
              <a:path w="1304925" h="2371725">
                <a:moveTo>
                  <a:pt x="209697" y="333264"/>
                </a:moveTo>
                <a:close/>
              </a:path>
              <a:path w="1304925" h="2371725">
                <a:moveTo>
                  <a:pt x="209677" y="333298"/>
                </a:moveTo>
                <a:close/>
              </a:path>
              <a:path w="1304925" h="2371725">
                <a:moveTo>
                  <a:pt x="217411" y="320167"/>
                </a:moveTo>
                <a:lnTo>
                  <a:pt x="209207" y="315341"/>
                </a:lnTo>
                <a:lnTo>
                  <a:pt x="212902" y="309067"/>
                </a:lnTo>
                <a:lnTo>
                  <a:pt x="214134" y="307073"/>
                </a:lnTo>
                <a:lnTo>
                  <a:pt x="222237" y="312077"/>
                </a:lnTo>
                <a:lnTo>
                  <a:pt x="221003" y="314071"/>
                </a:lnTo>
                <a:lnTo>
                  <a:pt x="217411" y="320167"/>
                </a:lnTo>
                <a:close/>
              </a:path>
              <a:path w="1304925" h="2371725">
                <a:moveTo>
                  <a:pt x="221005" y="314071"/>
                </a:moveTo>
                <a:close/>
              </a:path>
              <a:path w="1304925" h="2371725">
                <a:moveTo>
                  <a:pt x="227241" y="303974"/>
                </a:moveTo>
                <a:lnTo>
                  <a:pt x="219138" y="298970"/>
                </a:lnTo>
                <a:lnTo>
                  <a:pt x="224142" y="290868"/>
                </a:lnTo>
                <a:lnTo>
                  <a:pt x="232244" y="295871"/>
                </a:lnTo>
                <a:lnTo>
                  <a:pt x="227241" y="303974"/>
                </a:lnTo>
                <a:close/>
              </a:path>
              <a:path w="1304925" h="2371725">
                <a:moveTo>
                  <a:pt x="237362" y="287959"/>
                </a:moveTo>
                <a:lnTo>
                  <a:pt x="229374" y="282778"/>
                </a:lnTo>
                <a:lnTo>
                  <a:pt x="234556" y="274789"/>
                </a:lnTo>
                <a:lnTo>
                  <a:pt x="242544" y="279971"/>
                </a:lnTo>
                <a:lnTo>
                  <a:pt x="237362" y="287959"/>
                </a:lnTo>
                <a:close/>
              </a:path>
              <a:path w="1304925" h="2371725">
                <a:moveTo>
                  <a:pt x="247776" y="272135"/>
                </a:moveTo>
                <a:lnTo>
                  <a:pt x="239902" y="266776"/>
                </a:lnTo>
                <a:lnTo>
                  <a:pt x="245275" y="258902"/>
                </a:lnTo>
                <a:lnTo>
                  <a:pt x="253149" y="264261"/>
                </a:lnTo>
                <a:lnTo>
                  <a:pt x="247776" y="272135"/>
                </a:lnTo>
                <a:close/>
              </a:path>
              <a:path w="1304925" h="2371725">
                <a:moveTo>
                  <a:pt x="258508" y="256527"/>
                </a:moveTo>
                <a:lnTo>
                  <a:pt x="250761" y="250990"/>
                </a:lnTo>
                <a:lnTo>
                  <a:pt x="256298" y="243243"/>
                </a:lnTo>
                <a:lnTo>
                  <a:pt x="264045" y="248780"/>
                </a:lnTo>
                <a:lnTo>
                  <a:pt x="258508" y="256527"/>
                </a:lnTo>
                <a:close/>
              </a:path>
              <a:path w="1304925" h="2371725">
                <a:moveTo>
                  <a:pt x="269544" y="241147"/>
                </a:moveTo>
                <a:lnTo>
                  <a:pt x="261937" y="235419"/>
                </a:lnTo>
                <a:lnTo>
                  <a:pt x="267665" y="227812"/>
                </a:lnTo>
                <a:lnTo>
                  <a:pt x="275272" y="233527"/>
                </a:lnTo>
                <a:lnTo>
                  <a:pt x="269544" y="241147"/>
                </a:lnTo>
                <a:close/>
              </a:path>
              <a:path w="1304925" h="2371725">
                <a:moveTo>
                  <a:pt x="281000" y="225920"/>
                </a:moveTo>
                <a:lnTo>
                  <a:pt x="273380" y="220192"/>
                </a:lnTo>
                <a:lnTo>
                  <a:pt x="279361" y="212623"/>
                </a:lnTo>
                <a:lnTo>
                  <a:pt x="286829" y="218541"/>
                </a:lnTo>
                <a:lnTo>
                  <a:pt x="281231" y="225602"/>
                </a:lnTo>
                <a:lnTo>
                  <a:pt x="281000" y="225920"/>
                </a:lnTo>
                <a:close/>
              </a:path>
              <a:path w="1304925" h="2371725">
                <a:moveTo>
                  <a:pt x="281241" y="225602"/>
                </a:moveTo>
                <a:close/>
              </a:path>
              <a:path w="1304925" h="2371725">
                <a:moveTo>
                  <a:pt x="292735" y="211061"/>
                </a:moveTo>
                <a:lnTo>
                  <a:pt x="285267" y="205155"/>
                </a:lnTo>
                <a:lnTo>
                  <a:pt x="286651" y="203403"/>
                </a:lnTo>
                <a:lnTo>
                  <a:pt x="291401" y="197713"/>
                </a:lnTo>
                <a:lnTo>
                  <a:pt x="298716" y="203809"/>
                </a:lnTo>
                <a:lnTo>
                  <a:pt x="293984" y="209499"/>
                </a:lnTo>
                <a:lnTo>
                  <a:pt x="292735" y="211061"/>
                </a:lnTo>
                <a:close/>
              </a:path>
              <a:path w="1304925" h="2371725">
                <a:moveTo>
                  <a:pt x="293984" y="209499"/>
                </a:moveTo>
                <a:close/>
              </a:path>
              <a:path w="1304925" h="2371725">
                <a:moveTo>
                  <a:pt x="304812" y="196494"/>
                </a:moveTo>
                <a:lnTo>
                  <a:pt x="297497" y="190398"/>
                </a:lnTo>
                <a:lnTo>
                  <a:pt x="299770" y="187667"/>
                </a:lnTo>
                <a:lnTo>
                  <a:pt x="303796" y="183083"/>
                </a:lnTo>
                <a:lnTo>
                  <a:pt x="310946" y="189369"/>
                </a:lnTo>
                <a:lnTo>
                  <a:pt x="306925" y="193954"/>
                </a:lnTo>
                <a:lnTo>
                  <a:pt x="304812" y="196494"/>
                </a:lnTo>
                <a:close/>
              </a:path>
              <a:path w="1304925" h="2371725">
                <a:moveTo>
                  <a:pt x="307004" y="193859"/>
                </a:moveTo>
                <a:close/>
              </a:path>
              <a:path w="1304925" h="2371725">
                <a:moveTo>
                  <a:pt x="306925" y="193954"/>
                </a:moveTo>
                <a:close/>
              </a:path>
              <a:path w="1304925" h="2371725">
                <a:moveTo>
                  <a:pt x="317233" y="182219"/>
                </a:moveTo>
                <a:lnTo>
                  <a:pt x="310083" y="175933"/>
                </a:lnTo>
                <a:lnTo>
                  <a:pt x="313105" y="172491"/>
                </a:lnTo>
                <a:lnTo>
                  <a:pt x="316560" y="168770"/>
                </a:lnTo>
                <a:lnTo>
                  <a:pt x="323532" y="175247"/>
                </a:lnTo>
                <a:lnTo>
                  <a:pt x="320078" y="178968"/>
                </a:lnTo>
                <a:lnTo>
                  <a:pt x="317233" y="182219"/>
                </a:lnTo>
                <a:close/>
              </a:path>
              <a:path w="1304925" h="2371725">
                <a:moveTo>
                  <a:pt x="320090" y="178968"/>
                </a:moveTo>
                <a:close/>
              </a:path>
              <a:path w="1304925" h="2371725">
                <a:moveTo>
                  <a:pt x="330009" y="168262"/>
                </a:moveTo>
                <a:lnTo>
                  <a:pt x="323037" y="161785"/>
                </a:lnTo>
                <a:lnTo>
                  <a:pt x="326555" y="157975"/>
                </a:lnTo>
                <a:lnTo>
                  <a:pt x="329691" y="154787"/>
                </a:lnTo>
                <a:lnTo>
                  <a:pt x="336486" y="161455"/>
                </a:lnTo>
                <a:lnTo>
                  <a:pt x="333445" y="164553"/>
                </a:lnTo>
                <a:lnTo>
                  <a:pt x="330009" y="168262"/>
                </a:lnTo>
                <a:close/>
              </a:path>
              <a:path w="1304925" h="2371725">
                <a:moveTo>
                  <a:pt x="333451" y="164553"/>
                </a:moveTo>
                <a:close/>
              </a:path>
              <a:path w="1304925" h="2371725">
                <a:moveTo>
                  <a:pt x="343153" y="154660"/>
                </a:moveTo>
                <a:lnTo>
                  <a:pt x="336359" y="147993"/>
                </a:lnTo>
                <a:lnTo>
                  <a:pt x="340410" y="143852"/>
                </a:lnTo>
                <a:lnTo>
                  <a:pt x="343204" y="141173"/>
                </a:lnTo>
                <a:lnTo>
                  <a:pt x="349808" y="148031"/>
                </a:lnTo>
                <a:lnTo>
                  <a:pt x="347016" y="150723"/>
                </a:lnTo>
                <a:lnTo>
                  <a:pt x="343153" y="154660"/>
                </a:lnTo>
                <a:close/>
              </a:path>
              <a:path w="1304925" h="2371725">
                <a:moveTo>
                  <a:pt x="347049" y="150689"/>
                </a:moveTo>
                <a:close/>
              </a:path>
              <a:path w="1304925" h="2371725">
                <a:moveTo>
                  <a:pt x="347016" y="150723"/>
                </a:moveTo>
                <a:close/>
              </a:path>
              <a:path w="1304925" h="2371725">
                <a:moveTo>
                  <a:pt x="356679" y="141427"/>
                </a:moveTo>
                <a:lnTo>
                  <a:pt x="350075" y="134569"/>
                </a:lnTo>
                <a:lnTo>
                  <a:pt x="354380" y="130416"/>
                </a:lnTo>
                <a:lnTo>
                  <a:pt x="357111" y="127952"/>
                </a:lnTo>
                <a:lnTo>
                  <a:pt x="363512" y="135001"/>
                </a:lnTo>
                <a:lnTo>
                  <a:pt x="360777" y="137477"/>
                </a:lnTo>
                <a:lnTo>
                  <a:pt x="356679" y="141427"/>
                </a:lnTo>
                <a:close/>
              </a:path>
              <a:path w="1304925" h="2371725">
                <a:moveTo>
                  <a:pt x="360781" y="137477"/>
                </a:moveTo>
                <a:close/>
              </a:path>
              <a:path w="1304925" h="2371725">
                <a:moveTo>
                  <a:pt x="370573" y="128612"/>
                </a:moveTo>
                <a:lnTo>
                  <a:pt x="364172" y="121551"/>
                </a:lnTo>
                <a:lnTo>
                  <a:pt x="368553" y="117576"/>
                </a:lnTo>
                <a:lnTo>
                  <a:pt x="371411" y="115150"/>
                </a:lnTo>
                <a:lnTo>
                  <a:pt x="377596" y="122402"/>
                </a:lnTo>
                <a:lnTo>
                  <a:pt x="374742" y="124828"/>
                </a:lnTo>
                <a:lnTo>
                  <a:pt x="370573" y="128612"/>
                </a:lnTo>
                <a:close/>
              </a:path>
              <a:path w="1304925" h="2371725">
                <a:moveTo>
                  <a:pt x="374742" y="124828"/>
                </a:moveTo>
                <a:close/>
              </a:path>
              <a:path w="1304925" h="2371725">
                <a:moveTo>
                  <a:pt x="384848" y="116217"/>
                </a:moveTo>
                <a:lnTo>
                  <a:pt x="378663" y="108966"/>
                </a:lnTo>
                <a:lnTo>
                  <a:pt x="382930" y="105346"/>
                </a:lnTo>
                <a:lnTo>
                  <a:pt x="386118" y="102806"/>
                </a:lnTo>
                <a:lnTo>
                  <a:pt x="392061" y="110248"/>
                </a:lnTo>
                <a:lnTo>
                  <a:pt x="388973" y="112699"/>
                </a:lnTo>
                <a:lnTo>
                  <a:pt x="384848" y="116217"/>
                </a:lnTo>
                <a:close/>
              </a:path>
              <a:path w="1304925" h="2371725">
                <a:moveTo>
                  <a:pt x="388883" y="112788"/>
                </a:moveTo>
                <a:close/>
              </a:path>
              <a:path w="1304925" h="2371725">
                <a:moveTo>
                  <a:pt x="399503" y="104305"/>
                </a:moveTo>
                <a:lnTo>
                  <a:pt x="393573" y="96862"/>
                </a:lnTo>
                <a:lnTo>
                  <a:pt x="397484" y="93738"/>
                </a:lnTo>
                <a:lnTo>
                  <a:pt x="401231" y="90944"/>
                </a:lnTo>
                <a:lnTo>
                  <a:pt x="406920" y="98590"/>
                </a:lnTo>
                <a:lnTo>
                  <a:pt x="403189" y="101371"/>
                </a:lnTo>
                <a:lnTo>
                  <a:pt x="399503" y="104305"/>
                </a:lnTo>
                <a:close/>
              </a:path>
              <a:path w="1304925" h="2371725">
                <a:moveTo>
                  <a:pt x="403227" y="101341"/>
                </a:moveTo>
                <a:close/>
              </a:path>
              <a:path w="1304925" h="2371725">
                <a:moveTo>
                  <a:pt x="403189" y="101371"/>
                </a:moveTo>
                <a:close/>
              </a:path>
              <a:path w="1304925" h="2371725">
                <a:moveTo>
                  <a:pt x="414566" y="92887"/>
                </a:moveTo>
                <a:lnTo>
                  <a:pt x="408876" y="85255"/>
                </a:lnTo>
                <a:lnTo>
                  <a:pt x="412241" y="82753"/>
                </a:lnTo>
                <a:lnTo>
                  <a:pt x="416750" y="79616"/>
                </a:lnTo>
                <a:lnTo>
                  <a:pt x="422173" y="87452"/>
                </a:lnTo>
                <a:lnTo>
                  <a:pt x="417664" y="90576"/>
                </a:lnTo>
                <a:lnTo>
                  <a:pt x="414566" y="92887"/>
                </a:lnTo>
                <a:close/>
              </a:path>
              <a:path w="1304925" h="2371725">
                <a:moveTo>
                  <a:pt x="417684" y="90576"/>
                </a:moveTo>
                <a:close/>
              </a:path>
              <a:path w="1304925" h="2371725">
                <a:moveTo>
                  <a:pt x="430009" y="82029"/>
                </a:moveTo>
                <a:lnTo>
                  <a:pt x="424573" y="74193"/>
                </a:lnTo>
                <a:lnTo>
                  <a:pt x="427177" y="72402"/>
                </a:lnTo>
                <a:lnTo>
                  <a:pt x="432676" y="68872"/>
                </a:lnTo>
                <a:lnTo>
                  <a:pt x="437819" y="76885"/>
                </a:lnTo>
                <a:lnTo>
                  <a:pt x="432478" y="80314"/>
                </a:lnTo>
                <a:lnTo>
                  <a:pt x="430009" y="82029"/>
                </a:lnTo>
                <a:close/>
              </a:path>
              <a:path w="1304925" h="2371725">
                <a:moveTo>
                  <a:pt x="432320" y="80416"/>
                </a:moveTo>
                <a:lnTo>
                  <a:pt x="432460" y="80314"/>
                </a:lnTo>
                <a:lnTo>
                  <a:pt x="432320" y="80416"/>
                </a:lnTo>
                <a:close/>
              </a:path>
              <a:path w="1304925" h="2371725">
                <a:moveTo>
                  <a:pt x="445833" y="71729"/>
                </a:moveTo>
                <a:lnTo>
                  <a:pt x="440689" y="63715"/>
                </a:lnTo>
                <a:lnTo>
                  <a:pt x="442290" y="62699"/>
                </a:lnTo>
                <a:lnTo>
                  <a:pt x="448995" y="58724"/>
                </a:lnTo>
                <a:lnTo>
                  <a:pt x="453847" y="66916"/>
                </a:lnTo>
                <a:lnTo>
                  <a:pt x="447142" y="70891"/>
                </a:lnTo>
                <a:lnTo>
                  <a:pt x="445833" y="71729"/>
                </a:lnTo>
                <a:close/>
              </a:path>
              <a:path w="1304925" h="2371725">
                <a:moveTo>
                  <a:pt x="447153" y="70884"/>
                </a:moveTo>
                <a:lnTo>
                  <a:pt x="447281" y="70802"/>
                </a:lnTo>
                <a:lnTo>
                  <a:pt x="447153" y="70884"/>
                </a:lnTo>
                <a:close/>
              </a:path>
              <a:path w="1304925" h="2371725">
                <a:moveTo>
                  <a:pt x="447142" y="70891"/>
                </a:moveTo>
                <a:close/>
              </a:path>
              <a:path w="1304925" h="2371725">
                <a:moveTo>
                  <a:pt x="462051" y="62064"/>
                </a:moveTo>
                <a:lnTo>
                  <a:pt x="457200" y="53873"/>
                </a:lnTo>
                <a:lnTo>
                  <a:pt x="457530" y="53670"/>
                </a:lnTo>
                <a:lnTo>
                  <a:pt x="465721" y="49136"/>
                </a:lnTo>
                <a:lnTo>
                  <a:pt x="470179" y="57556"/>
                </a:lnTo>
                <a:lnTo>
                  <a:pt x="462051" y="62064"/>
                </a:lnTo>
                <a:close/>
              </a:path>
              <a:path w="1304925" h="2371725">
                <a:moveTo>
                  <a:pt x="469716" y="57810"/>
                </a:moveTo>
                <a:close/>
              </a:path>
              <a:path w="1304925" h="2371725">
                <a:moveTo>
                  <a:pt x="462262" y="61940"/>
                </a:moveTo>
                <a:close/>
              </a:path>
              <a:path w="1304925" h="2371725">
                <a:moveTo>
                  <a:pt x="462159" y="62001"/>
                </a:moveTo>
                <a:close/>
              </a:path>
              <a:path w="1304925" h="2371725">
                <a:moveTo>
                  <a:pt x="478523" y="53162"/>
                </a:moveTo>
                <a:lnTo>
                  <a:pt x="474230" y="44665"/>
                </a:lnTo>
                <a:lnTo>
                  <a:pt x="480771" y="41351"/>
                </a:lnTo>
                <a:lnTo>
                  <a:pt x="482828" y="40360"/>
                </a:lnTo>
                <a:lnTo>
                  <a:pt x="486968" y="48945"/>
                </a:lnTo>
                <a:lnTo>
                  <a:pt x="484912" y="49936"/>
                </a:lnTo>
                <a:lnTo>
                  <a:pt x="478523" y="53162"/>
                </a:lnTo>
                <a:close/>
              </a:path>
              <a:path w="1304925" h="2371725">
                <a:moveTo>
                  <a:pt x="484912" y="49936"/>
                </a:moveTo>
                <a:close/>
              </a:path>
              <a:path w="1304925" h="2371725">
                <a:moveTo>
                  <a:pt x="495490" y="44907"/>
                </a:moveTo>
                <a:lnTo>
                  <a:pt x="491528" y="36245"/>
                </a:lnTo>
                <a:lnTo>
                  <a:pt x="496468" y="33997"/>
                </a:lnTo>
                <a:lnTo>
                  <a:pt x="500316" y="32334"/>
                </a:lnTo>
                <a:lnTo>
                  <a:pt x="504101" y="41071"/>
                </a:lnTo>
                <a:lnTo>
                  <a:pt x="500258" y="42735"/>
                </a:lnTo>
                <a:lnTo>
                  <a:pt x="495490" y="44907"/>
                </a:lnTo>
                <a:close/>
              </a:path>
              <a:path w="1304925" h="2371725">
                <a:moveTo>
                  <a:pt x="500258" y="42735"/>
                </a:moveTo>
                <a:close/>
              </a:path>
              <a:path w="1304925" h="2371725">
                <a:moveTo>
                  <a:pt x="512787" y="37426"/>
                </a:moveTo>
                <a:lnTo>
                  <a:pt x="509181" y="28600"/>
                </a:lnTo>
                <a:lnTo>
                  <a:pt x="512317" y="27330"/>
                </a:lnTo>
                <a:lnTo>
                  <a:pt x="518147" y="25082"/>
                </a:lnTo>
                <a:lnTo>
                  <a:pt x="521563" y="33972"/>
                </a:lnTo>
                <a:lnTo>
                  <a:pt x="515742" y="36220"/>
                </a:lnTo>
                <a:lnTo>
                  <a:pt x="512787" y="37426"/>
                </a:lnTo>
                <a:close/>
              </a:path>
              <a:path w="1304925" h="2371725">
                <a:moveTo>
                  <a:pt x="515742" y="36220"/>
                </a:moveTo>
                <a:close/>
              </a:path>
              <a:path w="1304925" h="2371725">
                <a:moveTo>
                  <a:pt x="530415" y="30721"/>
                </a:moveTo>
                <a:lnTo>
                  <a:pt x="527176" y="21767"/>
                </a:lnTo>
                <a:lnTo>
                  <a:pt x="528319" y="21361"/>
                </a:lnTo>
                <a:lnTo>
                  <a:pt x="536384" y="18630"/>
                </a:lnTo>
                <a:lnTo>
                  <a:pt x="539242" y="27724"/>
                </a:lnTo>
                <a:lnTo>
                  <a:pt x="531385" y="30378"/>
                </a:lnTo>
                <a:lnTo>
                  <a:pt x="530415" y="30721"/>
                </a:lnTo>
                <a:close/>
              </a:path>
              <a:path w="1304925" h="2371725">
                <a:moveTo>
                  <a:pt x="539242" y="27724"/>
                </a:moveTo>
                <a:close/>
              </a:path>
              <a:path w="1304925" h="2371725">
                <a:moveTo>
                  <a:pt x="531385" y="30378"/>
                </a:moveTo>
                <a:close/>
              </a:path>
              <a:path w="1304925" h="2371725">
                <a:moveTo>
                  <a:pt x="548233" y="24930"/>
                </a:moveTo>
                <a:lnTo>
                  <a:pt x="545579" y="15773"/>
                </a:lnTo>
                <a:lnTo>
                  <a:pt x="552576" y="13741"/>
                </a:lnTo>
                <a:lnTo>
                  <a:pt x="554837" y="13144"/>
                </a:lnTo>
                <a:lnTo>
                  <a:pt x="557301" y="22339"/>
                </a:lnTo>
                <a:lnTo>
                  <a:pt x="555054" y="22948"/>
                </a:lnTo>
                <a:lnTo>
                  <a:pt x="548233" y="24930"/>
                </a:lnTo>
                <a:close/>
              </a:path>
              <a:path w="1304925" h="2371725">
                <a:moveTo>
                  <a:pt x="555054" y="22948"/>
                </a:moveTo>
                <a:close/>
              </a:path>
              <a:path w="1304925" h="2371725">
                <a:moveTo>
                  <a:pt x="566419" y="19989"/>
                </a:moveTo>
                <a:lnTo>
                  <a:pt x="564159" y="10731"/>
                </a:lnTo>
                <a:lnTo>
                  <a:pt x="568934" y="9575"/>
                </a:lnTo>
                <a:lnTo>
                  <a:pt x="573544" y="8559"/>
                </a:lnTo>
                <a:lnTo>
                  <a:pt x="575589" y="17856"/>
                </a:lnTo>
                <a:lnTo>
                  <a:pt x="571028" y="18872"/>
                </a:lnTo>
                <a:lnTo>
                  <a:pt x="566419" y="19989"/>
                </a:lnTo>
                <a:close/>
              </a:path>
              <a:path w="1304925" h="2371725">
                <a:moveTo>
                  <a:pt x="571028" y="18872"/>
                </a:moveTo>
                <a:close/>
              </a:path>
              <a:path w="1304925" h="2371725">
                <a:moveTo>
                  <a:pt x="584822" y="15963"/>
                </a:moveTo>
                <a:lnTo>
                  <a:pt x="582980" y="6616"/>
                </a:lnTo>
                <a:lnTo>
                  <a:pt x="585406" y="6146"/>
                </a:lnTo>
                <a:lnTo>
                  <a:pt x="592454" y="4914"/>
                </a:lnTo>
                <a:lnTo>
                  <a:pt x="594093" y="14300"/>
                </a:lnTo>
                <a:lnTo>
                  <a:pt x="587190" y="15506"/>
                </a:lnTo>
                <a:lnTo>
                  <a:pt x="584822" y="15963"/>
                </a:lnTo>
                <a:close/>
              </a:path>
              <a:path w="1304925" h="2371725">
                <a:moveTo>
                  <a:pt x="587044" y="15532"/>
                </a:moveTo>
                <a:lnTo>
                  <a:pt x="587190" y="15506"/>
                </a:lnTo>
                <a:lnTo>
                  <a:pt x="587044" y="15532"/>
                </a:lnTo>
                <a:close/>
              </a:path>
              <a:path w="1304925" h="2371725">
                <a:moveTo>
                  <a:pt x="603288" y="12890"/>
                </a:moveTo>
                <a:lnTo>
                  <a:pt x="602081" y="3441"/>
                </a:lnTo>
                <a:lnTo>
                  <a:pt x="610362" y="2400"/>
                </a:lnTo>
                <a:lnTo>
                  <a:pt x="611644" y="2260"/>
                </a:lnTo>
                <a:lnTo>
                  <a:pt x="612635" y="11734"/>
                </a:lnTo>
                <a:lnTo>
                  <a:pt x="611353" y="11874"/>
                </a:lnTo>
                <a:lnTo>
                  <a:pt x="603288" y="12890"/>
                </a:lnTo>
                <a:close/>
              </a:path>
              <a:path w="1304925" h="2371725">
                <a:moveTo>
                  <a:pt x="611433" y="11864"/>
                </a:moveTo>
                <a:close/>
              </a:path>
              <a:path w="1304925" h="2371725">
                <a:moveTo>
                  <a:pt x="611353" y="11874"/>
                </a:moveTo>
                <a:close/>
              </a:path>
              <a:path w="1304925" h="2371725">
                <a:moveTo>
                  <a:pt x="622007" y="10820"/>
                </a:moveTo>
                <a:lnTo>
                  <a:pt x="621233" y="1320"/>
                </a:lnTo>
                <a:lnTo>
                  <a:pt x="627024" y="850"/>
                </a:lnTo>
                <a:lnTo>
                  <a:pt x="630847" y="635"/>
                </a:lnTo>
                <a:lnTo>
                  <a:pt x="631393" y="10147"/>
                </a:lnTo>
                <a:lnTo>
                  <a:pt x="627902" y="10350"/>
                </a:lnTo>
                <a:lnTo>
                  <a:pt x="622007" y="10820"/>
                </a:lnTo>
                <a:close/>
              </a:path>
              <a:path w="1304925" h="2371725">
                <a:moveTo>
                  <a:pt x="627684" y="10363"/>
                </a:moveTo>
                <a:lnTo>
                  <a:pt x="627902" y="10350"/>
                </a:lnTo>
                <a:lnTo>
                  <a:pt x="627684" y="10363"/>
                </a:lnTo>
                <a:close/>
              </a:path>
              <a:path w="1304925" h="2371725">
                <a:moveTo>
                  <a:pt x="640803" y="9715"/>
                </a:moveTo>
                <a:lnTo>
                  <a:pt x="640473" y="190"/>
                </a:lnTo>
                <a:lnTo>
                  <a:pt x="643915" y="76"/>
                </a:lnTo>
                <a:lnTo>
                  <a:pt x="650100" y="0"/>
                </a:lnTo>
                <a:lnTo>
                  <a:pt x="650214" y="9525"/>
                </a:lnTo>
                <a:lnTo>
                  <a:pt x="645145" y="9588"/>
                </a:lnTo>
                <a:lnTo>
                  <a:pt x="644245" y="9588"/>
                </a:lnTo>
                <a:lnTo>
                  <a:pt x="640803" y="9715"/>
                </a:lnTo>
                <a:close/>
              </a:path>
              <a:path w="1304925" h="2371725">
                <a:moveTo>
                  <a:pt x="644131" y="9601"/>
                </a:moveTo>
                <a:lnTo>
                  <a:pt x="645145" y="9588"/>
                </a:lnTo>
                <a:lnTo>
                  <a:pt x="644131" y="9601"/>
                </a:lnTo>
                <a:close/>
              </a:path>
              <a:path w="1304925" h="2371725">
                <a:moveTo>
                  <a:pt x="668921" y="9877"/>
                </a:moveTo>
                <a:lnTo>
                  <a:pt x="660653" y="9588"/>
                </a:lnTo>
                <a:lnTo>
                  <a:pt x="659625" y="9588"/>
                </a:lnTo>
                <a:lnTo>
                  <a:pt x="659739" y="63"/>
                </a:lnTo>
                <a:lnTo>
                  <a:pt x="660869" y="76"/>
                </a:lnTo>
                <a:lnTo>
                  <a:pt x="669328" y="368"/>
                </a:lnTo>
                <a:lnTo>
                  <a:pt x="669480" y="368"/>
                </a:lnTo>
                <a:lnTo>
                  <a:pt x="668938" y="9588"/>
                </a:lnTo>
                <a:lnTo>
                  <a:pt x="660653" y="9588"/>
                </a:lnTo>
                <a:lnTo>
                  <a:pt x="668938" y="9601"/>
                </a:lnTo>
                <a:lnTo>
                  <a:pt x="668921" y="9877"/>
                </a:lnTo>
                <a:close/>
              </a:path>
              <a:path w="1304925" h="2371725">
                <a:moveTo>
                  <a:pt x="687704" y="11264"/>
                </a:moveTo>
                <a:lnTo>
                  <a:pt x="685291" y="11010"/>
                </a:lnTo>
                <a:lnTo>
                  <a:pt x="678319" y="10452"/>
                </a:lnTo>
                <a:lnTo>
                  <a:pt x="679094" y="952"/>
                </a:lnTo>
                <a:lnTo>
                  <a:pt x="686269" y="1536"/>
                </a:lnTo>
                <a:lnTo>
                  <a:pt x="688682" y="1790"/>
                </a:lnTo>
                <a:lnTo>
                  <a:pt x="687704" y="11264"/>
                </a:lnTo>
                <a:close/>
              </a:path>
              <a:path w="1304925" h="2371725">
                <a:moveTo>
                  <a:pt x="706493" y="12903"/>
                </a:moveTo>
                <a:lnTo>
                  <a:pt x="701587" y="12890"/>
                </a:lnTo>
                <a:lnTo>
                  <a:pt x="697064" y="12319"/>
                </a:lnTo>
                <a:lnTo>
                  <a:pt x="698258" y="2870"/>
                </a:lnTo>
                <a:lnTo>
                  <a:pt x="702995" y="3467"/>
                </a:lnTo>
                <a:lnTo>
                  <a:pt x="707796" y="4191"/>
                </a:lnTo>
                <a:lnTo>
                  <a:pt x="706493" y="12903"/>
                </a:lnTo>
                <a:close/>
              </a:path>
              <a:path w="1304925" h="2371725">
                <a:moveTo>
                  <a:pt x="706386" y="13614"/>
                </a:moveTo>
                <a:lnTo>
                  <a:pt x="701573" y="12890"/>
                </a:lnTo>
                <a:lnTo>
                  <a:pt x="706493" y="12903"/>
                </a:lnTo>
                <a:lnTo>
                  <a:pt x="706386" y="13614"/>
                </a:lnTo>
                <a:close/>
              </a:path>
              <a:path w="1304925" h="2371725">
                <a:moveTo>
                  <a:pt x="724928" y="16916"/>
                </a:moveTo>
                <a:lnTo>
                  <a:pt x="717753" y="15506"/>
                </a:lnTo>
                <a:lnTo>
                  <a:pt x="715683" y="15151"/>
                </a:lnTo>
                <a:lnTo>
                  <a:pt x="717308" y="5765"/>
                </a:lnTo>
                <a:lnTo>
                  <a:pt x="719594" y="6159"/>
                </a:lnTo>
                <a:lnTo>
                  <a:pt x="726770" y="7569"/>
                </a:lnTo>
                <a:lnTo>
                  <a:pt x="724928" y="16916"/>
                </a:lnTo>
                <a:close/>
              </a:path>
              <a:path w="1304925" h="2371725">
                <a:moveTo>
                  <a:pt x="743254" y="20828"/>
                </a:moveTo>
                <a:lnTo>
                  <a:pt x="741908" y="20828"/>
                </a:lnTo>
                <a:lnTo>
                  <a:pt x="734021" y="18910"/>
                </a:lnTo>
                <a:lnTo>
                  <a:pt x="736282" y="9652"/>
                </a:lnTo>
                <a:lnTo>
                  <a:pt x="744258" y="11595"/>
                </a:lnTo>
                <a:lnTo>
                  <a:pt x="745629" y="11963"/>
                </a:lnTo>
                <a:lnTo>
                  <a:pt x="743254" y="20828"/>
                </a:lnTo>
                <a:close/>
              </a:path>
              <a:path w="1304925" h="2371725">
                <a:moveTo>
                  <a:pt x="743165" y="21158"/>
                </a:moveTo>
                <a:lnTo>
                  <a:pt x="741844" y="20812"/>
                </a:lnTo>
                <a:lnTo>
                  <a:pt x="743254" y="20828"/>
                </a:lnTo>
                <a:lnTo>
                  <a:pt x="743165" y="21158"/>
                </a:lnTo>
                <a:close/>
              </a:path>
              <a:path w="1304925" h="2371725">
                <a:moveTo>
                  <a:pt x="761634" y="25247"/>
                </a:moveTo>
                <a:lnTo>
                  <a:pt x="757783" y="25247"/>
                </a:lnTo>
                <a:lnTo>
                  <a:pt x="752259" y="23647"/>
                </a:lnTo>
                <a:lnTo>
                  <a:pt x="754913" y="14503"/>
                </a:lnTo>
                <a:lnTo>
                  <a:pt x="760539" y="16129"/>
                </a:lnTo>
                <a:lnTo>
                  <a:pt x="764133" y="17259"/>
                </a:lnTo>
                <a:lnTo>
                  <a:pt x="761634" y="25247"/>
                </a:lnTo>
                <a:close/>
              </a:path>
              <a:path w="1304925" h="2371725">
                <a:moveTo>
                  <a:pt x="761288" y="26352"/>
                </a:moveTo>
                <a:lnTo>
                  <a:pt x="757681" y="25222"/>
                </a:lnTo>
                <a:lnTo>
                  <a:pt x="761634" y="25247"/>
                </a:lnTo>
                <a:lnTo>
                  <a:pt x="761288" y="26352"/>
                </a:lnTo>
                <a:close/>
              </a:path>
              <a:path w="1304925" h="2371725">
                <a:moveTo>
                  <a:pt x="779866" y="30378"/>
                </a:moveTo>
                <a:lnTo>
                  <a:pt x="773531" y="30378"/>
                </a:lnTo>
                <a:lnTo>
                  <a:pt x="770242" y="29273"/>
                </a:lnTo>
                <a:lnTo>
                  <a:pt x="773290" y="20243"/>
                </a:lnTo>
                <a:lnTo>
                  <a:pt x="776681" y="21386"/>
                </a:lnTo>
                <a:lnTo>
                  <a:pt x="782370" y="23444"/>
                </a:lnTo>
                <a:lnTo>
                  <a:pt x="779866" y="30378"/>
                </a:lnTo>
                <a:close/>
              </a:path>
              <a:path w="1304925" h="2371725">
                <a:moveTo>
                  <a:pt x="779132" y="32410"/>
                </a:moveTo>
                <a:lnTo>
                  <a:pt x="773442" y="30353"/>
                </a:lnTo>
                <a:lnTo>
                  <a:pt x="779866" y="30378"/>
                </a:lnTo>
                <a:lnTo>
                  <a:pt x="779132" y="32410"/>
                </a:lnTo>
                <a:close/>
              </a:path>
              <a:path w="1304925" h="2371725">
                <a:moveTo>
                  <a:pt x="797935" y="36220"/>
                </a:moveTo>
                <a:lnTo>
                  <a:pt x="789165" y="36220"/>
                </a:lnTo>
                <a:lnTo>
                  <a:pt x="787946" y="35750"/>
                </a:lnTo>
                <a:lnTo>
                  <a:pt x="791362" y="26860"/>
                </a:lnTo>
                <a:lnTo>
                  <a:pt x="792670" y="27355"/>
                </a:lnTo>
                <a:lnTo>
                  <a:pt x="800277" y="30467"/>
                </a:lnTo>
                <a:lnTo>
                  <a:pt x="797935" y="36220"/>
                </a:lnTo>
                <a:close/>
              </a:path>
              <a:path w="1304925" h="2371725">
                <a:moveTo>
                  <a:pt x="796683" y="39293"/>
                </a:moveTo>
                <a:lnTo>
                  <a:pt x="789063" y="36182"/>
                </a:lnTo>
                <a:lnTo>
                  <a:pt x="797935" y="36220"/>
                </a:lnTo>
                <a:lnTo>
                  <a:pt x="796683" y="39293"/>
                </a:lnTo>
                <a:close/>
              </a:path>
              <a:path w="1304925" h="2371725">
                <a:moveTo>
                  <a:pt x="814139" y="46253"/>
                </a:moveTo>
                <a:lnTo>
                  <a:pt x="812342" y="46253"/>
                </a:lnTo>
                <a:lnTo>
                  <a:pt x="805243" y="43002"/>
                </a:lnTo>
                <a:lnTo>
                  <a:pt x="809193" y="34340"/>
                </a:lnTo>
                <a:lnTo>
                  <a:pt x="816381" y="37630"/>
                </a:lnTo>
                <a:lnTo>
                  <a:pt x="817930" y="38379"/>
                </a:lnTo>
                <a:lnTo>
                  <a:pt x="814139" y="46253"/>
                </a:lnTo>
                <a:close/>
              </a:path>
              <a:path w="1304925" h="2371725">
                <a:moveTo>
                  <a:pt x="813803" y="46951"/>
                </a:moveTo>
                <a:lnTo>
                  <a:pt x="812253" y="46215"/>
                </a:lnTo>
                <a:lnTo>
                  <a:pt x="814139" y="46253"/>
                </a:lnTo>
                <a:lnTo>
                  <a:pt x="813803" y="46951"/>
                </a:lnTo>
                <a:close/>
              </a:path>
              <a:path w="1304925" h="2371725">
                <a:moveTo>
                  <a:pt x="830668" y="55410"/>
                </a:moveTo>
                <a:lnTo>
                  <a:pt x="827531" y="53746"/>
                </a:lnTo>
                <a:lnTo>
                  <a:pt x="822274" y="51092"/>
                </a:lnTo>
                <a:lnTo>
                  <a:pt x="826579" y="42595"/>
                </a:lnTo>
                <a:lnTo>
                  <a:pt x="832002" y="45339"/>
                </a:lnTo>
                <a:lnTo>
                  <a:pt x="835126" y="46990"/>
                </a:lnTo>
                <a:lnTo>
                  <a:pt x="830668" y="55410"/>
                </a:lnTo>
                <a:close/>
              </a:path>
              <a:path w="1304925" h="2371725">
                <a:moveTo>
                  <a:pt x="848629" y="62001"/>
                </a:moveTo>
                <a:lnTo>
                  <a:pt x="842746" y="62001"/>
                </a:lnTo>
                <a:lnTo>
                  <a:pt x="838962" y="59905"/>
                </a:lnTo>
                <a:lnTo>
                  <a:pt x="843584" y="51574"/>
                </a:lnTo>
                <a:lnTo>
                  <a:pt x="847483" y="53733"/>
                </a:lnTo>
                <a:lnTo>
                  <a:pt x="851954" y="56388"/>
                </a:lnTo>
                <a:lnTo>
                  <a:pt x="848629" y="62001"/>
                </a:lnTo>
                <a:close/>
              </a:path>
              <a:path w="1304925" h="2371725">
                <a:moveTo>
                  <a:pt x="847102" y="64579"/>
                </a:moveTo>
                <a:lnTo>
                  <a:pt x="842638" y="61941"/>
                </a:lnTo>
                <a:lnTo>
                  <a:pt x="848629" y="62001"/>
                </a:lnTo>
                <a:lnTo>
                  <a:pt x="847102" y="64579"/>
                </a:lnTo>
                <a:close/>
              </a:path>
              <a:path w="1304925" h="2371725">
                <a:moveTo>
                  <a:pt x="865468" y="70891"/>
                </a:moveTo>
                <a:lnTo>
                  <a:pt x="857743" y="70882"/>
                </a:lnTo>
                <a:lnTo>
                  <a:pt x="855294" y="69430"/>
                </a:lnTo>
                <a:lnTo>
                  <a:pt x="860145" y="61239"/>
                </a:lnTo>
                <a:lnTo>
                  <a:pt x="862761" y="62788"/>
                </a:lnTo>
                <a:lnTo>
                  <a:pt x="868362" y="66382"/>
                </a:lnTo>
                <a:lnTo>
                  <a:pt x="865468" y="70891"/>
                </a:lnTo>
                <a:close/>
              </a:path>
              <a:path w="1304925" h="2371725">
                <a:moveTo>
                  <a:pt x="863218" y="74396"/>
                </a:moveTo>
                <a:lnTo>
                  <a:pt x="857742" y="70882"/>
                </a:lnTo>
                <a:lnTo>
                  <a:pt x="865468" y="70891"/>
                </a:lnTo>
                <a:lnTo>
                  <a:pt x="863218" y="74396"/>
                </a:lnTo>
                <a:close/>
              </a:path>
              <a:path w="1304925" h="2371725">
                <a:moveTo>
                  <a:pt x="878954" y="84836"/>
                </a:moveTo>
                <a:lnTo>
                  <a:pt x="872439" y="80314"/>
                </a:lnTo>
                <a:lnTo>
                  <a:pt x="871232" y="79552"/>
                </a:lnTo>
                <a:lnTo>
                  <a:pt x="876376" y="71539"/>
                </a:lnTo>
                <a:lnTo>
                  <a:pt x="877862" y="72491"/>
                </a:lnTo>
                <a:lnTo>
                  <a:pt x="884377" y="77012"/>
                </a:lnTo>
                <a:lnTo>
                  <a:pt x="878954" y="84836"/>
                </a:lnTo>
                <a:close/>
              </a:path>
              <a:path w="1304925" h="2371725">
                <a:moveTo>
                  <a:pt x="898218" y="90576"/>
                </a:moveTo>
                <a:lnTo>
                  <a:pt x="887234" y="90576"/>
                </a:lnTo>
                <a:lnTo>
                  <a:pt x="886777" y="90258"/>
                </a:lnTo>
                <a:lnTo>
                  <a:pt x="892213" y="82435"/>
                </a:lnTo>
                <a:lnTo>
                  <a:pt x="892784" y="82842"/>
                </a:lnTo>
                <a:lnTo>
                  <a:pt x="899985" y="88201"/>
                </a:lnTo>
                <a:lnTo>
                  <a:pt x="898218" y="90576"/>
                </a:lnTo>
                <a:close/>
              </a:path>
              <a:path w="1304925" h="2371725">
                <a:moveTo>
                  <a:pt x="894295" y="95846"/>
                </a:moveTo>
                <a:lnTo>
                  <a:pt x="887094" y="90487"/>
                </a:lnTo>
                <a:lnTo>
                  <a:pt x="887234" y="90576"/>
                </a:lnTo>
                <a:lnTo>
                  <a:pt x="898218" y="90576"/>
                </a:lnTo>
                <a:lnTo>
                  <a:pt x="894295" y="95846"/>
                </a:lnTo>
                <a:close/>
              </a:path>
              <a:path w="1304925" h="2371725">
                <a:moveTo>
                  <a:pt x="909256" y="107391"/>
                </a:moveTo>
                <a:lnTo>
                  <a:pt x="901801" y="101447"/>
                </a:lnTo>
                <a:lnTo>
                  <a:pt x="907745" y="94005"/>
                </a:lnTo>
                <a:lnTo>
                  <a:pt x="915187" y="99936"/>
                </a:lnTo>
                <a:lnTo>
                  <a:pt x="909256" y="107391"/>
                </a:lnTo>
                <a:close/>
              </a:path>
              <a:path w="1304925" h="2371725">
                <a:moveTo>
                  <a:pt x="923810" y="119418"/>
                </a:moveTo>
                <a:lnTo>
                  <a:pt x="916559" y="113245"/>
                </a:lnTo>
                <a:lnTo>
                  <a:pt x="922731" y="105994"/>
                </a:lnTo>
                <a:lnTo>
                  <a:pt x="929995" y="112166"/>
                </a:lnTo>
                <a:lnTo>
                  <a:pt x="923810" y="119418"/>
                </a:lnTo>
                <a:close/>
              </a:path>
              <a:path w="1304925" h="2371725">
                <a:moveTo>
                  <a:pt x="937996" y="131927"/>
                </a:moveTo>
                <a:lnTo>
                  <a:pt x="930935" y="125526"/>
                </a:lnTo>
                <a:lnTo>
                  <a:pt x="937323" y="118465"/>
                </a:lnTo>
                <a:lnTo>
                  <a:pt x="944384" y="124866"/>
                </a:lnTo>
                <a:lnTo>
                  <a:pt x="937996" y="131927"/>
                </a:lnTo>
                <a:close/>
              </a:path>
              <a:path w="1304925" h="2371725">
                <a:moveTo>
                  <a:pt x="951788" y="144856"/>
                </a:moveTo>
                <a:lnTo>
                  <a:pt x="944918" y="138252"/>
                </a:lnTo>
                <a:lnTo>
                  <a:pt x="951522" y="131381"/>
                </a:lnTo>
                <a:lnTo>
                  <a:pt x="958392" y="137985"/>
                </a:lnTo>
                <a:lnTo>
                  <a:pt x="951788" y="144856"/>
                </a:lnTo>
                <a:close/>
              </a:path>
              <a:path w="1304925" h="2371725">
                <a:moveTo>
                  <a:pt x="965200" y="158178"/>
                </a:moveTo>
                <a:lnTo>
                  <a:pt x="958532" y="151384"/>
                </a:lnTo>
                <a:lnTo>
                  <a:pt x="965326" y="144716"/>
                </a:lnTo>
                <a:lnTo>
                  <a:pt x="971994" y="151511"/>
                </a:lnTo>
                <a:lnTo>
                  <a:pt x="965200" y="158178"/>
                </a:lnTo>
                <a:close/>
              </a:path>
              <a:path w="1304925" h="2371725">
                <a:moveTo>
                  <a:pt x="978242" y="171881"/>
                </a:moveTo>
                <a:lnTo>
                  <a:pt x="971765" y="164896"/>
                </a:lnTo>
                <a:lnTo>
                  <a:pt x="978750" y="158419"/>
                </a:lnTo>
                <a:lnTo>
                  <a:pt x="985227" y="165404"/>
                </a:lnTo>
                <a:lnTo>
                  <a:pt x="978242" y="171881"/>
                </a:lnTo>
                <a:close/>
              </a:path>
              <a:path w="1304925" h="2371725">
                <a:moveTo>
                  <a:pt x="990917" y="185928"/>
                </a:moveTo>
                <a:lnTo>
                  <a:pt x="984732" y="178866"/>
                </a:lnTo>
                <a:lnTo>
                  <a:pt x="991704" y="172389"/>
                </a:lnTo>
                <a:lnTo>
                  <a:pt x="998080" y="179641"/>
                </a:lnTo>
                <a:lnTo>
                  <a:pt x="990917" y="185928"/>
                </a:lnTo>
                <a:close/>
              </a:path>
              <a:path w="1304925" h="2371725">
                <a:moveTo>
                  <a:pt x="1010374" y="193954"/>
                </a:moveTo>
                <a:lnTo>
                  <a:pt x="997978" y="193954"/>
                </a:lnTo>
                <a:lnTo>
                  <a:pt x="997203" y="193078"/>
                </a:lnTo>
                <a:lnTo>
                  <a:pt x="1004366" y="186791"/>
                </a:lnTo>
                <a:lnTo>
                  <a:pt x="1005217" y="187756"/>
                </a:lnTo>
                <a:lnTo>
                  <a:pt x="1010374" y="193954"/>
                </a:lnTo>
                <a:close/>
              </a:path>
              <a:path w="1304925" h="2371725">
                <a:moveTo>
                  <a:pt x="1003249" y="200279"/>
                </a:moveTo>
                <a:lnTo>
                  <a:pt x="997905" y="193871"/>
                </a:lnTo>
                <a:lnTo>
                  <a:pt x="1010374" y="193954"/>
                </a:lnTo>
                <a:lnTo>
                  <a:pt x="1010564" y="194183"/>
                </a:lnTo>
                <a:lnTo>
                  <a:pt x="1003249" y="200279"/>
                </a:lnTo>
                <a:close/>
              </a:path>
              <a:path w="1304925" h="2371725">
                <a:moveTo>
                  <a:pt x="1022098" y="209499"/>
                </a:moveTo>
                <a:lnTo>
                  <a:pt x="1010919" y="209499"/>
                </a:lnTo>
                <a:lnTo>
                  <a:pt x="1009345" y="207594"/>
                </a:lnTo>
                <a:lnTo>
                  <a:pt x="1016660" y="201498"/>
                </a:lnTo>
                <a:lnTo>
                  <a:pt x="1018324" y="203492"/>
                </a:lnTo>
                <a:lnTo>
                  <a:pt x="1022692" y="209029"/>
                </a:lnTo>
                <a:lnTo>
                  <a:pt x="1022098" y="209499"/>
                </a:lnTo>
                <a:close/>
              </a:path>
              <a:path w="1304925" h="2371725">
                <a:moveTo>
                  <a:pt x="1015225" y="214934"/>
                </a:moveTo>
                <a:lnTo>
                  <a:pt x="1010843" y="209410"/>
                </a:lnTo>
                <a:lnTo>
                  <a:pt x="1022098" y="209499"/>
                </a:lnTo>
                <a:lnTo>
                  <a:pt x="1015225" y="214934"/>
                </a:lnTo>
                <a:close/>
              </a:path>
              <a:path w="1304925" h="2371725">
                <a:moveTo>
                  <a:pt x="1026871" y="229870"/>
                </a:moveTo>
                <a:lnTo>
                  <a:pt x="1023594" y="225501"/>
                </a:lnTo>
                <a:lnTo>
                  <a:pt x="1021130" y="222402"/>
                </a:lnTo>
                <a:lnTo>
                  <a:pt x="1028611" y="216496"/>
                </a:lnTo>
                <a:lnTo>
                  <a:pt x="1031201" y="219786"/>
                </a:lnTo>
                <a:lnTo>
                  <a:pt x="1034478" y="224142"/>
                </a:lnTo>
                <a:lnTo>
                  <a:pt x="1026871" y="229870"/>
                </a:lnTo>
                <a:close/>
              </a:path>
              <a:path w="1304925" h="2371725">
                <a:moveTo>
                  <a:pt x="1023658" y="225602"/>
                </a:moveTo>
                <a:close/>
              </a:path>
              <a:path w="1304925" h="2371725">
                <a:moveTo>
                  <a:pt x="1038186" y="245046"/>
                </a:moveTo>
                <a:lnTo>
                  <a:pt x="1036104" y="242150"/>
                </a:lnTo>
                <a:lnTo>
                  <a:pt x="1032586" y="237477"/>
                </a:lnTo>
                <a:lnTo>
                  <a:pt x="1040206" y="231749"/>
                </a:lnTo>
                <a:lnTo>
                  <a:pt x="1043851" y="236613"/>
                </a:lnTo>
                <a:lnTo>
                  <a:pt x="1045933" y="239509"/>
                </a:lnTo>
                <a:lnTo>
                  <a:pt x="1038186" y="245046"/>
                </a:lnTo>
                <a:close/>
              </a:path>
              <a:path w="1304925" h="2371725">
                <a:moveTo>
                  <a:pt x="1050721" y="259422"/>
                </a:moveTo>
                <a:lnTo>
                  <a:pt x="1048461" y="259422"/>
                </a:lnTo>
                <a:lnTo>
                  <a:pt x="1043724" y="252793"/>
                </a:lnTo>
                <a:lnTo>
                  <a:pt x="1051471" y="247256"/>
                </a:lnTo>
                <a:lnTo>
                  <a:pt x="1056271" y="253974"/>
                </a:lnTo>
                <a:lnTo>
                  <a:pt x="1057046" y="255117"/>
                </a:lnTo>
                <a:lnTo>
                  <a:pt x="1050721" y="259422"/>
                </a:lnTo>
                <a:close/>
              </a:path>
              <a:path w="1304925" h="2371725">
                <a:moveTo>
                  <a:pt x="1049172" y="260477"/>
                </a:moveTo>
                <a:lnTo>
                  <a:pt x="1048398" y="259334"/>
                </a:lnTo>
                <a:lnTo>
                  <a:pt x="1050721" y="259422"/>
                </a:lnTo>
                <a:lnTo>
                  <a:pt x="1049172" y="260477"/>
                </a:lnTo>
                <a:close/>
              </a:path>
              <a:path w="1304925" h="2371725">
                <a:moveTo>
                  <a:pt x="1059891" y="276225"/>
                </a:moveTo>
                <a:lnTo>
                  <a:pt x="1054531" y="268351"/>
                </a:lnTo>
                <a:lnTo>
                  <a:pt x="1062405" y="262991"/>
                </a:lnTo>
                <a:lnTo>
                  <a:pt x="1067765" y="270865"/>
                </a:lnTo>
                <a:lnTo>
                  <a:pt x="1059891" y="276225"/>
                </a:lnTo>
                <a:close/>
              </a:path>
              <a:path w="1304925" h="2371725">
                <a:moveTo>
                  <a:pt x="1070228" y="292100"/>
                </a:moveTo>
                <a:lnTo>
                  <a:pt x="1065034" y="284111"/>
                </a:lnTo>
                <a:lnTo>
                  <a:pt x="1073035" y="278930"/>
                </a:lnTo>
                <a:lnTo>
                  <a:pt x="1078217" y="286918"/>
                </a:lnTo>
                <a:lnTo>
                  <a:pt x="1070228" y="292100"/>
                </a:lnTo>
                <a:close/>
              </a:path>
              <a:path w="1304925" h="2371725">
                <a:moveTo>
                  <a:pt x="1080249" y="308178"/>
                </a:moveTo>
                <a:lnTo>
                  <a:pt x="1075245" y="300075"/>
                </a:lnTo>
                <a:lnTo>
                  <a:pt x="1083348" y="295059"/>
                </a:lnTo>
                <a:lnTo>
                  <a:pt x="1088351" y="303161"/>
                </a:lnTo>
                <a:lnTo>
                  <a:pt x="1080249" y="308178"/>
                </a:lnTo>
                <a:close/>
              </a:path>
              <a:path w="1304925" h="2371725">
                <a:moveTo>
                  <a:pt x="1089990" y="324421"/>
                </a:moveTo>
                <a:lnTo>
                  <a:pt x="1085164" y="316217"/>
                </a:lnTo>
                <a:lnTo>
                  <a:pt x="1093368" y="311378"/>
                </a:lnTo>
                <a:lnTo>
                  <a:pt x="1098207" y="319595"/>
                </a:lnTo>
                <a:lnTo>
                  <a:pt x="1089990" y="324421"/>
                </a:lnTo>
                <a:close/>
              </a:path>
              <a:path w="1304925" h="2371725">
                <a:moveTo>
                  <a:pt x="1106148" y="333298"/>
                </a:moveTo>
                <a:lnTo>
                  <a:pt x="1095222" y="333298"/>
                </a:lnTo>
                <a:lnTo>
                  <a:pt x="1094828" y="332625"/>
                </a:lnTo>
                <a:lnTo>
                  <a:pt x="1103033" y="327799"/>
                </a:lnTo>
                <a:lnTo>
                  <a:pt x="1103477" y="328549"/>
                </a:lnTo>
                <a:lnTo>
                  <a:pt x="1106148" y="333298"/>
                </a:lnTo>
                <a:close/>
              </a:path>
              <a:path w="1304925" h="2371725">
                <a:moveTo>
                  <a:pt x="1099464" y="340842"/>
                </a:moveTo>
                <a:lnTo>
                  <a:pt x="1095201" y="333263"/>
                </a:lnTo>
                <a:lnTo>
                  <a:pt x="1106148" y="333298"/>
                </a:lnTo>
                <a:lnTo>
                  <a:pt x="1107770" y="336181"/>
                </a:lnTo>
                <a:lnTo>
                  <a:pt x="1099464" y="340842"/>
                </a:lnTo>
                <a:close/>
              </a:path>
              <a:path w="1304925" h="2371725">
                <a:moveTo>
                  <a:pt x="1108646" y="357416"/>
                </a:moveTo>
                <a:lnTo>
                  <a:pt x="1106246" y="352920"/>
                </a:lnTo>
                <a:lnTo>
                  <a:pt x="1104125" y="349148"/>
                </a:lnTo>
                <a:lnTo>
                  <a:pt x="1112431" y="344487"/>
                </a:lnTo>
                <a:lnTo>
                  <a:pt x="1114640" y="348424"/>
                </a:lnTo>
                <a:lnTo>
                  <a:pt x="1117053" y="352920"/>
                </a:lnTo>
                <a:lnTo>
                  <a:pt x="1108646" y="357416"/>
                </a:lnTo>
                <a:close/>
              </a:path>
              <a:path w="1304925" h="2371725">
                <a:moveTo>
                  <a:pt x="1119428" y="373202"/>
                </a:moveTo>
                <a:lnTo>
                  <a:pt x="1117104" y="373202"/>
                </a:lnTo>
                <a:lnTo>
                  <a:pt x="1113142" y="365810"/>
                </a:lnTo>
                <a:lnTo>
                  <a:pt x="1121549" y="361315"/>
                </a:lnTo>
                <a:lnTo>
                  <a:pt x="1126070" y="369811"/>
                </a:lnTo>
                <a:lnTo>
                  <a:pt x="1119428" y="373202"/>
                </a:lnTo>
                <a:close/>
              </a:path>
              <a:path w="1304925" h="2371725">
                <a:moveTo>
                  <a:pt x="1117587" y="374142"/>
                </a:moveTo>
                <a:lnTo>
                  <a:pt x="1117053" y="373113"/>
                </a:lnTo>
                <a:lnTo>
                  <a:pt x="1119428" y="373202"/>
                </a:lnTo>
                <a:lnTo>
                  <a:pt x="1117587" y="374142"/>
                </a:lnTo>
                <a:close/>
              </a:path>
              <a:path w="1304925" h="2371725">
                <a:moveTo>
                  <a:pt x="1126248" y="391109"/>
                </a:moveTo>
                <a:lnTo>
                  <a:pt x="1121917" y="382625"/>
                </a:lnTo>
                <a:lnTo>
                  <a:pt x="1130401" y="378294"/>
                </a:lnTo>
                <a:lnTo>
                  <a:pt x="1134732" y="386778"/>
                </a:lnTo>
                <a:lnTo>
                  <a:pt x="1126248" y="391109"/>
                </a:lnTo>
                <a:close/>
              </a:path>
              <a:path w="1304925" h="2371725">
                <a:moveTo>
                  <a:pt x="1134592" y="408127"/>
                </a:moveTo>
                <a:lnTo>
                  <a:pt x="1130427" y="399567"/>
                </a:lnTo>
                <a:lnTo>
                  <a:pt x="1138986" y="395401"/>
                </a:lnTo>
                <a:lnTo>
                  <a:pt x="1143152" y="403961"/>
                </a:lnTo>
                <a:lnTo>
                  <a:pt x="1134592" y="408127"/>
                </a:lnTo>
                <a:close/>
              </a:path>
              <a:path w="1304925" h="2371725">
                <a:moveTo>
                  <a:pt x="1142695" y="425272"/>
                </a:moveTo>
                <a:lnTo>
                  <a:pt x="1138681" y="416623"/>
                </a:lnTo>
                <a:lnTo>
                  <a:pt x="1147330" y="412623"/>
                </a:lnTo>
                <a:lnTo>
                  <a:pt x="1151331" y="421259"/>
                </a:lnTo>
                <a:lnTo>
                  <a:pt x="1142695" y="425272"/>
                </a:lnTo>
                <a:close/>
              </a:path>
              <a:path w="1304925" h="2371725">
                <a:moveTo>
                  <a:pt x="1158341" y="436549"/>
                </a:moveTo>
                <a:lnTo>
                  <a:pt x="1147927" y="436549"/>
                </a:lnTo>
                <a:lnTo>
                  <a:pt x="1146695" y="433908"/>
                </a:lnTo>
                <a:lnTo>
                  <a:pt x="1155344" y="429907"/>
                </a:lnTo>
                <a:lnTo>
                  <a:pt x="1156601" y="432625"/>
                </a:lnTo>
                <a:lnTo>
                  <a:pt x="1158341" y="436549"/>
                </a:lnTo>
                <a:close/>
              </a:path>
              <a:path w="1304925" h="2371725">
                <a:moveTo>
                  <a:pt x="1150556" y="442518"/>
                </a:moveTo>
                <a:lnTo>
                  <a:pt x="1147889" y="436473"/>
                </a:lnTo>
                <a:lnTo>
                  <a:pt x="1158341" y="436549"/>
                </a:lnTo>
                <a:lnTo>
                  <a:pt x="1159281" y="438670"/>
                </a:lnTo>
                <a:lnTo>
                  <a:pt x="1150556" y="442518"/>
                </a:lnTo>
                <a:close/>
              </a:path>
              <a:path w="1304925" h="2371725">
                <a:moveTo>
                  <a:pt x="1158201" y="459879"/>
                </a:moveTo>
                <a:lnTo>
                  <a:pt x="1157617" y="458482"/>
                </a:lnTo>
                <a:lnTo>
                  <a:pt x="1154404" y="451231"/>
                </a:lnTo>
                <a:lnTo>
                  <a:pt x="1163129" y="447382"/>
                </a:lnTo>
                <a:lnTo>
                  <a:pt x="1166393" y="454799"/>
                </a:lnTo>
                <a:lnTo>
                  <a:pt x="1166977" y="456184"/>
                </a:lnTo>
                <a:lnTo>
                  <a:pt x="1158201" y="459879"/>
                </a:lnTo>
                <a:close/>
              </a:path>
              <a:path w="1304925" h="2371725">
                <a:moveTo>
                  <a:pt x="1165580" y="477443"/>
                </a:moveTo>
                <a:lnTo>
                  <a:pt x="1161897" y="468655"/>
                </a:lnTo>
                <a:lnTo>
                  <a:pt x="1170673" y="464972"/>
                </a:lnTo>
                <a:lnTo>
                  <a:pt x="1174368" y="473748"/>
                </a:lnTo>
                <a:lnTo>
                  <a:pt x="1165580" y="477443"/>
                </a:lnTo>
                <a:close/>
              </a:path>
              <a:path w="1304925" h="2371725">
                <a:moveTo>
                  <a:pt x="1172692" y="495020"/>
                </a:moveTo>
                <a:lnTo>
                  <a:pt x="1169149" y="486181"/>
                </a:lnTo>
                <a:lnTo>
                  <a:pt x="1178001" y="482650"/>
                </a:lnTo>
                <a:lnTo>
                  <a:pt x="1181531" y="491490"/>
                </a:lnTo>
                <a:lnTo>
                  <a:pt x="1172692" y="495020"/>
                </a:lnTo>
                <a:close/>
              </a:path>
              <a:path w="1304925" h="2371725">
                <a:moveTo>
                  <a:pt x="1186423" y="503885"/>
                </a:moveTo>
                <a:lnTo>
                  <a:pt x="1176235" y="503885"/>
                </a:lnTo>
                <a:lnTo>
                  <a:pt x="1176381" y="503809"/>
                </a:lnTo>
                <a:lnTo>
                  <a:pt x="1185075" y="500329"/>
                </a:lnTo>
                <a:lnTo>
                  <a:pt x="1186423" y="503885"/>
                </a:lnTo>
                <a:close/>
              </a:path>
              <a:path w="1304925" h="2371725">
                <a:moveTo>
                  <a:pt x="1179576" y="512699"/>
                </a:moveTo>
                <a:lnTo>
                  <a:pt x="1176221" y="503872"/>
                </a:lnTo>
                <a:lnTo>
                  <a:pt x="1186423" y="503885"/>
                </a:lnTo>
                <a:lnTo>
                  <a:pt x="1188478" y="509308"/>
                </a:lnTo>
                <a:lnTo>
                  <a:pt x="1179576" y="512699"/>
                </a:lnTo>
                <a:close/>
              </a:path>
              <a:path w="1304925" h="2371725">
                <a:moveTo>
                  <a:pt x="1186268" y="530453"/>
                </a:moveTo>
                <a:lnTo>
                  <a:pt x="1185049" y="527088"/>
                </a:lnTo>
                <a:lnTo>
                  <a:pt x="1182966" y="521601"/>
                </a:lnTo>
                <a:lnTo>
                  <a:pt x="1191869" y="518210"/>
                </a:lnTo>
                <a:lnTo>
                  <a:pt x="1194015" y="523849"/>
                </a:lnTo>
                <a:lnTo>
                  <a:pt x="1195222" y="527215"/>
                </a:lnTo>
                <a:lnTo>
                  <a:pt x="1186268" y="530453"/>
                </a:lnTo>
                <a:close/>
              </a:path>
              <a:path w="1304925" h="2371725">
                <a:moveTo>
                  <a:pt x="1192733" y="548373"/>
                </a:moveTo>
                <a:lnTo>
                  <a:pt x="1189494" y="539407"/>
                </a:lnTo>
                <a:lnTo>
                  <a:pt x="1198460" y="536181"/>
                </a:lnTo>
                <a:lnTo>
                  <a:pt x="1201686" y="545134"/>
                </a:lnTo>
                <a:lnTo>
                  <a:pt x="1192733" y="548373"/>
                </a:lnTo>
                <a:close/>
              </a:path>
              <a:path w="1304925" h="2371725">
                <a:moveTo>
                  <a:pt x="1198918" y="566305"/>
                </a:moveTo>
                <a:lnTo>
                  <a:pt x="1195831" y="557288"/>
                </a:lnTo>
                <a:lnTo>
                  <a:pt x="1204849" y="554202"/>
                </a:lnTo>
                <a:lnTo>
                  <a:pt x="1207935" y="563219"/>
                </a:lnTo>
                <a:lnTo>
                  <a:pt x="1198918" y="566305"/>
                </a:lnTo>
                <a:close/>
              </a:path>
              <a:path w="1304925" h="2371725">
                <a:moveTo>
                  <a:pt x="1204912" y="584301"/>
                </a:moveTo>
                <a:lnTo>
                  <a:pt x="1201978" y="575246"/>
                </a:lnTo>
                <a:lnTo>
                  <a:pt x="1211033" y="572300"/>
                </a:lnTo>
                <a:lnTo>
                  <a:pt x="1213967" y="581367"/>
                </a:lnTo>
                <a:lnTo>
                  <a:pt x="1204912" y="584301"/>
                </a:lnTo>
                <a:close/>
              </a:path>
              <a:path w="1304925" h="2371725">
                <a:moveTo>
                  <a:pt x="1210716" y="602361"/>
                </a:moveTo>
                <a:lnTo>
                  <a:pt x="1209789" y="599338"/>
                </a:lnTo>
                <a:lnTo>
                  <a:pt x="1207846" y="593369"/>
                </a:lnTo>
                <a:lnTo>
                  <a:pt x="1216914" y="590423"/>
                </a:lnTo>
                <a:lnTo>
                  <a:pt x="1218895" y="596544"/>
                </a:lnTo>
                <a:lnTo>
                  <a:pt x="1219822" y="599579"/>
                </a:lnTo>
                <a:lnTo>
                  <a:pt x="1210716" y="602361"/>
                </a:lnTo>
                <a:close/>
              </a:path>
              <a:path w="1304925" h="2371725">
                <a:moveTo>
                  <a:pt x="1216291" y="620585"/>
                </a:moveTo>
                <a:lnTo>
                  <a:pt x="1213510" y="611479"/>
                </a:lnTo>
                <a:lnTo>
                  <a:pt x="1222616" y="608685"/>
                </a:lnTo>
                <a:lnTo>
                  <a:pt x="1225410" y="617791"/>
                </a:lnTo>
                <a:lnTo>
                  <a:pt x="1216291" y="620585"/>
                </a:lnTo>
                <a:close/>
              </a:path>
              <a:path w="1304925" h="2371725">
                <a:moveTo>
                  <a:pt x="1221625" y="638784"/>
                </a:moveTo>
                <a:lnTo>
                  <a:pt x="1218984" y="629640"/>
                </a:lnTo>
                <a:lnTo>
                  <a:pt x="1228128" y="626999"/>
                </a:lnTo>
                <a:lnTo>
                  <a:pt x="1230782" y="636143"/>
                </a:lnTo>
                <a:lnTo>
                  <a:pt x="1221625" y="638784"/>
                </a:lnTo>
                <a:close/>
              </a:path>
              <a:path w="1304925" h="2371725">
                <a:moveTo>
                  <a:pt x="1226781" y="657047"/>
                </a:moveTo>
                <a:lnTo>
                  <a:pt x="1224699" y="649389"/>
                </a:lnTo>
                <a:lnTo>
                  <a:pt x="1224279" y="647941"/>
                </a:lnTo>
                <a:lnTo>
                  <a:pt x="1233424" y="645287"/>
                </a:lnTo>
                <a:lnTo>
                  <a:pt x="1235976" y="654545"/>
                </a:lnTo>
                <a:lnTo>
                  <a:pt x="1226781" y="657047"/>
                </a:lnTo>
                <a:close/>
              </a:path>
              <a:path w="1304925" h="2371725">
                <a:moveTo>
                  <a:pt x="1231773" y="675360"/>
                </a:moveTo>
                <a:lnTo>
                  <a:pt x="1229283" y="666242"/>
                </a:lnTo>
                <a:lnTo>
                  <a:pt x="1238478" y="663740"/>
                </a:lnTo>
                <a:lnTo>
                  <a:pt x="1240993" y="672998"/>
                </a:lnTo>
                <a:lnTo>
                  <a:pt x="1231773" y="675360"/>
                </a:lnTo>
                <a:close/>
              </a:path>
              <a:path w="1304925" h="2371725">
                <a:moveTo>
                  <a:pt x="1236497" y="693813"/>
                </a:moveTo>
                <a:lnTo>
                  <a:pt x="1234135" y="684593"/>
                </a:lnTo>
                <a:lnTo>
                  <a:pt x="1243355" y="682231"/>
                </a:lnTo>
                <a:lnTo>
                  <a:pt x="1245717" y="691451"/>
                </a:lnTo>
                <a:lnTo>
                  <a:pt x="1236497" y="693813"/>
                </a:lnTo>
                <a:close/>
              </a:path>
              <a:path w="1304925" h="2371725">
                <a:moveTo>
                  <a:pt x="1241031" y="712241"/>
                </a:moveTo>
                <a:lnTo>
                  <a:pt x="1238808" y="702983"/>
                </a:lnTo>
                <a:lnTo>
                  <a:pt x="1248067" y="700760"/>
                </a:lnTo>
                <a:lnTo>
                  <a:pt x="1250289" y="710018"/>
                </a:lnTo>
                <a:lnTo>
                  <a:pt x="1241031" y="712241"/>
                </a:lnTo>
                <a:close/>
              </a:path>
              <a:path w="1304925" h="2371725">
                <a:moveTo>
                  <a:pt x="1245400" y="730707"/>
                </a:moveTo>
                <a:lnTo>
                  <a:pt x="1244600" y="727138"/>
                </a:lnTo>
                <a:lnTo>
                  <a:pt x="1243253" y="721512"/>
                </a:lnTo>
                <a:lnTo>
                  <a:pt x="1252512" y="719289"/>
                </a:lnTo>
                <a:lnTo>
                  <a:pt x="1253896" y="725055"/>
                </a:lnTo>
                <a:lnTo>
                  <a:pt x="1254696" y="728624"/>
                </a:lnTo>
                <a:lnTo>
                  <a:pt x="1245400" y="730707"/>
                </a:lnTo>
                <a:close/>
              </a:path>
              <a:path w="1304925" h="2371725">
                <a:moveTo>
                  <a:pt x="1249565" y="749300"/>
                </a:moveTo>
                <a:lnTo>
                  <a:pt x="1247482" y="740003"/>
                </a:lnTo>
                <a:lnTo>
                  <a:pt x="1256779" y="737920"/>
                </a:lnTo>
                <a:lnTo>
                  <a:pt x="1258862" y="747217"/>
                </a:lnTo>
                <a:lnTo>
                  <a:pt x="1249565" y="749300"/>
                </a:lnTo>
                <a:close/>
              </a:path>
              <a:path w="1304925" h="2371725">
                <a:moveTo>
                  <a:pt x="1253502" y="767867"/>
                </a:moveTo>
                <a:lnTo>
                  <a:pt x="1251559" y="758545"/>
                </a:lnTo>
                <a:lnTo>
                  <a:pt x="1260894" y="756602"/>
                </a:lnTo>
                <a:lnTo>
                  <a:pt x="1262837" y="765924"/>
                </a:lnTo>
                <a:lnTo>
                  <a:pt x="1253502" y="767867"/>
                </a:lnTo>
                <a:close/>
              </a:path>
              <a:path w="1304925" h="2371725">
                <a:moveTo>
                  <a:pt x="1265889" y="780707"/>
                </a:moveTo>
                <a:lnTo>
                  <a:pt x="1256182" y="780707"/>
                </a:lnTo>
                <a:lnTo>
                  <a:pt x="1255445" y="777189"/>
                </a:lnTo>
                <a:lnTo>
                  <a:pt x="1264780" y="775246"/>
                </a:lnTo>
                <a:lnTo>
                  <a:pt x="1265529" y="778827"/>
                </a:lnTo>
                <a:lnTo>
                  <a:pt x="1265889" y="780707"/>
                </a:lnTo>
                <a:close/>
              </a:path>
              <a:path w="1304925" h="2371725">
                <a:moveTo>
                  <a:pt x="1257300" y="786460"/>
                </a:moveTo>
                <a:lnTo>
                  <a:pt x="1256177" y="780683"/>
                </a:lnTo>
                <a:lnTo>
                  <a:pt x="1265889" y="780707"/>
                </a:lnTo>
                <a:lnTo>
                  <a:pt x="1266647" y="784656"/>
                </a:lnTo>
                <a:lnTo>
                  <a:pt x="1257300" y="786460"/>
                </a:lnTo>
                <a:close/>
              </a:path>
              <a:path w="1304925" h="2371725">
                <a:moveTo>
                  <a:pt x="1260906" y="805167"/>
                </a:moveTo>
                <a:lnTo>
                  <a:pt x="1259103" y="795820"/>
                </a:lnTo>
                <a:lnTo>
                  <a:pt x="1268450" y="794004"/>
                </a:lnTo>
                <a:lnTo>
                  <a:pt x="1270266" y="803363"/>
                </a:lnTo>
                <a:lnTo>
                  <a:pt x="1260906" y="805167"/>
                </a:lnTo>
                <a:close/>
              </a:path>
              <a:path w="1304925" h="2371725">
                <a:moveTo>
                  <a:pt x="1264272" y="823849"/>
                </a:moveTo>
                <a:lnTo>
                  <a:pt x="1262608" y="814463"/>
                </a:lnTo>
                <a:lnTo>
                  <a:pt x="1271981" y="812800"/>
                </a:lnTo>
                <a:lnTo>
                  <a:pt x="1273657" y="822172"/>
                </a:lnTo>
                <a:lnTo>
                  <a:pt x="1264272" y="823849"/>
                </a:lnTo>
                <a:close/>
              </a:path>
              <a:path w="1304925" h="2371725">
                <a:moveTo>
                  <a:pt x="1275988" y="835444"/>
                </a:moveTo>
                <a:lnTo>
                  <a:pt x="1266342" y="835444"/>
                </a:lnTo>
                <a:lnTo>
                  <a:pt x="1265948" y="833221"/>
                </a:lnTo>
                <a:lnTo>
                  <a:pt x="1275321" y="831557"/>
                </a:lnTo>
                <a:lnTo>
                  <a:pt x="1275727" y="833843"/>
                </a:lnTo>
                <a:lnTo>
                  <a:pt x="1275988" y="835444"/>
                </a:lnTo>
                <a:close/>
              </a:path>
              <a:path w="1304925" h="2371725">
                <a:moveTo>
                  <a:pt x="1267498" y="842556"/>
                </a:moveTo>
                <a:lnTo>
                  <a:pt x="1266329" y="835380"/>
                </a:lnTo>
                <a:lnTo>
                  <a:pt x="1275988" y="835444"/>
                </a:lnTo>
                <a:lnTo>
                  <a:pt x="1276896" y="841019"/>
                </a:lnTo>
                <a:lnTo>
                  <a:pt x="1267498" y="842556"/>
                </a:lnTo>
                <a:close/>
              </a:path>
              <a:path w="1304925" h="2371725">
                <a:moveTo>
                  <a:pt x="1270571" y="861352"/>
                </a:moveTo>
                <a:lnTo>
                  <a:pt x="1269034" y="851954"/>
                </a:lnTo>
                <a:lnTo>
                  <a:pt x="1278432" y="850417"/>
                </a:lnTo>
                <a:lnTo>
                  <a:pt x="1279969" y="859815"/>
                </a:lnTo>
                <a:lnTo>
                  <a:pt x="1270571" y="861352"/>
                </a:lnTo>
                <a:close/>
              </a:path>
              <a:path w="1304925" h="2371725">
                <a:moveTo>
                  <a:pt x="1273378" y="880122"/>
                </a:moveTo>
                <a:lnTo>
                  <a:pt x="1271981" y="870699"/>
                </a:lnTo>
                <a:lnTo>
                  <a:pt x="1281404" y="869302"/>
                </a:lnTo>
                <a:lnTo>
                  <a:pt x="1282801" y="878725"/>
                </a:lnTo>
                <a:lnTo>
                  <a:pt x="1273378" y="880122"/>
                </a:lnTo>
                <a:close/>
              </a:path>
              <a:path w="1304925" h="2371725">
                <a:moveTo>
                  <a:pt x="1276057" y="898918"/>
                </a:moveTo>
                <a:lnTo>
                  <a:pt x="1275041" y="891298"/>
                </a:lnTo>
                <a:lnTo>
                  <a:pt x="1274775" y="889546"/>
                </a:lnTo>
                <a:lnTo>
                  <a:pt x="1284198" y="888149"/>
                </a:lnTo>
                <a:lnTo>
                  <a:pt x="1284655" y="891362"/>
                </a:lnTo>
                <a:lnTo>
                  <a:pt x="1285493" y="897648"/>
                </a:lnTo>
                <a:lnTo>
                  <a:pt x="1276057" y="898918"/>
                </a:lnTo>
                <a:close/>
              </a:path>
              <a:path w="1304925" h="2371725">
                <a:moveTo>
                  <a:pt x="1275041" y="891362"/>
                </a:moveTo>
                <a:close/>
              </a:path>
              <a:path w="1304925" h="2371725">
                <a:moveTo>
                  <a:pt x="1278585" y="917803"/>
                </a:moveTo>
                <a:lnTo>
                  <a:pt x="1277315" y="908354"/>
                </a:lnTo>
                <a:lnTo>
                  <a:pt x="1286764" y="907097"/>
                </a:lnTo>
                <a:lnTo>
                  <a:pt x="1288021" y="916533"/>
                </a:lnTo>
                <a:lnTo>
                  <a:pt x="1278585" y="917803"/>
                </a:lnTo>
                <a:close/>
              </a:path>
              <a:path w="1304925" h="2371725">
                <a:moveTo>
                  <a:pt x="1280858" y="936637"/>
                </a:moveTo>
                <a:lnTo>
                  <a:pt x="1279728" y="927188"/>
                </a:lnTo>
                <a:lnTo>
                  <a:pt x="1289189" y="926058"/>
                </a:lnTo>
                <a:lnTo>
                  <a:pt x="1290319" y="935507"/>
                </a:lnTo>
                <a:lnTo>
                  <a:pt x="1280858" y="936637"/>
                </a:lnTo>
                <a:close/>
              </a:path>
              <a:path w="1304925" h="2371725">
                <a:moveTo>
                  <a:pt x="1283004" y="955497"/>
                </a:moveTo>
                <a:lnTo>
                  <a:pt x="1282255" y="948296"/>
                </a:lnTo>
                <a:lnTo>
                  <a:pt x="1281988" y="946099"/>
                </a:lnTo>
                <a:lnTo>
                  <a:pt x="1291450" y="944968"/>
                </a:lnTo>
                <a:lnTo>
                  <a:pt x="1291840" y="948372"/>
                </a:lnTo>
                <a:lnTo>
                  <a:pt x="1292478" y="954506"/>
                </a:lnTo>
                <a:lnTo>
                  <a:pt x="1283004" y="955497"/>
                </a:lnTo>
                <a:close/>
              </a:path>
              <a:path w="1304925" h="2371725">
                <a:moveTo>
                  <a:pt x="1282255" y="948372"/>
                </a:moveTo>
                <a:close/>
              </a:path>
              <a:path w="1304925" h="2371725">
                <a:moveTo>
                  <a:pt x="1284998" y="974445"/>
                </a:moveTo>
                <a:lnTo>
                  <a:pt x="1284008" y="964971"/>
                </a:lnTo>
                <a:lnTo>
                  <a:pt x="1293482" y="963980"/>
                </a:lnTo>
                <a:lnTo>
                  <a:pt x="1294472" y="973455"/>
                </a:lnTo>
                <a:lnTo>
                  <a:pt x="1284998" y="974445"/>
                </a:lnTo>
                <a:close/>
              </a:path>
              <a:path w="1304925" h="2371725">
                <a:moveTo>
                  <a:pt x="1286764" y="993355"/>
                </a:moveTo>
                <a:lnTo>
                  <a:pt x="1285900" y="983869"/>
                </a:lnTo>
                <a:lnTo>
                  <a:pt x="1295387" y="983005"/>
                </a:lnTo>
                <a:lnTo>
                  <a:pt x="1296238" y="992492"/>
                </a:lnTo>
                <a:lnTo>
                  <a:pt x="1286764" y="993355"/>
                </a:lnTo>
                <a:close/>
              </a:path>
              <a:path w="1304925" h="2371725">
                <a:moveTo>
                  <a:pt x="1297497" y="1006398"/>
                </a:moveTo>
                <a:lnTo>
                  <a:pt x="1287945" y="1006398"/>
                </a:lnTo>
                <a:lnTo>
                  <a:pt x="1287614" y="1002830"/>
                </a:lnTo>
                <a:lnTo>
                  <a:pt x="1297101" y="1001979"/>
                </a:lnTo>
                <a:lnTo>
                  <a:pt x="1297497" y="1006398"/>
                </a:lnTo>
                <a:close/>
              </a:path>
              <a:path w="1304925" h="2371725">
                <a:moveTo>
                  <a:pt x="1288389" y="1012266"/>
                </a:moveTo>
                <a:lnTo>
                  <a:pt x="1287932" y="1006335"/>
                </a:lnTo>
                <a:lnTo>
                  <a:pt x="1297497" y="1006398"/>
                </a:lnTo>
                <a:lnTo>
                  <a:pt x="1297889" y="1011529"/>
                </a:lnTo>
                <a:lnTo>
                  <a:pt x="1288389" y="1012266"/>
                </a:lnTo>
                <a:close/>
              </a:path>
              <a:path w="1304925" h="2371725">
                <a:moveTo>
                  <a:pt x="1289850" y="1031252"/>
                </a:moveTo>
                <a:lnTo>
                  <a:pt x="1289126" y="1021753"/>
                </a:lnTo>
                <a:lnTo>
                  <a:pt x="1298613" y="1021029"/>
                </a:lnTo>
                <a:lnTo>
                  <a:pt x="1299349" y="1030528"/>
                </a:lnTo>
                <a:lnTo>
                  <a:pt x="1289850" y="1031252"/>
                </a:lnTo>
                <a:close/>
              </a:path>
              <a:path w="1304925" h="2371725">
                <a:moveTo>
                  <a:pt x="1291107" y="1050201"/>
                </a:moveTo>
                <a:lnTo>
                  <a:pt x="1290510" y="1040688"/>
                </a:lnTo>
                <a:lnTo>
                  <a:pt x="1300010" y="1040091"/>
                </a:lnTo>
                <a:lnTo>
                  <a:pt x="1300606" y="1049604"/>
                </a:lnTo>
                <a:lnTo>
                  <a:pt x="1291107" y="1050201"/>
                </a:lnTo>
                <a:close/>
              </a:path>
              <a:path w="1304925" h="2371725">
                <a:moveTo>
                  <a:pt x="1292237" y="1069149"/>
                </a:moveTo>
                <a:lnTo>
                  <a:pt x="1292009" y="1064780"/>
                </a:lnTo>
                <a:lnTo>
                  <a:pt x="1291691" y="1059700"/>
                </a:lnTo>
                <a:lnTo>
                  <a:pt x="1301203" y="1059103"/>
                </a:lnTo>
                <a:lnTo>
                  <a:pt x="1301588" y="1065377"/>
                </a:lnTo>
                <a:lnTo>
                  <a:pt x="1301750" y="1068679"/>
                </a:lnTo>
                <a:lnTo>
                  <a:pt x="1292237" y="1069149"/>
                </a:lnTo>
                <a:close/>
              </a:path>
              <a:path w="1304925" h="2371725">
                <a:moveTo>
                  <a:pt x="1292047" y="1065377"/>
                </a:moveTo>
                <a:close/>
              </a:path>
              <a:path w="1304925" h="2371725">
                <a:moveTo>
                  <a:pt x="1293164" y="1088174"/>
                </a:moveTo>
                <a:lnTo>
                  <a:pt x="1292694" y="1078661"/>
                </a:lnTo>
                <a:lnTo>
                  <a:pt x="1302207" y="1078191"/>
                </a:lnTo>
                <a:lnTo>
                  <a:pt x="1302677" y="1087716"/>
                </a:lnTo>
                <a:lnTo>
                  <a:pt x="1293164" y="1088174"/>
                </a:lnTo>
                <a:close/>
              </a:path>
              <a:path w="1304925" h="2371725">
                <a:moveTo>
                  <a:pt x="1293914" y="1107147"/>
                </a:moveTo>
                <a:lnTo>
                  <a:pt x="1293583" y="1097622"/>
                </a:lnTo>
                <a:lnTo>
                  <a:pt x="1303108" y="1097292"/>
                </a:lnTo>
                <a:lnTo>
                  <a:pt x="1303439" y="1106817"/>
                </a:lnTo>
                <a:lnTo>
                  <a:pt x="1293914" y="1107147"/>
                </a:lnTo>
                <a:close/>
              </a:path>
              <a:path w="1304925" h="2371725">
                <a:moveTo>
                  <a:pt x="1294561" y="1126121"/>
                </a:moveTo>
                <a:lnTo>
                  <a:pt x="1294539" y="1124953"/>
                </a:lnTo>
                <a:lnTo>
                  <a:pt x="1294244" y="1116660"/>
                </a:lnTo>
                <a:lnTo>
                  <a:pt x="1303769" y="1116330"/>
                </a:lnTo>
                <a:lnTo>
                  <a:pt x="1304074" y="1124953"/>
                </a:lnTo>
                <a:lnTo>
                  <a:pt x="1304086" y="1125918"/>
                </a:lnTo>
                <a:lnTo>
                  <a:pt x="1294561" y="1126121"/>
                </a:lnTo>
                <a:close/>
              </a:path>
              <a:path w="1304925" h="2371725">
                <a:moveTo>
                  <a:pt x="1294549" y="1125220"/>
                </a:moveTo>
                <a:close/>
              </a:path>
              <a:path w="1304925" h="2371725">
                <a:moveTo>
                  <a:pt x="1294968" y="1145159"/>
                </a:moveTo>
                <a:lnTo>
                  <a:pt x="1294764" y="1135634"/>
                </a:lnTo>
                <a:lnTo>
                  <a:pt x="1304289" y="1135443"/>
                </a:lnTo>
                <a:lnTo>
                  <a:pt x="1304480" y="1144968"/>
                </a:lnTo>
                <a:lnTo>
                  <a:pt x="1294968" y="1145159"/>
                </a:lnTo>
                <a:close/>
              </a:path>
              <a:path w="1304925" h="2371725">
                <a:moveTo>
                  <a:pt x="1295234" y="1164145"/>
                </a:moveTo>
                <a:lnTo>
                  <a:pt x="1295158" y="1154684"/>
                </a:lnTo>
                <a:lnTo>
                  <a:pt x="1304683" y="1154480"/>
                </a:lnTo>
                <a:lnTo>
                  <a:pt x="1304759" y="1164082"/>
                </a:lnTo>
                <a:lnTo>
                  <a:pt x="1295234" y="1164145"/>
                </a:lnTo>
                <a:close/>
              </a:path>
              <a:path w="1304925" h="2371725">
                <a:moveTo>
                  <a:pt x="1295171" y="1155446"/>
                </a:moveTo>
                <a:close/>
              </a:path>
              <a:path w="1304925" h="2371725">
                <a:moveTo>
                  <a:pt x="1295374" y="1183195"/>
                </a:moveTo>
                <a:lnTo>
                  <a:pt x="1295298" y="1173670"/>
                </a:lnTo>
                <a:lnTo>
                  <a:pt x="1304823" y="1173607"/>
                </a:lnTo>
                <a:lnTo>
                  <a:pt x="1304886" y="1183132"/>
                </a:lnTo>
                <a:lnTo>
                  <a:pt x="1295374" y="1183195"/>
                </a:lnTo>
                <a:close/>
              </a:path>
              <a:path w="1304925" h="2371725">
                <a:moveTo>
                  <a:pt x="1304798" y="1202245"/>
                </a:moveTo>
                <a:lnTo>
                  <a:pt x="1295273" y="1202182"/>
                </a:lnTo>
                <a:lnTo>
                  <a:pt x="1295336" y="1192657"/>
                </a:lnTo>
                <a:lnTo>
                  <a:pt x="1304861" y="1192720"/>
                </a:lnTo>
                <a:lnTo>
                  <a:pt x="1304798" y="1202245"/>
                </a:lnTo>
                <a:close/>
              </a:path>
              <a:path w="1304925" h="2371725">
                <a:moveTo>
                  <a:pt x="1304696" y="1216291"/>
                </a:moveTo>
                <a:lnTo>
                  <a:pt x="1295171" y="1216291"/>
                </a:lnTo>
                <a:lnTo>
                  <a:pt x="1295209" y="1211707"/>
                </a:lnTo>
                <a:lnTo>
                  <a:pt x="1304734" y="1211770"/>
                </a:lnTo>
                <a:lnTo>
                  <a:pt x="1304696" y="1216291"/>
                </a:lnTo>
                <a:close/>
              </a:path>
              <a:path w="1304925" h="2371725">
                <a:moveTo>
                  <a:pt x="1304594" y="1221359"/>
                </a:moveTo>
                <a:lnTo>
                  <a:pt x="1295069" y="1221155"/>
                </a:lnTo>
                <a:lnTo>
                  <a:pt x="1295171" y="1216228"/>
                </a:lnTo>
                <a:lnTo>
                  <a:pt x="1304696" y="1216291"/>
                </a:lnTo>
                <a:lnTo>
                  <a:pt x="1304594" y="1221359"/>
                </a:lnTo>
                <a:close/>
              </a:path>
              <a:path w="1304925" h="2371725">
                <a:moveTo>
                  <a:pt x="1304201" y="1240409"/>
                </a:moveTo>
                <a:lnTo>
                  <a:pt x="1294676" y="1240205"/>
                </a:lnTo>
                <a:lnTo>
                  <a:pt x="1294879" y="1230680"/>
                </a:lnTo>
                <a:lnTo>
                  <a:pt x="1304404" y="1230884"/>
                </a:lnTo>
                <a:lnTo>
                  <a:pt x="1304201" y="1240409"/>
                </a:lnTo>
                <a:close/>
              </a:path>
              <a:path w="1304925" h="2371725">
                <a:moveTo>
                  <a:pt x="1303629" y="1259509"/>
                </a:moveTo>
                <a:lnTo>
                  <a:pt x="1294104" y="1259179"/>
                </a:lnTo>
                <a:lnTo>
                  <a:pt x="1294434" y="1249654"/>
                </a:lnTo>
                <a:lnTo>
                  <a:pt x="1303959" y="1249984"/>
                </a:lnTo>
                <a:lnTo>
                  <a:pt x="1303629" y="1259509"/>
                </a:lnTo>
                <a:close/>
              </a:path>
              <a:path w="1304925" h="2371725">
                <a:moveTo>
                  <a:pt x="1302931" y="1278610"/>
                </a:moveTo>
                <a:lnTo>
                  <a:pt x="1293418" y="1278153"/>
                </a:lnTo>
                <a:lnTo>
                  <a:pt x="1293507" y="1276477"/>
                </a:lnTo>
                <a:lnTo>
                  <a:pt x="1293774" y="1268704"/>
                </a:lnTo>
                <a:lnTo>
                  <a:pt x="1303299" y="1269034"/>
                </a:lnTo>
                <a:lnTo>
                  <a:pt x="1303034" y="1276477"/>
                </a:lnTo>
                <a:lnTo>
                  <a:pt x="1302931" y="1278610"/>
                </a:lnTo>
                <a:close/>
              </a:path>
              <a:path w="1304925" h="2371725">
                <a:moveTo>
                  <a:pt x="1293494" y="1276540"/>
                </a:moveTo>
                <a:close/>
              </a:path>
              <a:path w="1304925" h="2371725">
                <a:moveTo>
                  <a:pt x="1302003" y="1297635"/>
                </a:moveTo>
                <a:lnTo>
                  <a:pt x="1292491" y="1297178"/>
                </a:lnTo>
                <a:lnTo>
                  <a:pt x="1292961" y="1287665"/>
                </a:lnTo>
                <a:lnTo>
                  <a:pt x="1302473" y="1288122"/>
                </a:lnTo>
                <a:lnTo>
                  <a:pt x="1302003" y="1297635"/>
                </a:lnTo>
                <a:close/>
              </a:path>
              <a:path w="1304925" h="2371725">
                <a:moveTo>
                  <a:pt x="1300937" y="1316723"/>
                </a:moveTo>
                <a:lnTo>
                  <a:pt x="1291437" y="1316126"/>
                </a:lnTo>
                <a:lnTo>
                  <a:pt x="1292034" y="1306626"/>
                </a:lnTo>
                <a:lnTo>
                  <a:pt x="1301534" y="1307223"/>
                </a:lnTo>
                <a:lnTo>
                  <a:pt x="1300937" y="1316723"/>
                </a:lnTo>
                <a:close/>
              </a:path>
              <a:path w="1304925" h="2371725">
                <a:moveTo>
                  <a:pt x="1299756" y="1335735"/>
                </a:moveTo>
                <a:lnTo>
                  <a:pt x="1290243" y="1335138"/>
                </a:lnTo>
                <a:lnTo>
                  <a:pt x="1290840" y="1325638"/>
                </a:lnTo>
                <a:lnTo>
                  <a:pt x="1300340" y="1326235"/>
                </a:lnTo>
                <a:lnTo>
                  <a:pt x="1299756" y="1335735"/>
                </a:lnTo>
                <a:close/>
              </a:path>
              <a:path w="1304925" h="2371725">
                <a:moveTo>
                  <a:pt x="1298295" y="1354797"/>
                </a:moveTo>
                <a:lnTo>
                  <a:pt x="1288808" y="1354074"/>
                </a:lnTo>
                <a:lnTo>
                  <a:pt x="1289532" y="1344574"/>
                </a:lnTo>
                <a:lnTo>
                  <a:pt x="1299032" y="1345298"/>
                </a:lnTo>
                <a:lnTo>
                  <a:pt x="1298295" y="1354797"/>
                </a:lnTo>
                <a:close/>
              </a:path>
              <a:path w="1304925" h="2371725">
                <a:moveTo>
                  <a:pt x="1296733" y="1373847"/>
                </a:moveTo>
                <a:lnTo>
                  <a:pt x="1287246" y="1372997"/>
                </a:lnTo>
                <a:lnTo>
                  <a:pt x="1287945" y="1365275"/>
                </a:lnTo>
                <a:lnTo>
                  <a:pt x="1288072" y="1363573"/>
                </a:lnTo>
                <a:lnTo>
                  <a:pt x="1297571" y="1364297"/>
                </a:lnTo>
                <a:lnTo>
                  <a:pt x="1297431" y="1366075"/>
                </a:lnTo>
                <a:lnTo>
                  <a:pt x="1296733" y="1373847"/>
                </a:lnTo>
                <a:close/>
              </a:path>
              <a:path w="1304925" h="2371725">
                <a:moveTo>
                  <a:pt x="1287932" y="1365338"/>
                </a:moveTo>
                <a:close/>
              </a:path>
              <a:path w="1304925" h="2371725">
                <a:moveTo>
                  <a:pt x="1295006" y="1392821"/>
                </a:moveTo>
                <a:lnTo>
                  <a:pt x="1285519" y="1391958"/>
                </a:lnTo>
                <a:lnTo>
                  <a:pt x="1286382" y="1382471"/>
                </a:lnTo>
                <a:lnTo>
                  <a:pt x="1295869" y="1383334"/>
                </a:lnTo>
                <a:lnTo>
                  <a:pt x="1295006" y="1392821"/>
                </a:lnTo>
                <a:close/>
              </a:path>
              <a:path w="1304925" h="2371725">
                <a:moveTo>
                  <a:pt x="1293037" y="1411846"/>
                </a:moveTo>
                <a:lnTo>
                  <a:pt x="1283576" y="1410843"/>
                </a:lnTo>
                <a:lnTo>
                  <a:pt x="1284566" y="1401368"/>
                </a:lnTo>
                <a:lnTo>
                  <a:pt x="1294041" y="1402372"/>
                </a:lnTo>
                <a:lnTo>
                  <a:pt x="1293037" y="1411846"/>
                </a:lnTo>
                <a:close/>
              </a:path>
              <a:path w="1304925" h="2371725">
                <a:moveTo>
                  <a:pt x="1291828" y="1423377"/>
                </a:moveTo>
                <a:lnTo>
                  <a:pt x="1282255" y="1423377"/>
                </a:lnTo>
                <a:lnTo>
                  <a:pt x="1282573" y="1420317"/>
                </a:lnTo>
                <a:lnTo>
                  <a:pt x="1292047" y="1421307"/>
                </a:lnTo>
                <a:lnTo>
                  <a:pt x="1291828" y="1423377"/>
                </a:lnTo>
                <a:close/>
              </a:path>
              <a:path w="1304925" h="2371725">
                <a:moveTo>
                  <a:pt x="1290954" y="1430845"/>
                </a:moveTo>
                <a:lnTo>
                  <a:pt x="1281493" y="1429715"/>
                </a:lnTo>
                <a:lnTo>
                  <a:pt x="1282255" y="1423301"/>
                </a:lnTo>
                <a:lnTo>
                  <a:pt x="1291828" y="1423377"/>
                </a:lnTo>
                <a:lnTo>
                  <a:pt x="1290954" y="1430845"/>
                </a:lnTo>
                <a:close/>
              </a:path>
              <a:path w="1304925" h="2371725">
                <a:moveTo>
                  <a:pt x="1288694" y="1449755"/>
                </a:moveTo>
                <a:lnTo>
                  <a:pt x="1279232" y="1448625"/>
                </a:lnTo>
                <a:lnTo>
                  <a:pt x="1280363" y="1439176"/>
                </a:lnTo>
                <a:lnTo>
                  <a:pt x="1289824" y="1440307"/>
                </a:lnTo>
                <a:lnTo>
                  <a:pt x="1288694" y="1449755"/>
                </a:lnTo>
                <a:close/>
              </a:path>
              <a:path w="1304925" h="2371725">
                <a:moveTo>
                  <a:pt x="1286205" y="1468716"/>
                </a:moveTo>
                <a:lnTo>
                  <a:pt x="1276769" y="1467446"/>
                </a:lnTo>
                <a:lnTo>
                  <a:pt x="1278026" y="1458010"/>
                </a:lnTo>
                <a:lnTo>
                  <a:pt x="1287475" y="1459268"/>
                </a:lnTo>
                <a:lnTo>
                  <a:pt x="1286205" y="1468716"/>
                </a:lnTo>
                <a:close/>
              </a:path>
              <a:path w="1304925" h="2371725">
                <a:moveTo>
                  <a:pt x="1284646" y="1480375"/>
                </a:moveTo>
                <a:lnTo>
                  <a:pt x="1275041" y="1480375"/>
                </a:lnTo>
                <a:lnTo>
                  <a:pt x="1275499" y="1476895"/>
                </a:lnTo>
                <a:lnTo>
                  <a:pt x="1284947" y="1478153"/>
                </a:lnTo>
                <a:lnTo>
                  <a:pt x="1284646" y="1480375"/>
                </a:lnTo>
                <a:close/>
              </a:path>
              <a:path w="1304925" h="2371725">
                <a:moveTo>
                  <a:pt x="1283589" y="1487652"/>
                </a:moveTo>
                <a:lnTo>
                  <a:pt x="1274165" y="1486255"/>
                </a:lnTo>
                <a:lnTo>
                  <a:pt x="1275041" y="1480312"/>
                </a:lnTo>
                <a:lnTo>
                  <a:pt x="1284646" y="1480375"/>
                </a:lnTo>
                <a:lnTo>
                  <a:pt x="1283589" y="1487652"/>
                </a:lnTo>
                <a:close/>
              </a:path>
              <a:path w="1304925" h="2371725">
                <a:moveTo>
                  <a:pt x="1280794" y="1506499"/>
                </a:moveTo>
                <a:lnTo>
                  <a:pt x="1271371" y="1505102"/>
                </a:lnTo>
                <a:lnTo>
                  <a:pt x="1272768" y="1495679"/>
                </a:lnTo>
                <a:lnTo>
                  <a:pt x="1282191" y="1497076"/>
                </a:lnTo>
                <a:lnTo>
                  <a:pt x="1280794" y="1506499"/>
                </a:lnTo>
                <a:close/>
              </a:path>
              <a:path w="1304925" h="2371725">
                <a:moveTo>
                  <a:pt x="1277759" y="1525371"/>
                </a:moveTo>
                <a:lnTo>
                  <a:pt x="1268361" y="1523834"/>
                </a:lnTo>
                <a:lnTo>
                  <a:pt x="1269898" y="1514436"/>
                </a:lnTo>
                <a:lnTo>
                  <a:pt x="1279296" y="1515973"/>
                </a:lnTo>
                <a:lnTo>
                  <a:pt x="1277759" y="1525371"/>
                </a:lnTo>
                <a:close/>
              </a:path>
              <a:path w="1304925" h="2371725">
                <a:moveTo>
                  <a:pt x="1274597" y="1544231"/>
                </a:moveTo>
                <a:lnTo>
                  <a:pt x="1265212" y="1542554"/>
                </a:lnTo>
                <a:lnTo>
                  <a:pt x="1266342" y="1536230"/>
                </a:lnTo>
                <a:lnTo>
                  <a:pt x="1266825" y="1533232"/>
                </a:lnTo>
                <a:lnTo>
                  <a:pt x="1276223" y="1534769"/>
                </a:lnTo>
                <a:lnTo>
                  <a:pt x="1275714" y="1537893"/>
                </a:lnTo>
                <a:lnTo>
                  <a:pt x="1274597" y="1544231"/>
                </a:lnTo>
                <a:close/>
              </a:path>
              <a:path w="1304925" h="2371725">
                <a:moveTo>
                  <a:pt x="1266329" y="1536293"/>
                </a:moveTo>
                <a:close/>
              </a:path>
              <a:path w="1304925" h="2371725">
                <a:moveTo>
                  <a:pt x="1271257" y="1562976"/>
                </a:moveTo>
                <a:lnTo>
                  <a:pt x="1261872" y="1561312"/>
                </a:lnTo>
                <a:lnTo>
                  <a:pt x="1263548" y="1551927"/>
                </a:lnTo>
                <a:lnTo>
                  <a:pt x="1272920" y="1553603"/>
                </a:lnTo>
                <a:lnTo>
                  <a:pt x="1271257" y="1562976"/>
                </a:lnTo>
                <a:close/>
              </a:path>
              <a:path w="1304925" h="2371725">
                <a:moveTo>
                  <a:pt x="1267663" y="1581759"/>
                </a:moveTo>
                <a:lnTo>
                  <a:pt x="1258315" y="1579956"/>
                </a:lnTo>
                <a:lnTo>
                  <a:pt x="1260119" y="1570596"/>
                </a:lnTo>
                <a:lnTo>
                  <a:pt x="1269466" y="1572412"/>
                </a:lnTo>
                <a:lnTo>
                  <a:pt x="1267663" y="1581759"/>
                </a:lnTo>
                <a:close/>
              </a:path>
              <a:path w="1304925" h="2371725">
                <a:moveTo>
                  <a:pt x="1265464" y="1591030"/>
                </a:moveTo>
                <a:lnTo>
                  <a:pt x="1256169" y="1591030"/>
                </a:lnTo>
                <a:lnTo>
                  <a:pt x="1256499" y="1589303"/>
                </a:lnTo>
                <a:lnTo>
                  <a:pt x="1265464" y="1591030"/>
                </a:lnTo>
                <a:close/>
              </a:path>
              <a:path w="1304925" h="2371725">
                <a:moveTo>
                  <a:pt x="1256175" y="1590998"/>
                </a:moveTo>
                <a:close/>
              </a:path>
              <a:path w="1304925" h="2371725">
                <a:moveTo>
                  <a:pt x="1263929" y="1600504"/>
                </a:moveTo>
                <a:lnTo>
                  <a:pt x="1254594" y="1598561"/>
                </a:lnTo>
                <a:lnTo>
                  <a:pt x="1256175" y="1590998"/>
                </a:lnTo>
                <a:lnTo>
                  <a:pt x="1265464" y="1591030"/>
                </a:lnTo>
                <a:lnTo>
                  <a:pt x="1265859" y="1591106"/>
                </a:lnTo>
                <a:lnTo>
                  <a:pt x="1265504" y="1592910"/>
                </a:lnTo>
                <a:lnTo>
                  <a:pt x="1263929" y="1600504"/>
                </a:lnTo>
                <a:close/>
              </a:path>
              <a:path w="1304925" h="2371725">
                <a:moveTo>
                  <a:pt x="1260043" y="1619161"/>
                </a:moveTo>
                <a:lnTo>
                  <a:pt x="1250708" y="1617218"/>
                </a:lnTo>
                <a:lnTo>
                  <a:pt x="1252651" y="1607896"/>
                </a:lnTo>
                <a:lnTo>
                  <a:pt x="1261986" y="1609839"/>
                </a:lnTo>
                <a:lnTo>
                  <a:pt x="1260043" y="1619161"/>
                </a:lnTo>
                <a:close/>
              </a:path>
              <a:path w="1304925" h="2371725">
                <a:moveTo>
                  <a:pt x="1255864" y="1637817"/>
                </a:moveTo>
                <a:lnTo>
                  <a:pt x="1246568" y="1635734"/>
                </a:lnTo>
                <a:lnTo>
                  <a:pt x="1248651" y="1626438"/>
                </a:lnTo>
                <a:lnTo>
                  <a:pt x="1257947" y="1628521"/>
                </a:lnTo>
                <a:lnTo>
                  <a:pt x="1255864" y="1637817"/>
                </a:lnTo>
                <a:close/>
              </a:path>
              <a:path w="1304925" h="2371725">
                <a:moveTo>
                  <a:pt x="1251534" y="1656448"/>
                </a:moveTo>
                <a:lnTo>
                  <a:pt x="1242275" y="1654225"/>
                </a:lnTo>
                <a:lnTo>
                  <a:pt x="1244498" y="1644954"/>
                </a:lnTo>
                <a:lnTo>
                  <a:pt x="1253756" y="1647177"/>
                </a:lnTo>
                <a:lnTo>
                  <a:pt x="1251534" y="1656448"/>
                </a:lnTo>
                <a:close/>
              </a:path>
              <a:path w="1304925" h="2371725">
                <a:moveTo>
                  <a:pt x="1247051" y="1675028"/>
                </a:moveTo>
                <a:lnTo>
                  <a:pt x="1237818" y="1672666"/>
                </a:lnTo>
                <a:lnTo>
                  <a:pt x="1238326" y="1670723"/>
                </a:lnTo>
                <a:lnTo>
                  <a:pt x="1240053" y="1663484"/>
                </a:lnTo>
                <a:lnTo>
                  <a:pt x="1249311" y="1665706"/>
                </a:lnTo>
                <a:lnTo>
                  <a:pt x="1247546" y="1673085"/>
                </a:lnTo>
                <a:lnTo>
                  <a:pt x="1247051" y="1675028"/>
                </a:lnTo>
                <a:close/>
              </a:path>
              <a:path w="1304925" h="2371725">
                <a:moveTo>
                  <a:pt x="1238300" y="1670786"/>
                </a:moveTo>
                <a:close/>
              </a:path>
              <a:path w="1304925" h="2371725">
                <a:moveTo>
                  <a:pt x="1242326" y="1693481"/>
                </a:moveTo>
                <a:lnTo>
                  <a:pt x="1233093" y="1691119"/>
                </a:lnTo>
                <a:lnTo>
                  <a:pt x="1235455" y="1681899"/>
                </a:lnTo>
                <a:lnTo>
                  <a:pt x="1244688" y="1684261"/>
                </a:lnTo>
                <a:lnTo>
                  <a:pt x="1242326" y="1693481"/>
                </a:lnTo>
                <a:close/>
              </a:path>
              <a:path w="1304925" h="2371725">
                <a:moveTo>
                  <a:pt x="1237386" y="1711960"/>
                </a:moveTo>
                <a:lnTo>
                  <a:pt x="1228191" y="1709458"/>
                </a:lnTo>
                <a:lnTo>
                  <a:pt x="1230693" y="1700263"/>
                </a:lnTo>
                <a:lnTo>
                  <a:pt x="1239888" y="1702765"/>
                </a:lnTo>
                <a:lnTo>
                  <a:pt x="1237386" y="1711960"/>
                </a:lnTo>
                <a:close/>
              </a:path>
              <a:path w="1304925" h="2371725">
                <a:moveTo>
                  <a:pt x="1234565" y="1722285"/>
                </a:moveTo>
                <a:lnTo>
                  <a:pt x="1224699" y="1722285"/>
                </a:lnTo>
                <a:lnTo>
                  <a:pt x="1225689" y="1718640"/>
                </a:lnTo>
                <a:lnTo>
                  <a:pt x="1234871" y="1721154"/>
                </a:lnTo>
                <a:lnTo>
                  <a:pt x="1234565" y="1722285"/>
                </a:lnTo>
                <a:close/>
              </a:path>
              <a:path w="1304925" h="2371725">
                <a:moveTo>
                  <a:pt x="1232268" y="1730387"/>
                </a:moveTo>
                <a:lnTo>
                  <a:pt x="1223111" y="1727746"/>
                </a:lnTo>
                <a:lnTo>
                  <a:pt x="1224711" y="1722208"/>
                </a:lnTo>
                <a:lnTo>
                  <a:pt x="1234565" y="1722285"/>
                </a:lnTo>
                <a:lnTo>
                  <a:pt x="1233868" y="1724863"/>
                </a:lnTo>
                <a:lnTo>
                  <a:pt x="1232268" y="1730387"/>
                </a:lnTo>
                <a:close/>
              </a:path>
              <a:path w="1304925" h="2371725">
                <a:moveTo>
                  <a:pt x="1226972" y="1748688"/>
                </a:moveTo>
                <a:lnTo>
                  <a:pt x="1217828" y="1746034"/>
                </a:lnTo>
                <a:lnTo>
                  <a:pt x="1220469" y="1736890"/>
                </a:lnTo>
                <a:lnTo>
                  <a:pt x="1229614" y="1739531"/>
                </a:lnTo>
                <a:lnTo>
                  <a:pt x="1226972" y="1748688"/>
                </a:lnTo>
                <a:close/>
              </a:path>
              <a:path w="1304925" h="2371725">
                <a:moveTo>
                  <a:pt x="1221384" y="1766976"/>
                </a:moveTo>
                <a:lnTo>
                  <a:pt x="1212278" y="1764182"/>
                </a:lnTo>
                <a:lnTo>
                  <a:pt x="1215072" y="1755076"/>
                </a:lnTo>
                <a:lnTo>
                  <a:pt x="1224178" y="1757870"/>
                </a:lnTo>
                <a:lnTo>
                  <a:pt x="1221384" y="1766976"/>
                </a:lnTo>
                <a:close/>
              </a:path>
              <a:path w="1304925" h="2371725">
                <a:moveTo>
                  <a:pt x="1215618" y="1785213"/>
                </a:moveTo>
                <a:lnTo>
                  <a:pt x="1206563" y="1782279"/>
                </a:lnTo>
                <a:lnTo>
                  <a:pt x="1209497" y="1773212"/>
                </a:lnTo>
                <a:lnTo>
                  <a:pt x="1218564" y="1776158"/>
                </a:lnTo>
                <a:lnTo>
                  <a:pt x="1215618" y="1785213"/>
                </a:lnTo>
                <a:close/>
              </a:path>
              <a:path w="1304925" h="2371725">
                <a:moveTo>
                  <a:pt x="1211859" y="1796808"/>
                </a:moveTo>
                <a:lnTo>
                  <a:pt x="1201851" y="1796808"/>
                </a:lnTo>
                <a:lnTo>
                  <a:pt x="1203629" y="1791335"/>
                </a:lnTo>
                <a:lnTo>
                  <a:pt x="1212684" y="1794268"/>
                </a:lnTo>
                <a:lnTo>
                  <a:pt x="1211859" y="1796808"/>
                </a:lnTo>
                <a:close/>
              </a:path>
              <a:path w="1304925" h="2371725">
                <a:moveTo>
                  <a:pt x="1201864" y="1796771"/>
                </a:moveTo>
                <a:close/>
              </a:path>
              <a:path w="1304925" h="2371725">
                <a:moveTo>
                  <a:pt x="1209662" y="1803387"/>
                </a:moveTo>
                <a:lnTo>
                  <a:pt x="1200657" y="1800301"/>
                </a:lnTo>
                <a:lnTo>
                  <a:pt x="1201864" y="1796771"/>
                </a:lnTo>
                <a:lnTo>
                  <a:pt x="1211859" y="1796808"/>
                </a:lnTo>
                <a:lnTo>
                  <a:pt x="1210881" y="1799818"/>
                </a:lnTo>
                <a:lnTo>
                  <a:pt x="1209662" y="1803387"/>
                </a:lnTo>
                <a:close/>
              </a:path>
              <a:path w="1304925" h="2371725">
                <a:moveTo>
                  <a:pt x="1203490" y="1821408"/>
                </a:moveTo>
                <a:lnTo>
                  <a:pt x="1194485" y="1818322"/>
                </a:lnTo>
                <a:lnTo>
                  <a:pt x="1197571" y="1809318"/>
                </a:lnTo>
                <a:lnTo>
                  <a:pt x="1206576" y="1812404"/>
                </a:lnTo>
                <a:lnTo>
                  <a:pt x="1203490" y="1821408"/>
                </a:lnTo>
                <a:close/>
              </a:path>
              <a:path w="1304925" h="2371725">
                <a:moveTo>
                  <a:pt x="1197038" y="1839417"/>
                </a:moveTo>
                <a:lnTo>
                  <a:pt x="1188085" y="1836191"/>
                </a:lnTo>
                <a:lnTo>
                  <a:pt x="1191323" y="1827225"/>
                </a:lnTo>
                <a:lnTo>
                  <a:pt x="1200277" y="1830463"/>
                </a:lnTo>
                <a:lnTo>
                  <a:pt x="1197038" y="1839417"/>
                </a:lnTo>
                <a:close/>
              </a:path>
              <a:path w="1304925" h="2371725">
                <a:moveTo>
                  <a:pt x="1190383" y="1857349"/>
                </a:moveTo>
                <a:lnTo>
                  <a:pt x="1181480" y="1853971"/>
                </a:lnTo>
                <a:lnTo>
                  <a:pt x="1184871" y="1845068"/>
                </a:lnTo>
                <a:lnTo>
                  <a:pt x="1193774" y="1848446"/>
                </a:lnTo>
                <a:lnTo>
                  <a:pt x="1190383" y="1857349"/>
                </a:lnTo>
                <a:close/>
              </a:path>
              <a:path w="1304925" h="2371725">
                <a:moveTo>
                  <a:pt x="1183525" y="1875218"/>
                </a:moveTo>
                <a:lnTo>
                  <a:pt x="1174673" y="1871675"/>
                </a:lnTo>
                <a:lnTo>
                  <a:pt x="1176235" y="1867789"/>
                </a:lnTo>
                <a:lnTo>
                  <a:pt x="1178102" y="1862874"/>
                </a:lnTo>
                <a:lnTo>
                  <a:pt x="1187005" y="1866265"/>
                </a:lnTo>
                <a:lnTo>
                  <a:pt x="1185075" y="1871332"/>
                </a:lnTo>
                <a:lnTo>
                  <a:pt x="1183525" y="1875218"/>
                </a:lnTo>
                <a:close/>
              </a:path>
              <a:path w="1304925" h="2371725">
                <a:moveTo>
                  <a:pt x="1176197" y="1867865"/>
                </a:moveTo>
                <a:close/>
              </a:path>
              <a:path w="1304925" h="2371725">
                <a:moveTo>
                  <a:pt x="1176451" y="1892896"/>
                </a:moveTo>
                <a:lnTo>
                  <a:pt x="1167599" y="1889366"/>
                </a:lnTo>
                <a:lnTo>
                  <a:pt x="1171143" y="1880514"/>
                </a:lnTo>
                <a:lnTo>
                  <a:pt x="1179982" y="1884057"/>
                </a:lnTo>
                <a:lnTo>
                  <a:pt x="1176451" y="1892896"/>
                </a:lnTo>
                <a:close/>
              </a:path>
              <a:path w="1304925" h="2371725">
                <a:moveTo>
                  <a:pt x="1169060" y="1910549"/>
                </a:moveTo>
                <a:lnTo>
                  <a:pt x="1160272" y="1906854"/>
                </a:lnTo>
                <a:lnTo>
                  <a:pt x="1163967" y="1898078"/>
                </a:lnTo>
                <a:lnTo>
                  <a:pt x="1172743" y="1901761"/>
                </a:lnTo>
                <a:lnTo>
                  <a:pt x="1169060" y="1910549"/>
                </a:lnTo>
                <a:close/>
              </a:path>
              <a:path w="1304925" h="2371725">
                <a:moveTo>
                  <a:pt x="1161440" y="1928101"/>
                </a:moveTo>
                <a:lnTo>
                  <a:pt x="1152728" y="1924253"/>
                </a:lnTo>
                <a:lnTo>
                  <a:pt x="1156576" y="1915541"/>
                </a:lnTo>
                <a:lnTo>
                  <a:pt x="1165288" y="1919389"/>
                </a:lnTo>
                <a:lnTo>
                  <a:pt x="1161440" y="1928101"/>
                </a:lnTo>
                <a:close/>
              </a:path>
              <a:path w="1304925" h="2371725">
                <a:moveTo>
                  <a:pt x="1153591" y="1945551"/>
                </a:moveTo>
                <a:lnTo>
                  <a:pt x="1144943" y="1941550"/>
                </a:lnTo>
                <a:lnTo>
                  <a:pt x="1147927" y="1935124"/>
                </a:lnTo>
                <a:lnTo>
                  <a:pt x="1148880" y="1932965"/>
                </a:lnTo>
                <a:lnTo>
                  <a:pt x="1157592" y="1936813"/>
                </a:lnTo>
                <a:lnTo>
                  <a:pt x="1156563" y="1939124"/>
                </a:lnTo>
                <a:lnTo>
                  <a:pt x="1153591" y="1945551"/>
                </a:lnTo>
                <a:close/>
              </a:path>
              <a:path w="1304925" h="2371725">
                <a:moveTo>
                  <a:pt x="1147889" y="1935200"/>
                </a:moveTo>
                <a:close/>
              </a:path>
              <a:path w="1304925" h="2371725">
                <a:moveTo>
                  <a:pt x="1148385" y="1956777"/>
                </a:moveTo>
                <a:lnTo>
                  <a:pt x="1137881" y="1956777"/>
                </a:lnTo>
                <a:lnTo>
                  <a:pt x="1140942" y="1950186"/>
                </a:lnTo>
                <a:lnTo>
                  <a:pt x="1149578" y="1954199"/>
                </a:lnTo>
                <a:lnTo>
                  <a:pt x="1148385" y="1956777"/>
                </a:lnTo>
                <a:close/>
              </a:path>
              <a:path w="1304925" h="2371725">
                <a:moveTo>
                  <a:pt x="1145501" y="1962899"/>
                </a:moveTo>
                <a:lnTo>
                  <a:pt x="1136929" y="1958733"/>
                </a:lnTo>
                <a:lnTo>
                  <a:pt x="1137919" y="1956689"/>
                </a:lnTo>
                <a:lnTo>
                  <a:pt x="1148385" y="1956777"/>
                </a:lnTo>
                <a:lnTo>
                  <a:pt x="1146492" y="1960867"/>
                </a:lnTo>
                <a:lnTo>
                  <a:pt x="1145501" y="1962899"/>
                </a:lnTo>
                <a:close/>
              </a:path>
              <a:path w="1304925" h="2371725">
                <a:moveTo>
                  <a:pt x="1137157" y="1980031"/>
                </a:moveTo>
                <a:lnTo>
                  <a:pt x="1128598" y="1975866"/>
                </a:lnTo>
                <a:lnTo>
                  <a:pt x="1132763" y="1967293"/>
                </a:lnTo>
                <a:lnTo>
                  <a:pt x="1141336" y="1971459"/>
                </a:lnTo>
                <a:lnTo>
                  <a:pt x="1137157" y="1980031"/>
                </a:lnTo>
                <a:close/>
              </a:path>
              <a:path w="1304925" h="2371725">
                <a:moveTo>
                  <a:pt x="1128496" y="1997100"/>
                </a:moveTo>
                <a:lnTo>
                  <a:pt x="1120013" y="1992769"/>
                </a:lnTo>
                <a:lnTo>
                  <a:pt x="1124343" y="1984286"/>
                </a:lnTo>
                <a:lnTo>
                  <a:pt x="1132827" y="1988616"/>
                </a:lnTo>
                <a:lnTo>
                  <a:pt x="1128496" y="1997100"/>
                </a:lnTo>
                <a:close/>
              </a:path>
              <a:path w="1304925" h="2371725">
                <a:moveTo>
                  <a:pt x="1119581" y="2014029"/>
                </a:moveTo>
                <a:lnTo>
                  <a:pt x="1111173" y="2009533"/>
                </a:lnTo>
                <a:lnTo>
                  <a:pt x="1115682" y="2001139"/>
                </a:lnTo>
                <a:lnTo>
                  <a:pt x="1124077" y="2005634"/>
                </a:lnTo>
                <a:lnTo>
                  <a:pt x="1119581" y="2014029"/>
                </a:lnTo>
                <a:close/>
              </a:path>
              <a:path w="1304925" h="2371725">
                <a:moveTo>
                  <a:pt x="1108221" y="2018753"/>
                </a:moveTo>
                <a:lnTo>
                  <a:pt x="1106246" y="2018753"/>
                </a:lnTo>
                <a:lnTo>
                  <a:pt x="1106677" y="2017928"/>
                </a:lnTo>
                <a:lnTo>
                  <a:pt x="1108221" y="2018753"/>
                </a:lnTo>
                <a:close/>
              </a:path>
              <a:path w="1304925" h="2371725">
                <a:moveTo>
                  <a:pt x="1110386" y="2030831"/>
                </a:moveTo>
                <a:lnTo>
                  <a:pt x="1102080" y="2026158"/>
                </a:lnTo>
                <a:lnTo>
                  <a:pt x="1106284" y="2018665"/>
                </a:lnTo>
                <a:lnTo>
                  <a:pt x="1108221" y="2018753"/>
                </a:lnTo>
                <a:lnTo>
                  <a:pt x="1115085" y="2022424"/>
                </a:lnTo>
                <a:lnTo>
                  <a:pt x="1114590" y="2023338"/>
                </a:lnTo>
                <a:lnTo>
                  <a:pt x="1110386" y="2030831"/>
                </a:lnTo>
                <a:close/>
              </a:path>
              <a:path w="1304925" h="2371725">
                <a:moveTo>
                  <a:pt x="1104529" y="2038464"/>
                </a:moveTo>
                <a:lnTo>
                  <a:pt x="1095171" y="2038464"/>
                </a:lnTo>
                <a:lnTo>
                  <a:pt x="1097419" y="2034463"/>
                </a:lnTo>
                <a:lnTo>
                  <a:pt x="1104529" y="2038464"/>
                </a:lnTo>
                <a:close/>
              </a:path>
              <a:path w="1304925" h="2371725">
                <a:moveTo>
                  <a:pt x="1095205" y="2038404"/>
                </a:moveTo>
                <a:close/>
              </a:path>
              <a:path w="1304925" h="2371725">
                <a:moveTo>
                  <a:pt x="1100924" y="2047468"/>
                </a:moveTo>
                <a:lnTo>
                  <a:pt x="1092707" y="2042629"/>
                </a:lnTo>
                <a:lnTo>
                  <a:pt x="1095205" y="2038404"/>
                </a:lnTo>
                <a:lnTo>
                  <a:pt x="1104529" y="2038464"/>
                </a:lnTo>
                <a:lnTo>
                  <a:pt x="1105725" y="2039137"/>
                </a:lnTo>
                <a:lnTo>
                  <a:pt x="1103426" y="2043214"/>
                </a:lnTo>
                <a:lnTo>
                  <a:pt x="1100924" y="2047468"/>
                </a:lnTo>
                <a:close/>
              </a:path>
              <a:path w="1304925" h="2371725">
                <a:moveTo>
                  <a:pt x="1094895" y="2057692"/>
                </a:moveTo>
                <a:lnTo>
                  <a:pt x="1083843" y="2057692"/>
                </a:lnTo>
                <a:lnTo>
                  <a:pt x="1087881" y="2050846"/>
                </a:lnTo>
                <a:lnTo>
                  <a:pt x="1096086" y="2055672"/>
                </a:lnTo>
                <a:lnTo>
                  <a:pt x="1094895" y="2057692"/>
                </a:lnTo>
                <a:close/>
              </a:path>
              <a:path w="1304925" h="2371725">
                <a:moveTo>
                  <a:pt x="1091171" y="2063953"/>
                </a:moveTo>
                <a:lnTo>
                  <a:pt x="1083068" y="2058949"/>
                </a:lnTo>
                <a:lnTo>
                  <a:pt x="1083894" y="2057603"/>
                </a:lnTo>
                <a:lnTo>
                  <a:pt x="1094895" y="2057692"/>
                </a:lnTo>
                <a:lnTo>
                  <a:pt x="1091996" y="2062607"/>
                </a:lnTo>
                <a:lnTo>
                  <a:pt x="1091171" y="2063953"/>
                </a:lnTo>
                <a:close/>
              </a:path>
              <a:path w="1304925" h="2371725">
                <a:moveTo>
                  <a:pt x="1081151" y="2080158"/>
                </a:moveTo>
                <a:lnTo>
                  <a:pt x="1073048" y="2075154"/>
                </a:lnTo>
                <a:lnTo>
                  <a:pt x="1078064" y="2067052"/>
                </a:lnTo>
                <a:lnTo>
                  <a:pt x="1086167" y="2072055"/>
                </a:lnTo>
                <a:lnTo>
                  <a:pt x="1081151" y="2080158"/>
                </a:lnTo>
                <a:close/>
              </a:path>
              <a:path w="1304925" h="2371725">
                <a:moveTo>
                  <a:pt x="1070762" y="2096249"/>
                </a:moveTo>
                <a:lnTo>
                  <a:pt x="1062774" y="2091067"/>
                </a:lnTo>
                <a:lnTo>
                  <a:pt x="1067955" y="2083066"/>
                </a:lnTo>
                <a:lnTo>
                  <a:pt x="1075943" y="2088248"/>
                </a:lnTo>
                <a:lnTo>
                  <a:pt x="1070762" y="2096249"/>
                </a:lnTo>
                <a:close/>
              </a:path>
              <a:path w="1304925" h="2371725">
                <a:moveTo>
                  <a:pt x="1060056" y="2112137"/>
                </a:moveTo>
                <a:lnTo>
                  <a:pt x="1052182" y="2106777"/>
                </a:lnTo>
                <a:lnTo>
                  <a:pt x="1057554" y="2098903"/>
                </a:lnTo>
                <a:lnTo>
                  <a:pt x="1065415" y="2104263"/>
                </a:lnTo>
                <a:lnTo>
                  <a:pt x="1060056" y="2112137"/>
                </a:lnTo>
                <a:close/>
              </a:path>
              <a:path w="1304925" h="2371725">
                <a:moveTo>
                  <a:pt x="1049045" y="2127808"/>
                </a:moveTo>
                <a:lnTo>
                  <a:pt x="1041298" y="2122271"/>
                </a:lnTo>
                <a:lnTo>
                  <a:pt x="1046835" y="2114524"/>
                </a:lnTo>
                <a:lnTo>
                  <a:pt x="1054582" y="2120061"/>
                </a:lnTo>
                <a:lnTo>
                  <a:pt x="1049045" y="2127808"/>
                </a:lnTo>
                <a:close/>
              </a:path>
              <a:path w="1304925" h="2371725">
                <a:moveTo>
                  <a:pt x="1037704" y="2143252"/>
                </a:moveTo>
                <a:lnTo>
                  <a:pt x="1030084" y="2137524"/>
                </a:lnTo>
                <a:lnTo>
                  <a:pt x="1035812" y="2129917"/>
                </a:lnTo>
                <a:lnTo>
                  <a:pt x="1043419" y="2135644"/>
                </a:lnTo>
                <a:lnTo>
                  <a:pt x="1037704" y="2143252"/>
                </a:lnTo>
                <a:close/>
              </a:path>
              <a:path w="1304925" h="2371725">
                <a:moveTo>
                  <a:pt x="1025728" y="2146173"/>
                </a:moveTo>
                <a:lnTo>
                  <a:pt x="1023594" y="2146173"/>
                </a:lnTo>
                <a:lnTo>
                  <a:pt x="1024356" y="2145144"/>
                </a:lnTo>
                <a:lnTo>
                  <a:pt x="1025728" y="2146173"/>
                </a:lnTo>
                <a:close/>
              </a:path>
              <a:path w="1304925" h="2371725">
                <a:moveTo>
                  <a:pt x="1026020" y="2158441"/>
                </a:moveTo>
                <a:lnTo>
                  <a:pt x="1018552" y="2152535"/>
                </a:lnTo>
                <a:lnTo>
                  <a:pt x="1023658" y="2146071"/>
                </a:lnTo>
                <a:lnTo>
                  <a:pt x="1025728" y="2146173"/>
                </a:lnTo>
                <a:lnTo>
                  <a:pt x="1031976" y="2150859"/>
                </a:lnTo>
                <a:lnTo>
                  <a:pt x="1031125" y="2151989"/>
                </a:lnTo>
                <a:lnTo>
                  <a:pt x="1026020" y="2158441"/>
                </a:lnTo>
                <a:close/>
              </a:path>
              <a:path w="1304925" h="2371725">
                <a:moveTo>
                  <a:pt x="1013993" y="2173376"/>
                </a:moveTo>
                <a:lnTo>
                  <a:pt x="1006678" y="2167280"/>
                </a:lnTo>
                <a:lnTo>
                  <a:pt x="1010919" y="2162175"/>
                </a:lnTo>
                <a:lnTo>
                  <a:pt x="1012634" y="2160003"/>
                </a:lnTo>
                <a:lnTo>
                  <a:pt x="1020114" y="2165921"/>
                </a:lnTo>
                <a:lnTo>
                  <a:pt x="1018247" y="2168271"/>
                </a:lnTo>
                <a:lnTo>
                  <a:pt x="1013993" y="2173376"/>
                </a:lnTo>
                <a:close/>
              </a:path>
              <a:path w="1304925" h="2371725">
                <a:moveTo>
                  <a:pt x="1010843" y="2162263"/>
                </a:moveTo>
                <a:close/>
              </a:path>
              <a:path w="1304925" h="2371725">
                <a:moveTo>
                  <a:pt x="1004453" y="2177821"/>
                </a:moveTo>
                <a:lnTo>
                  <a:pt x="997889" y="2177821"/>
                </a:lnTo>
                <a:lnTo>
                  <a:pt x="1000582" y="2174595"/>
                </a:lnTo>
                <a:lnTo>
                  <a:pt x="1004453" y="2177821"/>
                </a:lnTo>
                <a:close/>
              </a:path>
              <a:path w="1304925" h="2371725">
                <a:moveTo>
                  <a:pt x="997892" y="2177817"/>
                </a:moveTo>
                <a:close/>
              </a:path>
              <a:path w="1304925" h="2371725">
                <a:moveTo>
                  <a:pt x="1001610" y="2188019"/>
                </a:moveTo>
                <a:lnTo>
                  <a:pt x="994460" y="2181733"/>
                </a:lnTo>
                <a:lnTo>
                  <a:pt x="997892" y="2177817"/>
                </a:lnTo>
                <a:lnTo>
                  <a:pt x="1004453" y="2177821"/>
                </a:lnTo>
                <a:lnTo>
                  <a:pt x="1007897" y="2180691"/>
                </a:lnTo>
                <a:lnTo>
                  <a:pt x="1005128" y="2184006"/>
                </a:lnTo>
                <a:lnTo>
                  <a:pt x="1001610" y="2188019"/>
                </a:lnTo>
                <a:close/>
              </a:path>
              <a:path w="1304925" h="2371725">
                <a:moveTo>
                  <a:pt x="992637" y="2192807"/>
                </a:moveTo>
                <a:lnTo>
                  <a:pt x="984732" y="2192807"/>
                </a:lnTo>
                <a:lnTo>
                  <a:pt x="988174" y="2188883"/>
                </a:lnTo>
                <a:lnTo>
                  <a:pt x="992637" y="2192807"/>
                </a:lnTo>
                <a:close/>
              </a:path>
              <a:path w="1304925" h="2371725">
                <a:moveTo>
                  <a:pt x="988860" y="2202345"/>
                </a:moveTo>
                <a:lnTo>
                  <a:pt x="981887" y="2195868"/>
                </a:lnTo>
                <a:lnTo>
                  <a:pt x="984808" y="2192705"/>
                </a:lnTo>
                <a:lnTo>
                  <a:pt x="992637" y="2192807"/>
                </a:lnTo>
                <a:lnTo>
                  <a:pt x="995324" y="2195169"/>
                </a:lnTo>
                <a:lnTo>
                  <a:pt x="991793" y="2199182"/>
                </a:lnTo>
                <a:lnTo>
                  <a:pt x="988860" y="2202345"/>
                </a:lnTo>
                <a:close/>
              </a:path>
              <a:path w="1304925" h="2371725">
                <a:moveTo>
                  <a:pt x="980113" y="2207221"/>
                </a:moveTo>
                <a:lnTo>
                  <a:pt x="971359" y="2207221"/>
                </a:lnTo>
                <a:lnTo>
                  <a:pt x="975410" y="2202853"/>
                </a:lnTo>
                <a:lnTo>
                  <a:pt x="980113" y="2207221"/>
                </a:lnTo>
                <a:close/>
              </a:path>
              <a:path w="1304925" h="2371725">
                <a:moveTo>
                  <a:pt x="975740" y="2216340"/>
                </a:moveTo>
                <a:lnTo>
                  <a:pt x="968946" y="2209673"/>
                </a:lnTo>
                <a:lnTo>
                  <a:pt x="971448" y="2207120"/>
                </a:lnTo>
                <a:lnTo>
                  <a:pt x="980113" y="2207221"/>
                </a:lnTo>
                <a:lnTo>
                  <a:pt x="982383" y="2209330"/>
                </a:lnTo>
                <a:lnTo>
                  <a:pt x="978344" y="2213698"/>
                </a:lnTo>
                <a:lnTo>
                  <a:pt x="975740" y="2216340"/>
                </a:lnTo>
                <a:close/>
              </a:path>
              <a:path w="1304925" h="2371725">
                <a:moveTo>
                  <a:pt x="966951" y="2221052"/>
                </a:moveTo>
                <a:lnTo>
                  <a:pt x="957783" y="2221052"/>
                </a:lnTo>
                <a:lnTo>
                  <a:pt x="962278" y="2216467"/>
                </a:lnTo>
                <a:lnTo>
                  <a:pt x="966951" y="2221052"/>
                </a:lnTo>
                <a:close/>
              </a:path>
              <a:path w="1304925" h="2371725">
                <a:moveTo>
                  <a:pt x="957850" y="2220983"/>
                </a:moveTo>
                <a:close/>
              </a:path>
              <a:path w="1304925" h="2371725">
                <a:moveTo>
                  <a:pt x="962240" y="2229967"/>
                </a:moveTo>
                <a:lnTo>
                  <a:pt x="955636" y="2223109"/>
                </a:lnTo>
                <a:lnTo>
                  <a:pt x="957850" y="2220983"/>
                </a:lnTo>
                <a:lnTo>
                  <a:pt x="966951" y="2221052"/>
                </a:lnTo>
                <a:lnTo>
                  <a:pt x="969073" y="2223135"/>
                </a:lnTo>
                <a:lnTo>
                  <a:pt x="964488" y="2227821"/>
                </a:lnTo>
                <a:lnTo>
                  <a:pt x="962240" y="2229967"/>
                </a:lnTo>
                <a:close/>
              </a:path>
              <a:path w="1304925" h="2371725">
                <a:moveTo>
                  <a:pt x="953193" y="2234298"/>
                </a:moveTo>
                <a:lnTo>
                  <a:pt x="944016" y="2234298"/>
                </a:lnTo>
                <a:lnTo>
                  <a:pt x="948778" y="2229713"/>
                </a:lnTo>
                <a:lnTo>
                  <a:pt x="953193" y="2234298"/>
                </a:lnTo>
                <a:close/>
              </a:path>
              <a:path w="1304925" h="2371725">
                <a:moveTo>
                  <a:pt x="948359" y="2243213"/>
                </a:moveTo>
                <a:lnTo>
                  <a:pt x="941959" y="2236152"/>
                </a:lnTo>
                <a:lnTo>
                  <a:pt x="944117" y="2234196"/>
                </a:lnTo>
                <a:lnTo>
                  <a:pt x="953193" y="2234298"/>
                </a:lnTo>
                <a:lnTo>
                  <a:pt x="955382" y="2236571"/>
                </a:lnTo>
                <a:lnTo>
                  <a:pt x="950518" y="2241257"/>
                </a:lnTo>
                <a:lnTo>
                  <a:pt x="948359" y="2243213"/>
                </a:lnTo>
                <a:close/>
              </a:path>
              <a:path w="1304925" h="2371725">
                <a:moveTo>
                  <a:pt x="938876" y="2246934"/>
                </a:moveTo>
                <a:lnTo>
                  <a:pt x="930059" y="2246934"/>
                </a:lnTo>
                <a:lnTo>
                  <a:pt x="934897" y="2242553"/>
                </a:lnTo>
                <a:lnTo>
                  <a:pt x="938876" y="2246934"/>
                </a:lnTo>
                <a:close/>
              </a:path>
              <a:path w="1304925" h="2371725">
                <a:moveTo>
                  <a:pt x="930105" y="2246892"/>
                </a:moveTo>
                <a:close/>
              </a:path>
              <a:path w="1304925" h="2371725">
                <a:moveTo>
                  <a:pt x="934072" y="2256028"/>
                </a:moveTo>
                <a:lnTo>
                  <a:pt x="927887" y="2248776"/>
                </a:lnTo>
                <a:lnTo>
                  <a:pt x="930105" y="2246892"/>
                </a:lnTo>
                <a:lnTo>
                  <a:pt x="938876" y="2246934"/>
                </a:lnTo>
                <a:lnTo>
                  <a:pt x="941298" y="2249601"/>
                </a:lnTo>
                <a:lnTo>
                  <a:pt x="936345" y="2254097"/>
                </a:lnTo>
                <a:lnTo>
                  <a:pt x="934072" y="2256028"/>
                </a:lnTo>
                <a:close/>
              </a:path>
              <a:path w="1304925" h="2371725">
                <a:moveTo>
                  <a:pt x="919378" y="2268397"/>
                </a:moveTo>
                <a:lnTo>
                  <a:pt x="913434" y="2260955"/>
                </a:lnTo>
                <a:lnTo>
                  <a:pt x="916038" y="2258872"/>
                </a:lnTo>
                <a:lnTo>
                  <a:pt x="920635" y="2254948"/>
                </a:lnTo>
                <a:lnTo>
                  <a:pt x="926807" y="2262200"/>
                </a:lnTo>
                <a:lnTo>
                  <a:pt x="921969" y="2266327"/>
                </a:lnTo>
                <a:lnTo>
                  <a:pt x="919378" y="2268397"/>
                </a:lnTo>
                <a:close/>
              </a:path>
              <a:path w="1304925" h="2371725">
                <a:moveTo>
                  <a:pt x="915911" y="2258974"/>
                </a:moveTo>
                <a:close/>
              </a:path>
              <a:path w="1304925" h="2371725">
                <a:moveTo>
                  <a:pt x="908787" y="2270391"/>
                </a:moveTo>
                <a:lnTo>
                  <a:pt x="901598" y="2270391"/>
                </a:lnTo>
                <a:lnTo>
                  <a:pt x="905992" y="2266886"/>
                </a:lnTo>
                <a:lnTo>
                  <a:pt x="908787" y="2270391"/>
                </a:lnTo>
                <a:close/>
              </a:path>
              <a:path w="1304925" h="2371725">
                <a:moveTo>
                  <a:pt x="901670" y="2270334"/>
                </a:moveTo>
                <a:close/>
              </a:path>
              <a:path w="1304925" h="2371725">
                <a:moveTo>
                  <a:pt x="904278" y="2280272"/>
                </a:moveTo>
                <a:lnTo>
                  <a:pt x="898588" y="2272626"/>
                </a:lnTo>
                <a:lnTo>
                  <a:pt x="901670" y="2270334"/>
                </a:lnTo>
                <a:lnTo>
                  <a:pt x="908787" y="2270391"/>
                </a:lnTo>
                <a:lnTo>
                  <a:pt x="911936" y="2274341"/>
                </a:lnTo>
                <a:lnTo>
                  <a:pt x="907414" y="2277935"/>
                </a:lnTo>
                <a:lnTo>
                  <a:pt x="904278" y="2280272"/>
                </a:lnTo>
                <a:close/>
              </a:path>
              <a:path w="1304925" h="2371725">
                <a:moveTo>
                  <a:pt x="888784" y="2291613"/>
                </a:moveTo>
                <a:lnTo>
                  <a:pt x="883348" y="2283790"/>
                </a:lnTo>
                <a:lnTo>
                  <a:pt x="887234" y="2281097"/>
                </a:lnTo>
                <a:lnTo>
                  <a:pt x="890955" y="2278316"/>
                </a:lnTo>
                <a:lnTo>
                  <a:pt x="896645" y="2285961"/>
                </a:lnTo>
                <a:lnTo>
                  <a:pt x="892657" y="2288921"/>
                </a:lnTo>
                <a:lnTo>
                  <a:pt x="888784" y="2291613"/>
                </a:lnTo>
                <a:close/>
              </a:path>
              <a:path w="1304925" h="2371725">
                <a:moveTo>
                  <a:pt x="887094" y="2281186"/>
                </a:moveTo>
                <a:lnTo>
                  <a:pt x="887234" y="2281097"/>
                </a:lnTo>
                <a:lnTo>
                  <a:pt x="887094" y="2281186"/>
                </a:lnTo>
                <a:close/>
              </a:path>
              <a:path w="1304925" h="2371725">
                <a:moveTo>
                  <a:pt x="877013" y="2291359"/>
                </a:moveTo>
                <a:lnTo>
                  <a:pt x="872439" y="2291359"/>
                </a:lnTo>
                <a:lnTo>
                  <a:pt x="875525" y="2289213"/>
                </a:lnTo>
                <a:lnTo>
                  <a:pt x="877013" y="2291359"/>
                </a:lnTo>
                <a:close/>
              </a:path>
              <a:path w="1304925" h="2371725">
                <a:moveTo>
                  <a:pt x="872870" y="2302395"/>
                </a:moveTo>
                <a:lnTo>
                  <a:pt x="867727" y="2294382"/>
                </a:lnTo>
                <a:lnTo>
                  <a:pt x="872578" y="2291257"/>
                </a:lnTo>
                <a:lnTo>
                  <a:pt x="872439" y="2291359"/>
                </a:lnTo>
                <a:lnTo>
                  <a:pt x="877013" y="2291359"/>
                </a:lnTo>
                <a:lnTo>
                  <a:pt x="880948" y="2297036"/>
                </a:lnTo>
                <a:lnTo>
                  <a:pt x="877722" y="2299271"/>
                </a:lnTo>
                <a:lnTo>
                  <a:pt x="872870" y="2302395"/>
                </a:lnTo>
                <a:close/>
              </a:path>
              <a:path w="1304925" h="2371725">
                <a:moveTo>
                  <a:pt x="860577" y="2300871"/>
                </a:moveTo>
                <a:lnTo>
                  <a:pt x="857618" y="2300871"/>
                </a:lnTo>
                <a:lnTo>
                  <a:pt x="857757" y="2300782"/>
                </a:lnTo>
                <a:lnTo>
                  <a:pt x="859713" y="2299525"/>
                </a:lnTo>
                <a:lnTo>
                  <a:pt x="860577" y="2300871"/>
                </a:lnTo>
                <a:close/>
              </a:path>
              <a:path w="1304925" h="2371725">
                <a:moveTo>
                  <a:pt x="857741" y="2300792"/>
                </a:moveTo>
                <a:close/>
              </a:path>
              <a:path w="1304925" h="2371725">
                <a:moveTo>
                  <a:pt x="856564" y="2312555"/>
                </a:moveTo>
                <a:lnTo>
                  <a:pt x="851712" y="2304364"/>
                </a:lnTo>
                <a:lnTo>
                  <a:pt x="857741" y="2300792"/>
                </a:lnTo>
                <a:lnTo>
                  <a:pt x="860577" y="2300871"/>
                </a:lnTo>
                <a:lnTo>
                  <a:pt x="864857" y="2307539"/>
                </a:lnTo>
                <a:lnTo>
                  <a:pt x="862609" y="2308974"/>
                </a:lnTo>
                <a:lnTo>
                  <a:pt x="856564" y="2312555"/>
                </a:lnTo>
                <a:close/>
              </a:path>
              <a:path w="1304925" h="2371725">
                <a:moveTo>
                  <a:pt x="839939" y="2322131"/>
                </a:moveTo>
                <a:lnTo>
                  <a:pt x="835317" y="2313800"/>
                </a:lnTo>
                <a:lnTo>
                  <a:pt x="842746" y="2309672"/>
                </a:lnTo>
                <a:lnTo>
                  <a:pt x="843508" y="2309215"/>
                </a:lnTo>
                <a:lnTo>
                  <a:pt x="848360" y="2317407"/>
                </a:lnTo>
                <a:lnTo>
                  <a:pt x="847369" y="2318004"/>
                </a:lnTo>
                <a:lnTo>
                  <a:pt x="839939" y="2322131"/>
                </a:lnTo>
                <a:close/>
              </a:path>
              <a:path w="1304925" h="2371725">
                <a:moveTo>
                  <a:pt x="842632" y="2309736"/>
                </a:moveTo>
                <a:close/>
              </a:path>
              <a:path w="1304925" h="2371725">
                <a:moveTo>
                  <a:pt x="822756" y="2330983"/>
                </a:moveTo>
                <a:lnTo>
                  <a:pt x="818629" y="2322398"/>
                </a:lnTo>
                <a:lnTo>
                  <a:pt x="820000" y="2321737"/>
                </a:lnTo>
                <a:lnTo>
                  <a:pt x="827049" y="2318169"/>
                </a:lnTo>
                <a:lnTo>
                  <a:pt x="831354" y="2326665"/>
                </a:lnTo>
                <a:lnTo>
                  <a:pt x="824128" y="2330323"/>
                </a:lnTo>
                <a:lnTo>
                  <a:pt x="822756" y="2330983"/>
                </a:lnTo>
                <a:close/>
              </a:path>
              <a:path w="1304925" h="2371725">
                <a:moveTo>
                  <a:pt x="819912" y="2321775"/>
                </a:moveTo>
                <a:close/>
              </a:path>
              <a:path w="1304925" h="2371725">
                <a:moveTo>
                  <a:pt x="805294" y="2339035"/>
                </a:moveTo>
                <a:lnTo>
                  <a:pt x="801509" y="2330297"/>
                </a:lnTo>
                <a:lnTo>
                  <a:pt x="804646" y="2328938"/>
                </a:lnTo>
                <a:lnTo>
                  <a:pt x="810107" y="2326436"/>
                </a:lnTo>
                <a:lnTo>
                  <a:pt x="814069" y="2335110"/>
                </a:lnTo>
                <a:lnTo>
                  <a:pt x="808431" y="2337676"/>
                </a:lnTo>
                <a:lnTo>
                  <a:pt x="805294" y="2339035"/>
                </a:lnTo>
                <a:close/>
              </a:path>
              <a:path w="1304925" h="2371725">
                <a:moveTo>
                  <a:pt x="804557" y="2328976"/>
                </a:moveTo>
                <a:close/>
              </a:path>
              <a:path w="1304925" h="2371725">
                <a:moveTo>
                  <a:pt x="787476" y="2346312"/>
                </a:moveTo>
                <a:lnTo>
                  <a:pt x="784047" y="2337422"/>
                </a:lnTo>
                <a:lnTo>
                  <a:pt x="789165" y="2335453"/>
                </a:lnTo>
                <a:lnTo>
                  <a:pt x="792822" y="2333967"/>
                </a:lnTo>
                <a:lnTo>
                  <a:pt x="796416" y="2342781"/>
                </a:lnTo>
                <a:lnTo>
                  <a:pt x="792581" y="2344343"/>
                </a:lnTo>
                <a:lnTo>
                  <a:pt x="787476" y="2346312"/>
                </a:lnTo>
                <a:close/>
              </a:path>
              <a:path w="1304925" h="2371725">
                <a:moveTo>
                  <a:pt x="789063" y="2335491"/>
                </a:moveTo>
                <a:close/>
              </a:path>
              <a:path w="1304925" h="2371725">
                <a:moveTo>
                  <a:pt x="769340" y="2352763"/>
                </a:moveTo>
                <a:lnTo>
                  <a:pt x="766292" y="2343734"/>
                </a:lnTo>
                <a:lnTo>
                  <a:pt x="773531" y="2341295"/>
                </a:lnTo>
                <a:lnTo>
                  <a:pt x="775207" y="2340686"/>
                </a:lnTo>
                <a:lnTo>
                  <a:pt x="778446" y="2349639"/>
                </a:lnTo>
                <a:lnTo>
                  <a:pt x="776579" y="2350312"/>
                </a:lnTo>
                <a:lnTo>
                  <a:pt x="769340" y="2352763"/>
                </a:lnTo>
                <a:close/>
              </a:path>
              <a:path w="1304925" h="2371725">
                <a:moveTo>
                  <a:pt x="773442" y="2341321"/>
                </a:moveTo>
                <a:close/>
              </a:path>
              <a:path w="1304925" h="2371725">
                <a:moveTo>
                  <a:pt x="750798" y="2358339"/>
                </a:moveTo>
                <a:lnTo>
                  <a:pt x="748347" y="2349131"/>
                </a:lnTo>
                <a:lnTo>
                  <a:pt x="749858" y="2348725"/>
                </a:lnTo>
                <a:lnTo>
                  <a:pt x="757402" y="2346540"/>
                </a:lnTo>
                <a:lnTo>
                  <a:pt x="760056" y="2355684"/>
                </a:lnTo>
                <a:lnTo>
                  <a:pt x="752309" y="2357932"/>
                </a:lnTo>
                <a:lnTo>
                  <a:pt x="750798" y="2358339"/>
                </a:lnTo>
                <a:close/>
              </a:path>
              <a:path w="1304925" h="2371725">
                <a:moveTo>
                  <a:pt x="749757" y="2348750"/>
                </a:moveTo>
                <a:close/>
              </a:path>
              <a:path w="1304925" h="2371725">
                <a:moveTo>
                  <a:pt x="732104" y="2362949"/>
                </a:moveTo>
                <a:lnTo>
                  <a:pt x="730059" y="2353652"/>
                </a:lnTo>
                <a:lnTo>
                  <a:pt x="733920" y="2352802"/>
                </a:lnTo>
                <a:lnTo>
                  <a:pt x="739228" y="2351506"/>
                </a:lnTo>
                <a:lnTo>
                  <a:pt x="741476" y="2360752"/>
                </a:lnTo>
                <a:lnTo>
                  <a:pt x="735964" y="2362098"/>
                </a:lnTo>
                <a:lnTo>
                  <a:pt x="732104" y="2362949"/>
                </a:lnTo>
                <a:close/>
              </a:path>
              <a:path w="1304925" h="2371725">
                <a:moveTo>
                  <a:pt x="733818" y="2352814"/>
                </a:moveTo>
                <a:close/>
              </a:path>
              <a:path w="1304925" h="2371725">
                <a:moveTo>
                  <a:pt x="720958" y="2356167"/>
                </a:moveTo>
                <a:lnTo>
                  <a:pt x="717753" y="2356167"/>
                </a:lnTo>
                <a:lnTo>
                  <a:pt x="720839" y="2355557"/>
                </a:lnTo>
                <a:lnTo>
                  <a:pt x="720958" y="2356167"/>
                </a:lnTo>
                <a:close/>
              </a:path>
              <a:path w="1304925" h="2371725">
                <a:moveTo>
                  <a:pt x="713193" y="2366619"/>
                </a:moveTo>
                <a:lnTo>
                  <a:pt x="711568" y="2357234"/>
                </a:lnTo>
                <a:lnTo>
                  <a:pt x="717854" y="2356142"/>
                </a:lnTo>
                <a:lnTo>
                  <a:pt x="720958" y="2356167"/>
                </a:lnTo>
                <a:lnTo>
                  <a:pt x="722668" y="2364905"/>
                </a:lnTo>
                <a:lnTo>
                  <a:pt x="719493" y="2365527"/>
                </a:lnTo>
                <a:lnTo>
                  <a:pt x="713193" y="2366619"/>
                </a:lnTo>
                <a:close/>
              </a:path>
              <a:path w="1304925" h="2371725">
                <a:moveTo>
                  <a:pt x="694016" y="2369337"/>
                </a:moveTo>
                <a:lnTo>
                  <a:pt x="693026" y="2359863"/>
                </a:lnTo>
                <a:lnTo>
                  <a:pt x="693559" y="2359799"/>
                </a:lnTo>
                <a:lnTo>
                  <a:pt x="701687" y="2358771"/>
                </a:lnTo>
                <a:lnTo>
                  <a:pt x="702259" y="2358682"/>
                </a:lnTo>
                <a:lnTo>
                  <a:pt x="703681" y="2368105"/>
                </a:lnTo>
                <a:lnTo>
                  <a:pt x="694016" y="2369337"/>
                </a:lnTo>
                <a:close/>
              </a:path>
              <a:path w="1304925" h="2371725">
                <a:moveTo>
                  <a:pt x="701573" y="2358783"/>
                </a:moveTo>
                <a:close/>
              </a:path>
              <a:path w="1304925" h="2371725">
                <a:moveTo>
                  <a:pt x="693445" y="2359812"/>
                </a:moveTo>
                <a:close/>
              </a:path>
              <a:path w="1304925" h="2371725">
                <a:moveTo>
                  <a:pt x="683709" y="2361323"/>
                </a:moveTo>
                <a:lnTo>
                  <a:pt x="677100" y="2361323"/>
                </a:lnTo>
                <a:lnTo>
                  <a:pt x="683666" y="2360790"/>
                </a:lnTo>
                <a:lnTo>
                  <a:pt x="683709" y="2361323"/>
                </a:lnTo>
                <a:close/>
              </a:path>
              <a:path w="1304925" h="2371725">
                <a:moveTo>
                  <a:pt x="674814" y="2371001"/>
                </a:moveTo>
                <a:lnTo>
                  <a:pt x="674268" y="2361488"/>
                </a:lnTo>
                <a:lnTo>
                  <a:pt x="677214" y="2361311"/>
                </a:lnTo>
                <a:lnTo>
                  <a:pt x="683709" y="2361323"/>
                </a:lnTo>
                <a:lnTo>
                  <a:pt x="684428" y="2370289"/>
                </a:lnTo>
                <a:lnTo>
                  <a:pt x="677875" y="2370823"/>
                </a:lnTo>
                <a:lnTo>
                  <a:pt x="674814" y="2371001"/>
                </a:lnTo>
                <a:close/>
              </a:path>
              <a:path w="1304925" h="2371725">
                <a:moveTo>
                  <a:pt x="664875" y="2362085"/>
                </a:moveTo>
                <a:lnTo>
                  <a:pt x="660653" y="2362085"/>
                </a:lnTo>
                <a:lnTo>
                  <a:pt x="664870" y="2361933"/>
                </a:lnTo>
                <a:lnTo>
                  <a:pt x="664875" y="2362085"/>
                </a:lnTo>
                <a:close/>
              </a:path>
              <a:path w="1304925" h="2371725">
                <a:moveTo>
                  <a:pt x="655561" y="2371661"/>
                </a:moveTo>
                <a:lnTo>
                  <a:pt x="655459" y="2362136"/>
                </a:lnTo>
                <a:lnTo>
                  <a:pt x="660768" y="2362073"/>
                </a:lnTo>
                <a:lnTo>
                  <a:pt x="664875" y="2362085"/>
                </a:lnTo>
                <a:lnTo>
                  <a:pt x="665200" y="2371458"/>
                </a:lnTo>
                <a:lnTo>
                  <a:pt x="660984" y="2371598"/>
                </a:lnTo>
                <a:lnTo>
                  <a:pt x="655561" y="2371661"/>
                </a:lnTo>
                <a:close/>
              </a:path>
              <a:path w="1304925" h="2371725">
                <a:moveTo>
                  <a:pt x="645934" y="2371623"/>
                </a:moveTo>
                <a:lnTo>
                  <a:pt x="644029" y="2371598"/>
                </a:lnTo>
                <a:lnTo>
                  <a:pt x="636295" y="2371331"/>
                </a:lnTo>
                <a:lnTo>
                  <a:pt x="636625" y="2361819"/>
                </a:lnTo>
                <a:lnTo>
                  <a:pt x="644245" y="2362085"/>
                </a:lnTo>
                <a:lnTo>
                  <a:pt x="646036" y="2362098"/>
                </a:lnTo>
                <a:lnTo>
                  <a:pt x="645934" y="2371623"/>
                </a:lnTo>
                <a:close/>
              </a:path>
              <a:path w="1304925" h="2371725">
                <a:moveTo>
                  <a:pt x="626567" y="2370785"/>
                </a:moveTo>
                <a:lnTo>
                  <a:pt x="618629" y="2370137"/>
                </a:lnTo>
                <a:lnTo>
                  <a:pt x="616978" y="2369959"/>
                </a:lnTo>
                <a:lnTo>
                  <a:pt x="617956" y="2360485"/>
                </a:lnTo>
                <a:lnTo>
                  <a:pt x="619607" y="2360663"/>
                </a:lnTo>
                <a:lnTo>
                  <a:pt x="627341" y="2361285"/>
                </a:lnTo>
                <a:lnTo>
                  <a:pt x="626567" y="2370785"/>
                </a:lnTo>
                <a:close/>
              </a:path>
              <a:path w="1304925" h="2371725">
                <a:moveTo>
                  <a:pt x="607402" y="2368905"/>
                </a:moveTo>
                <a:lnTo>
                  <a:pt x="601903" y="2368207"/>
                </a:lnTo>
                <a:lnTo>
                  <a:pt x="597852" y="2367597"/>
                </a:lnTo>
                <a:lnTo>
                  <a:pt x="599274" y="2358174"/>
                </a:lnTo>
                <a:lnTo>
                  <a:pt x="603241" y="2358771"/>
                </a:lnTo>
                <a:lnTo>
                  <a:pt x="608596" y="2359456"/>
                </a:lnTo>
                <a:lnTo>
                  <a:pt x="607402" y="2368905"/>
                </a:lnTo>
                <a:close/>
              </a:path>
              <a:path w="1304925" h="2371725">
                <a:moveTo>
                  <a:pt x="588352" y="2366035"/>
                </a:moveTo>
                <a:lnTo>
                  <a:pt x="585304" y="2365514"/>
                </a:lnTo>
                <a:lnTo>
                  <a:pt x="578891" y="2364244"/>
                </a:lnTo>
                <a:lnTo>
                  <a:pt x="580720" y="2354897"/>
                </a:lnTo>
                <a:lnTo>
                  <a:pt x="587146" y="2356167"/>
                </a:lnTo>
                <a:lnTo>
                  <a:pt x="589978" y="2356650"/>
                </a:lnTo>
                <a:lnTo>
                  <a:pt x="588352" y="2366035"/>
                </a:lnTo>
                <a:close/>
              </a:path>
              <a:path w="1304925" h="2371725">
                <a:moveTo>
                  <a:pt x="569467" y="2362212"/>
                </a:moveTo>
                <a:lnTo>
                  <a:pt x="568832" y="2362073"/>
                </a:lnTo>
                <a:lnTo>
                  <a:pt x="560019" y="2359914"/>
                </a:lnTo>
                <a:lnTo>
                  <a:pt x="562470" y="2350706"/>
                </a:lnTo>
                <a:lnTo>
                  <a:pt x="562996" y="2350846"/>
                </a:lnTo>
                <a:lnTo>
                  <a:pt x="571028" y="2352802"/>
                </a:lnTo>
                <a:lnTo>
                  <a:pt x="571512" y="2352916"/>
                </a:lnTo>
                <a:lnTo>
                  <a:pt x="569467" y="2362212"/>
                </a:lnTo>
                <a:close/>
              </a:path>
              <a:path w="1304925" h="2371725">
                <a:moveTo>
                  <a:pt x="550722" y="2357386"/>
                </a:moveTo>
                <a:lnTo>
                  <a:pt x="544360" y="2355545"/>
                </a:lnTo>
                <a:lnTo>
                  <a:pt x="541489" y="2354643"/>
                </a:lnTo>
                <a:lnTo>
                  <a:pt x="544347" y="2345550"/>
                </a:lnTo>
                <a:lnTo>
                  <a:pt x="547136" y="2346426"/>
                </a:lnTo>
                <a:lnTo>
                  <a:pt x="553377" y="2348242"/>
                </a:lnTo>
                <a:lnTo>
                  <a:pt x="550722" y="2357386"/>
                </a:lnTo>
                <a:close/>
              </a:path>
              <a:path w="1304925" h="2371725">
                <a:moveTo>
                  <a:pt x="532333" y="2351671"/>
                </a:moveTo>
                <a:lnTo>
                  <a:pt x="528218" y="2350287"/>
                </a:lnTo>
                <a:lnTo>
                  <a:pt x="523252" y="2348484"/>
                </a:lnTo>
                <a:lnTo>
                  <a:pt x="526491" y="2339530"/>
                </a:lnTo>
                <a:lnTo>
                  <a:pt x="531386" y="2341295"/>
                </a:lnTo>
                <a:lnTo>
                  <a:pt x="535381" y="2342654"/>
                </a:lnTo>
                <a:lnTo>
                  <a:pt x="532333" y="2351671"/>
                </a:lnTo>
                <a:close/>
              </a:path>
              <a:path w="1304925" h="2371725">
                <a:moveTo>
                  <a:pt x="514248" y="2345093"/>
                </a:moveTo>
                <a:lnTo>
                  <a:pt x="512229" y="2344305"/>
                </a:lnTo>
                <a:lnTo>
                  <a:pt x="505320" y="2341486"/>
                </a:lnTo>
                <a:lnTo>
                  <a:pt x="508927" y="2332672"/>
                </a:lnTo>
                <a:lnTo>
                  <a:pt x="515742" y="2335453"/>
                </a:lnTo>
                <a:lnTo>
                  <a:pt x="517677" y="2336203"/>
                </a:lnTo>
                <a:lnTo>
                  <a:pt x="514248" y="2345093"/>
                </a:lnTo>
                <a:close/>
              </a:path>
              <a:path w="1304925" h="2371725">
                <a:moveTo>
                  <a:pt x="496493" y="2337689"/>
                </a:moveTo>
                <a:lnTo>
                  <a:pt x="487654" y="2333637"/>
                </a:lnTo>
                <a:lnTo>
                  <a:pt x="491794" y="2325052"/>
                </a:lnTo>
                <a:lnTo>
                  <a:pt x="492565" y="2325420"/>
                </a:lnTo>
                <a:lnTo>
                  <a:pt x="500258" y="2328938"/>
                </a:lnTo>
                <a:lnTo>
                  <a:pt x="496493" y="2337689"/>
                </a:lnTo>
                <a:close/>
              </a:path>
              <a:path w="1304925" h="2371725">
                <a:moveTo>
                  <a:pt x="479005" y="2329421"/>
                </a:moveTo>
                <a:lnTo>
                  <a:pt x="472897" y="2326335"/>
                </a:lnTo>
                <a:lnTo>
                  <a:pt x="470446" y="2325039"/>
                </a:lnTo>
                <a:lnTo>
                  <a:pt x="474916" y="2316619"/>
                </a:lnTo>
                <a:lnTo>
                  <a:pt x="477379" y="2317927"/>
                </a:lnTo>
                <a:lnTo>
                  <a:pt x="483311" y="2320925"/>
                </a:lnTo>
                <a:lnTo>
                  <a:pt x="479005" y="2329421"/>
                </a:lnTo>
                <a:close/>
              </a:path>
              <a:path w="1304925" h="2371725">
                <a:moveTo>
                  <a:pt x="461987" y="2320467"/>
                </a:moveTo>
                <a:lnTo>
                  <a:pt x="457415" y="2317940"/>
                </a:lnTo>
                <a:lnTo>
                  <a:pt x="453605" y="2315679"/>
                </a:lnTo>
                <a:lnTo>
                  <a:pt x="458457" y="2307488"/>
                </a:lnTo>
                <a:lnTo>
                  <a:pt x="462159" y="2309672"/>
                </a:lnTo>
                <a:lnTo>
                  <a:pt x="466610" y="2312149"/>
                </a:lnTo>
                <a:lnTo>
                  <a:pt x="461987" y="2320467"/>
                </a:lnTo>
                <a:close/>
              </a:path>
              <a:path w="1304925" h="2371725">
                <a:moveTo>
                  <a:pt x="445414" y="2310828"/>
                </a:moveTo>
                <a:lnTo>
                  <a:pt x="442137" y="2308885"/>
                </a:lnTo>
                <a:lnTo>
                  <a:pt x="437184" y="2305697"/>
                </a:lnTo>
                <a:lnTo>
                  <a:pt x="442328" y="2297684"/>
                </a:lnTo>
                <a:lnTo>
                  <a:pt x="447143" y="2300782"/>
                </a:lnTo>
                <a:lnTo>
                  <a:pt x="450265" y="2302624"/>
                </a:lnTo>
                <a:lnTo>
                  <a:pt x="445414" y="2310828"/>
                </a:lnTo>
                <a:close/>
              </a:path>
              <a:path w="1304925" h="2371725">
                <a:moveTo>
                  <a:pt x="429171" y="2300554"/>
                </a:moveTo>
                <a:lnTo>
                  <a:pt x="427037" y="2299182"/>
                </a:lnTo>
                <a:lnTo>
                  <a:pt x="421157" y="2295105"/>
                </a:lnTo>
                <a:lnTo>
                  <a:pt x="426580" y="2287270"/>
                </a:lnTo>
                <a:lnTo>
                  <a:pt x="432460" y="2291359"/>
                </a:lnTo>
                <a:lnTo>
                  <a:pt x="434314" y="2292540"/>
                </a:lnTo>
                <a:lnTo>
                  <a:pt x="429171" y="2300554"/>
                </a:lnTo>
                <a:close/>
              </a:path>
              <a:path w="1304925" h="2371725">
                <a:moveTo>
                  <a:pt x="413321" y="2289670"/>
                </a:moveTo>
                <a:lnTo>
                  <a:pt x="412114" y="2288832"/>
                </a:lnTo>
                <a:lnTo>
                  <a:pt x="405523" y="2283929"/>
                </a:lnTo>
                <a:lnTo>
                  <a:pt x="411213" y="2276284"/>
                </a:lnTo>
                <a:lnTo>
                  <a:pt x="417685" y="2281097"/>
                </a:lnTo>
                <a:lnTo>
                  <a:pt x="418744" y="2281847"/>
                </a:lnTo>
                <a:lnTo>
                  <a:pt x="413321" y="2289670"/>
                </a:lnTo>
                <a:close/>
              </a:path>
              <a:path w="1304925" h="2371725">
                <a:moveTo>
                  <a:pt x="397890" y="2278240"/>
                </a:moveTo>
                <a:lnTo>
                  <a:pt x="397370" y="2277846"/>
                </a:lnTo>
                <a:lnTo>
                  <a:pt x="390309" y="2272207"/>
                </a:lnTo>
                <a:lnTo>
                  <a:pt x="396252" y="2264765"/>
                </a:lnTo>
                <a:lnTo>
                  <a:pt x="403189" y="2270302"/>
                </a:lnTo>
                <a:lnTo>
                  <a:pt x="403580" y="2270594"/>
                </a:lnTo>
                <a:lnTo>
                  <a:pt x="397890" y="2278240"/>
                </a:lnTo>
                <a:close/>
              </a:path>
              <a:path w="1304925" h="2371725">
                <a:moveTo>
                  <a:pt x="382739" y="2266175"/>
                </a:moveTo>
                <a:lnTo>
                  <a:pt x="375488" y="2260003"/>
                </a:lnTo>
                <a:lnTo>
                  <a:pt x="381673" y="2252751"/>
                </a:lnTo>
                <a:lnTo>
                  <a:pt x="388924" y="2258923"/>
                </a:lnTo>
                <a:lnTo>
                  <a:pt x="382739" y="2266175"/>
                </a:lnTo>
                <a:close/>
              </a:path>
              <a:path w="1304925" h="2371725">
                <a:moveTo>
                  <a:pt x="368134" y="2253716"/>
                </a:moveTo>
                <a:lnTo>
                  <a:pt x="361086" y="2247315"/>
                </a:lnTo>
                <a:lnTo>
                  <a:pt x="367474" y="2240267"/>
                </a:lnTo>
                <a:lnTo>
                  <a:pt x="374535" y="2246655"/>
                </a:lnTo>
                <a:lnTo>
                  <a:pt x="368134" y="2253716"/>
                </a:lnTo>
                <a:close/>
              </a:path>
              <a:path w="1304925" h="2371725">
                <a:moveTo>
                  <a:pt x="353923" y="2240813"/>
                </a:moveTo>
                <a:lnTo>
                  <a:pt x="347065" y="2234209"/>
                </a:lnTo>
                <a:lnTo>
                  <a:pt x="353669" y="2227351"/>
                </a:lnTo>
                <a:lnTo>
                  <a:pt x="360527" y="2233955"/>
                </a:lnTo>
                <a:lnTo>
                  <a:pt x="353923" y="2240813"/>
                </a:lnTo>
                <a:close/>
              </a:path>
              <a:path w="1304925" h="2371725">
                <a:moveTo>
                  <a:pt x="340105" y="2227503"/>
                </a:moveTo>
                <a:lnTo>
                  <a:pt x="333438" y="2220709"/>
                </a:lnTo>
                <a:lnTo>
                  <a:pt x="340232" y="2214041"/>
                </a:lnTo>
                <a:lnTo>
                  <a:pt x="346913" y="2220836"/>
                </a:lnTo>
                <a:lnTo>
                  <a:pt x="340105" y="2227503"/>
                </a:lnTo>
                <a:close/>
              </a:path>
              <a:path w="1304925" h="2371725">
                <a:moveTo>
                  <a:pt x="326770" y="2213902"/>
                </a:moveTo>
                <a:lnTo>
                  <a:pt x="326555" y="2213698"/>
                </a:lnTo>
                <a:lnTo>
                  <a:pt x="320192" y="2206828"/>
                </a:lnTo>
                <a:lnTo>
                  <a:pt x="327177" y="2200351"/>
                </a:lnTo>
                <a:lnTo>
                  <a:pt x="333565" y="2207234"/>
                </a:lnTo>
                <a:lnTo>
                  <a:pt x="326770" y="2213902"/>
                </a:lnTo>
                <a:close/>
              </a:path>
              <a:path w="1304925" h="2371725">
                <a:moveTo>
                  <a:pt x="313715" y="2199843"/>
                </a:moveTo>
                <a:lnTo>
                  <a:pt x="313016" y="2199093"/>
                </a:lnTo>
                <a:lnTo>
                  <a:pt x="307327" y="2192616"/>
                </a:lnTo>
                <a:lnTo>
                  <a:pt x="314477" y="2186330"/>
                </a:lnTo>
                <a:lnTo>
                  <a:pt x="320077" y="2192705"/>
                </a:lnTo>
                <a:lnTo>
                  <a:pt x="320700" y="2193366"/>
                </a:lnTo>
                <a:lnTo>
                  <a:pt x="313715" y="2199843"/>
                </a:lnTo>
                <a:close/>
              </a:path>
              <a:path w="1304925" h="2371725">
                <a:moveTo>
                  <a:pt x="320184" y="2192807"/>
                </a:moveTo>
                <a:close/>
              </a:path>
              <a:path w="1304925" h="2371725">
                <a:moveTo>
                  <a:pt x="301040" y="2185454"/>
                </a:moveTo>
                <a:lnTo>
                  <a:pt x="299681" y="2183917"/>
                </a:lnTo>
                <a:lnTo>
                  <a:pt x="294830" y="2178075"/>
                </a:lnTo>
                <a:lnTo>
                  <a:pt x="302145" y="2171979"/>
                </a:lnTo>
                <a:lnTo>
                  <a:pt x="306925" y="2177719"/>
                </a:lnTo>
                <a:lnTo>
                  <a:pt x="308190" y="2179167"/>
                </a:lnTo>
                <a:lnTo>
                  <a:pt x="301040" y="2185454"/>
                </a:lnTo>
                <a:close/>
              </a:path>
              <a:path w="1304925" h="2371725">
                <a:moveTo>
                  <a:pt x="288721" y="2170760"/>
                </a:moveTo>
                <a:lnTo>
                  <a:pt x="286575" y="2168182"/>
                </a:lnTo>
                <a:lnTo>
                  <a:pt x="282676" y="2163241"/>
                </a:lnTo>
                <a:lnTo>
                  <a:pt x="290144" y="2157336"/>
                </a:lnTo>
                <a:lnTo>
                  <a:pt x="293985" y="2162175"/>
                </a:lnTo>
                <a:lnTo>
                  <a:pt x="296049" y="2164664"/>
                </a:lnTo>
                <a:lnTo>
                  <a:pt x="288721" y="2170760"/>
                </a:lnTo>
                <a:close/>
              </a:path>
              <a:path w="1304925" h="2371725">
                <a:moveTo>
                  <a:pt x="276771" y="2155774"/>
                </a:moveTo>
                <a:lnTo>
                  <a:pt x="273697" y="2151888"/>
                </a:lnTo>
                <a:lnTo>
                  <a:pt x="270878" y="2148141"/>
                </a:lnTo>
                <a:lnTo>
                  <a:pt x="278498" y="2142413"/>
                </a:lnTo>
                <a:lnTo>
                  <a:pt x="281229" y="2146071"/>
                </a:lnTo>
                <a:lnTo>
                  <a:pt x="284238" y="2149868"/>
                </a:lnTo>
                <a:lnTo>
                  <a:pt x="276771" y="2155774"/>
                </a:lnTo>
                <a:close/>
              </a:path>
              <a:path w="1304925" h="2371725">
                <a:moveTo>
                  <a:pt x="281321" y="2146173"/>
                </a:moveTo>
                <a:close/>
              </a:path>
              <a:path w="1304925" h="2371725">
                <a:moveTo>
                  <a:pt x="265150" y="2140534"/>
                </a:moveTo>
                <a:lnTo>
                  <a:pt x="261048" y="2135060"/>
                </a:lnTo>
                <a:lnTo>
                  <a:pt x="259422" y="2132787"/>
                </a:lnTo>
                <a:lnTo>
                  <a:pt x="267169" y="2127250"/>
                </a:lnTo>
                <a:lnTo>
                  <a:pt x="268798" y="2129523"/>
                </a:lnTo>
                <a:lnTo>
                  <a:pt x="272770" y="2134806"/>
                </a:lnTo>
                <a:lnTo>
                  <a:pt x="265150" y="2140534"/>
                </a:lnTo>
                <a:close/>
              </a:path>
              <a:path w="1304925" h="2371725">
                <a:moveTo>
                  <a:pt x="253873" y="2125040"/>
                </a:moveTo>
                <a:lnTo>
                  <a:pt x="248627" y="2117699"/>
                </a:lnTo>
                <a:lnTo>
                  <a:pt x="248285" y="2117191"/>
                </a:lnTo>
                <a:lnTo>
                  <a:pt x="256159" y="2111832"/>
                </a:lnTo>
                <a:lnTo>
                  <a:pt x="256441" y="2112251"/>
                </a:lnTo>
                <a:lnTo>
                  <a:pt x="261619" y="2119503"/>
                </a:lnTo>
                <a:lnTo>
                  <a:pt x="253873" y="2125040"/>
                </a:lnTo>
                <a:close/>
              </a:path>
              <a:path w="1304925" h="2371725">
                <a:moveTo>
                  <a:pt x="242925" y="2109317"/>
                </a:moveTo>
                <a:lnTo>
                  <a:pt x="237566" y="2101443"/>
                </a:lnTo>
                <a:lnTo>
                  <a:pt x="245440" y="2096084"/>
                </a:lnTo>
                <a:lnTo>
                  <a:pt x="250799" y="2103958"/>
                </a:lnTo>
                <a:lnTo>
                  <a:pt x="242925" y="2109317"/>
                </a:lnTo>
                <a:close/>
              </a:path>
              <a:path w="1304925" h="2371725">
                <a:moveTo>
                  <a:pt x="232282" y="2093391"/>
                </a:moveTo>
                <a:lnTo>
                  <a:pt x="227101" y="2085403"/>
                </a:lnTo>
                <a:lnTo>
                  <a:pt x="235089" y="2080221"/>
                </a:lnTo>
                <a:lnTo>
                  <a:pt x="240271" y="2088210"/>
                </a:lnTo>
                <a:lnTo>
                  <a:pt x="232282" y="2093391"/>
                </a:lnTo>
                <a:close/>
              </a:path>
              <a:path w="1304925" h="2371725">
                <a:moveTo>
                  <a:pt x="221957" y="2077262"/>
                </a:moveTo>
                <a:lnTo>
                  <a:pt x="216941" y="2069160"/>
                </a:lnTo>
                <a:lnTo>
                  <a:pt x="225043" y="2064156"/>
                </a:lnTo>
                <a:lnTo>
                  <a:pt x="230060" y="2072259"/>
                </a:lnTo>
                <a:lnTo>
                  <a:pt x="221957" y="2077262"/>
                </a:lnTo>
                <a:close/>
              </a:path>
              <a:path w="1304925" h="2371725">
                <a:moveTo>
                  <a:pt x="211924" y="2060956"/>
                </a:moveTo>
                <a:lnTo>
                  <a:pt x="207086" y="2052739"/>
                </a:lnTo>
                <a:lnTo>
                  <a:pt x="215290" y="2047913"/>
                </a:lnTo>
                <a:lnTo>
                  <a:pt x="220129" y="2056117"/>
                </a:lnTo>
                <a:lnTo>
                  <a:pt x="211924" y="2060956"/>
                </a:lnTo>
                <a:close/>
              </a:path>
              <a:path w="1304925" h="2371725">
                <a:moveTo>
                  <a:pt x="202247" y="2044534"/>
                </a:moveTo>
                <a:lnTo>
                  <a:pt x="201422" y="2043125"/>
                </a:lnTo>
                <a:lnTo>
                  <a:pt x="197510" y="2036165"/>
                </a:lnTo>
                <a:lnTo>
                  <a:pt x="205816" y="2031504"/>
                </a:lnTo>
                <a:lnTo>
                  <a:pt x="209677" y="2038375"/>
                </a:lnTo>
                <a:lnTo>
                  <a:pt x="210451" y="2039708"/>
                </a:lnTo>
                <a:lnTo>
                  <a:pt x="202247" y="2044534"/>
                </a:lnTo>
                <a:close/>
              </a:path>
              <a:path w="1304925" h="2371725">
                <a:moveTo>
                  <a:pt x="192849" y="2027859"/>
                </a:moveTo>
                <a:lnTo>
                  <a:pt x="190231" y="2023198"/>
                </a:lnTo>
                <a:lnTo>
                  <a:pt x="188213" y="2019427"/>
                </a:lnTo>
                <a:lnTo>
                  <a:pt x="196608" y="2014931"/>
                </a:lnTo>
                <a:lnTo>
                  <a:pt x="198665" y="2018753"/>
                </a:lnTo>
                <a:lnTo>
                  <a:pt x="201155" y="2023198"/>
                </a:lnTo>
                <a:lnTo>
                  <a:pt x="192849" y="2027859"/>
                </a:lnTo>
                <a:close/>
              </a:path>
              <a:path w="1304925" h="2371725">
                <a:moveTo>
                  <a:pt x="183718" y="2011032"/>
                </a:moveTo>
                <a:lnTo>
                  <a:pt x="179184" y="2002548"/>
                </a:lnTo>
                <a:lnTo>
                  <a:pt x="187667" y="1998218"/>
                </a:lnTo>
                <a:lnTo>
                  <a:pt x="192112" y="2006536"/>
                </a:lnTo>
                <a:lnTo>
                  <a:pt x="183718" y="2011032"/>
                </a:lnTo>
                <a:close/>
              </a:path>
              <a:path w="1304925" h="2371725">
                <a:moveTo>
                  <a:pt x="174853" y="1994065"/>
                </a:moveTo>
                <a:lnTo>
                  <a:pt x="170522" y="1985581"/>
                </a:lnTo>
                <a:lnTo>
                  <a:pt x="179006" y="1981250"/>
                </a:lnTo>
                <a:lnTo>
                  <a:pt x="183337" y="1989734"/>
                </a:lnTo>
                <a:lnTo>
                  <a:pt x="174853" y="1994065"/>
                </a:lnTo>
                <a:close/>
              </a:path>
              <a:path w="1304925" h="2371725">
                <a:moveTo>
                  <a:pt x="166242" y="1976970"/>
                </a:moveTo>
                <a:lnTo>
                  <a:pt x="162077" y="1968398"/>
                </a:lnTo>
                <a:lnTo>
                  <a:pt x="170649" y="1964232"/>
                </a:lnTo>
                <a:lnTo>
                  <a:pt x="174815" y="1972805"/>
                </a:lnTo>
                <a:lnTo>
                  <a:pt x="166242" y="1976970"/>
                </a:lnTo>
                <a:close/>
              </a:path>
              <a:path w="1304925" h="2371725">
                <a:moveTo>
                  <a:pt x="157886" y="1959749"/>
                </a:moveTo>
                <a:lnTo>
                  <a:pt x="153885" y="1951101"/>
                </a:lnTo>
                <a:lnTo>
                  <a:pt x="162521" y="1947100"/>
                </a:lnTo>
                <a:lnTo>
                  <a:pt x="166535" y="1955736"/>
                </a:lnTo>
                <a:lnTo>
                  <a:pt x="157886" y="1959749"/>
                </a:lnTo>
                <a:close/>
              </a:path>
              <a:path w="1304925" h="2371725">
                <a:moveTo>
                  <a:pt x="149885" y="1942465"/>
                </a:moveTo>
                <a:lnTo>
                  <a:pt x="148297" y="1939048"/>
                </a:lnTo>
                <a:lnTo>
                  <a:pt x="145935" y="1933702"/>
                </a:lnTo>
                <a:lnTo>
                  <a:pt x="154647" y="1929853"/>
                </a:lnTo>
                <a:lnTo>
                  <a:pt x="156976" y="1935124"/>
                </a:lnTo>
                <a:lnTo>
                  <a:pt x="158521" y="1938464"/>
                </a:lnTo>
                <a:lnTo>
                  <a:pt x="149885" y="1942465"/>
                </a:lnTo>
                <a:close/>
              </a:path>
              <a:path w="1304925" h="2371725">
                <a:moveTo>
                  <a:pt x="142087" y="1924989"/>
                </a:moveTo>
                <a:lnTo>
                  <a:pt x="138214" y="1916188"/>
                </a:lnTo>
                <a:lnTo>
                  <a:pt x="147002" y="1912505"/>
                </a:lnTo>
                <a:lnTo>
                  <a:pt x="150799" y="1921141"/>
                </a:lnTo>
                <a:lnTo>
                  <a:pt x="142087" y="1924989"/>
                </a:lnTo>
                <a:close/>
              </a:path>
              <a:path w="1304925" h="2371725">
                <a:moveTo>
                  <a:pt x="134518" y="1907413"/>
                </a:moveTo>
                <a:lnTo>
                  <a:pt x="130835" y="1898624"/>
                </a:lnTo>
                <a:lnTo>
                  <a:pt x="139611" y="1894941"/>
                </a:lnTo>
                <a:lnTo>
                  <a:pt x="143306" y="1903717"/>
                </a:lnTo>
                <a:lnTo>
                  <a:pt x="134518" y="1907413"/>
                </a:lnTo>
                <a:close/>
              </a:path>
              <a:path w="1304925" h="2371725">
                <a:moveTo>
                  <a:pt x="127190" y="1889734"/>
                </a:moveTo>
                <a:lnTo>
                  <a:pt x="123647" y="1880895"/>
                </a:lnTo>
                <a:lnTo>
                  <a:pt x="132499" y="1877364"/>
                </a:lnTo>
                <a:lnTo>
                  <a:pt x="136029" y="1886204"/>
                </a:lnTo>
                <a:lnTo>
                  <a:pt x="127190" y="1889734"/>
                </a:lnTo>
                <a:close/>
              </a:path>
              <a:path w="1304925" h="2371725">
                <a:moveTo>
                  <a:pt x="120116" y="1872056"/>
                </a:moveTo>
                <a:lnTo>
                  <a:pt x="116687" y="1863077"/>
                </a:lnTo>
                <a:lnTo>
                  <a:pt x="125590" y="1859686"/>
                </a:lnTo>
                <a:lnTo>
                  <a:pt x="128672" y="1867789"/>
                </a:lnTo>
                <a:lnTo>
                  <a:pt x="128955" y="1868512"/>
                </a:lnTo>
                <a:lnTo>
                  <a:pt x="120116" y="1872056"/>
                </a:lnTo>
                <a:close/>
              </a:path>
              <a:path w="1304925" h="2371725">
                <a:moveTo>
                  <a:pt x="113296" y="1854174"/>
                </a:moveTo>
                <a:lnTo>
                  <a:pt x="110883" y="1847811"/>
                </a:lnTo>
                <a:lnTo>
                  <a:pt x="109931" y="1845183"/>
                </a:lnTo>
                <a:lnTo>
                  <a:pt x="118897" y="1841944"/>
                </a:lnTo>
                <a:lnTo>
                  <a:pt x="119853" y="1844586"/>
                </a:lnTo>
                <a:lnTo>
                  <a:pt x="122212" y="1850783"/>
                </a:lnTo>
                <a:lnTo>
                  <a:pt x="113296" y="1854174"/>
                </a:lnTo>
                <a:close/>
              </a:path>
              <a:path w="1304925" h="2371725">
                <a:moveTo>
                  <a:pt x="106705" y="1836216"/>
                </a:moveTo>
                <a:lnTo>
                  <a:pt x="103466" y="1827263"/>
                </a:lnTo>
                <a:lnTo>
                  <a:pt x="112420" y="1824024"/>
                </a:lnTo>
                <a:lnTo>
                  <a:pt x="115658" y="1832991"/>
                </a:lnTo>
                <a:lnTo>
                  <a:pt x="106705" y="1836216"/>
                </a:lnTo>
                <a:close/>
              </a:path>
              <a:path w="1304925" h="2371725">
                <a:moveTo>
                  <a:pt x="100304" y="1818195"/>
                </a:moveTo>
                <a:lnTo>
                  <a:pt x="97218" y="1809178"/>
                </a:lnTo>
                <a:lnTo>
                  <a:pt x="106235" y="1806092"/>
                </a:lnTo>
                <a:lnTo>
                  <a:pt x="109308" y="1815109"/>
                </a:lnTo>
                <a:lnTo>
                  <a:pt x="100304" y="1818195"/>
                </a:lnTo>
                <a:close/>
              </a:path>
              <a:path w="1304925" h="2371725">
                <a:moveTo>
                  <a:pt x="94132" y="1800174"/>
                </a:moveTo>
                <a:lnTo>
                  <a:pt x="91160" y="1791042"/>
                </a:lnTo>
                <a:lnTo>
                  <a:pt x="100228" y="1788096"/>
                </a:lnTo>
                <a:lnTo>
                  <a:pt x="103023" y="1796732"/>
                </a:lnTo>
                <a:lnTo>
                  <a:pt x="103149" y="1797088"/>
                </a:lnTo>
                <a:lnTo>
                  <a:pt x="94132" y="1800174"/>
                </a:lnTo>
                <a:close/>
              </a:path>
              <a:path w="1304925" h="2371725">
                <a:moveTo>
                  <a:pt x="88226" y="1781975"/>
                </a:moveTo>
                <a:lnTo>
                  <a:pt x="86004" y="1775129"/>
                </a:lnTo>
                <a:lnTo>
                  <a:pt x="85305" y="1772831"/>
                </a:lnTo>
                <a:lnTo>
                  <a:pt x="94411" y="1770037"/>
                </a:lnTo>
                <a:lnTo>
                  <a:pt x="95118" y="1772335"/>
                </a:lnTo>
                <a:lnTo>
                  <a:pt x="97281" y="1779041"/>
                </a:lnTo>
                <a:lnTo>
                  <a:pt x="88226" y="1781975"/>
                </a:lnTo>
                <a:close/>
              </a:path>
              <a:path w="1304925" h="2371725">
                <a:moveTo>
                  <a:pt x="82511" y="1763725"/>
                </a:moveTo>
                <a:lnTo>
                  <a:pt x="79717" y="1754619"/>
                </a:lnTo>
                <a:lnTo>
                  <a:pt x="88823" y="1751825"/>
                </a:lnTo>
                <a:lnTo>
                  <a:pt x="91617" y="1760931"/>
                </a:lnTo>
                <a:lnTo>
                  <a:pt x="82511" y="1763725"/>
                </a:lnTo>
                <a:close/>
              </a:path>
              <a:path w="1304925" h="2371725">
                <a:moveTo>
                  <a:pt x="76987" y="1745411"/>
                </a:moveTo>
                <a:lnTo>
                  <a:pt x="74333" y="1736267"/>
                </a:lnTo>
                <a:lnTo>
                  <a:pt x="83489" y="1733626"/>
                </a:lnTo>
                <a:lnTo>
                  <a:pt x="86131" y="1742770"/>
                </a:lnTo>
                <a:lnTo>
                  <a:pt x="76987" y="1745411"/>
                </a:lnTo>
                <a:close/>
              </a:path>
              <a:path w="1304925" h="2371725">
                <a:moveTo>
                  <a:pt x="71691" y="1727123"/>
                </a:moveTo>
                <a:lnTo>
                  <a:pt x="70931" y="1724469"/>
                </a:lnTo>
                <a:lnTo>
                  <a:pt x="69126" y="1717865"/>
                </a:lnTo>
                <a:lnTo>
                  <a:pt x="78320" y="1715363"/>
                </a:lnTo>
                <a:lnTo>
                  <a:pt x="80209" y="1722285"/>
                </a:lnTo>
                <a:lnTo>
                  <a:pt x="80835" y="1724469"/>
                </a:lnTo>
                <a:lnTo>
                  <a:pt x="71691" y="1727123"/>
                </a:lnTo>
                <a:close/>
              </a:path>
              <a:path w="1304925" h="2371725">
                <a:moveTo>
                  <a:pt x="66624" y="1708670"/>
                </a:moveTo>
                <a:lnTo>
                  <a:pt x="64122" y="1699488"/>
                </a:lnTo>
                <a:lnTo>
                  <a:pt x="73304" y="1696986"/>
                </a:lnTo>
                <a:lnTo>
                  <a:pt x="75806" y="1706168"/>
                </a:lnTo>
                <a:lnTo>
                  <a:pt x="66624" y="1708670"/>
                </a:lnTo>
                <a:close/>
              </a:path>
              <a:path w="1304925" h="2371725">
                <a:moveTo>
                  <a:pt x="61734" y="1690192"/>
                </a:moveTo>
                <a:lnTo>
                  <a:pt x="59372" y="1680959"/>
                </a:lnTo>
                <a:lnTo>
                  <a:pt x="68592" y="1678597"/>
                </a:lnTo>
                <a:lnTo>
                  <a:pt x="70954" y="1687830"/>
                </a:lnTo>
                <a:lnTo>
                  <a:pt x="61734" y="1690192"/>
                </a:lnTo>
                <a:close/>
              </a:path>
              <a:path w="1304925" h="2371725">
                <a:moveTo>
                  <a:pt x="57010" y="1671662"/>
                </a:moveTo>
                <a:lnTo>
                  <a:pt x="54787" y="1662391"/>
                </a:lnTo>
                <a:lnTo>
                  <a:pt x="64046" y="1660169"/>
                </a:lnTo>
                <a:lnTo>
                  <a:pt x="66268" y="1669440"/>
                </a:lnTo>
                <a:lnTo>
                  <a:pt x="57010" y="1671662"/>
                </a:lnTo>
                <a:close/>
              </a:path>
              <a:path w="1304925" h="2371725">
                <a:moveTo>
                  <a:pt x="52565" y="1653133"/>
                </a:moveTo>
                <a:lnTo>
                  <a:pt x="51003" y="1646618"/>
                </a:lnTo>
                <a:lnTo>
                  <a:pt x="50368" y="1643799"/>
                </a:lnTo>
                <a:lnTo>
                  <a:pt x="59664" y="1641716"/>
                </a:lnTo>
                <a:lnTo>
                  <a:pt x="60282" y="1644459"/>
                </a:lnTo>
                <a:lnTo>
                  <a:pt x="61823" y="1650911"/>
                </a:lnTo>
                <a:lnTo>
                  <a:pt x="52565" y="1653133"/>
                </a:lnTo>
                <a:close/>
              </a:path>
              <a:path w="1304925" h="2371725">
                <a:moveTo>
                  <a:pt x="48285" y="1634502"/>
                </a:moveTo>
                <a:lnTo>
                  <a:pt x="46202" y="1625206"/>
                </a:lnTo>
                <a:lnTo>
                  <a:pt x="55499" y="1623123"/>
                </a:lnTo>
                <a:lnTo>
                  <a:pt x="57581" y="1632419"/>
                </a:lnTo>
                <a:lnTo>
                  <a:pt x="48285" y="1634502"/>
                </a:lnTo>
                <a:close/>
              </a:path>
              <a:path w="1304925" h="2371725">
                <a:moveTo>
                  <a:pt x="44170" y="1615833"/>
                </a:moveTo>
                <a:lnTo>
                  <a:pt x="42227" y="1606499"/>
                </a:lnTo>
                <a:lnTo>
                  <a:pt x="51549" y="1604556"/>
                </a:lnTo>
                <a:lnTo>
                  <a:pt x="53492" y="1613877"/>
                </a:lnTo>
                <a:lnTo>
                  <a:pt x="44170" y="1615833"/>
                </a:lnTo>
                <a:close/>
              </a:path>
              <a:path w="1304925" h="2371725">
                <a:moveTo>
                  <a:pt x="40284" y="1597177"/>
                </a:moveTo>
                <a:lnTo>
                  <a:pt x="39369" y="1592846"/>
                </a:lnTo>
                <a:lnTo>
                  <a:pt x="38392" y="1587766"/>
                </a:lnTo>
                <a:lnTo>
                  <a:pt x="47751" y="1585963"/>
                </a:lnTo>
                <a:lnTo>
                  <a:pt x="48717" y="1590967"/>
                </a:lnTo>
                <a:lnTo>
                  <a:pt x="49606" y="1595234"/>
                </a:lnTo>
                <a:lnTo>
                  <a:pt x="40284" y="1597177"/>
                </a:lnTo>
                <a:close/>
              </a:path>
              <a:path w="1304925" h="2371725">
                <a:moveTo>
                  <a:pt x="36588" y="1578419"/>
                </a:moveTo>
                <a:lnTo>
                  <a:pt x="34785" y="1569059"/>
                </a:lnTo>
                <a:lnTo>
                  <a:pt x="44132" y="1567256"/>
                </a:lnTo>
                <a:lnTo>
                  <a:pt x="45935" y="1576616"/>
                </a:lnTo>
                <a:lnTo>
                  <a:pt x="36588" y="1578419"/>
                </a:lnTo>
                <a:close/>
              </a:path>
              <a:path w="1304925" h="2371725">
                <a:moveTo>
                  <a:pt x="33045" y="1559623"/>
                </a:moveTo>
                <a:lnTo>
                  <a:pt x="31381" y="1550250"/>
                </a:lnTo>
                <a:lnTo>
                  <a:pt x="40754" y="1548587"/>
                </a:lnTo>
                <a:lnTo>
                  <a:pt x="42430" y="1557959"/>
                </a:lnTo>
                <a:lnTo>
                  <a:pt x="33045" y="1559623"/>
                </a:lnTo>
                <a:close/>
              </a:path>
              <a:path w="1304925" h="2371725">
                <a:moveTo>
                  <a:pt x="29705" y="1540878"/>
                </a:moveTo>
                <a:lnTo>
                  <a:pt x="28908" y="1536230"/>
                </a:lnTo>
                <a:lnTo>
                  <a:pt x="28117" y="1531416"/>
                </a:lnTo>
                <a:lnTo>
                  <a:pt x="37528" y="1529880"/>
                </a:lnTo>
                <a:lnTo>
                  <a:pt x="38559" y="1536230"/>
                </a:lnTo>
                <a:lnTo>
                  <a:pt x="39090" y="1539201"/>
                </a:lnTo>
                <a:lnTo>
                  <a:pt x="29705" y="1540878"/>
                </a:lnTo>
                <a:close/>
              </a:path>
              <a:path w="1304925" h="2371725">
                <a:moveTo>
                  <a:pt x="26593" y="1522006"/>
                </a:moveTo>
                <a:lnTo>
                  <a:pt x="25057" y="1512608"/>
                </a:lnTo>
                <a:lnTo>
                  <a:pt x="34455" y="1511084"/>
                </a:lnTo>
                <a:lnTo>
                  <a:pt x="35991" y="1520482"/>
                </a:lnTo>
                <a:lnTo>
                  <a:pt x="26593" y="1522006"/>
                </a:lnTo>
                <a:close/>
              </a:path>
              <a:path w="1304925" h="2371725">
                <a:moveTo>
                  <a:pt x="23609" y="1503133"/>
                </a:moveTo>
                <a:lnTo>
                  <a:pt x="22212" y="1493710"/>
                </a:lnTo>
                <a:lnTo>
                  <a:pt x="31635" y="1492313"/>
                </a:lnTo>
                <a:lnTo>
                  <a:pt x="33032" y="1501724"/>
                </a:lnTo>
                <a:lnTo>
                  <a:pt x="23609" y="1503133"/>
                </a:lnTo>
                <a:close/>
              </a:path>
              <a:path w="1304925" h="2371725">
                <a:moveTo>
                  <a:pt x="20815" y="1484287"/>
                </a:moveTo>
                <a:lnTo>
                  <a:pt x="20421" y="1481645"/>
                </a:lnTo>
                <a:lnTo>
                  <a:pt x="19507" y="1474787"/>
                </a:lnTo>
                <a:lnTo>
                  <a:pt x="28943" y="1473517"/>
                </a:lnTo>
                <a:lnTo>
                  <a:pt x="29867" y="1480375"/>
                </a:lnTo>
                <a:lnTo>
                  <a:pt x="30238" y="1482890"/>
                </a:lnTo>
                <a:lnTo>
                  <a:pt x="20815" y="1484287"/>
                </a:lnTo>
                <a:close/>
              </a:path>
              <a:path w="1304925" h="2371725">
                <a:moveTo>
                  <a:pt x="29867" y="1480375"/>
                </a:moveTo>
                <a:close/>
              </a:path>
              <a:path w="1304925" h="2371725">
                <a:moveTo>
                  <a:pt x="18237" y="1465338"/>
                </a:moveTo>
                <a:lnTo>
                  <a:pt x="16979" y="1455902"/>
                </a:lnTo>
                <a:lnTo>
                  <a:pt x="26415" y="1454632"/>
                </a:lnTo>
                <a:lnTo>
                  <a:pt x="27686" y="1464081"/>
                </a:lnTo>
                <a:lnTo>
                  <a:pt x="18237" y="1465338"/>
                </a:lnTo>
                <a:close/>
              </a:path>
              <a:path w="1304925" h="2371725">
                <a:moveTo>
                  <a:pt x="15798" y="1446377"/>
                </a:moveTo>
                <a:lnTo>
                  <a:pt x="14668" y="1436916"/>
                </a:lnTo>
                <a:lnTo>
                  <a:pt x="24129" y="1435798"/>
                </a:lnTo>
                <a:lnTo>
                  <a:pt x="25260" y="1445247"/>
                </a:lnTo>
                <a:lnTo>
                  <a:pt x="15798" y="1446377"/>
                </a:lnTo>
                <a:close/>
              </a:path>
              <a:path w="1304925" h="2371725">
                <a:moveTo>
                  <a:pt x="13538" y="1427467"/>
                </a:moveTo>
                <a:lnTo>
                  <a:pt x="13058" y="1423301"/>
                </a:lnTo>
                <a:lnTo>
                  <a:pt x="12496" y="1417929"/>
                </a:lnTo>
                <a:lnTo>
                  <a:pt x="21970" y="1416939"/>
                </a:lnTo>
                <a:lnTo>
                  <a:pt x="22769" y="1424368"/>
                </a:lnTo>
                <a:lnTo>
                  <a:pt x="22999" y="1426337"/>
                </a:lnTo>
                <a:lnTo>
                  <a:pt x="13538" y="1427467"/>
                </a:lnTo>
                <a:close/>
              </a:path>
              <a:path w="1304925" h="2371725">
                <a:moveTo>
                  <a:pt x="22653" y="1423377"/>
                </a:moveTo>
                <a:close/>
              </a:path>
              <a:path w="1304925" h="2371725">
                <a:moveTo>
                  <a:pt x="11506" y="1408455"/>
                </a:moveTo>
                <a:lnTo>
                  <a:pt x="10502" y="1398981"/>
                </a:lnTo>
                <a:lnTo>
                  <a:pt x="19977" y="1397990"/>
                </a:lnTo>
                <a:lnTo>
                  <a:pt x="20967" y="1407464"/>
                </a:lnTo>
                <a:lnTo>
                  <a:pt x="11506" y="1408455"/>
                </a:lnTo>
                <a:close/>
              </a:path>
              <a:path w="1304925" h="2371725">
                <a:moveTo>
                  <a:pt x="9588" y="1389430"/>
                </a:moveTo>
                <a:lnTo>
                  <a:pt x="8724" y="1379943"/>
                </a:lnTo>
                <a:lnTo>
                  <a:pt x="18211" y="1379093"/>
                </a:lnTo>
                <a:lnTo>
                  <a:pt x="19075" y="1388579"/>
                </a:lnTo>
                <a:lnTo>
                  <a:pt x="9588" y="1389430"/>
                </a:lnTo>
                <a:close/>
              </a:path>
              <a:path w="1304925" h="2371725">
                <a:moveTo>
                  <a:pt x="7861" y="1370469"/>
                </a:moveTo>
                <a:lnTo>
                  <a:pt x="7402" y="1365275"/>
                </a:lnTo>
                <a:lnTo>
                  <a:pt x="7073" y="1360906"/>
                </a:lnTo>
                <a:lnTo>
                  <a:pt x="16560" y="1360170"/>
                </a:lnTo>
                <a:lnTo>
                  <a:pt x="16962" y="1365275"/>
                </a:lnTo>
                <a:lnTo>
                  <a:pt x="17348" y="1369606"/>
                </a:lnTo>
                <a:lnTo>
                  <a:pt x="7861" y="1370469"/>
                </a:lnTo>
                <a:close/>
              </a:path>
              <a:path w="1304925" h="2371725">
                <a:moveTo>
                  <a:pt x="6337" y="1351407"/>
                </a:moveTo>
                <a:lnTo>
                  <a:pt x="5613" y="1341907"/>
                </a:lnTo>
                <a:lnTo>
                  <a:pt x="15112" y="1341183"/>
                </a:lnTo>
                <a:lnTo>
                  <a:pt x="15836" y="1350683"/>
                </a:lnTo>
                <a:lnTo>
                  <a:pt x="6337" y="1351407"/>
                </a:lnTo>
                <a:close/>
              </a:path>
              <a:path w="1304925" h="2371725">
                <a:moveTo>
                  <a:pt x="4940" y="1332344"/>
                </a:moveTo>
                <a:lnTo>
                  <a:pt x="4343" y="1322832"/>
                </a:lnTo>
                <a:lnTo>
                  <a:pt x="13842" y="1322235"/>
                </a:lnTo>
                <a:lnTo>
                  <a:pt x="14439" y="1331747"/>
                </a:lnTo>
                <a:lnTo>
                  <a:pt x="4940" y="1332344"/>
                </a:lnTo>
                <a:close/>
              </a:path>
              <a:path w="1304925" h="2371725">
                <a:moveTo>
                  <a:pt x="3746" y="1313332"/>
                </a:moveTo>
                <a:lnTo>
                  <a:pt x="3314" y="1306360"/>
                </a:lnTo>
                <a:lnTo>
                  <a:pt x="3187" y="1303756"/>
                </a:lnTo>
                <a:lnTo>
                  <a:pt x="12700" y="1303286"/>
                </a:lnTo>
                <a:lnTo>
                  <a:pt x="12888" y="1306893"/>
                </a:lnTo>
                <a:lnTo>
                  <a:pt x="13246" y="1312735"/>
                </a:lnTo>
                <a:lnTo>
                  <a:pt x="3746" y="1313332"/>
                </a:lnTo>
                <a:close/>
              </a:path>
              <a:path w="1304925" h="2371725">
                <a:moveTo>
                  <a:pt x="12856" y="1306360"/>
                </a:moveTo>
                <a:close/>
              </a:path>
              <a:path w="1304925" h="2371725">
                <a:moveTo>
                  <a:pt x="2717" y="1294244"/>
                </a:moveTo>
                <a:lnTo>
                  <a:pt x="2260" y="1284732"/>
                </a:lnTo>
                <a:lnTo>
                  <a:pt x="11772" y="1284262"/>
                </a:lnTo>
                <a:lnTo>
                  <a:pt x="12242" y="1293774"/>
                </a:lnTo>
                <a:lnTo>
                  <a:pt x="2717" y="1294244"/>
                </a:lnTo>
                <a:close/>
              </a:path>
              <a:path w="1304925" h="2371725">
                <a:moveTo>
                  <a:pt x="1816" y="1275143"/>
                </a:moveTo>
                <a:lnTo>
                  <a:pt x="1485" y="1265631"/>
                </a:lnTo>
                <a:lnTo>
                  <a:pt x="11010" y="1265301"/>
                </a:lnTo>
                <a:lnTo>
                  <a:pt x="11341" y="1274813"/>
                </a:lnTo>
                <a:lnTo>
                  <a:pt x="1816" y="1275143"/>
                </a:lnTo>
                <a:close/>
              </a:path>
              <a:path w="1304925" h="2371725">
                <a:moveTo>
                  <a:pt x="1155" y="1256106"/>
                </a:moveTo>
                <a:lnTo>
                  <a:pt x="825" y="1246720"/>
                </a:lnTo>
                <a:lnTo>
                  <a:pt x="825" y="1246517"/>
                </a:lnTo>
                <a:lnTo>
                  <a:pt x="10350" y="1246327"/>
                </a:lnTo>
                <a:lnTo>
                  <a:pt x="10680" y="1255776"/>
                </a:lnTo>
                <a:lnTo>
                  <a:pt x="1155" y="1256106"/>
                </a:lnTo>
                <a:close/>
              </a:path>
              <a:path w="1304925" h="2371725">
                <a:moveTo>
                  <a:pt x="10352" y="1246517"/>
                </a:moveTo>
                <a:close/>
              </a:path>
              <a:path w="1304925" h="2371725">
                <a:moveTo>
                  <a:pt x="635" y="1237005"/>
                </a:moveTo>
                <a:lnTo>
                  <a:pt x="431" y="1227480"/>
                </a:lnTo>
                <a:lnTo>
                  <a:pt x="9956" y="1227277"/>
                </a:lnTo>
                <a:lnTo>
                  <a:pt x="10147" y="1236802"/>
                </a:lnTo>
                <a:lnTo>
                  <a:pt x="635" y="1237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120326" y="3032213"/>
            <a:ext cx="659765" cy="1227455"/>
          </a:xfrm>
          <a:custGeom>
            <a:avLst/>
            <a:gdLst/>
            <a:ahLst/>
            <a:cxnLst/>
            <a:rect l="l" t="t" r="r" b="b"/>
            <a:pathLst>
              <a:path w="659764" h="1227454">
                <a:moveTo>
                  <a:pt x="649871" y="12573"/>
                </a:moveTo>
                <a:lnTo>
                  <a:pt x="646010" y="3860"/>
                </a:lnTo>
                <a:lnTo>
                  <a:pt x="654723" y="0"/>
                </a:lnTo>
                <a:lnTo>
                  <a:pt x="658583" y="8712"/>
                </a:lnTo>
                <a:lnTo>
                  <a:pt x="649871" y="12573"/>
                </a:lnTo>
                <a:close/>
              </a:path>
              <a:path w="659764" h="1227454">
                <a:moveTo>
                  <a:pt x="632460" y="20281"/>
                </a:moveTo>
                <a:lnTo>
                  <a:pt x="628599" y="11569"/>
                </a:lnTo>
                <a:lnTo>
                  <a:pt x="637311" y="7721"/>
                </a:lnTo>
                <a:lnTo>
                  <a:pt x="641159" y="16421"/>
                </a:lnTo>
                <a:lnTo>
                  <a:pt x="632460" y="20281"/>
                </a:lnTo>
                <a:close/>
              </a:path>
              <a:path w="659764" h="1227454">
                <a:moveTo>
                  <a:pt x="615035" y="27990"/>
                </a:moveTo>
                <a:lnTo>
                  <a:pt x="611174" y="19291"/>
                </a:lnTo>
                <a:lnTo>
                  <a:pt x="619887" y="15430"/>
                </a:lnTo>
                <a:lnTo>
                  <a:pt x="623747" y="24142"/>
                </a:lnTo>
                <a:lnTo>
                  <a:pt x="615035" y="27990"/>
                </a:lnTo>
                <a:close/>
              </a:path>
              <a:path w="659764" h="1227454">
                <a:moveTo>
                  <a:pt x="597611" y="35712"/>
                </a:moveTo>
                <a:lnTo>
                  <a:pt x="593763" y="27000"/>
                </a:lnTo>
                <a:lnTo>
                  <a:pt x="602475" y="23139"/>
                </a:lnTo>
                <a:lnTo>
                  <a:pt x="606323" y="31851"/>
                </a:lnTo>
                <a:lnTo>
                  <a:pt x="597611" y="35712"/>
                </a:lnTo>
                <a:close/>
              </a:path>
              <a:path w="659764" h="1227454">
                <a:moveTo>
                  <a:pt x="580199" y="43421"/>
                </a:moveTo>
                <a:lnTo>
                  <a:pt x="576338" y="34709"/>
                </a:lnTo>
                <a:lnTo>
                  <a:pt x="585050" y="30861"/>
                </a:lnTo>
                <a:lnTo>
                  <a:pt x="588911" y="39560"/>
                </a:lnTo>
                <a:lnTo>
                  <a:pt x="580199" y="43421"/>
                </a:lnTo>
                <a:close/>
              </a:path>
              <a:path w="659764" h="1227454">
                <a:moveTo>
                  <a:pt x="562838" y="51206"/>
                </a:moveTo>
                <a:lnTo>
                  <a:pt x="558939" y="42519"/>
                </a:lnTo>
                <a:lnTo>
                  <a:pt x="567626" y="38620"/>
                </a:lnTo>
                <a:lnTo>
                  <a:pt x="571525" y="47307"/>
                </a:lnTo>
                <a:lnTo>
                  <a:pt x="562838" y="51206"/>
                </a:lnTo>
                <a:close/>
              </a:path>
              <a:path w="659764" h="1227454">
                <a:moveTo>
                  <a:pt x="545464" y="59016"/>
                </a:moveTo>
                <a:lnTo>
                  <a:pt x="541553" y="50330"/>
                </a:lnTo>
                <a:lnTo>
                  <a:pt x="550252" y="46418"/>
                </a:lnTo>
                <a:lnTo>
                  <a:pt x="554151" y="55105"/>
                </a:lnTo>
                <a:lnTo>
                  <a:pt x="545464" y="59016"/>
                </a:lnTo>
                <a:close/>
              </a:path>
              <a:path w="659764" h="1227454">
                <a:moveTo>
                  <a:pt x="528142" y="66865"/>
                </a:moveTo>
                <a:lnTo>
                  <a:pt x="524179" y="58204"/>
                </a:lnTo>
                <a:lnTo>
                  <a:pt x="532841" y="54241"/>
                </a:lnTo>
                <a:lnTo>
                  <a:pt x="536803" y="62915"/>
                </a:lnTo>
                <a:lnTo>
                  <a:pt x="528142" y="66865"/>
                </a:lnTo>
                <a:close/>
              </a:path>
              <a:path w="659764" h="1227454">
                <a:moveTo>
                  <a:pt x="510819" y="74790"/>
                </a:moveTo>
                <a:lnTo>
                  <a:pt x="506857" y="66128"/>
                </a:lnTo>
                <a:lnTo>
                  <a:pt x="515518" y="62166"/>
                </a:lnTo>
                <a:lnTo>
                  <a:pt x="519480" y="70827"/>
                </a:lnTo>
                <a:lnTo>
                  <a:pt x="510819" y="74790"/>
                </a:lnTo>
                <a:close/>
              </a:path>
              <a:path w="659764" h="1227454">
                <a:moveTo>
                  <a:pt x="493547" y="82740"/>
                </a:moveTo>
                <a:lnTo>
                  <a:pt x="489508" y="74104"/>
                </a:lnTo>
                <a:lnTo>
                  <a:pt x="494538" y="71755"/>
                </a:lnTo>
                <a:lnTo>
                  <a:pt x="498195" y="70091"/>
                </a:lnTo>
                <a:lnTo>
                  <a:pt x="502158" y="78752"/>
                </a:lnTo>
                <a:lnTo>
                  <a:pt x="498511" y="80416"/>
                </a:lnTo>
                <a:lnTo>
                  <a:pt x="493547" y="82740"/>
                </a:lnTo>
                <a:close/>
              </a:path>
              <a:path w="659764" h="1227454">
                <a:moveTo>
                  <a:pt x="498511" y="80416"/>
                </a:moveTo>
                <a:close/>
              </a:path>
              <a:path w="659764" h="1227454">
                <a:moveTo>
                  <a:pt x="476300" y="90805"/>
                </a:moveTo>
                <a:lnTo>
                  <a:pt x="472262" y="82181"/>
                </a:lnTo>
                <a:lnTo>
                  <a:pt x="480885" y="78143"/>
                </a:lnTo>
                <a:lnTo>
                  <a:pt x="484924" y="86766"/>
                </a:lnTo>
                <a:lnTo>
                  <a:pt x="476300" y="90805"/>
                </a:lnTo>
                <a:close/>
              </a:path>
              <a:path w="659764" h="1227454">
                <a:moveTo>
                  <a:pt x="459092" y="98869"/>
                </a:moveTo>
                <a:lnTo>
                  <a:pt x="454952" y="90284"/>
                </a:lnTo>
                <a:lnTo>
                  <a:pt x="463626" y="86220"/>
                </a:lnTo>
                <a:lnTo>
                  <a:pt x="467664" y="94843"/>
                </a:lnTo>
                <a:lnTo>
                  <a:pt x="459092" y="98869"/>
                </a:lnTo>
                <a:close/>
              </a:path>
              <a:path w="659764" h="1227454">
                <a:moveTo>
                  <a:pt x="459752" y="98551"/>
                </a:moveTo>
                <a:close/>
              </a:path>
              <a:path w="659764" h="1227454">
                <a:moveTo>
                  <a:pt x="441934" y="107137"/>
                </a:moveTo>
                <a:lnTo>
                  <a:pt x="437794" y="98551"/>
                </a:lnTo>
                <a:lnTo>
                  <a:pt x="446379" y="94424"/>
                </a:lnTo>
                <a:lnTo>
                  <a:pt x="450507" y="102996"/>
                </a:lnTo>
                <a:lnTo>
                  <a:pt x="441934" y="107137"/>
                </a:lnTo>
                <a:close/>
              </a:path>
              <a:path w="659764" h="1227454">
                <a:moveTo>
                  <a:pt x="424764" y="115404"/>
                </a:moveTo>
                <a:lnTo>
                  <a:pt x="420636" y="106819"/>
                </a:lnTo>
                <a:lnTo>
                  <a:pt x="429221" y="102692"/>
                </a:lnTo>
                <a:lnTo>
                  <a:pt x="433349" y="111264"/>
                </a:lnTo>
                <a:lnTo>
                  <a:pt x="424764" y="115404"/>
                </a:lnTo>
                <a:close/>
              </a:path>
              <a:path w="659764" h="1227454">
                <a:moveTo>
                  <a:pt x="407720" y="123799"/>
                </a:moveTo>
                <a:lnTo>
                  <a:pt x="403504" y="115265"/>
                </a:lnTo>
                <a:lnTo>
                  <a:pt x="412038" y="111036"/>
                </a:lnTo>
                <a:lnTo>
                  <a:pt x="416267" y="119583"/>
                </a:lnTo>
                <a:lnTo>
                  <a:pt x="407720" y="123799"/>
                </a:lnTo>
                <a:close/>
              </a:path>
              <a:path w="659764" h="1227454">
                <a:moveTo>
                  <a:pt x="390728" y="132333"/>
                </a:moveTo>
                <a:lnTo>
                  <a:pt x="386448" y="123825"/>
                </a:lnTo>
                <a:lnTo>
                  <a:pt x="394944" y="119532"/>
                </a:lnTo>
                <a:lnTo>
                  <a:pt x="399237" y="128041"/>
                </a:lnTo>
                <a:lnTo>
                  <a:pt x="390728" y="132333"/>
                </a:lnTo>
                <a:close/>
              </a:path>
              <a:path w="659764" h="1227454">
                <a:moveTo>
                  <a:pt x="373811" y="140982"/>
                </a:moveTo>
                <a:lnTo>
                  <a:pt x="369443" y="132524"/>
                </a:lnTo>
                <a:lnTo>
                  <a:pt x="377913" y="128155"/>
                </a:lnTo>
                <a:lnTo>
                  <a:pt x="382282" y="136626"/>
                </a:lnTo>
                <a:lnTo>
                  <a:pt x="373811" y="140982"/>
                </a:lnTo>
                <a:close/>
              </a:path>
              <a:path w="659764" h="1227454">
                <a:moveTo>
                  <a:pt x="356971" y="149783"/>
                </a:moveTo>
                <a:lnTo>
                  <a:pt x="352526" y="141363"/>
                </a:lnTo>
                <a:lnTo>
                  <a:pt x="360946" y="136918"/>
                </a:lnTo>
                <a:lnTo>
                  <a:pt x="365391" y="145338"/>
                </a:lnTo>
                <a:lnTo>
                  <a:pt x="356971" y="149783"/>
                </a:lnTo>
                <a:close/>
              </a:path>
              <a:path w="659764" h="1227454">
                <a:moveTo>
                  <a:pt x="340207" y="158750"/>
                </a:moveTo>
                <a:lnTo>
                  <a:pt x="335673" y="150368"/>
                </a:lnTo>
                <a:lnTo>
                  <a:pt x="344055" y="145834"/>
                </a:lnTo>
                <a:lnTo>
                  <a:pt x="348589" y="154216"/>
                </a:lnTo>
                <a:lnTo>
                  <a:pt x="340207" y="158750"/>
                </a:lnTo>
                <a:close/>
              </a:path>
              <a:path w="659764" h="1227454">
                <a:moveTo>
                  <a:pt x="323557" y="167881"/>
                </a:moveTo>
                <a:lnTo>
                  <a:pt x="318922" y="159550"/>
                </a:lnTo>
                <a:lnTo>
                  <a:pt x="327253" y="154927"/>
                </a:lnTo>
                <a:lnTo>
                  <a:pt x="331876" y="163258"/>
                </a:lnTo>
                <a:lnTo>
                  <a:pt x="323557" y="167881"/>
                </a:lnTo>
                <a:close/>
              </a:path>
              <a:path w="659764" h="1227454">
                <a:moveTo>
                  <a:pt x="307009" y="177203"/>
                </a:moveTo>
                <a:lnTo>
                  <a:pt x="302285" y="168935"/>
                </a:lnTo>
                <a:lnTo>
                  <a:pt x="310603" y="164172"/>
                </a:lnTo>
                <a:lnTo>
                  <a:pt x="315226" y="172504"/>
                </a:lnTo>
                <a:lnTo>
                  <a:pt x="307009" y="177203"/>
                </a:lnTo>
                <a:close/>
              </a:path>
              <a:path w="659764" h="1227454">
                <a:moveTo>
                  <a:pt x="314979" y="172643"/>
                </a:moveTo>
                <a:close/>
              </a:path>
              <a:path w="659764" h="1227454">
                <a:moveTo>
                  <a:pt x="290588" y="186728"/>
                </a:moveTo>
                <a:lnTo>
                  <a:pt x="285750" y="178523"/>
                </a:lnTo>
                <a:lnTo>
                  <a:pt x="294017" y="173659"/>
                </a:lnTo>
                <a:lnTo>
                  <a:pt x="298742" y="181927"/>
                </a:lnTo>
                <a:lnTo>
                  <a:pt x="290588" y="186728"/>
                </a:lnTo>
                <a:close/>
              </a:path>
              <a:path w="659764" h="1227454">
                <a:moveTo>
                  <a:pt x="298373" y="182143"/>
                </a:moveTo>
                <a:close/>
              </a:path>
              <a:path w="659764" h="1227454">
                <a:moveTo>
                  <a:pt x="274307" y="196494"/>
                </a:moveTo>
                <a:lnTo>
                  <a:pt x="269354" y="188366"/>
                </a:lnTo>
                <a:lnTo>
                  <a:pt x="277545" y="183362"/>
                </a:lnTo>
                <a:lnTo>
                  <a:pt x="282384" y="191566"/>
                </a:lnTo>
                <a:lnTo>
                  <a:pt x="274307" y="196494"/>
                </a:lnTo>
                <a:close/>
              </a:path>
              <a:path w="659764" h="1227454">
                <a:moveTo>
                  <a:pt x="282169" y="191706"/>
                </a:moveTo>
                <a:close/>
              </a:path>
              <a:path w="659764" h="1227454">
                <a:moveTo>
                  <a:pt x="258190" y="206501"/>
                </a:moveTo>
                <a:lnTo>
                  <a:pt x="253111" y="198450"/>
                </a:lnTo>
                <a:lnTo>
                  <a:pt x="261162" y="193370"/>
                </a:lnTo>
                <a:lnTo>
                  <a:pt x="266242" y="201421"/>
                </a:lnTo>
                <a:lnTo>
                  <a:pt x="258190" y="206501"/>
                </a:lnTo>
                <a:close/>
              </a:path>
              <a:path w="659764" h="1227454">
                <a:moveTo>
                  <a:pt x="242265" y="216788"/>
                </a:moveTo>
                <a:lnTo>
                  <a:pt x="237032" y="208838"/>
                </a:lnTo>
                <a:lnTo>
                  <a:pt x="244995" y="203606"/>
                </a:lnTo>
                <a:lnTo>
                  <a:pt x="250228" y="211569"/>
                </a:lnTo>
                <a:lnTo>
                  <a:pt x="242265" y="216788"/>
                </a:lnTo>
                <a:close/>
              </a:path>
              <a:path w="659764" h="1227454">
                <a:moveTo>
                  <a:pt x="226542" y="227380"/>
                </a:moveTo>
                <a:lnTo>
                  <a:pt x="221157" y="219519"/>
                </a:lnTo>
                <a:lnTo>
                  <a:pt x="229019" y="214147"/>
                </a:lnTo>
                <a:lnTo>
                  <a:pt x="234403" y="222008"/>
                </a:lnTo>
                <a:lnTo>
                  <a:pt x="226542" y="227380"/>
                </a:lnTo>
                <a:close/>
              </a:path>
              <a:path w="659764" h="1227454">
                <a:moveTo>
                  <a:pt x="211048" y="238315"/>
                </a:moveTo>
                <a:lnTo>
                  <a:pt x="205511" y="230555"/>
                </a:lnTo>
                <a:lnTo>
                  <a:pt x="213258" y="225018"/>
                </a:lnTo>
                <a:lnTo>
                  <a:pt x="218795" y="232765"/>
                </a:lnTo>
                <a:lnTo>
                  <a:pt x="211048" y="238315"/>
                </a:lnTo>
                <a:close/>
              </a:path>
              <a:path w="659764" h="1227454">
                <a:moveTo>
                  <a:pt x="195846" y="249593"/>
                </a:moveTo>
                <a:lnTo>
                  <a:pt x="190131" y="241973"/>
                </a:lnTo>
                <a:lnTo>
                  <a:pt x="197751" y="236270"/>
                </a:lnTo>
                <a:lnTo>
                  <a:pt x="203466" y="243890"/>
                </a:lnTo>
                <a:lnTo>
                  <a:pt x="195846" y="249593"/>
                </a:lnTo>
                <a:close/>
              </a:path>
              <a:path w="659764" h="1227454">
                <a:moveTo>
                  <a:pt x="181063" y="261226"/>
                </a:moveTo>
                <a:lnTo>
                  <a:pt x="174967" y="253898"/>
                </a:lnTo>
                <a:lnTo>
                  <a:pt x="175869" y="253161"/>
                </a:lnTo>
                <a:lnTo>
                  <a:pt x="182537" y="247903"/>
                </a:lnTo>
                <a:lnTo>
                  <a:pt x="188429" y="255397"/>
                </a:lnTo>
                <a:lnTo>
                  <a:pt x="181771" y="260642"/>
                </a:lnTo>
                <a:lnTo>
                  <a:pt x="181063" y="261226"/>
                </a:lnTo>
                <a:close/>
              </a:path>
              <a:path w="659764" h="1227454">
                <a:moveTo>
                  <a:pt x="181771" y="260642"/>
                </a:moveTo>
                <a:close/>
              </a:path>
              <a:path w="659764" h="1227454">
                <a:moveTo>
                  <a:pt x="166585" y="273405"/>
                </a:moveTo>
                <a:lnTo>
                  <a:pt x="160286" y="266255"/>
                </a:lnTo>
                <a:lnTo>
                  <a:pt x="163449" y="263486"/>
                </a:lnTo>
                <a:lnTo>
                  <a:pt x="167639" y="259994"/>
                </a:lnTo>
                <a:lnTo>
                  <a:pt x="173736" y="267322"/>
                </a:lnTo>
                <a:lnTo>
                  <a:pt x="169532" y="270814"/>
                </a:lnTo>
                <a:lnTo>
                  <a:pt x="166585" y="273405"/>
                </a:lnTo>
                <a:close/>
              </a:path>
              <a:path w="659764" h="1227454">
                <a:moveTo>
                  <a:pt x="169541" y="270807"/>
                </a:moveTo>
                <a:close/>
              </a:path>
              <a:path w="659764" h="1227454">
                <a:moveTo>
                  <a:pt x="169532" y="270814"/>
                </a:moveTo>
                <a:close/>
              </a:path>
              <a:path w="659764" h="1227454">
                <a:moveTo>
                  <a:pt x="152565" y="286080"/>
                </a:moveTo>
                <a:lnTo>
                  <a:pt x="146050" y="279133"/>
                </a:lnTo>
                <a:lnTo>
                  <a:pt x="151599" y="273926"/>
                </a:lnTo>
                <a:lnTo>
                  <a:pt x="153149" y="272554"/>
                </a:lnTo>
                <a:lnTo>
                  <a:pt x="159448" y="279704"/>
                </a:lnTo>
                <a:lnTo>
                  <a:pt x="157905" y="281063"/>
                </a:lnTo>
                <a:lnTo>
                  <a:pt x="152565" y="286080"/>
                </a:lnTo>
                <a:close/>
              </a:path>
              <a:path w="659764" h="1227454">
                <a:moveTo>
                  <a:pt x="157991" y="280982"/>
                </a:moveTo>
                <a:close/>
              </a:path>
              <a:path w="659764" h="1227454">
                <a:moveTo>
                  <a:pt x="157905" y="281063"/>
                </a:moveTo>
                <a:close/>
              </a:path>
              <a:path w="659764" h="1227454">
                <a:moveTo>
                  <a:pt x="139052" y="299275"/>
                </a:moveTo>
                <a:lnTo>
                  <a:pt x="132308" y="292557"/>
                </a:lnTo>
                <a:lnTo>
                  <a:pt x="139026" y="285800"/>
                </a:lnTo>
                <a:lnTo>
                  <a:pt x="145783" y="292519"/>
                </a:lnTo>
                <a:lnTo>
                  <a:pt x="139052" y="299275"/>
                </a:lnTo>
                <a:close/>
              </a:path>
              <a:path w="659764" h="1227454">
                <a:moveTo>
                  <a:pt x="126250" y="312966"/>
                </a:moveTo>
                <a:lnTo>
                  <a:pt x="119087" y="306679"/>
                </a:lnTo>
                <a:lnTo>
                  <a:pt x="119761" y="305917"/>
                </a:lnTo>
                <a:lnTo>
                  <a:pt x="125615" y="299580"/>
                </a:lnTo>
                <a:lnTo>
                  <a:pt x="132613" y="306044"/>
                </a:lnTo>
                <a:lnTo>
                  <a:pt x="126746" y="312394"/>
                </a:lnTo>
                <a:lnTo>
                  <a:pt x="126250" y="312966"/>
                </a:lnTo>
                <a:close/>
              </a:path>
              <a:path w="659764" h="1227454">
                <a:moveTo>
                  <a:pt x="126757" y="312381"/>
                </a:moveTo>
                <a:close/>
              </a:path>
              <a:path w="659764" h="1227454">
                <a:moveTo>
                  <a:pt x="126746" y="312394"/>
                </a:moveTo>
                <a:close/>
              </a:path>
              <a:path w="659764" h="1227454">
                <a:moveTo>
                  <a:pt x="113779" y="327278"/>
                </a:moveTo>
                <a:lnTo>
                  <a:pt x="106540" y="321094"/>
                </a:lnTo>
                <a:lnTo>
                  <a:pt x="110261" y="316725"/>
                </a:lnTo>
                <a:lnTo>
                  <a:pt x="112801" y="313842"/>
                </a:lnTo>
                <a:lnTo>
                  <a:pt x="119964" y="320116"/>
                </a:lnTo>
                <a:lnTo>
                  <a:pt x="117418" y="323011"/>
                </a:lnTo>
                <a:lnTo>
                  <a:pt x="113779" y="327278"/>
                </a:lnTo>
                <a:close/>
              </a:path>
              <a:path w="659764" h="1227454">
                <a:moveTo>
                  <a:pt x="117424" y="323011"/>
                </a:moveTo>
                <a:close/>
              </a:path>
              <a:path w="659764" h="1227454">
                <a:moveTo>
                  <a:pt x="101574" y="341807"/>
                </a:moveTo>
                <a:lnTo>
                  <a:pt x="94234" y="335737"/>
                </a:lnTo>
                <a:lnTo>
                  <a:pt x="100317" y="328396"/>
                </a:lnTo>
                <a:lnTo>
                  <a:pt x="107645" y="334479"/>
                </a:lnTo>
                <a:lnTo>
                  <a:pt x="101574" y="341807"/>
                </a:lnTo>
                <a:close/>
              </a:path>
              <a:path w="659764" h="1227454">
                <a:moveTo>
                  <a:pt x="89750" y="356539"/>
                </a:moveTo>
                <a:lnTo>
                  <a:pt x="82207" y="350723"/>
                </a:lnTo>
                <a:lnTo>
                  <a:pt x="83438" y="349110"/>
                </a:lnTo>
                <a:lnTo>
                  <a:pt x="88188" y="343192"/>
                </a:lnTo>
                <a:lnTo>
                  <a:pt x="95618" y="349148"/>
                </a:lnTo>
                <a:lnTo>
                  <a:pt x="90883" y="355066"/>
                </a:lnTo>
                <a:lnTo>
                  <a:pt x="89750" y="356539"/>
                </a:lnTo>
                <a:close/>
              </a:path>
              <a:path w="659764" h="1227454">
                <a:moveTo>
                  <a:pt x="90931" y="355003"/>
                </a:moveTo>
                <a:close/>
              </a:path>
              <a:path w="659764" h="1227454">
                <a:moveTo>
                  <a:pt x="90883" y="355066"/>
                </a:moveTo>
                <a:close/>
              </a:path>
              <a:path w="659764" h="1227454">
                <a:moveTo>
                  <a:pt x="78308" y="371640"/>
                </a:moveTo>
                <a:lnTo>
                  <a:pt x="70650" y="365988"/>
                </a:lnTo>
                <a:lnTo>
                  <a:pt x="75082" y="359968"/>
                </a:lnTo>
                <a:lnTo>
                  <a:pt x="76390" y="358266"/>
                </a:lnTo>
                <a:lnTo>
                  <a:pt x="83947" y="364083"/>
                </a:lnTo>
                <a:lnTo>
                  <a:pt x="82633" y="365785"/>
                </a:lnTo>
                <a:lnTo>
                  <a:pt x="78308" y="371640"/>
                </a:lnTo>
                <a:close/>
              </a:path>
              <a:path w="659764" h="1227454">
                <a:moveTo>
                  <a:pt x="82633" y="365785"/>
                </a:moveTo>
                <a:close/>
              </a:path>
              <a:path w="659764" h="1227454">
                <a:moveTo>
                  <a:pt x="67310" y="387057"/>
                </a:moveTo>
                <a:lnTo>
                  <a:pt x="59524" y="381584"/>
                </a:lnTo>
                <a:lnTo>
                  <a:pt x="64998" y="373786"/>
                </a:lnTo>
                <a:lnTo>
                  <a:pt x="72783" y="379260"/>
                </a:lnTo>
                <a:lnTo>
                  <a:pt x="67310" y="387057"/>
                </a:lnTo>
                <a:close/>
              </a:path>
              <a:path w="659764" h="1227454">
                <a:moveTo>
                  <a:pt x="57023" y="402793"/>
                </a:moveTo>
                <a:lnTo>
                  <a:pt x="48945" y="397725"/>
                </a:lnTo>
                <a:lnTo>
                  <a:pt x="52019" y="392836"/>
                </a:lnTo>
                <a:lnTo>
                  <a:pt x="54165" y="389610"/>
                </a:lnTo>
                <a:lnTo>
                  <a:pt x="62103" y="394881"/>
                </a:lnTo>
                <a:lnTo>
                  <a:pt x="59948" y="398119"/>
                </a:lnTo>
                <a:lnTo>
                  <a:pt x="57023" y="402793"/>
                </a:lnTo>
                <a:close/>
              </a:path>
              <a:path w="659764" h="1227454">
                <a:moveTo>
                  <a:pt x="59948" y="398119"/>
                </a:moveTo>
                <a:close/>
              </a:path>
              <a:path w="659764" h="1227454">
                <a:moveTo>
                  <a:pt x="47282" y="418985"/>
                </a:moveTo>
                <a:lnTo>
                  <a:pt x="39065" y="414185"/>
                </a:lnTo>
                <a:lnTo>
                  <a:pt x="43878" y="405955"/>
                </a:lnTo>
                <a:lnTo>
                  <a:pt x="52095" y="410768"/>
                </a:lnTo>
                <a:lnTo>
                  <a:pt x="47282" y="418985"/>
                </a:lnTo>
                <a:close/>
              </a:path>
              <a:path w="659764" h="1227454">
                <a:moveTo>
                  <a:pt x="38481" y="435521"/>
                </a:moveTo>
                <a:lnTo>
                  <a:pt x="29959" y="431266"/>
                </a:lnTo>
                <a:lnTo>
                  <a:pt x="32435" y="426300"/>
                </a:lnTo>
                <a:lnTo>
                  <a:pt x="34417" y="422668"/>
                </a:lnTo>
                <a:lnTo>
                  <a:pt x="42786" y="427215"/>
                </a:lnTo>
                <a:lnTo>
                  <a:pt x="40817" y="430847"/>
                </a:lnTo>
                <a:lnTo>
                  <a:pt x="38481" y="435521"/>
                </a:lnTo>
                <a:close/>
              </a:path>
              <a:path w="659764" h="1227454">
                <a:moveTo>
                  <a:pt x="40817" y="430847"/>
                </a:moveTo>
                <a:lnTo>
                  <a:pt x="40893" y="430695"/>
                </a:lnTo>
                <a:lnTo>
                  <a:pt x="40817" y="430847"/>
                </a:lnTo>
                <a:close/>
              </a:path>
              <a:path w="659764" h="1227454">
                <a:moveTo>
                  <a:pt x="30467" y="452602"/>
                </a:moveTo>
                <a:lnTo>
                  <a:pt x="21793" y="448678"/>
                </a:lnTo>
                <a:lnTo>
                  <a:pt x="25717" y="439991"/>
                </a:lnTo>
                <a:lnTo>
                  <a:pt x="34391" y="443928"/>
                </a:lnTo>
                <a:lnTo>
                  <a:pt x="30467" y="452602"/>
                </a:lnTo>
                <a:close/>
              </a:path>
              <a:path w="659764" h="1227454">
                <a:moveTo>
                  <a:pt x="23685" y="469976"/>
                </a:moveTo>
                <a:lnTo>
                  <a:pt x="14719" y="466775"/>
                </a:lnTo>
                <a:lnTo>
                  <a:pt x="16941" y="460578"/>
                </a:lnTo>
                <a:lnTo>
                  <a:pt x="18122" y="457669"/>
                </a:lnTo>
                <a:lnTo>
                  <a:pt x="26949" y="461251"/>
                </a:lnTo>
                <a:lnTo>
                  <a:pt x="25845" y="463969"/>
                </a:lnTo>
                <a:lnTo>
                  <a:pt x="23685" y="469976"/>
                </a:lnTo>
                <a:close/>
              </a:path>
              <a:path w="659764" h="1227454">
                <a:moveTo>
                  <a:pt x="25768" y="464159"/>
                </a:moveTo>
                <a:lnTo>
                  <a:pt x="25831" y="463969"/>
                </a:lnTo>
                <a:lnTo>
                  <a:pt x="25768" y="464159"/>
                </a:lnTo>
                <a:close/>
              </a:path>
              <a:path w="659764" h="1227454">
                <a:moveTo>
                  <a:pt x="18034" y="487705"/>
                </a:moveTo>
                <a:lnTo>
                  <a:pt x="8801" y="485343"/>
                </a:lnTo>
                <a:lnTo>
                  <a:pt x="9169" y="483971"/>
                </a:lnTo>
                <a:lnTo>
                  <a:pt x="11607" y="476008"/>
                </a:lnTo>
                <a:lnTo>
                  <a:pt x="20713" y="478802"/>
                </a:lnTo>
                <a:lnTo>
                  <a:pt x="18271" y="486765"/>
                </a:lnTo>
                <a:lnTo>
                  <a:pt x="18034" y="487705"/>
                </a:lnTo>
                <a:close/>
              </a:path>
              <a:path w="659764" h="1227454">
                <a:moveTo>
                  <a:pt x="18312" y="486603"/>
                </a:moveTo>
                <a:close/>
              </a:path>
              <a:path w="659764" h="1227454">
                <a:moveTo>
                  <a:pt x="18271" y="486765"/>
                </a:moveTo>
                <a:lnTo>
                  <a:pt x="18312" y="486603"/>
                </a:lnTo>
                <a:lnTo>
                  <a:pt x="18271" y="486765"/>
                </a:lnTo>
                <a:close/>
              </a:path>
              <a:path w="659764" h="1227454">
                <a:moveTo>
                  <a:pt x="13716" y="505955"/>
                </a:moveTo>
                <a:lnTo>
                  <a:pt x="4356" y="504164"/>
                </a:lnTo>
                <a:lnTo>
                  <a:pt x="4787" y="501891"/>
                </a:lnTo>
                <a:lnTo>
                  <a:pt x="6108" y="495846"/>
                </a:lnTo>
                <a:lnTo>
                  <a:pt x="6438" y="494563"/>
                </a:lnTo>
                <a:lnTo>
                  <a:pt x="15671" y="496938"/>
                </a:lnTo>
                <a:lnTo>
                  <a:pt x="15340" y="498221"/>
                </a:lnTo>
                <a:lnTo>
                  <a:pt x="14055" y="504164"/>
                </a:lnTo>
                <a:lnTo>
                  <a:pt x="13716" y="505955"/>
                </a:lnTo>
                <a:close/>
              </a:path>
              <a:path w="659764" h="1227454">
                <a:moveTo>
                  <a:pt x="15341" y="498221"/>
                </a:moveTo>
                <a:lnTo>
                  <a:pt x="15379" y="498043"/>
                </a:lnTo>
                <a:lnTo>
                  <a:pt x="15341" y="498221"/>
                </a:lnTo>
                <a:close/>
              </a:path>
              <a:path w="659764" h="1227454">
                <a:moveTo>
                  <a:pt x="14100" y="503923"/>
                </a:moveTo>
                <a:close/>
              </a:path>
              <a:path w="659764" h="1227454">
                <a:moveTo>
                  <a:pt x="10871" y="524408"/>
                </a:moveTo>
                <a:lnTo>
                  <a:pt x="1409" y="523354"/>
                </a:lnTo>
                <a:lnTo>
                  <a:pt x="1778" y="520077"/>
                </a:lnTo>
                <a:lnTo>
                  <a:pt x="2679" y="513664"/>
                </a:lnTo>
                <a:lnTo>
                  <a:pt x="12077" y="515213"/>
                </a:lnTo>
                <a:lnTo>
                  <a:pt x="11212" y="521385"/>
                </a:lnTo>
                <a:lnTo>
                  <a:pt x="10871" y="524408"/>
                </a:lnTo>
                <a:close/>
              </a:path>
              <a:path w="659764" h="1227454">
                <a:moveTo>
                  <a:pt x="12036" y="515531"/>
                </a:moveTo>
                <a:close/>
              </a:path>
              <a:path w="659764" h="1227454">
                <a:moveTo>
                  <a:pt x="11214" y="521385"/>
                </a:moveTo>
                <a:close/>
              </a:path>
              <a:path w="659764" h="1227454">
                <a:moveTo>
                  <a:pt x="9588" y="543026"/>
                </a:moveTo>
                <a:lnTo>
                  <a:pt x="63" y="542734"/>
                </a:lnTo>
                <a:lnTo>
                  <a:pt x="190" y="538695"/>
                </a:lnTo>
                <a:lnTo>
                  <a:pt x="520" y="533082"/>
                </a:lnTo>
                <a:lnTo>
                  <a:pt x="10020" y="533641"/>
                </a:lnTo>
                <a:lnTo>
                  <a:pt x="9711" y="539127"/>
                </a:lnTo>
                <a:lnTo>
                  <a:pt x="9588" y="543026"/>
                </a:lnTo>
                <a:close/>
              </a:path>
              <a:path w="659764" h="1227454">
                <a:moveTo>
                  <a:pt x="9711" y="539127"/>
                </a:moveTo>
                <a:lnTo>
                  <a:pt x="9715" y="538988"/>
                </a:lnTo>
                <a:lnTo>
                  <a:pt x="9711" y="539127"/>
                </a:lnTo>
                <a:close/>
              </a:path>
              <a:path w="659764" h="1227454">
                <a:moveTo>
                  <a:pt x="342" y="562152"/>
                </a:moveTo>
                <a:lnTo>
                  <a:pt x="114" y="557517"/>
                </a:lnTo>
                <a:lnTo>
                  <a:pt x="0" y="552513"/>
                </a:lnTo>
                <a:lnTo>
                  <a:pt x="9525" y="552297"/>
                </a:lnTo>
                <a:lnTo>
                  <a:pt x="9649" y="557517"/>
                </a:lnTo>
                <a:lnTo>
                  <a:pt x="9855" y="561682"/>
                </a:lnTo>
                <a:lnTo>
                  <a:pt x="342" y="562152"/>
                </a:lnTo>
                <a:close/>
              </a:path>
              <a:path w="659764" h="1227454">
                <a:moveTo>
                  <a:pt x="9632" y="557174"/>
                </a:moveTo>
                <a:close/>
              </a:path>
              <a:path w="659764" h="1227454">
                <a:moveTo>
                  <a:pt x="2247" y="581494"/>
                </a:moveTo>
                <a:lnTo>
                  <a:pt x="1587" y="576554"/>
                </a:lnTo>
                <a:lnTo>
                  <a:pt x="1104" y="571906"/>
                </a:lnTo>
                <a:lnTo>
                  <a:pt x="10579" y="570915"/>
                </a:lnTo>
                <a:lnTo>
                  <a:pt x="11065" y="575563"/>
                </a:lnTo>
                <a:lnTo>
                  <a:pt x="11684" y="580250"/>
                </a:lnTo>
                <a:lnTo>
                  <a:pt x="2247" y="581494"/>
                </a:lnTo>
                <a:close/>
              </a:path>
              <a:path w="659764" h="1227454">
                <a:moveTo>
                  <a:pt x="5689" y="600621"/>
                </a:moveTo>
                <a:lnTo>
                  <a:pt x="4711" y="596087"/>
                </a:lnTo>
                <a:lnTo>
                  <a:pt x="3784" y="591159"/>
                </a:lnTo>
                <a:lnTo>
                  <a:pt x="13144" y="589394"/>
                </a:lnTo>
                <a:lnTo>
                  <a:pt x="14047" y="594207"/>
                </a:lnTo>
                <a:lnTo>
                  <a:pt x="14998" y="598614"/>
                </a:lnTo>
                <a:lnTo>
                  <a:pt x="5689" y="600621"/>
                </a:lnTo>
                <a:close/>
              </a:path>
              <a:path w="659764" h="1227454">
                <a:moveTo>
                  <a:pt x="10553" y="619404"/>
                </a:moveTo>
                <a:lnTo>
                  <a:pt x="9537" y="616000"/>
                </a:lnTo>
                <a:lnTo>
                  <a:pt x="7950" y="610120"/>
                </a:lnTo>
                <a:lnTo>
                  <a:pt x="17144" y="607631"/>
                </a:lnTo>
                <a:lnTo>
                  <a:pt x="18741" y="613511"/>
                </a:lnTo>
                <a:lnTo>
                  <a:pt x="19685" y="616686"/>
                </a:lnTo>
                <a:lnTo>
                  <a:pt x="10553" y="619404"/>
                </a:lnTo>
                <a:close/>
              </a:path>
              <a:path w="659764" h="1227454">
                <a:moveTo>
                  <a:pt x="16713" y="637806"/>
                </a:moveTo>
                <a:lnTo>
                  <a:pt x="16141" y="636308"/>
                </a:lnTo>
                <a:lnTo>
                  <a:pt x="13741" y="629488"/>
                </a:lnTo>
                <a:lnTo>
                  <a:pt x="13462" y="628611"/>
                </a:lnTo>
                <a:lnTo>
                  <a:pt x="22517" y="625665"/>
                </a:lnTo>
                <a:lnTo>
                  <a:pt x="22760" y="626427"/>
                </a:lnTo>
                <a:lnTo>
                  <a:pt x="25092" y="633018"/>
                </a:lnTo>
                <a:lnTo>
                  <a:pt x="25615" y="634415"/>
                </a:lnTo>
                <a:lnTo>
                  <a:pt x="16713" y="637806"/>
                </a:lnTo>
                <a:close/>
              </a:path>
              <a:path w="659764" h="1227454">
                <a:moveTo>
                  <a:pt x="23990" y="655650"/>
                </a:moveTo>
                <a:lnTo>
                  <a:pt x="21564" y="650062"/>
                </a:lnTo>
                <a:lnTo>
                  <a:pt x="20231" y="646785"/>
                </a:lnTo>
                <a:lnTo>
                  <a:pt x="29044" y="643178"/>
                </a:lnTo>
                <a:lnTo>
                  <a:pt x="30384" y="646468"/>
                </a:lnTo>
                <a:lnTo>
                  <a:pt x="32727" y="651852"/>
                </a:lnTo>
                <a:lnTo>
                  <a:pt x="23990" y="655650"/>
                </a:lnTo>
                <a:close/>
              </a:path>
              <a:path w="659764" h="1227454">
                <a:moveTo>
                  <a:pt x="32334" y="673125"/>
                </a:moveTo>
                <a:lnTo>
                  <a:pt x="31267" y="671067"/>
                </a:lnTo>
                <a:lnTo>
                  <a:pt x="28054" y="664502"/>
                </a:lnTo>
                <a:lnTo>
                  <a:pt x="36614" y="660311"/>
                </a:lnTo>
                <a:lnTo>
                  <a:pt x="39783" y="666788"/>
                </a:lnTo>
                <a:lnTo>
                  <a:pt x="40792" y="668756"/>
                </a:lnTo>
                <a:lnTo>
                  <a:pt x="32334" y="673125"/>
                </a:lnTo>
                <a:close/>
              </a:path>
              <a:path w="659764" h="1227454">
                <a:moveTo>
                  <a:pt x="41503" y="690041"/>
                </a:moveTo>
                <a:lnTo>
                  <a:pt x="38811" y="685317"/>
                </a:lnTo>
                <a:lnTo>
                  <a:pt x="36817" y="681634"/>
                </a:lnTo>
                <a:lnTo>
                  <a:pt x="45186" y="677087"/>
                </a:lnTo>
                <a:lnTo>
                  <a:pt x="47132" y="680681"/>
                </a:lnTo>
                <a:lnTo>
                  <a:pt x="49784" y="685317"/>
                </a:lnTo>
                <a:lnTo>
                  <a:pt x="41503" y="690041"/>
                </a:lnTo>
                <a:close/>
              </a:path>
              <a:path w="659764" h="1227454">
                <a:moveTo>
                  <a:pt x="51714" y="706475"/>
                </a:moveTo>
                <a:lnTo>
                  <a:pt x="47396" y="699871"/>
                </a:lnTo>
                <a:lnTo>
                  <a:pt x="46456" y="698334"/>
                </a:lnTo>
                <a:lnTo>
                  <a:pt x="54597" y="693381"/>
                </a:lnTo>
                <a:lnTo>
                  <a:pt x="55539" y="694931"/>
                </a:lnTo>
                <a:lnTo>
                  <a:pt x="59677" y="701255"/>
                </a:lnTo>
                <a:lnTo>
                  <a:pt x="51714" y="706475"/>
                </a:lnTo>
                <a:close/>
              </a:path>
              <a:path w="659764" h="1227454">
                <a:moveTo>
                  <a:pt x="55539" y="694931"/>
                </a:moveTo>
                <a:lnTo>
                  <a:pt x="55448" y="694791"/>
                </a:lnTo>
                <a:lnTo>
                  <a:pt x="55539" y="694931"/>
                </a:lnTo>
                <a:close/>
              </a:path>
              <a:path w="659764" h="1227454">
                <a:moveTo>
                  <a:pt x="62928" y="722198"/>
                </a:moveTo>
                <a:lnTo>
                  <a:pt x="57759" y="715200"/>
                </a:lnTo>
                <a:lnTo>
                  <a:pt x="57213" y="714413"/>
                </a:lnTo>
                <a:lnTo>
                  <a:pt x="65024" y="708964"/>
                </a:lnTo>
                <a:lnTo>
                  <a:pt x="65498" y="709637"/>
                </a:lnTo>
                <a:lnTo>
                  <a:pt x="70586" y="716534"/>
                </a:lnTo>
                <a:lnTo>
                  <a:pt x="62928" y="722198"/>
                </a:lnTo>
                <a:close/>
              </a:path>
              <a:path w="659764" h="1227454">
                <a:moveTo>
                  <a:pt x="74841" y="737323"/>
                </a:moveTo>
                <a:lnTo>
                  <a:pt x="69862" y="731189"/>
                </a:lnTo>
                <a:lnTo>
                  <a:pt x="68808" y="729830"/>
                </a:lnTo>
                <a:lnTo>
                  <a:pt x="76339" y="723988"/>
                </a:lnTo>
                <a:lnTo>
                  <a:pt x="77334" y="725271"/>
                </a:lnTo>
                <a:lnTo>
                  <a:pt x="82245" y="731329"/>
                </a:lnTo>
                <a:lnTo>
                  <a:pt x="74841" y="737323"/>
                </a:lnTo>
                <a:close/>
              </a:path>
              <a:path w="659764" h="1227454">
                <a:moveTo>
                  <a:pt x="87249" y="752005"/>
                </a:moveTo>
                <a:lnTo>
                  <a:pt x="83642" y="747852"/>
                </a:lnTo>
                <a:lnTo>
                  <a:pt x="80987" y="744715"/>
                </a:lnTo>
                <a:lnTo>
                  <a:pt x="88277" y="738581"/>
                </a:lnTo>
                <a:lnTo>
                  <a:pt x="90873" y="741654"/>
                </a:lnTo>
                <a:lnTo>
                  <a:pt x="94437" y="745743"/>
                </a:lnTo>
                <a:lnTo>
                  <a:pt x="87249" y="752005"/>
                </a:lnTo>
                <a:close/>
              </a:path>
              <a:path w="659764" h="1227454">
                <a:moveTo>
                  <a:pt x="100050" y="766305"/>
                </a:moveTo>
                <a:lnTo>
                  <a:pt x="98806" y="764971"/>
                </a:lnTo>
                <a:lnTo>
                  <a:pt x="93611" y="759193"/>
                </a:lnTo>
                <a:lnTo>
                  <a:pt x="100685" y="752830"/>
                </a:lnTo>
                <a:lnTo>
                  <a:pt x="105888" y="758596"/>
                </a:lnTo>
                <a:lnTo>
                  <a:pt x="107035" y="759840"/>
                </a:lnTo>
                <a:lnTo>
                  <a:pt x="100050" y="766305"/>
                </a:lnTo>
                <a:close/>
              </a:path>
              <a:path w="659764" h="1227454">
                <a:moveTo>
                  <a:pt x="113182" y="780237"/>
                </a:moveTo>
                <a:lnTo>
                  <a:pt x="106946" y="773760"/>
                </a:lnTo>
                <a:lnTo>
                  <a:pt x="106527" y="773302"/>
                </a:lnTo>
                <a:lnTo>
                  <a:pt x="113512" y="766826"/>
                </a:lnTo>
                <a:lnTo>
                  <a:pt x="113873" y="767219"/>
                </a:lnTo>
                <a:lnTo>
                  <a:pt x="120040" y="773620"/>
                </a:lnTo>
                <a:lnTo>
                  <a:pt x="113182" y="780237"/>
                </a:lnTo>
                <a:close/>
              </a:path>
              <a:path w="659764" h="1227454">
                <a:moveTo>
                  <a:pt x="126517" y="793978"/>
                </a:moveTo>
                <a:lnTo>
                  <a:pt x="124180" y="791654"/>
                </a:lnTo>
                <a:lnTo>
                  <a:pt x="119786" y="787095"/>
                </a:lnTo>
                <a:lnTo>
                  <a:pt x="126657" y="780491"/>
                </a:lnTo>
                <a:lnTo>
                  <a:pt x="130977" y="784974"/>
                </a:lnTo>
                <a:lnTo>
                  <a:pt x="133235" y="787222"/>
                </a:lnTo>
                <a:lnTo>
                  <a:pt x="126517" y="793978"/>
                </a:lnTo>
                <a:close/>
              </a:path>
              <a:path w="659764" h="1227454">
                <a:moveTo>
                  <a:pt x="140030" y="807402"/>
                </a:moveTo>
                <a:lnTo>
                  <a:pt x="133273" y="800696"/>
                </a:lnTo>
                <a:lnTo>
                  <a:pt x="139992" y="793940"/>
                </a:lnTo>
                <a:lnTo>
                  <a:pt x="146748" y="800646"/>
                </a:lnTo>
                <a:lnTo>
                  <a:pt x="140030" y="807402"/>
                </a:lnTo>
                <a:close/>
              </a:path>
              <a:path w="659764" h="1227454">
                <a:moveTo>
                  <a:pt x="153822" y="820686"/>
                </a:moveTo>
                <a:lnTo>
                  <a:pt x="146938" y="814108"/>
                </a:lnTo>
                <a:lnTo>
                  <a:pt x="153517" y="807224"/>
                </a:lnTo>
                <a:lnTo>
                  <a:pt x="160400" y="813803"/>
                </a:lnTo>
                <a:lnTo>
                  <a:pt x="153822" y="820686"/>
                </a:lnTo>
                <a:close/>
              </a:path>
              <a:path w="659764" h="1227454">
                <a:moveTo>
                  <a:pt x="167716" y="833818"/>
                </a:moveTo>
                <a:lnTo>
                  <a:pt x="162229" y="828738"/>
                </a:lnTo>
                <a:lnTo>
                  <a:pt x="160705" y="827265"/>
                </a:lnTo>
                <a:lnTo>
                  <a:pt x="167284" y="820394"/>
                </a:lnTo>
                <a:lnTo>
                  <a:pt x="168826" y="821855"/>
                </a:lnTo>
                <a:lnTo>
                  <a:pt x="174193" y="826833"/>
                </a:lnTo>
                <a:lnTo>
                  <a:pt x="167716" y="833818"/>
                </a:lnTo>
                <a:close/>
              </a:path>
              <a:path w="659764" h="1227454">
                <a:moveTo>
                  <a:pt x="181698" y="846759"/>
                </a:moveTo>
                <a:lnTo>
                  <a:pt x="174713" y="840295"/>
                </a:lnTo>
                <a:lnTo>
                  <a:pt x="181178" y="833297"/>
                </a:lnTo>
                <a:lnTo>
                  <a:pt x="188175" y="839774"/>
                </a:lnTo>
                <a:lnTo>
                  <a:pt x="181698" y="846759"/>
                </a:lnTo>
                <a:close/>
              </a:path>
              <a:path w="659764" h="1227454">
                <a:moveTo>
                  <a:pt x="195897" y="859574"/>
                </a:moveTo>
                <a:lnTo>
                  <a:pt x="188810" y="853198"/>
                </a:lnTo>
                <a:lnTo>
                  <a:pt x="195186" y="846112"/>
                </a:lnTo>
                <a:lnTo>
                  <a:pt x="202260" y="852487"/>
                </a:lnTo>
                <a:lnTo>
                  <a:pt x="195897" y="859574"/>
                </a:lnTo>
                <a:close/>
              </a:path>
              <a:path w="659764" h="1227454">
                <a:moveTo>
                  <a:pt x="210159" y="872286"/>
                </a:moveTo>
                <a:lnTo>
                  <a:pt x="202971" y="865949"/>
                </a:lnTo>
                <a:lnTo>
                  <a:pt x="209346" y="858862"/>
                </a:lnTo>
                <a:lnTo>
                  <a:pt x="210558" y="859955"/>
                </a:lnTo>
                <a:lnTo>
                  <a:pt x="216446" y="865124"/>
                </a:lnTo>
                <a:lnTo>
                  <a:pt x="210159" y="872286"/>
                </a:lnTo>
                <a:close/>
              </a:path>
              <a:path w="659764" h="1227454">
                <a:moveTo>
                  <a:pt x="224472" y="884859"/>
                </a:moveTo>
                <a:lnTo>
                  <a:pt x="217309" y="878573"/>
                </a:lnTo>
                <a:lnTo>
                  <a:pt x="223596" y="871410"/>
                </a:lnTo>
                <a:lnTo>
                  <a:pt x="230759" y="877697"/>
                </a:lnTo>
                <a:lnTo>
                  <a:pt x="224472" y="884859"/>
                </a:lnTo>
                <a:close/>
              </a:path>
              <a:path w="659764" h="1227454">
                <a:moveTo>
                  <a:pt x="238937" y="897331"/>
                </a:moveTo>
                <a:lnTo>
                  <a:pt x="231711" y="891120"/>
                </a:lnTo>
                <a:lnTo>
                  <a:pt x="237921" y="883894"/>
                </a:lnTo>
                <a:lnTo>
                  <a:pt x="245148" y="890104"/>
                </a:lnTo>
                <a:lnTo>
                  <a:pt x="238937" y="897331"/>
                </a:lnTo>
                <a:close/>
              </a:path>
              <a:path w="659764" h="1227454">
                <a:moveTo>
                  <a:pt x="253453" y="909739"/>
                </a:moveTo>
                <a:lnTo>
                  <a:pt x="249110" y="906068"/>
                </a:lnTo>
                <a:lnTo>
                  <a:pt x="246164" y="903541"/>
                </a:lnTo>
                <a:lnTo>
                  <a:pt x="252374" y="896315"/>
                </a:lnTo>
                <a:lnTo>
                  <a:pt x="255291" y="898817"/>
                </a:lnTo>
                <a:lnTo>
                  <a:pt x="259587" y="902449"/>
                </a:lnTo>
                <a:lnTo>
                  <a:pt x="253453" y="909739"/>
                </a:lnTo>
                <a:close/>
              </a:path>
              <a:path w="659764" h="1227454">
                <a:moveTo>
                  <a:pt x="268008" y="922020"/>
                </a:moveTo>
                <a:lnTo>
                  <a:pt x="260731" y="915873"/>
                </a:lnTo>
                <a:lnTo>
                  <a:pt x="266877" y="908596"/>
                </a:lnTo>
                <a:lnTo>
                  <a:pt x="274154" y="914742"/>
                </a:lnTo>
                <a:lnTo>
                  <a:pt x="268008" y="922020"/>
                </a:lnTo>
                <a:close/>
              </a:path>
              <a:path w="659764" h="1227454">
                <a:moveTo>
                  <a:pt x="282676" y="934237"/>
                </a:moveTo>
                <a:lnTo>
                  <a:pt x="275348" y="928154"/>
                </a:lnTo>
                <a:lnTo>
                  <a:pt x="281419" y="920826"/>
                </a:lnTo>
                <a:lnTo>
                  <a:pt x="288759" y="926909"/>
                </a:lnTo>
                <a:lnTo>
                  <a:pt x="282676" y="934237"/>
                </a:lnTo>
                <a:close/>
              </a:path>
              <a:path w="659764" h="1227454">
                <a:moveTo>
                  <a:pt x="297370" y="946416"/>
                </a:moveTo>
                <a:lnTo>
                  <a:pt x="290004" y="940320"/>
                </a:lnTo>
                <a:lnTo>
                  <a:pt x="296087" y="932992"/>
                </a:lnTo>
                <a:lnTo>
                  <a:pt x="302151" y="938022"/>
                </a:lnTo>
                <a:lnTo>
                  <a:pt x="303402" y="939038"/>
                </a:lnTo>
                <a:lnTo>
                  <a:pt x="297370" y="946416"/>
                </a:lnTo>
                <a:close/>
              </a:path>
              <a:path w="659764" h="1227454">
                <a:moveTo>
                  <a:pt x="312115" y="958481"/>
                </a:moveTo>
                <a:lnTo>
                  <a:pt x="304736" y="952449"/>
                </a:lnTo>
                <a:lnTo>
                  <a:pt x="310769" y="945070"/>
                </a:lnTo>
                <a:lnTo>
                  <a:pt x="318147" y="951102"/>
                </a:lnTo>
                <a:lnTo>
                  <a:pt x="312115" y="958481"/>
                </a:lnTo>
                <a:close/>
              </a:path>
              <a:path w="659764" h="1227454">
                <a:moveTo>
                  <a:pt x="326923" y="970508"/>
                </a:moveTo>
                <a:lnTo>
                  <a:pt x="319493" y="964501"/>
                </a:lnTo>
                <a:lnTo>
                  <a:pt x="325513" y="957135"/>
                </a:lnTo>
                <a:lnTo>
                  <a:pt x="332905" y="963091"/>
                </a:lnTo>
                <a:lnTo>
                  <a:pt x="326923" y="970508"/>
                </a:lnTo>
                <a:close/>
              </a:path>
              <a:path w="659764" h="1227454">
                <a:moveTo>
                  <a:pt x="341744" y="982472"/>
                </a:moveTo>
                <a:lnTo>
                  <a:pt x="334340" y="976490"/>
                </a:lnTo>
                <a:lnTo>
                  <a:pt x="340321" y="969086"/>
                </a:lnTo>
                <a:lnTo>
                  <a:pt x="347725" y="975067"/>
                </a:lnTo>
                <a:lnTo>
                  <a:pt x="341744" y="982472"/>
                </a:lnTo>
                <a:close/>
              </a:path>
              <a:path w="659764" h="1227454">
                <a:moveTo>
                  <a:pt x="356679" y="994371"/>
                </a:moveTo>
                <a:lnTo>
                  <a:pt x="349224" y="988440"/>
                </a:lnTo>
                <a:lnTo>
                  <a:pt x="355142" y="980986"/>
                </a:lnTo>
                <a:lnTo>
                  <a:pt x="362597" y="986904"/>
                </a:lnTo>
                <a:lnTo>
                  <a:pt x="356679" y="994371"/>
                </a:lnTo>
                <a:close/>
              </a:path>
              <a:path w="659764" h="1227454">
                <a:moveTo>
                  <a:pt x="371589" y="1006221"/>
                </a:moveTo>
                <a:lnTo>
                  <a:pt x="364134" y="1000290"/>
                </a:lnTo>
                <a:lnTo>
                  <a:pt x="370065" y="992835"/>
                </a:lnTo>
                <a:lnTo>
                  <a:pt x="377520" y="998753"/>
                </a:lnTo>
                <a:lnTo>
                  <a:pt x="371589" y="1006221"/>
                </a:lnTo>
                <a:close/>
              </a:path>
              <a:path w="659764" h="1227454">
                <a:moveTo>
                  <a:pt x="386511" y="1018070"/>
                </a:moveTo>
                <a:lnTo>
                  <a:pt x="379056" y="1012139"/>
                </a:lnTo>
                <a:lnTo>
                  <a:pt x="384975" y="1004684"/>
                </a:lnTo>
                <a:lnTo>
                  <a:pt x="392430" y="1010602"/>
                </a:lnTo>
                <a:lnTo>
                  <a:pt x="386511" y="1018070"/>
                </a:lnTo>
                <a:close/>
              </a:path>
              <a:path w="659764" h="1227454">
                <a:moveTo>
                  <a:pt x="401510" y="1029868"/>
                </a:moveTo>
                <a:lnTo>
                  <a:pt x="394004" y="1024001"/>
                </a:lnTo>
                <a:lnTo>
                  <a:pt x="399872" y="1016495"/>
                </a:lnTo>
                <a:lnTo>
                  <a:pt x="407377" y="1022362"/>
                </a:lnTo>
                <a:lnTo>
                  <a:pt x="401510" y="1029868"/>
                </a:lnTo>
                <a:close/>
              </a:path>
              <a:path w="659764" h="1227454">
                <a:moveTo>
                  <a:pt x="416521" y="1041590"/>
                </a:moveTo>
                <a:lnTo>
                  <a:pt x="409016" y="1035723"/>
                </a:lnTo>
                <a:lnTo>
                  <a:pt x="414883" y="1028230"/>
                </a:lnTo>
                <a:lnTo>
                  <a:pt x="422389" y="1034084"/>
                </a:lnTo>
                <a:lnTo>
                  <a:pt x="416521" y="1041590"/>
                </a:lnTo>
                <a:close/>
              </a:path>
              <a:path w="659764" h="1227454">
                <a:moveTo>
                  <a:pt x="431533" y="1053325"/>
                </a:moveTo>
                <a:lnTo>
                  <a:pt x="424027" y="1047457"/>
                </a:lnTo>
                <a:lnTo>
                  <a:pt x="429895" y="1039952"/>
                </a:lnTo>
                <a:lnTo>
                  <a:pt x="437400" y="1045819"/>
                </a:lnTo>
                <a:lnTo>
                  <a:pt x="431533" y="1053325"/>
                </a:lnTo>
                <a:close/>
              </a:path>
              <a:path w="659764" h="1227454">
                <a:moveTo>
                  <a:pt x="446608" y="1065034"/>
                </a:moveTo>
                <a:lnTo>
                  <a:pt x="439038" y="1059192"/>
                </a:lnTo>
                <a:lnTo>
                  <a:pt x="444906" y="1051687"/>
                </a:lnTo>
                <a:lnTo>
                  <a:pt x="452424" y="1057490"/>
                </a:lnTo>
                <a:lnTo>
                  <a:pt x="446608" y="1065034"/>
                </a:lnTo>
                <a:close/>
              </a:path>
              <a:path w="659764" h="1227454">
                <a:moveTo>
                  <a:pt x="461683" y="1076667"/>
                </a:moveTo>
                <a:lnTo>
                  <a:pt x="454139" y="1070851"/>
                </a:lnTo>
                <a:lnTo>
                  <a:pt x="459955" y="1063307"/>
                </a:lnTo>
                <a:lnTo>
                  <a:pt x="467499" y="1069124"/>
                </a:lnTo>
                <a:lnTo>
                  <a:pt x="461683" y="1076667"/>
                </a:lnTo>
                <a:close/>
              </a:path>
              <a:path w="659764" h="1227454">
                <a:moveTo>
                  <a:pt x="476770" y="1088301"/>
                </a:moveTo>
                <a:lnTo>
                  <a:pt x="469226" y="1082484"/>
                </a:lnTo>
                <a:lnTo>
                  <a:pt x="475043" y="1074940"/>
                </a:lnTo>
                <a:lnTo>
                  <a:pt x="482587" y="1080757"/>
                </a:lnTo>
                <a:lnTo>
                  <a:pt x="476770" y="1088301"/>
                </a:lnTo>
                <a:close/>
              </a:path>
              <a:path w="659764" h="1227454">
                <a:moveTo>
                  <a:pt x="491858" y="1099934"/>
                </a:moveTo>
                <a:lnTo>
                  <a:pt x="484314" y="1094117"/>
                </a:lnTo>
                <a:lnTo>
                  <a:pt x="490131" y="1086573"/>
                </a:lnTo>
                <a:lnTo>
                  <a:pt x="497674" y="1092390"/>
                </a:lnTo>
                <a:lnTo>
                  <a:pt x="491858" y="1099934"/>
                </a:lnTo>
                <a:close/>
              </a:path>
              <a:path w="659764" h="1227454">
                <a:moveTo>
                  <a:pt x="506945" y="1111567"/>
                </a:moveTo>
                <a:lnTo>
                  <a:pt x="499402" y="1105750"/>
                </a:lnTo>
                <a:lnTo>
                  <a:pt x="505218" y="1098207"/>
                </a:lnTo>
                <a:lnTo>
                  <a:pt x="512762" y="1104023"/>
                </a:lnTo>
                <a:lnTo>
                  <a:pt x="506945" y="1111567"/>
                </a:lnTo>
                <a:close/>
              </a:path>
              <a:path w="659764" h="1227454">
                <a:moveTo>
                  <a:pt x="522020" y="1123200"/>
                </a:moveTo>
                <a:lnTo>
                  <a:pt x="514489" y="1117384"/>
                </a:lnTo>
                <a:lnTo>
                  <a:pt x="520306" y="1109840"/>
                </a:lnTo>
                <a:lnTo>
                  <a:pt x="527837" y="1115656"/>
                </a:lnTo>
                <a:lnTo>
                  <a:pt x="522020" y="1123200"/>
                </a:lnTo>
                <a:close/>
              </a:path>
              <a:path w="659764" h="1227454">
                <a:moveTo>
                  <a:pt x="537121" y="1134833"/>
                </a:moveTo>
                <a:lnTo>
                  <a:pt x="529564" y="1129017"/>
                </a:lnTo>
                <a:lnTo>
                  <a:pt x="535381" y="1121473"/>
                </a:lnTo>
                <a:lnTo>
                  <a:pt x="542925" y="1127290"/>
                </a:lnTo>
                <a:lnTo>
                  <a:pt x="537121" y="1134833"/>
                </a:lnTo>
                <a:close/>
              </a:path>
              <a:path w="659764" h="1227454">
                <a:moveTo>
                  <a:pt x="552208" y="1146454"/>
                </a:moveTo>
                <a:lnTo>
                  <a:pt x="544664" y="1140650"/>
                </a:lnTo>
                <a:lnTo>
                  <a:pt x="550468" y="1133093"/>
                </a:lnTo>
                <a:lnTo>
                  <a:pt x="558025" y="1138910"/>
                </a:lnTo>
                <a:lnTo>
                  <a:pt x="552208" y="1146454"/>
                </a:lnTo>
                <a:close/>
              </a:path>
              <a:path w="659764" h="1227454">
                <a:moveTo>
                  <a:pt x="567296" y="1158087"/>
                </a:moveTo>
                <a:lnTo>
                  <a:pt x="559752" y="1152271"/>
                </a:lnTo>
                <a:lnTo>
                  <a:pt x="565569" y="1144727"/>
                </a:lnTo>
                <a:lnTo>
                  <a:pt x="573112" y="1150543"/>
                </a:lnTo>
                <a:lnTo>
                  <a:pt x="567296" y="1158087"/>
                </a:lnTo>
                <a:close/>
              </a:path>
              <a:path w="659764" h="1227454">
                <a:moveTo>
                  <a:pt x="582307" y="1169771"/>
                </a:moveTo>
                <a:lnTo>
                  <a:pt x="574789" y="1163916"/>
                </a:lnTo>
                <a:lnTo>
                  <a:pt x="580644" y="1156411"/>
                </a:lnTo>
                <a:lnTo>
                  <a:pt x="588162" y="1162265"/>
                </a:lnTo>
                <a:lnTo>
                  <a:pt x="582307" y="1169771"/>
                </a:lnTo>
                <a:close/>
              </a:path>
              <a:path w="659764" h="1227454">
                <a:moveTo>
                  <a:pt x="597331" y="1181480"/>
                </a:moveTo>
                <a:lnTo>
                  <a:pt x="589826" y="1175626"/>
                </a:lnTo>
                <a:lnTo>
                  <a:pt x="595668" y="1168107"/>
                </a:lnTo>
                <a:lnTo>
                  <a:pt x="603186" y="1173962"/>
                </a:lnTo>
                <a:lnTo>
                  <a:pt x="597331" y="1181480"/>
                </a:lnTo>
                <a:close/>
              </a:path>
              <a:path w="659764" h="1227454">
                <a:moveTo>
                  <a:pt x="612228" y="1193279"/>
                </a:moveTo>
                <a:lnTo>
                  <a:pt x="604774" y="1187335"/>
                </a:lnTo>
                <a:lnTo>
                  <a:pt x="610717" y="1179880"/>
                </a:lnTo>
                <a:lnTo>
                  <a:pt x="618159" y="1185824"/>
                </a:lnTo>
                <a:lnTo>
                  <a:pt x="612228" y="1193279"/>
                </a:lnTo>
                <a:close/>
              </a:path>
              <a:path w="659764" h="1227454">
                <a:moveTo>
                  <a:pt x="627113" y="1205153"/>
                </a:moveTo>
                <a:lnTo>
                  <a:pt x="619671" y="1199210"/>
                </a:lnTo>
                <a:lnTo>
                  <a:pt x="625614" y="1191767"/>
                </a:lnTo>
                <a:lnTo>
                  <a:pt x="633056" y="1197711"/>
                </a:lnTo>
                <a:lnTo>
                  <a:pt x="627113" y="1205153"/>
                </a:lnTo>
                <a:close/>
              </a:path>
              <a:path w="659764" h="1227454">
                <a:moveTo>
                  <a:pt x="641794" y="1217167"/>
                </a:moveTo>
                <a:lnTo>
                  <a:pt x="634453" y="1211110"/>
                </a:lnTo>
                <a:lnTo>
                  <a:pt x="640511" y="1203756"/>
                </a:lnTo>
                <a:lnTo>
                  <a:pt x="647865" y="1209814"/>
                </a:lnTo>
                <a:lnTo>
                  <a:pt x="641794" y="1217167"/>
                </a:lnTo>
                <a:close/>
              </a:path>
              <a:path w="659764" h="1227454">
                <a:moveTo>
                  <a:pt x="653554" y="1227175"/>
                </a:moveTo>
                <a:lnTo>
                  <a:pt x="648995" y="1223276"/>
                </a:lnTo>
                <a:lnTo>
                  <a:pt x="655180" y="1216037"/>
                </a:lnTo>
                <a:lnTo>
                  <a:pt x="659752" y="1219936"/>
                </a:lnTo>
                <a:lnTo>
                  <a:pt x="653554" y="1227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507480" y="315087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507480" y="429387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736080" y="315087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736080" y="383667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729031" y="3589769"/>
            <a:ext cx="179070" cy="264795"/>
          </a:xfrm>
          <a:custGeom>
            <a:avLst/>
            <a:gdLst/>
            <a:ahLst/>
            <a:cxnLst/>
            <a:rect l="l" t="t" r="r" b="b"/>
            <a:pathLst>
              <a:path w="179070" h="264795">
                <a:moveTo>
                  <a:pt x="136914" y="45135"/>
                </a:moveTo>
                <a:lnTo>
                  <a:pt x="41173" y="45135"/>
                </a:lnTo>
                <a:lnTo>
                  <a:pt x="11919" y="39243"/>
                </a:lnTo>
                <a:lnTo>
                  <a:pt x="6832" y="38036"/>
                </a:lnTo>
                <a:lnTo>
                  <a:pt x="5918" y="37795"/>
                </a:lnTo>
                <a:lnTo>
                  <a:pt x="1765" y="36601"/>
                </a:lnTo>
                <a:lnTo>
                  <a:pt x="12331" y="0"/>
                </a:lnTo>
                <a:lnTo>
                  <a:pt x="15635" y="952"/>
                </a:lnTo>
                <a:lnTo>
                  <a:pt x="16471" y="1193"/>
                </a:lnTo>
                <a:lnTo>
                  <a:pt x="20264" y="2057"/>
                </a:lnTo>
                <a:lnTo>
                  <a:pt x="33172" y="4699"/>
                </a:lnTo>
                <a:lnTo>
                  <a:pt x="75691" y="14084"/>
                </a:lnTo>
                <a:lnTo>
                  <a:pt x="111696" y="27050"/>
                </a:lnTo>
                <a:lnTo>
                  <a:pt x="135191" y="43319"/>
                </a:lnTo>
                <a:lnTo>
                  <a:pt x="136914" y="45135"/>
                </a:lnTo>
                <a:close/>
              </a:path>
              <a:path w="179070" h="264795">
                <a:moveTo>
                  <a:pt x="15974" y="1050"/>
                </a:moveTo>
                <a:lnTo>
                  <a:pt x="15557" y="952"/>
                </a:lnTo>
                <a:lnTo>
                  <a:pt x="15974" y="1050"/>
                </a:lnTo>
                <a:close/>
              </a:path>
              <a:path w="179070" h="264795">
                <a:moveTo>
                  <a:pt x="16585" y="1193"/>
                </a:moveTo>
                <a:lnTo>
                  <a:pt x="15974" y="1050"/>
                </a:lnTo>
                <a:lnTo>
                  <a:pt x="16585" y="1193"/>
                </a:lnTo>
                <a:close/>
              </a:path>
              <a:path w="179070" h="264795">
                <a:moveTo>
                  <a:pt x="20751" y="2171"/>
                </a:moveTo>
                <a:lnTo>
                  <a:pt x="20180" y="2057"/>
                </a:lnTo>
                <a:lnTo>
                  <a:pt x="20751" y="2171"/>
                </a:lnTo>
                <a:close/>
              </a:path>
              <a:path w="179070" h="264795">
                <a:moveTo>
                  <a:pt x="138483" y="46862"/>
                </a:moveTo>
                <a:lnTo>
                  <a:pt x="49275" y="46862"/>
                </a:lnTo>
                <a:lnTo>
                  <a:pt x="40928" y="45086"/>
                </a:lnTo>
                <a:lnTo>
                  <a:pt x="41173" y="45135"/>
                </a:lnTo>
                <a:lnTo>
                  <a:pt x="136914" y="45135"/>
                </a:lnTo>
                <a:lnTo>
                  <a:pt x="137553" y="45808"/>
                </a:lnTo>
                <a:lnTo>
                  <a:pt x="138483" y="46862"/>
                </a:lnTo>
                <a:close/>
              </a:path>
              <a:path w="179070" h="264795">
                <a:moveTo>
                  <a:pt x="140102" y="48768"/>
                </a:moveTo>
                <a:lnTo>
                  <a:pt x="57530" y="48768"/>
                </a:lnTo>
                <a:lnTo>
                  <a:pt x="48971" y="46799"/>
                </a:lnTo>
                <a:lnTo>
                  <a:pt x="49275" y="46862"/>
                </a:lnTo>
                <a:lnTo>
                  <a:pt x="138483" y="46862"/>
                </a:lnTo>
                <a:lnTo>
                  <a:pt x="140102" y="48768"/>
                </a:lnTo>
                <a:close/>
              </a:path>
              <a:path w="179070" h="264795">
                <a:moveTo>
                  <a:pt x="141753" y="50863"/>
                </a:moveTo>
                <a:lnTo>
                  <a:pt x="65760" y="50863"/>
                </a:lnTo>
                <a:lnTo>
                  <a:pt x="57457" y="48751"/>
                </a:lnTo>
                <a:lnTo>
                  <a:pt x="140102" y="48768"/>
                </a:lnTo>
                <a:lnTo>
                  <a:pt x="140512" y="49250"/>
                </a:lnTo>
                <a:lnTo>
                  <a:pt x="141753" y="50863"/>
                </a:lnTo>
                <a:close/>
              </a:path>
              <a:path w="179070" h="264795">
                <a:moveTo>
                  <a:pt x="143461" y="53174"/>
                </a:moveTo>
                <a:lnTo>
                  <a:pt x="73812" y="53174"/>
                </a:lnTo>
                <a:lnTo>
                  <a:pt x="65355" y="50760"/>
                </a:lnTo>
                <a:lnTo>
                  <a:pt x="65760" y="50863"/>
                </a:lnTo>
                <a:lnTo>
                  <a:pt x="141753" y="50863"/>
                </a:lnTo>
                <a:lnTo>
                  <a:pt x="143461" y="53174"/>
                </a:lnTo>
                <a:close/>
              </a:path>
              <a:path w="179070" h="264795">
                <a:moveTo>
                  <a:pt x="145329" y="55702"/>
                </a:moveTo>
                <a:lnTo>
                  <a:pt x="81521" y="55702"/>
                </a:lnTo>
                <a:lnTo>
                  <a:pt x="80683" y="55410"/>
                </a:lnTo>
                <a:lnTo>
                  <a:pt x="73413" y="53060"/>
                </a:lnTo>
                <a:lnTo>
                  <a:pt x="73812" y="53174"/>
                </a:lnTo>
                <a:lnTo>
                  <a:pt x="143461" y="53174"/>
                </a:lnTo>
                <a:lnTo>
                  <a:pt x="145329" y="55702"/>
                </a:lnTo>
                <a:close/>
              </a:path>
              <a:path w="179070" h="264795">
                <a:moveTo>
                  <a:pt x="81046" y="55547"/>
                </a:moveTo>
                <a:lnTo>
                  <a:pt x="80624" y="55410"/>
                </a:lnTo>
                <a:lnTo>
                  <a:pt x="81046" y="55547"/>
                </a:lnTo>
                <a:close/>
              </a:path>
              <a:path w="179070" h="264795">
                <a:moveTo>
                  <a:pt x="147177" y="58445"/>
                </a:moveTo>
                <a:lnTo>
                  <a:pt x="88709" y="58445"/>
                </a:lnTo>
                <a:lnTo>
                  <a:pt x="87680" y="58013"/>
                </a:lnTo>
                <a:lnTo>
                  <a:pt x="81046" y="55547"/>
                </a:lnTo>
                <a:lnTo>
                  <a:pt x="81521" y="55702"/>
                </a:lnTo>
                <a:lnTo>
                  <a:pt x="145329" y="55702"/>
                </a:lnTo>
                <a:lnTo>
                  <a:pt x="145732" y="56248"/>
                </a:lnTo>
                <a:lnTo>
                  <a:pt x="146557" y="57454"/>
                </a:lnTo>
                <a:lnTo>
                  <a:pt x="147177" y="58445"/>
                </a:lnTo>
                <a:close/>
              </a:path>
              <a:path w="179070" h="264795">
                <a:moveTo>
                  <a:pt x="88295" y="58288"/>
                </a:moveTo>
                <a:lnTo>
                  <a:pt x="87567" y="58013"/>
                </a:lnTo>
                <a:lnTo>
                  <a:pt x="88295" y="58288"/>
                </a:lnTo>
                <a:close/>
              </a:path>
              <a:path w="179070" h="264795">
                <a:moveTo>
                  <a:pt x="88709" y="58445"/>
                </a:moveTo>
                <a:lnTo>
                  <a:pt x="88295" y="58288"/>
                </a:lnTo>
                <a:lnTo>
                  <a:pt x="87680" y="58013"/>
                </a:lnTo>
                <a:lnTo>
                  <a:pt x="88709" y="58445"/>
                </a:lnTo>
                <a:close/>
              </a:path>
              <a:path w="179070" h="264795">
                <a:moveTo>
                  <a:pt x="149019" y="61391"/>
                </a:moveTo>
                <a:lnTo>
                  <a:pt x="95224" y="61391"/>
                </a:lnTo>
                <a:lnTo>
                  <a:pt x="94310" y="60947"/>
                </a:lnTo>
                <a:lnTo>
                  <a:pt x="88295" y="58288"/>
                </a:lnTo>
                <a:lnTo>
                  <a:pt x="88709" y="58445"/>
                </a:lnTo>
                <a:lnTo>
                  <a:pt x="147177" y="58445"/>
                </a:lnTo>
                <a:lnTo>
                  <a:pt x="149019" y="61391"/>
                </a:lnTo>
                <a:close/>
              </a:path>
              <a:path w="179070" h="264795">
                <a:moveTo>
                  <a:pt x="94851" y="61224"/>
                </a:moveTo>
                <a:lnTo>
                  <a:pt x="94231" y="60947"/>
                </a:lnTo>
                <a:lnTo>
                  <a:pt x="94851" y="61224"/>
                </a:lnTo>
                <a:close/>
              </a:path>
              <a:path w="179070" h="264795">
                <a:moveTo>
                  <a:pt x="95224" y="61391"/>
                </a:moveTo>
                <a:lnTo>
                  <a:pt x="94851" y="61224"/>
                </a:lnTo>
                <a:lnTo>
                  <a:pt x="94310" y="60947"/>
                </a:lnTo>
                <a:lnTo>
                  <a:pt x="95224" y="61391"/>
                </a:lnTo>
                <a:close/>
              </a:path>
              <a:path w="179070" h="264795">
                <a:moveTo>
                  <a:pt x="149877" y="62763"/>
                </a:moveTo>
                <a:lnTo>
                  <a:pt x="97853" y="62763"/>
                </a:lnTo>
                <a:lnTo>
                  <a:pt x="97154" y="62382"/>
                </a:lnTo>
                <a:lnTo>
                  <a:pt x="94851" y="61224"/>
                </a:lnTo>
                <a:lnTo>
                  <a:pt x="95224" y="61391"/>
                </a:lnTo>
                <a:lnTo>
                  <a:pt x="149019" y="61391"/>
                </a:lnTo>
                <a:lnTo>
                  <a:pt x="149877" y="62763"/>
                </a:lnTo>
                <a:close/>
              </a:path>
              <a:path w="179070" h="264795">
                <a:moveTo>
                  <a:pt x="97572" y="62619"/>
                </a:moveTo>
                <a:lnTo>
                  <a:pt x="97110" y="62382"/>
                </a:lnTo>
                <a:lnTo>
                  <a:pt x="97572" y="62619"/>
                </a:lnTo>
                <a:close/>
              </a:path>
              <a:path w="179070" h="264795">
                <a:moveTo>
                  <a:pt x="150829" y="64300"/>
                </a:moveTo>
                <a:lnTo>
                  <a:pt x="100533" y="64300"/>
                </a:lnTo>
                <a:lnTo>
                  <a:pt x="97572" y="62619"/>
                </a:lnTo>
                <a:lnTo>
                  <a:pt x="97853" y="62763"/>
                </a:lnTo>
                <a:lnTo>
                  <a:pt x="149877" y="62763"/>
                </a:lnTo>
                <a:lnTo>
                  <a:pt x="150829" y="64300"/>
                </a:lnTo>
                <a:close/>
              </a:path>
              <a:path w="179070" h="264795">
                <a:moveTo>
                  <a:pt x="151705" y="65849"/>
                </a:moveTo>
                <a:lnTo>
                  <a:pt x="102933" y="65849"/>
                </a:lnTo>
                <a:lnTo>
                  <a:pt x="102082" y="65277"/>
                </a:lnTo>
                <a:lnTo>
                  <a:pt x="99911" y="63946"/>
                </a:lnTo>
                <a:lnTo>
                  <a:pt x="100533" y="64300"/>
                </a:lnTo>
                <a:lnTo>
                  <a:pt x="150829" y="64300"/>
                </a:lnTo>
                <a:lnTo>
                  <a:pt x="151705" y="65849"/>
                </a:lnTo>
                <a:close/>
              </a:path>
              <a:path w="179070" h="264795">
                <a:moveTo>
                  <a:pt x="102549" y="65607"/>
                </a:moveTo>
                <a:lnTo>
                  <a:pt x="102025" y="65277"/>
                </a:lnTo>
                <a:lnTo>
                  <a:pt x="102549" y="65607"/>
                </a:lnTo>
                <a:close/>
              </a:path>
              <a:path w="179070" h="264795">
                <a:moveTo>
                  <a:pt x="102933" y="65849"/>
                </a:moveTo>
                <a:lnTo>
                  <a:pt x="102549" y="65607"/>
                </a:lnTo>
                <a:lnTo>
                  <a:pt x="102082" y="65277"/>
                </a:lnTo>
                <a:lnTo>
                  <a:pt x="102933" y="65849"/>
                </a:lnTo>
                <a:close/>
              </a:path>
              <a:path w="179070" h="264795">
                <a:moveTo>
                  <a:pt x="152537" y="67386"/>
                </a:moveTo>
                <a:lnTo>
                  <a:pt x="105067" y="67386"/>
                </a:lnTo>
                <a:lnTo>
                  <a:pt x="104127" y="66687"/>
                </a:lnTo>
                <a:lnTo>
                  <a:pt x="102549" y="65607"/>
                </a:lnTo>
                <a:lnTo>
                  <a:pt x="102933" y="65849"/>
                </a:lnTo>
                <a:lnTo>
                  <a:pt x="151705" y="65849"/>
                </a:lnTo>
                <a:lnTo>
                  <a:pt x="152537" y="67386"/>
                </a:lnTo>
                <a:close/>
              </a:path>
              <a:path w="179070" h="264795">
                <a:moveTo>
                  <a:pt x="104473" y="66966"/>
                </a:moveTo>
                <a:lnTo>
                  <a:pt x="104078" y="66687"/>
                </a:lnTo>
                <a:lnTo>
                  <a:pt x="104473" y="66966"/>
                </a:lnTo>
                <a:close/>
              </a:path>
              <a:path w="179070" h="264795">
                <a:moveTo>
                  <a:pt x="105067" y="67386"/>
                </a:moveTo>
                <a:lnTo>
                  <a:pt x="104473" y="66966"/>
                </a:lnTo>
                <a:lnTo>
                  <a:pt x="104127" y="66687"/>
                </a:lnTo>
                <a:lnTo>
                  <a:pt x="105067" y="67386"/>
                </a:lnTo>
                <a:close/>
              </a:path>
              <a:path w="179070" h="264795">
                <a:moveTo>
                  <a:pt x="153362" y="68910"/>
                </a:moveTo>
                <a:lnTo>
                  <a:pt x="106883" y="68910"/>
                </a:lnTo>
                <a:lnTo>
                  <a:pt x="105892" y="68046"/>
                </a:lnTo>
                <a:lnTo>
                  <a:pt x="104473" y="66966"/>
                </a:lnTo>
                <a:lnTo>
                  <a:pt x="105067" y="67386"/>
                </a:lnTo>
                <a:lnTo>
                  <a:pt x="152537" y="67386"/>
                </a:lnTo>
                <a:lnTo>
                  <a:pt x="153362" y="68910"/>
                </a:lnTo>
                <a:close/>
              </a:path>
              <a:path w="179070" h="264795">
                <a:moveTo>
                  <a:pt x="106421" y="68537"/>
                </a:moveTo>
                <a:lnTo>
                  <a:pt x="105812" y="68046"/>
                </a:lnTo>
                <a:lnTo>
                  <a:pt x="106421" y="68537"/>
                </a:lnTo>
                <a:close/>
              </a:path>
              <a:path w="179070" h="264795">
                <a:moveTo>
                  <a:pt x="106883" y="68910"/>
                </a:moveTo>
                <a:lnTo>
                  <a:pt x="106421" y="68537"/>
                </a:lnTo>
                <a:lnTo>
                  <a:pt x="105892" y="68046"/>
                </a:lnTo>
                <a:lnTo>
                  <a:pt x="106883" y="68910"/>
                </a:lnTo>
                <a:close/>
              </a:path>
              <a:path w="179070" h="264795">
                <a:moveTo>
                  <a:pt x="154153" y="70370"/>
                </a:moveTo>
                <a:lnTo>
                  <a:pt x="108394" y="70370"/>
                </a:lnTo>
                <a:lnTo>
                  <a:pt x="107505" y="69481"/>
                </a:lnTo>
                <a:lnTo>
                  <a:pt x="106421" y="68537"/>
                </a:lnTo>
                <a:lnTo>
                  <a:pt x="106883" y="68910"/>
                </a:lnTo>
                <a:lnTo>
                  <a:pt x="153362" y="68910"/>
                </a:lnTo>
                <a:lnTo>
                  <a:pt x="154153" y="70370"/>
                </a:lnTo>
                <a:close/>
              </a:path>
              <a:path w="179070" h="264795">
                <a:moveTo>
                  <a:pt x="107989" y="69994"/>
                </a:moveTo>
                <a:lnTo>
                  <a:pt x="107437" y="69481"/>
                </a:lnTo>
                <a:lnTo>
                  <a:pt x="107989" y="69994"/>
                </a:lnTo>
                <a:close/>
              </a:path>
              <a:path w="179070" h="264795">
                <a:moveTo>
                  <a:pt x="108394" y="70370"/>
                </a:moveTo>
                <a:lnTo>
                  <a:pt x="107989" y="69994"/>
                </a:lnTo>
                <a:lnTo>
                  <a:pt x="107505" y="69481"/>
                </a:lnTo>
                <a:lnTo>
                  <a:pt x="108394" y="70370"/>
                </a:lnTo>
                <a:close/>
              </a:path>
              <a:path w="179070" h="264795">
                <a:moveTo>
                  <a:pt x="155019" y="71970"/>
                </a:moveTo>
                <a:lnTo>
                  <a:pt x="109854" y="71970"/>
                </a:lnTo>
                <a:lnTo>
                  <a:pt x="109181" y="71234"/>
                </a:lnTo>
                <a:lnTo>
                  <a:pt x="107989" y="69994"/>
                </a:lnTo>
                <a:lnTo>
                  <a:pt x="108394" y="70370"/>
                </a:lnTo>
                <a:lnTo>
                  <a:pt x="154153" y="70370"/>
                </a:lnTo>
                <a:lnTo>
                  <a:pt x="155019" y="71970"/>
                </a:lnTo>
                <a:close/>
              </a:path>
              <a:path w="179070" h="264795">
                <a:moveTo>
                  <a:pt x="109391" y="71480"/>
                </a:moveTo>
                <a:lnTo>
                  <a:pt x="109159" y="71234"/>
                </a:lnTo>
                <a:lnTo>
                  <a:pt x="109391" y="71480"/>
                </a:lnTo>
                <a:close/>
              </a:path>
              <a:path w="179070" h="264795">
                <a:moveTo>
                  <a:pt x="156005" y="73926"/>
                </a:moveTo>
                <a:lnTo>
                  <a:pt x="111480" y="73926"/>
                </a:lnTo>
                <a:lnTo>
                  <a:pt x="110680" y="72910"/>
                </a:lnTo>
                <a:lnTo>
                  <a:pt x="109391" y="71480"/>
                </a:lnTo>
                <a:lnTo>
                  <a:pt x="109854" y="71970"/>
                </a:lnTo>
                <a:lnTo>
                  <a:pt x="155019" y="71970"/>
                </a:lnTo>
                <a:lnTo>
                  <a:pt x="155802" y="73493"/>
                </a:lnTo>
                <a:lnTo>
                  <a:pt x="156005" y="73926"/>
                </a:lnTo>
                <a:close/>
              </a:path>
              <a:path w="179070" h="264795">
                <a:moveTo>
                  <a:pt x="111111" y="73493"/>
                </a:moveTo>
                <a:lnTo>
                  <a:pt x="110613" y="72910"/>
                </a:lnTo>
                <a:lnTo>
                  <a:pt x="111111" y="73493"/>
                </a:lnTo>
                <a:close/>
              </a:path>
              <a:path w="179070" h="264795">
                <a:moveTo>
                  <a:pt x="111480" y="73926"/>
                </a:moveTo>
                <a:lnTo>
                  <a:pt x="111111" y="73493"/>
                </a:lnTo>
                <a:lnTo>
                  <a:pt x="110680" y="72910"/>
                </a:lnTo>
                <a:lnTo>
                  <a:pt x="111480" y="73926"/>
                </a:lnTo>
                <a:close/>
              </a:path>
              <a:path w="179070" h="264795">
                <a:moveTo>
                  <a:pt x="158329" y="78879"/>
                </a:moveTo>
                <a:lnTo>
                  <a:pt x="115087" y="78879"/>
                </a:lnTo>
                <a:lnTo>
                  <a:pt x="114261" y="77673"/>
                </a:lnTo>
                <a:lnTo>
                  <a:pt x="111111" y="73493"/>
                </a:lnTo>
                <a:lnTo>
                  <a:pt x="111480" y="73926"/>
                </a:lnTo>
                <a:lnTo>
                  <a:pt x="156005" y="73926"/>
                </a:lnTo>
                <a:lnTo>
                  <a:pt x="158329" y="78879"/>
                </a:lnTo>
                <a:close/>
              </a:path>
              <a:path w="179070" h="264795">
                <a:moveTo>
                  <a:pt x="114630" y="78260"/>
                </a:moveTo>
                <a:lnTo>
                  <a:pt x="114196" y="77673"/>
                </a:lnTo>
                <a:lnTo>
                  <a:pt x="114630" y="78260"/>
                </a:lnTo>
                <a:close/>
              </a:path>
              <a:path w="179070" h="264795">
                <a:moveTo>
                  <a:pt x="115087" y="78879"/>
                </a:moveTo>
                <a:lnTo>
                  <a:pt x="114630" y="78260"/>
                </a:lnTo>
                <a:lnTo>
                  <a:pt x="114261" y="77673"/>
                </a:lnTo>
                <a:lnTo>
                  <a:pt x="115087" y="78879"/>
                </a:lnTo>
                <a:close/>
              </a:path>
              <a:path w="179070" h="264795">
                <a:moveTo>
                  <a:pt x="160743" y="84315"/>
                </a:moveTo>
                <a:lnTo>
                  <a:pt x="118427" y="84315"/>
                </a:lnTo>
                <a:lnTo>
                  <a:pt x="117817" y="83273"/>
                </a:lnTo>
                <a:lnTo>
                  <a:pt x="114630" y="78260"/>
                </a:lnTo>
                <a:lnTo>
                  <a:pt x="115087" y="78879"/>
                </a:lnTo>
                <a:lnTo>
                  <a:pt x="158329" y="78879"/>
                </a:lnTo>
                <a:lnTo>
                  <a:pt x="159664" y="81724"/>
                </a:lnTo>
                <a:lnTo>
                  <a:pt x="160743" y="84315"/>
                </a:lnTo>
                <a:close/>
              </a:path>
              <a:path w="179070" h="264795">
                <a:moveTo>
                  <a:pt x="118086" y="83771"/>
                </a:moveTo>
                <a:lnTo>
                  <a:pt x="117774" y="83273"/>
                </a:lnTo>
                <a:lnTo>
                  <a:pt x="118086" y="83771"/>
                </a:lnTo>
                <a:close/>
              </a:path>
              <a:path w="179070" h="264795">
                <a:moveTo>
                  <a:pt x="118427" y="84315"/>
                </a:moveTo>
                <a:lnTo>
                  <a:pt x="118086" y="83771"/>
                </a:lnTo>
                <a:lnTo>
                  <a:pt x="117817" y="83273"/>
                </a:lnTo>
                <a:lnTo>
                  <a:pt x="118427" y="84315"/>
                </a:lnTo>
                <a:close/>
              </a:path>
              <a:path w="179070" h="264795">
                <a:moveTo>
                  <a:pt x="163288" y="90474"/>
                </a:moveTo>
                <a:lnTo>
                  <a:pt x="121697" y="90462"/>
                </a:lnTo>
                <a:lnTo>
                  <a:pt x="121246" y="89547"/>
                </a:lnTo>
                <a:lnTo>
                  <a:pt x="118086" y="83771"/>
                </a:lnTo>
                <a:lnTo>
                  <a:pt x="118427" y="84315"/>
                </a:lnTo>
                <a:lnTo>
                  <a:pt x="160743" y="84315"/>
                </a:lnTo>
                <a:lnTo>
                  <a:pt x="163288" y="90474"/>
                </a:lnTo>
                <a:close/>
              </a:path>
              <a:path w="179070" h="264795">
                <a:moveTo>
                  <a:pt x="121546" y="90182"/>
                </a:moveTo>
                <a:lnTo>
                  <a:pt x="121203" y="89547"/>
                </a:lnTo>
                <a:lnTo>
                  <a:pt x="121546" y="90182"/>
                </a:lnTo>
                <a:close/>
              </a:path>
              <a:path w="179070" h="264795">
                <a:moveTo>
                  <a:pt x="165753" y="97193"/>
                </a:moveTo>
                <a:lnTo>
                  <a:pt x="124853" y="97193"/>
                </a:lnTo>
                <a:lnTo>
                  <a:pt x="124498" y="96367"/>
                </a:lnTo>
                <a:lnTo>
                  <a:pt x="121546" y="90182"/>
                </a:lnTo>
                <a:lnTo>
                  <a:pt x="121704" y="90474"/>
                </a:lnTo>
                <a:lnTo>
                  <a:pt x="163288" y="90474"/>
                </a:lnTo>
                <a:lnTo>
                  <a:pt x="165753" y="97193"/>
                </a:lnTo>
                <a:close/>
              </a:path>
              <a:path w="179070" h="264795">
                <a:moveTo>
                  <a:pt x="124745" y="96963"/>
                </a:moveTo>
                <a:lnTo>
                  <a:pt x="124464" y="96367"/>
                </a:lnTo>
                <a:lnTo>
                  <a:pt x="124745" y="96963"/>
                </a:lnTo>
                <a:close/>
              </a:path>
              <a:path w="179070" h="264795">
                <a:moveTo>
                  <a:pt x="168145" y="104355"/>
                </a:moveTo>
                <a:lnTo>
                  <a:pt x="127812" y="104355"/>
                </a:lnTo>
                <a:lnTo>
                  <a:pt x="127520" y="103606"/>
                </a:lnTo>
                <a:lnTo>
                  <a:pt x="124745" y="96963"/>
                </a:lnTo>
                <a:lnTo>
                  <a:pt x="124853" y="97193"/>
                </a:lnTo>
                <a:lnTo>
                  <a:pt x="165753" y="97193"/>
                </a:lnTo>
                <a:lnTo>
                  <a:pt x="166293" y="98666"/>
                </a:lnTo>
                <a:lnTo>
                  <a:pt x="168145" y="104355"/>
                </a:lnTo>
                <a:close/>
              </a:path>
              <a:path w="179070" h="264795">
                <a:moveTo>
                  <a:pt x="127669" y="104011"/>
                </a:moveTo>
                <a:lnTo>
                  <a:pt x="127501" y="103606"/>
                </a:lnTo>
                <a:lnTo>
                  <a:pt x="127669" y="104011"/>
                </a:lnTo>
                <a:close/>
              </a:path>
              <a:path w="179070" h="264795">
                <a:moveTo>
                  <a:pt x="170427" y="111810"/>
                </a:moveTo>
                <a:lnTo>
                  <a:pt x="130543" y="111810"/>
                </a:lnTo>
                <a:lnTo>
                  <a:pt x="130301" y="111112"/>
                </a:lnTo>
                <a:lnTo>
                  <a:pt x="127669" y="104011"/>
                </a:lnTo>
                <a:lnTo>
                  <a:pt x="127812" y="104355"/>
                </a:lnTo>
                <a:lnTo>
                  <a:pt x="168145" y="104355"/>
                </a:lnTo>
                <a:lnTo>
                  <a:pt x="169443" y="108343"/>
                </a:lnTo>
                <a:lnTo>
                  <a:pt x="170427" y="111810"/>
                </a:lnTo>
                <a:close/>
              </a:path>
              <a:path w="179070" h="264795">
                <a:moveTo>
                  <a:pt x="130419" y="111474"/>
                </a:moveTo>
                <a:lnTo>
                  <a:pt x="130285" y="111112"/>
                </a:lnTo>
                <a:lnTo>
                  <a:pt x="130419" y="111474"/>
                </a:lnTo>
                <a:close/>
              </a:path>
              <a:path w="179070" h="264795">
                <a:moveTo>
                  <a:pt x="172479" y="119418"/>
                </a:moveTo>
                <a:lnTo>
                  <a:pt x="132994" y="119418"/>
                </a:lnTo>
                <a:lnTo>
                  <a:pt x="130419" y="111474"/>
                </a:lnTo>
                <a:lnTo>
                  <a:pt x="130543" y="111810"/>
                </a:lnTo>
                <a:lnTo>
                  <a:pt x="170427" y="111810"/>
                </a:lnTo>
                <a:lnTo>
                  <a:pt x="171805" y="116662"/>
                </a:lnTo>
                <a:lnTo>
                  <a:pt x="172479" y="119418"/>
                </a:lnTo>
                <a:close/>
              </a:path>
              <a:path w="179070" h="264795">
                <a:moveTo>
                  <a:pt x="174318" y="127063"/>
                </a:moveTo>
                <a:lnTo>
                  <a:pt x="135153" y="127063"/>
                </a:lnTo>
                <a:lnTo>
                  <a:pt x="132868" y="119031"/>
                </a:lnTo>
                <a:lnTo>
                  <a:pt x="132994" y="119418"/>
                </a:lnTo>
                <a:lnTo>
                  <a:pt x="172479" y="119418"/>
                </a:lnTo>
                <a:lnTo>
                  <a:pt x="174142" y="126212"/>
                </a:lnTo>
                <a:lnTo>
                  <a:pt x="174318" y="127063"/>
                </a:lnTo>
                <a:close/>
              </a:path>
              <a:path w="179070" h="264795">
                <a:moveTo>
                  <a:pt x="175861" y="134607"/>
                </a:moveTo>
                <a:lnTo>
                  <a:pt x="136982" y="134607"/>
                </a:lnTo>
                <a:lnTo>
                  <a:pt x="136829" y="133921"/>
                </a:lnTo>
                <a:lnTo>
                  <a:pt x="135037" y="126654"/>
                </a:lnTo>
                <a:lnTo>
                  <a:pt x="135153" y="127063"/>
                </a:lnTo>
                <a:lnTo>
                  <a:pt x="174318" y="127063"/>
                </a:lnTo>
                <a:lnTo>
                  <a:pt x="175735" y="133921"/>
                </a:lnTo>
                <a:lnTo>
                  <a:pt x="175861" y="134607"/>
                </a:lnTo>
                <a:close/>
              </a:path>
              <a:path w="179070" h="264795">
                <a:moveTo>
                  <a:pt x="136913" y="134326"/>
                </a:moveTo>
                <a:lnTo>
                  <a:pt x="136814" y="133921"/>
                </a:lnTo>
                <a:lnTo>
                  <a:pt x="136913" y="134326"/>
                </a:lnTo>
                <a:close/>
              </a:path>
              <a:path w="179070" h="264795">
                <a:moveTo>
                  <a:pt x="177091" y="141909"/>
                </a:moveTo>
                <a:lnTo>
                  <a:pt x="138480" y="141909"/>
                </a:lnTo>
                <a:lnTo>
                  <a:pt x="136913" y="134326"/>
                </a:lnTo>
                <a:lnTo>
                  <a:pt x="136982" y="134607"/>
                </a:lnTo>
                <a:lnTo>
                  <a:pt x="175861" y="134607"/>
                </a:lnTo>
                <a:lnTo>
                  <a:pt x="177091" y="141909"/>
                </a:lnTo>
                <a:close/>
              </a:path>
              <a:path w="179070" h="264795">
                <a:moveTo>
                  <a:pt x="177978" y="148818"/>
                </a:moveTo>
                <a:lnTo>
                  <a:pt x="139611" y="148818"/>
                </a:lnTo>
                <a:lnTo>
                  <a:pt x="139496" y="148018"/>
                </a:lnTo>
                <a:lnTo>
                  <a:pt x="138392" y="141482"/>
                </a:lnTo>
                <a:lnTo>
                  <a:pt x="138480" y="141909"/>
                </a:lnTo>
                <a:lnTo>
                  <a:pt x="177091" y="141909"/>
                </a:lnTo>
                <a:lnTo>
                  <a:pt x="177317" y="143383"/>
                </a:lnTo>
                <a:lnTo>
                  <a:pt x="177978" y="148818"/>
                </a:lnTo>
                <a:close/>
              </a:path>
              <a:path w="179070" h="264795">
                <a:moveTo>
                  <a:pt x="139548" y="148439"/>
                </a:moveTo>
                <a:lnTo>
                  <a:pt x="139478" y="148018"/>
                </a:lnTo>
                <a:lnTo>
                  <a:pt x="139548" y="148439"/>
                </a:lnTo>
                <a:close/>
              </a:path>
              <a:path w="179070" h="264795">
                <a:moveTo>
                  <a:pt x="178549" y="155206"/>
                </a:moveTo>
                <a:lnTo>
                  <a:pt x="140373" y="155206"/>
                </a:lnTo>
                <a:lnTo>
                  <a:pt x="140284" y="154266"/>
                </a:lnTo>
                <a:lnTo>
                  <a:pt x="139548" y="148439"/>
                </a:lnTo>
                <a:lnTo>
                  <a:pt x="139611" y="148818"/>
                </a:lnTo>
                <a:lnTo>
                  <a:pt x="177978" y="148818"/>
                </a:lnTo>
                <a:lnTo>
                  <a:pt x="178193" y="150583"/>
                </a:lnTo>
                <a:lnTo>
                  <a:pt x="178282" y="151536"/>
                </a:lnTo>
                <a:lnTo>
                  <a:pt x="178549" y="155206"/>
                </a:lnTo>
                <a:close/>
              </a:path>
              <a:path w="179070" h="264795">
                <a:moveTo>
                  <a:pt x="140322" y="154789"/>
                </a:moveTo>
                <a:lnTo>
                  <a:pt x="140258" y="154266"/>
                </a:lnTo>
                <a:lnTo>
                  <a:pt x="140322" y="154789"/>
                </a:lnTo>
                <a:close/>
              </a:path>
              <a:path w="179070" h="264795">
                <a:moveTo>
                  <a:pt x="178829" y="160896"/>
                </a:moveTo>
                <a:lnTo>
                  <a:pt x="140766" y="160896"/>
                </a:lnTo>
                <a:lnTo>
                  <a:pt x="140715" y="159727"/>
                </a:lnTo>
                <a:lnTo>
                  <a:pt x="140322" y="154789"/>
                </a:lnTo>
                <a:lnTo>
                  <a:pt x="140373" y="155206"/>
                </a:lnTo>
                <a:lnTo>
                  <a:pt x="178549" y="155206"/>
                </a:lnTo>
                <a:lnTo>
                  <a:pt x="178765" y="158178"/>
                </a:lnTo>
                <a:lnTo>
                  <a:pt x="178829" y="160896"/>
                </a:lnTo>
                <a:close/>
              </a:path>
              <a:path w="179070" h="264795">
                <a:moveTo>
                  <a:pt x="140721" y="160279"/>
                </a:moveTo>
                <a:lnTo>
                  <a:pt x="140681" y="159727"/>
                </a:lnTo>
                <a:lnTo>
                  <a:pt x="140721" y="160279"/>
                </a:lnTo>
                <a:close/>
              </a:path>
              <a:path w="179070" h="264795">
                <a:moveTo>
                  <a:pt x="178857" y="165696"/>
                </a:moveTo>
                <a:lnTo>
                  <a:pt x="140779" y="165696"/>
                </a:lnTo>
                <a:lnTo>
                  <a:pt x="140817" y="164134"/>
                </a:lnTo>
                <a:lnTo>
                  <a:pt x="140721" y="160279"/>
                </a:lnTo>
                <a:lnTo>
                  <a:pt x="140766" y="160896"/>
                </a:lnTo>
                <a:lnTo>
                  <a:pt x="178829" y="160896"/>
                </a:lnTo>
                <a:lnTo>
                  <a:pt x="178857" y="165696"/>
                </a:lnTo>
                <a:close/>
              </a:path>
              <a:path w="179070" h="264795">
                <a:moveTo>
                  <a:pt x="140770" y="164805"/>
                </a:moveTo>
                <a:lnTo>
                  <a:pt x="140762" y="164134"/>
                </a:lnTo>
                <a:lnTo>
                  <a:pt x="140770" y="164805"/>
                </a:lnTo>
                <a:close/>
              </a:path>
              <a:path w="179070" h="264795">
                <a:moveTo>
                  <a:pt x="178648" y="169329"/>
                </a:moveTo>
                <a:lnTo>
                  <a:pt x="140449" y="169329"/>
                </a:lnTo>
                <a:lnTo>
                  <a:pt x="140639" y="167678"/>
                </a:lnTo>
                <a:lnTo>
                  <a:pt x="140623" y="166877"/>
                </a:lnTo>
                <a:lnTo>
                  <a:pt x="140770" y="164805"/>
                </a:lnTo>
                <a:lnTo>
                  <a:pt x="140779" y="165696"/>
                </a:lnTo>
                <a:lnTo>
                  <a:pt x="178857" y="165696"/>
                </a:lnTo>
                <a:lnTo>
                  <a:pt x="178770" y="167678"/>
                </a:lnTo>
                <a:lnTo>
                  <a:pt x="178648" y="169329"/>
                </a:lnTo>
                <a:close/>
              </a:path>
              <a:path w="179070" h="264795">
                <a:moveTo>
                  <a:pt x="140507" y="168508"/>
                </a:moveTo>
                <a:lnTo>
                  <a:pt x="140566" y="167678"/>
                </a:lnTo>
                <a:lnTo>
                  <a:pt x="140507" y="168508"/>
                </a:lnTo>
                <a:close/>
              </a:path>
              <a:path w="179070" h="264795">
                <a:moveTo>
                  <a:pt x="140484" y="168833"/>
                </a:moveTo>
                <a:lnTo>
                  <a:pt x="140507" y="168508"/>
                </a:lnTo>
                <a:lnTo>
                  <a:pt x="140639" y="167678"/>
                </a:lnTo>
                <a:lnTo>
                  <a:pt x="140521" y="168674"/>
                </a:lnTo>
                <a:lnTo>
                  <a:pt x="140484" y="168833"/>
                </a:lnTo>
                <a:close/>
              </a:path>
              <a:path w="179070" h="264795">
                <a:moveTo>
                  <a:pt x="140527" y="168650"/>
                </a:moveTo>
                <a:close/>
              </a:path>
              <a:path w="179070" h="264795">
                <a:moveTo>
                  <a:pt x="140205" y="170764"/>
                </a:moveTo>
                <a:lnTo>
                  <a:pt x="140030" y="170764"/>
                </a:lnTo>
                <a:lnTo>
                  <a:pt x="140169" y="170421"/>
                </a:lnTo>
                <a:lnTo>
                  <a:pt x="140192" y="170226"/>
                </a:lnTo>
                <a:lnTo>
                  <a:pt x="140296" y="169938"/>
                </a:lnTo>
                <a:lnTo>
                  <a:pt x="140315" y="169760"/>
                </a:lnTo>
                <a:lnTo>
                  <a:pt x="140423" y="169341"/>
                </a:lnTo>
                <a:lnTo>
                  <a:pt x="140478" y="168913"/>
                </a:lnTo>
                <a:lnTo>
                  <a:pt x="140449" y="169329"/>
                </a:lnTo>
                <a:lnTo>
                  <a:pt x="178648" y="169329"/>
                </a:lnTo>
                <a:lnTo>
                  <a:pt x="178552" y="170649"/>
                </a:lnTo>
                <a:lnTo>
                  <a:pt x="140296" y="170649"/>
                </a:lnTo>
                <a:close/>
              </a:path>
              <a:path w="179070" h="264795">
                <a:moveTo>
                  <a:pt x="140198" y="170048"/>
                </a:moveTo>
                <a:lnTo>
                  <a:pt x="140395" y="169212"/>
                </a:lnTo>
                <a:lnTo>
                  <a:pt x="140290" y="169760"/>
                </a:lnTo>
                <a:lnTo>
                  <a:pt x="140198" y="170048"/>
                </a:lnTo>
                <a:close/>
              </a:path>
              <a:path w="179070" h="264795">
                <a:moveTo>
                  <a:pt x="140354" y="169560"/>
                </a:moveTo>
                <a:lnTo>
                  <a:pt x="140396" y="169341"/>
                </a:lnTo>
                <a:lnTo>
                  <a:pt x="140354" y="169560"/>
                </a:lnTo>
                <a:close/>
              </a:path>
              <a:path w="179070" h="264795">
                <a:moveTo>
                  <a:pt x="140126" y="170354"/>
                </a:moveTo>
                <a:lnTo>
                  <a:pt x="140325" y="169650"/>
                </a:lnTo>
                <a:lnTo>
                  <a:pt x="140228" y="170048"/>
                </a:lnTo>
                <a:lnTo>
                  <a:pt x="140126" y="170354"/>
                </a:lnTo>
                <a:close/>
              </a:path>
              <a:path w="179070" h="264795">
                <a:moveTo>
                  <a:pt x="140271" y="169989"/>
                </a:moveTo>
                <a:lnTo>
                  <a:pt x="140307" y="169760"/>
                </a:lnTo>
                <a:lnTo>
                  <a:pt x="140271" y="169989"/>
                </a:lnTo>
                <a:close/>
              </a:path>
              <a:path w="179070" h="264795">
                <a:moveTo>
                  <a:pt x="140276" y="169989"/>
                </a:moveTo>
                <a:close/>
              </a:path>
              <a:path w="179070" h="264795">
                <a:moveTo>
                  <a:pt x="140178" y="170226"/>
                </a:moveTo>
                <a:lnTo>
                  <a:pt x="140244" y="169989"/>
                </a:lnTo>
                <a:lnTo>
                  <a:pt x="140178" y="170226"/>
                </a:lnTo>
                <a:close/>
              </a:path>
              <a:path w="179070" h="264795">
                <a:moveTo>
                  <a:pt x="140011" y="170636"/>
                </a:moveTo>
                <a:lnTo>
                  <a:pt x="140198" y="170048"/>
                </a:lnTo>
                <a:lnTo>
                  <a:pt x="140099" y="170421"/>
                </a:lnTo>
                <a:lnTo>
                  <a:pt x="140011" y="170636"/>
                </a:lnTo>
                <a:close/>
              </a:path>
              <a:path w="179070" h="264795">
                <a:moveTo>
                  <a:pt x="139932" y="170882"/>
                </a:moveTo>
                <a:lnTo>
                  <a:pt x="140126" y="170354"/>
                </a:lnTo>
                <a:lnTo>
                  <a:pt x="140006" y="170738"/>
                </a:lnTo>
                <a:lnTo>
                  <a:pt x="139932" y="170882"/>
                </a:lnTo>
                <a:close/>
              </a:path>
              <a:path w="179070" h="264795">
                <a:moveTo>
                  <a:pt x="140072" y="170609"/>
                </a:moveTo>
                <a:lnTo>
                  <a:pt x="140125" y="170421"/>
                </a:lnTo>
                <a:lnTo>
                  <a:pt x="140072" y="170609"/>
                </a:lnTo>
                <a:close/>
              </a:path>
              <a:path w="179070" h="264795">
                <a:moveTo>
                  <a:pt x="139823" y="171094"/>
                </a:moveTo>
                <a:lnTo>
                  <a:pt x="140011" y="170636"/>
                </a:lnTo>
                <a:lnTo>
                  <a:pt x="139913" y="170919"/>
                </a:lnTo>
                <a:lnTo>
                  <a:pt x="139823" y="171094"/>
                </a:lnTo>
                <a:close/>
              </a:path>
              <a:path w="179070" h="264795">
                <a:moveTo>
                  <a:pt x="139786" y="171373"/>
                </a:moveTo>
                <a:lnTo>
                  <a:pt x="139878" y="171174"/>
                </a:lnTo>
                <a:lnTo>
                  <a:pt x="140296" y="170649"/>
                </a:lnTo>
                <a:lnTo>
                  <a:pt x="139786" y="171373"/>
                </a:lnTo>
                <a:close/>
              </a:path>
              <a:path w="179070" h="264795">
                <a:moveTo>
                  <a:pt x="139571" y="171831"/>
                </a:moveTo>
                <a:lnTo>
                  <a:pt x="139683" y="171519"/>
                </a:lnTo>
                <a:lnTo>
                  <a:pt x="140296" y="170649"/>
                </a:lnTo>
                <a:lnTo>
                  <a:pt x="178552" y="170649"/>
                </a:lnTo>
                <a:lnTo>
                  <a:pt x="178479" y="171640"/>
                </a:lnTo>
                <a:lnTo>
                  <a:pt x="139776" y="171640"/>
                </a:lnTo>
                <a:lnTo>
                  <a:pt x="139571" y="171831"/>
                </a:lnTo>
                <a:close/>
              </a:path>
              <a:path w="179070" h="264795">
                <a:moveTo>
                  <a:pt x="140144" y="170840"/>
                </a:moveTo>
                <a:lnTo>
                  <a:pt x="139977" y="170840"/>
                </a:lnTo>
                <a:lnTo>
                  <a:pt x="140048" y="170684"/>
                </a:lnTo>
                <a:lnTo>
                  <a:pt x="140205" y="170764"/>
                </a:lnTo>
                <a:close/>
              </a:path>
              <a:path w="179070" h="264795">
                <a:moveTo>
                  <a:pt x="139886" y="171070"/>
                </a:moveTo>
                <a:lnTo>
                  <a:pt x="139977" y="170840"/>
                </a:lnTo>
                <a:lnTo>
                  <a:pt x="139886" y="171070"/>
                </a:lnTo>
                <a:close/>
              </a:path>
              <a:path w="179070" h="264795">
                <a:moveTo>
                  <a:pt x="139823" y="171242"/>
                </a:moveTo>
                <a:lnTo>
                  <a:pt x="140030" y="170840"/>
                </a:lnTo>
                <a:lnTo>
                  <a:pt x="139823" y="171242"/>
                </a:lnTo>
                <a:close/>
              </a:path>
              <a:path w="179070" h="264795">
                <a:moveTo>
                  <a:pt x="139734" y="171313"/>
                </a:moveTo>
                <a:lnTo>
                  <a:pt x="139932" y="170882"/>
                </a:lnTo>
                <a:lnTo>
                  <a:pt x="139821" y="171174"/>
                </a:lnTo>
                <a:lnTo>
                  <a:pt x="139734" y="171313"/>
                </a:lnTo>
                <a:close/>
              </a:path>
              <a:path w="179070" h="264795">
                <a:moveTo>
                  <a:pt x="139609" y="171510"/>
                </a:moveTo>
                <a:lnTo>
                  <a:pt x="139823" y="171094"/>
                </a:lnTo>
                <a:lnTo>
                  <a:pt x="139715" y="171342"/>
                </a:lnTo>
                <a:lnTo>
                  <a:pt x="139609" y="171510"/>
                </a:lnTo>
                <a:close/>
              </a:path>
              <a:path w="179070" h="264795">
                <a:moveTo>
                  <a:pt x="139776" y="171373"/>
                </a:moveTo>
                <a:close/>
              </a:path>
              <a:path w="179070" h="264795">
                <a:moveTo>
                  <a:pt x="139631" y="171593"/>
                </a:moveTo>
                <a:lnTo>
                  <a:pt x="139732" y="171373"/>
                </a:lnTo>
                <a:lnTo>
                  <a:pt x="139631" y="171593"/>
                </a:lnTo>
                <a:close/>
              </a:path>
              <a:path w="179070" h="264795">
                <a:moveTo>
                  <a:pt x="139394" y="171929"/>
                </a:moveTo>
                <a:lnTo>
                  <a:pt x="139605" y="171519"/>
                </a:lnTo>
                <a:lnTo>
                  <a:pt x="139394" y="171929"/>
                </a:lnTo>
                <a:close/>
              </a:path>
              <a:path w="179070" h="264795">
                <a:moveTo>
                  <a:pt x="139473" y="171817"/>
                </a:moveTo>
                <a:lnTo>
                  <a:pt x="139666" y="171477"/>
                </a:lnTo>
                <a:lnTo>
                  <a:pt x="139598" y="171640"/>
                </a:lnTo>
                <a:lnTo>
                  <a:pt x="139473" y="171817"/>
                </a:lnTo>
                <a:close/>
              </a:path>
              <a:path w="179070" h="264795">
                <a:moveTo>
                  <a:pt x="138731" y="172611"/>
                </a:moveTo>
                <a:lnTo>
                  <a:pt x="139609" y="171510"/>
                </a:lnTo>
                <a:lnTo>
                  <a:pt x="139174" y="172199"/>
                </a:lnTo>
                <a:lnTo>
                  <a:pt x="138731" y="172611"/>
                </a:lnTo>
                <a:close/>
              </a:path>
              <a:path w="179070" h="264795">
                <a:moveTo>
                  <a:pt x="139186" y="172188"/>
                </a:moveTo>
                <a:lnTo>
                  <a:pt x="139605" y="171519"/>
                </a:lnTo>
                <a:lnTo>
                  <a:pt x="139394" y="171929"/>
                </a:lnTo>
                <a:lnTo>
                  <a:pt x="139186" y="172188"/>
                </a:lnTo>
                <a:close/>
              </a:path>
              <a:path w="179070" h="264795">
                <a:moveTo>
                  <a:pt x="139522" y="171831"/>
                </a:moveTo>
                <a:lnTo>
                  <a:pt x="139603" y="171633"/>
                </a:lnTo>
                <a:lnTo>
                  <a:pt x="139522" y="171831"/>
                </a:lnTo>
                <a:close/>
              </a:path>
              <a:path w="179070" h="264795">
                <a:moveTo>
                  <a:pt x="139255" y="172199"/>
                </a:moveTo>
                <a:lnTo>
                  <a:pt x="139346" y="172039"/>
                </a:lnTo>
                <a:lnTo>
                  <a:pt x="139776" y="171640"/>
                </a:lnTo>
                <a:lnTo>
                  <a:pt x="139255" y="172199"/>
                </a:lnTo>
                <a:close/>
              </a:path>
              <a:path w="179070" h="264795">
                <a:moveTo>
                  <a:pt x="178397" y="172504"/>
                </a:moveTo>
                <a:lnTo>
                  <a:pt x="138988" y="172504"/>
                </a:lnTo>
                <a:lnTo>
                  <a:pt x="139776" y="171640"/>
                </a:lnTo>
                <a:lnTo>
                  <a:pt x="178479" y="171640"/>
                </a:lnTo>
                <a:lnTo>
                  <a:pt x="178397" y="172504"/>
                </a:lnTo>
                <a:close/>
              </a:path>
              <a:path w="179070" h="264795">
                <a:moveTo>
                  <a:pt x="139346" y="172039"/>
                </a:moveTo>
                <a:lnTo>
                  <a:pt x="139465" y="171831"/>
                </a:lnTo>
                <a:lnTo>
                  <a:pt x="139346" y="172039"/>
                </a:lnTo>
                <a:close/>
              </a:path>
              <a:path w="179070" h="264795">
                <a:moveTo>
                  <a:pt x="139259" y="172120"/>
                </a:moveTo>
                <a:lnTo>
                  <a:pt x="139394" y="171929"/>
                </a:lnTo>
                <a:lnTo>
                  <a:pt x="139311" y="172072"/>
                </a:lnTo>
                <a:close/>
              </a:path>
              <a:path w="179070" h="264795">
                <a:moveTo>
                  <a:pt x="139255" y="172199"/>
                </a:moveTo>
                <a:lnTo>
                  <a:pt x="139329" y="172055"/>
                </a:lnTo>
                <a:lnTo>
                  <a:pt x="139255" y="172199"/>
                </a:lnTo>
                <a:close/>
              </a:path>
              <a:path w="179070" h="264795">
                <a:moveTo>
                  <a:pt x="139023" y="172448"/>
                </a:moveTo>
                <a:lnTo>
                  <a:pt x="139179" y="172199"/>
                </a:lnTo>
                <a:lnTo>
                  <a:pt x="139023" y="172448"/>
                </a:lnTo>
                <a:close/>
              </a:path>
              <a:path w="179070" h="264795">
                <a:moveTo>
                  <a:pt x="138382" y="173047"/>
                </a:moveTo>
                <a:lnTo>
                  <a:pt x="138731" y="172611"/>
                </a:lnTo>
                <a:lnTo>
                  <a:pt x="139186" y="172188"/>
                </a:lnTo>
                <a:lnTo>
                  <a:pt x="138971" y="172504"/>
                </a:lnTo>
                <a:lnTo>
                  <a:pt x="138637" y="172863"/>
                </a:lnTo>
                <a:lnTo>
                  <a:pt x="138382" y="173047"/>
                </a:lnTo>
                <a:close/>
              </a:path>
              <a:path w="179070" h="264795">
                <a:moveTo>
                  <a:pt x="139041" y="172429"/>
                </a:moveTo>
                <a:lnTo>
                  <a:pt x="139203" y="172199"/>
                </a:lnTo>
                <a:lnTo>
                  <a:pt x="139041" y="172429"/>
                </a:lnTo>
                <a:close/>
              </a:path>
              <a:path w="179070" h="264795">
                <a:moveTo>
                  <a:pt x="178263" y="173672"/>
                </a:moveTo>
                <a:lnTo>
                  <a:pt x="137883" y="173672"/>
                </a:lnTo>
                <a:lnTo>
                  <a:pt x="138651" y="172863"/>
                </a:lnTo>
                <a:lnTo>
                  <a:pt x="139023" y="172448"/>
                </a:lnTo>
                <a:lnTo>
                  <a:pt x="178397" y="172504"/>
                </a:lnTo>
                <a:lnTo>
                  <a:pt x="178263" y="173672"/>
                </a:lnTo>
                <a:close/>
              </a:path>
              <a:path w="179070" h="264795">
                <a:moveTo>
                  <a:pt x="137830" y="173447"/>
                </a:moveTo>
                <a:lnTo>
                  <a:pt x="138731" y="172611"/>
                </a:lnTo>
                <a:lnTo>
                  <a:pt x="138382" y="173047"/>
                </a:lnTo>
                <a:lnTo>
                  <a:pt x="137830" y="173447"/>
                </a:lnTo>
                <a:close/>
              </a:path>
              <a:path w="179070" h="264795">
                <a:moveTo>
                  <a:pt x="138637" y="172863"/>
                </a:moveTo>
                <a:close/>
              </a:path>
              <a:path w="179070" h="264795">
                <a:moveTo>
                  <a:pt x="138295" y="173157"/>
                </a:moveTo>
                <a:lnTo>
                  <a:pt x="138637" y="172863"/>
                </a:lnTo>
                <a:lnTo>
                  <a:pt x="138295" y="173157"/>
                </a:lnTo>
                <a:close/>
              </a:path>
              <a:path w="179070" h="264795">
                <a:moveTo>
                  <a:pt x="137883" y="173672"/>
                </a:moveTo>
                <a:lnTo>
                  <a:pt x="138295" y="173157"/>
                </a:lnTo>
                <a:lnTo>
                  <a:pt x="138592" y="172911"/>
                </a:lnTo>
                <a:lnTo>
                  <a:pt x="137883" y="173672"/>
                </a:lnTo>
                <a:close/>
              </a:path>
              <a:path w="179070" h="264795">
                <a:moveTo>
                  <a:pt x="136918" y="174294"/>
                </a:moveTo>
                <a:lnTo>
                  <a:pt x="137830" y="173447"/>
                </a:lnTo>
                <a:lnTo>
                  <a:pt x="138382" y="173047"/>
                </a:lnTo>
                <a:lnTo>
                  <a:pt x="136918" y="174294"/>
                </a:lnTo>
                <a:close/>
              </a:path>
              <a:path w="179070" h="264795">
                <a:moveTo>
                  <a:pt x="178166" y="174294"/>
                </a:moveTo>
                <a:lnTo>
                  <a:pt x="136918" y="174294"/>
                </a:lnTo>
                <a:lnTo>
                  <a:pt x="138295" y="173157"/>
                </a:lnTo>
                <a:lnTo>
                  <a:pt x="137883" y="173672"/>
                </a:lnTo>
                <a:lnTo>
                  <a:pt x="178263" y="173672"/>
                </a:lnTo>
                <a:lnTo>
                  <a:pt x="178166" y="174294"/>
                </a:lnTo>
                <a:close/>
              </a:path>
              <a:path w="179070" h="264795">
                <a:moveTo>
                  <a:pt x="136268" y="174579"/>
                </a:moveTo>
                <a:lnTo>
                  <a:pt x="137830" y="173447"/>
                </a:lnTo>
                <a:lnTo>
                  <a:pt x="137137" y="174091"/>
                </a:lnTo>
                <a:lnTo>
                  <a:pt x="136268" y="174579"/>
                </a:lnTo>
                <a:close/>
              </a:path>
              <a:path w="179070" h="264795">
                <a:moveTo>
                  <a:pt x="135521" y="175120"/>
                </a:moveTo>
                <a:lnTo>
                  <a:pt x="136268" y="174579"/>
                </a:lnTo>
                <a:lnTo>
                  <a:pt x="137109" y="174091"/>
                </a:lnTo>
                <a:lnTo>
                  <a:pt x="135521" y="175120"/>
                </a:lnTo>
                <a:close/>
              </a:path>
              <a:path w="179070" h="264795">
                <a:moveTo>
                  <a:pt x="178034" y="175120"/>
                </a:moveTo>
                <a:lnTo>
                  <a:pt x="135521" y="175120"/>
                </a:lnTo>
                <a:lnTo>
                  <a:pt x="137109" y="174091"/>
                </a:lnTo>
                <a:lnTo>
                  <a:pt x="136918" y="174294"/>
                </a:lnTo>
                <a:lnTo>
                  <a:pt x="178166" y="174294"/>
                </a:lnTo>
                <a:lnTo>
                  <a:pt x="178034" y="175120"/>
                </a:lnTo>
                <a:close/>
              </a:path>
              <a:path w="179070" h="264795">
                <a:moveTo>
                  <a:pt x="177863" y="176161"/>
                </a:moveTo>
                <a:lnTo>
                  <a:pt x="133540" y="176161"/>
                </a:lnTo>
                <a:lnTo>
                  <a:pt x="134823" y="175475"/>
                </a:lnTo>
                <a:lnTo>
                  <a:pt x="136268" y="174579"/>
                </a:lnTo>
                <a:lnTo>
                  <a:pt x="135521" y="175120"/>
                </a:lnTo>
                <a:lnTo>
                  <a:pt x="178034" y="175120"/>
                </a:lnTo>
                <a:lnTo>
                  <a:pt x="177863" y="176161"/>
                </a:lnTo>
                <a:close/>
              </a:path>
              <a:path w="179070" h="264795">
                <a:moveTo>
                  <a:pt x="134218" y="175768"/>
                </a:moveTo>
                <a:lnTo>
                  <a:pt x="134722" y="175475"/>
                </a:lnTo>
                <a:lnTo>
                  <a:pt x="134218" y="175768"/>
                </a:lnTo>
                <a:close/>
              </a:path>
              <a:path w="179070" h="264795">
                <a:moveTo>
                  <a:pt x="133540" y="176161"/>
                </a:moveTo>
                <a:lnTo>
                  <a:pt x="134218" y="175768"/>
                </a:lnTo>
                <a:lnTo>
                  <a:pt x="134823" y="175475"/>
                </a:lnTo>
                <a:lnTo>
                  <a:pt x="133540" y="176161"/>
                </a:lnTo>
                <a:close/>
              </a:path>
              <a:path w="179070" h="264795">
                <a:moveTo>
                  <a:pt x="177622" y="177355"/>
                </a:moveTo>
                <a:lnTo>
                  <a:pt x="130936" y="177355"/>
                </a:lnTo>
                <a:lnTo>
                  <a:pt x="131902" y="176923"/>
                </a:lnTo>
                <a:lnTo>
                  <a:pt x="134218" y="175768"/>
                </a:lnTo>
                <a:lnTo>
                  <a:pt x="133540" y="176161"/>
                </a:lnTo>
                <a:lnTo>
                  <a:pt x="177863" y="176161"/>
                </a:lnTo>
                <a:lnTo>
                  <a:pt x="177622" y="177355"/>
                </a:lnTo>
                <a:close/>
              </a:path>
              <a:path w="179070" h="264795">
                <a:moveTo>
                  <a:pt x="131398" y="177132"/>
                </a:moveTo>
                <a:lnTo>
                  <a:pt x="131829" y="176923"/>
                </a:lnTo>
                <a:lnTo>
                  <a:pt x="131398" y="177132"/>
                </a:lnTo>
                <a:close/>
              </a:path>
              <a:path w="179070" h="264795">
                <a:moveTo>
                  <a:pt x="130936" y="177355"/>
                </a:moveTo>
                <a:lnTo>
                  <a:pt x="131398" y="177132"/>
                </a:lnTo>
                <a:lnTo>
                  <a:pt x="131902" y="176923"/>
                </a:lnTo>
                <a:lnTo>
                  <a:pt x="130936" y="177355"/>
                </a:lnTo>
                <a:close/>
              </a:path>
              <a:path w="179070" h="264795">
                <a:moveTo>
                  <a:pt x="177322" y="178638"/>
                </a:moveTo>
                <a:lnTo>
                  <a:pt x="127761" y="178638"/>
                </a:lnTo>
                <a:lnTo>
                  <a:pt x="128397" y="178384"/>
                </a:lnTo>
                <a:lnTo>
                  <a:pt x="131398" y="177132"/>
                </a:lnTo>
                <a:lnTo>
                  <a:pt x="130936" y="177355"/>
                </a:lnTo>
                <a:lnTo>
                  <a:pt x="177622" y="177355"/>
                </a:lnTo>
                <a:lnTo>
                  <a:pt x="177322" y="178638"/>
                </a:lnTo>
                <a:close/>
              </a:path>
              <a:path w="179070" h="264795">
                <a:moveTo>
                  <a:pt x="128178" y="178465"/>
                </a:moveTo>
                <a:lnTo>
                  <a:pt x="128375" y="178384"/>
                </a:lnTo>
                <a:lnTo>
                  <a:pt x="128178" y="178465"/>
                </a:lnTo>
                <a:close/>
              </a:path>
              <a:path w="179070" h="264795">
                <a:moveTo>
                  <a:pt x="168399" y="196507"/>
                </a:moveTo>
                <a:lnTo>
                  <a:pt x="83629" y="196507"/>
                </a:lnTo>
                <a:lnTo>
                  <a:pt x="84239" y="196227"/>
                </a:lnTo>
                <a:lnTo>
                  <a:pt x="94233" y="191541"/>
                </a:lnTo>
                <a:lnTo>
                  <a:pt x="99021" y="189306"/>
                </a:lnTo>
                <a:lnTo>
                  <a:pt x="99796" y="188963"/>
                </a:lnTo>
                <a:lnTo>
                  <a:pt x="104622" y="186956"/>
                </a:lnTo>
                <a:lnTo>
                  <a:pt x="115349" y="183032"/>
                </a:lnTo>
                <a:lnTo>
                  <a:pt x="124447" y="179870"/>
                </a:lnTo>
                <a:lnTo>
                  <a:pt x="128178" y="178465"/>
                </a:lnTo>
                <a:lnTo>
                  <a:pt x="127761" y="178638"/>
                </a:lnTo>
                <a:lnTo>
                  <a:pt x="177322" y="178638"/>
                </a:lnTo>
                <a:lnTo>
                  <a:pt x="170040" y="194462"/>
                </a:lnTo>
                <a:lnTo>
                  <a:pt x="168399" y="196507"/>
                </a:lnTo>
                <a:close/>
              </a:path>
              <a:path w="179070" h="264795">
                <a:moveTo>
                  <a:pt x="124040" y="180009"/>
                </a:moveTo>
                <a:lnTo>
                  <a:pt x="124415" y="179870"/>
                </a:lnTo>
                <a:lnTo>
                  <a:pt x="124040" y="180009"/>
                </a:lnTo>
                <a:close/>
              </a:path>
              <a:path w="179070" h="264795">
                <a:moveTo>
                  <a:pt x="84100" y="196286"/>
                </a:moveTo>
                <a:lnTo>
                  <a:pt x="84239" y="196227"/>
                </a:lnTo>
                <a:lnTo>
                  <a:pt x="84100" y="196286"/>
                </a:lnTo>
                <a:close/>
              </a:path>
              <a:path w="179070" h="264795">
                <a:moveTo>
                  <a:pt x="156830" y="206654"/>
                </a:moveTo>
                <a:lnTo>
                  <a:pt x="58940" y="206654"/>
                </a:lnTo>
                <a:lnTo>
                  <a:pt x="59169" y="206565"/>
                </a:lnTo>
                <a:lnTo>
                  <a:pt x="72301" y="201307"/>
                </a:lnTo>
                <a:lnTo>
                  <a:pt x="84100" y="196286"/>
                </a:lnTo>
                <a:lnTo>
                  <a:pt x="83629" y="196507"/>
                </a:lnTo>
                <a:lnTo>
                  <a:pt x="168399" y="196507"/>
                </a:lnTo>
                <a:lnTo>
                  <a:pt x="167614" y="197485"/>
                </a:lnTo>
                <a:lnTo>
                  <a:pt x="165722" y="199529"/>
                </a:lnTo>
                <a:lnTo>
                  <a:pt x="162877" y="202184"/>
                </a:lnTo>
                <a:lnTo>
                  <a:pt x="161048" y="203682"/>
                </a:lnTo>
                <a:lnTo>
                  <a:pt x="157810" y="206019"/>
                </a:lnTo>
                <a:lnTo>
                  <a:pt x="156830" y="206654"/>
                </a:lnTo>
                <a:close/>
              </a:path>
              <a:path w="179070" h="264795">
                <a:moveTo>
                  <a:pt x="71920" y="201460"/>
                </a:moveTo>
                <a:lnTo>
                  <a:pt x="72278" y="201307"/>
                </a:lnTo>
                <a:lnTo>
                  <a:pt x="71920" y="201460"/>
                </a:lnTo>
                <a:close/>
              </a:path>
              <a:path w="179070" h="264795">
                <a:moveTo>
                  <a:pt x="58990" y="206634"/>
                </a:moveTo>
                <a:lnTo>
                  <a:pt x="59162" y="206565"/>
                </a:lnTo>
                <a:lnTo>
                  <a:pt x="58990" y="206634"/>
                </a:lnTo>
                <a:close/>
              </a:path>
              <a:path w="179070" h="264795">
                <a:moveTo>
                  <a:pt x="14097" y="264591"/>
                </a:moveTo>
                <a:lnTo>
                  <a:pt x="0" y="229209"/>
                </a:lnTo>
                <a:lnTo>
                  <a:pt x="8788" y="225704"/>
                </a:lnTo>
                <a:lnTo>
                  <a:pt x="26318" y="219056"/>
                </a:lnTo>
                <a:lnTo>
                  <a:pt x="45580" y="211810"/>
                </a:lnTo>
                <a:lnTo>
                  <a:pt x="58990" y="206634"/>
                </a:lnTo>
                <a:lnTo>
                  <a:pt x="156830" y="206654"/>
                </a:lnTo>
                <a:lnTo>
                  <a:pt x="127750" y="219062"/>
                </a:lnTo>
                <a:lnTo>
                  <a:pt x="119253" y="222161"/>
                </a:lnTo>
                <a:lnTo>
                  <a:pt x="118452" y="222453"/>
                </a:lnTo>
                <a:lnTo>
                  <a:pt x="115218" y="223812"/>
                </a:lnTo>
                <a:lnTo>
                  <a:pt x="114388" y="224155"/>
                </a:lnTo>
                <a:lnTo>
                  <a:pt x="99148" y="231292"/>
                </a:lnTo>
                <a:lnTo>
                  <a:pt x="86461" y="236677"/>
                </a:lnTo>
                <a:lnTo>
                  <a:pt x="72872" y="242112"/>
                </a:lnTo>
                <a:lnTo>
                  <a:pt x="22639" y="261200"/>
                </a:lnTo>
                <a:lnTo>
                  <a:pt x="14097" y="264591"/>
                </a:lnTo>
                <a:close/>
              </a:path>
              <a:path w="179070" h="264795">
                <a:moveTo>
                  <a:pt x="45440" y="211861"/>
                </a:moveTo>
                <a:lnTo>
                  <a:pt x="45572" y="211810"/>
                </a:lnTo>
                <a:lnTo>
                  <a:pt x="45440" y="211861"/>
                </a:lnTo>
                <a:close/>
              </a:path>
              <a:path w="179070" h="264795">
                <a:moveTo>
                  <a:pt x="127766" y="219056"/>
                </a:moveTo>
                <a:lnTo>
                  <a:pt x="128028" y="218960"/>
                </a:lnTo>
                <a:lnTo>
                  <a:pt x="127766" y="219056"/>
                </a:lnTo>
                <a:close/>
              </a:path>
              <a:path w="179070" h="264795">
                <a:moveTo>
                  <a:pt x="127750" y="219062"/>
                </a:moveTo>
                <a:close/>
              </a:path>
              <a:path w="179070" h="264795">
                <a:moveTo>
                  <a:pt x="118922" y="222282"/>
                </a:moveTo>
                <a:lnTo>
                  <a:pt x="119214" y="222161"/>
                </a:lnTo>
                <a:lnTo>
                  <a:pt x="118922" y="222282"/>
                </a:lnTo>
                <a:close/>
              </a:path>
              <a:path w="179070" h="264795">
                <a:moveTo>
                  <a:pt x="118507" y="222453"/>
                </a:moveTo>
                <a:lnTo>
                  <a:pt x="118922" y="222282"/>
                </a:lnTo>
                <a:lnTo>
                  <a:pt x="118507" y="222453"/>
                </a:lnTo>
                <a:close/>
              </a:path>
              <a:path w="179070" h="264795">
                <a:moveTo>
                  <a:pt x="114740" y="224009"/>
                </a:moveTo>
                <a:lnTo>
                  <a:pt x="115163" y="223812"/>
                </a:lnTo>
                <a:lnTo>
                  <a:pt x="114740" y="224009"/>
                </a:lnTo>
                <a:close/>
              </a:path>
              <a:path w="179070" h="264795">
                <a:moveTo>
                  <a:pt x="114429" y="224155"/>
                </a:moveTo>
                <a:lnTo>
                  <a:pt x="114740" y="224009"/>
                </a:lnTo>
                <a:lnTo>
                  <a:pt x="114429" y="224155"/>
                </a:lnTo>
                <a:close/>
              </a:path>
              <a:path w="179070" h="264795">
                <a:moveTo>
                  <a:pt x="33108" y="257213"/>
                </a:moveTo>
                <a:close/>
              </a:path>
              <a:path w="179070" h="264795">
                <a:moveTo>
                  <a:pt x="22339" y="261315"/>
                </a:moveTo>
                <a:lnTo>
                  <a:pt x="22618" y="261200"/>
                </a:lnTo>
                <a:lnTo>
                  <a:pt x="22339" y="2613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084262" y="2764967"/>
            <a:ext cx="770890" cy="1724660"/>
          </a:xfrm>
          <a:custGeom>
            <a:avLst/>
            <a:gdLst/>
            <a:ahLst/>
            <a:cxnLst/>
            <a:rect l="l" t="t" r="r" b="b"/>
            <a:pathLst>
              <a:path w="770890" h="1724660">
                <a:moveTo>
                  <a:pt x="8483" y="388073"/>
                </a:moveTo>
                <a:lnTo>
                  <a:pt x="0" y="383730"/>
                </a:lnTo>
                <a:lnTo>
                  <a:pt x="4343" y="375259"/>
                </a:lnTo>
                <a:lnTo>
                  <a:pt x="12814" y="379590"/>
                </a:lnTo>
                <a:lnTo>
                  <a:pt x="8483" y="388073"/>
                </a:lnTo>
                <a:close/>
              </a:path>
              <a:path w="770890" h="1724660">
                <a:moveTo>
                  <a:pt x="17157" y="371106"/>
                </a:moveTo>
                <a:lnTo>
                  <a:pt x="8674" y="366775"/>
                </a:lnTo>
                <a:lnTo>
                  <a:pt x="13004" y="358292"/>
                </a:lnTo>
                <a:lnTo>
                  <a:pt x="21488" y="362623"/>
                </a:lnTo>
                <a:lnTo>
                  <a:pt x="17157" y="371106"/>
                </a:lnTo>
                <a:close/>
              </a:path>
              <a:path w="770890" h="1724660">
                <a:moveTo>
                  <a:pt x="25831" y="354152"/>
                </a:moveTo>
                <a:lnTo>
                  <a:pt x="17348" y="349808"/>
                </a:lnTo>
                <a:lnTo>
                  <a:pt x="21678" y="341325"/>
                </a:lnTo>
                <a:lnTo>
                  <a:pt x="30162" y="345668"/>
                </a:lnTo>
                <a:lnTo>
                  <a:pt x="25831" y="354152"/>
                </a:lnTo>
                <a:close/>
              </a:path>
              <a:path w="770890" h="1724660">
                <a:moveTo>
                  <a:pt x="34493" y="337185"/>
                </a:moveTo>
                <a:lnTo>
                  <a:pt x="26022" y="332854"/>
                </a:lnTo>
                <a:lnTo>
                  <a:pt x="30352" y="324370"/>
                </a:lnTo>
                <a:lnTo>
                  <a:pt x="38836" y="328701"/>
                </a:lnTo>
                <a:lnTo>
                  <a:pt x="34493" y="337185"/>
                </a:lnTo>
                <a:close/>
              </a:path>
              <a:path w="770890" h="1724660">
                <a:moveTo>
                  <a:pt x="43167" y="320217"/>
                </a:moveTo>
                <a:lnTo>
                  <a:pt x="34683" y="315887"/>
                </a:lnTo>
                <a:lnTo>
                  <a:pt x="39027" y="307403"/>
                </a:lnTo>
                <a:lnTo>
                  <a:pt x="47510" y="311746"/>
                </a:lnTo>
                <a:lnTo>
                  <a:pt x="43167" y="320217"/>
                </a:lnTo>
                <a:close/>
              </a:path>
              <a:path w="770890" h="1724660">
                <a:moveTo>
                  <a:pt x="51841" y="303263"/>
                </a:moveTo>
                <a:lnTo>
                  <a:pt x="43357" y="298919"/>
                </a:lnTo>
                <a:lnTo>
                  <a:pt x="47688" y="290449"/>
                </a:lnTo>
                <a:lnTo>
                  <a:pt x="56172" y="294779"/>
                </a:lnTo>
                <a:lnTo>
                  <a:pt x="51841" y="303263"/>
                </a:lnTo>
                <a:close/>
              </a:path>
              <a:path w="770890" h="1724660">
                <a:moveTo>
                  <a:pt x="60515" y="286334"/>
                </a:moveTo>
                <a:lnTo>
                  <a:pt x="52057" y="281939"/>
                </a:lnTo>
                <a:lnTo>
                  <a:pt x="56451" y="273494"/>
                </a:lnTo>
                <a:lnTo>
                  <a:pt x="64909" y="277888"/>
                </a:lnTo>
                <a:lnTo>
                  <a:pt x="60515" y="286334"/>
                </a:lnTo>
                <a:close/>
              </a:path>
              <a:path w="770890" h="1724660">
                <a:moveTo>
                  <a:pt x="69303" y="269430"/>
                </a:moveTo>
                <a:lnTo>
                  <a:pt x="60845" y="265036"/>
                </a:lnTo>
                <a:lnTo>
                  <a:pt x="65239" y="256590"/>
                </a:lnTo>
                <a:lnTo>
                  <a:pt x="73698" y="260985"/>
                </a:lnTo>
                <a:lnTo>
                  <a:pt x="69303" y="269430"/>
                </a:lnTo>
                <a:close/>
              </a:path>
              <a:path w="770890" h="1724660">
                <a:moveTo>
                  <a:pt x="78104" y="252603"/>
                </a:moveTo>
                <a:lnTo>
                  <a:pt x="69710" y="248107"/>
                </a:lnTo>
                <a:lnTo>
                  <a:pt x="74206" y="239712"/>
                </a:lnTo>
                <a:lnTo>
                  <a:pt x="82600" y="244208"/>
                </a:lnTo>
                <a:lnTo>
                  <a:pt x="78104" y="252603"/>
                </a:lnTo>
                <a:close/>
              </a:path>
              <a:path w="770890" h="1724660">
                <a:moveTo>
                  <a:pt x="87096" y="235813"/>
                </a:moveTo>
                <a:lnTo>
                  <a:pt x="78701" y="231317"/>
                </a:lnTo>
                <a:lnTo>
                  <a:pt x="83210" y="222923"/>
                </a:lnTo>
                <a:lnTo>
                  <a:pt x="91605" y="227418"/>
                </a:lnTo>
                <a:lnTo>
                  <a:pt x="87096" y="235813"/>
                </a:lnTo>
                <a:close/>
              </a:path>
              <a:path w="770890" h="1724660">
                <a:moveTo>
                  <a:pt x="96126" y="219113"/>
                </a:moveTo>
                <a:lnTo>
                  <a:pt x="87782" y="214503"/>
                </a:lnTo>
                <a:lnTo>
                  <a:pt x="92392" y="206159"/>
                </a:lnTo>
                <a:lnTo>
                  <a:pt x="100736" y="210781"/>
                </a:lnTo>
                <a:lnTo>
                  <a:pt x="96126" y="219113"/>
                </a:lnTo>
                <a:close/>
              </a:path>
              <a:path w="770890" h="1724660">
                <a:moveTo>
                  <a:pt x="105359" y="202514"/>
                </a:moveTo>
                <a:lnTo>
                  <a:pt x="97078" y="197815"/>
                </a:lnTo>
                <a:lnTo>
                  <a:pt x="101777" y="189522"/>
                </a:lnTo>
                <a:lnTo>
                  <a:pt x="110070" y="194233"/>
                </a:lnTo>
                <a:lnTo>
                  <a:pt x="105359" y="202514"/>
                </a:lnTo>
                <a:close/>
              </a:path>
              <a:path w="770890" h="1724660">
                <a:moveTo>
                  <a:pt x="114795" y="186029"/>
                </a:moveTo>
                <a:lnTo>
                  <a:pt x="106578" y="181229"/>
                </a:lnTo>
                <a:lnTo>
                  <a:pt x="111391" y="172999"/>
                </a:lnTo>
                <a:lnTo>
                  <a:pt x="119608" y="177812"/>
                </a:lnTo>
                <a:lnTo>
                  <a:pt x="114795" y="186029"/>
                </a:lnTo>
                <a:close/>
              </a:path>
              <a:path w="770890" h="1724660">
                <a:moveTo>
                  <a:pt x="124459" y="169697"/>
                </a:moveTo>
                <a:lnTo>
                  <a:pt x="116306" y="164769"/>
                </a:lnTo>
                <a:lnTo>
                  <a:pt x="121246" y="156616"/>
                </a:lnTo>
                <a:lnTo>
                  <a:pt x="129387" y="161544"/>
                </a:lnTo>
                <a:lnTo>
                  <a:pt x="124459" y="169697"/>
                </a:lnTo>
                <a:close/>
              </a:path>
              <a:path w="770890" h="1724660">
                <a:moveTo>
                  <a:pt x="134391" y="153530"/>
                </a:moveTo>
                <a:lnTo>
                  <a:pt x="126326" y="148475"/>
                </a:lnTo>
                <a:lnTo>
                  <a:pt x="131445" y="140322"/>
                </a:lnTo>
                <a:lnTo>
                  <a:pt x="139349" y="145503"/>
                </a:lnTo>
                <a:lnTo>
                  <a:pt x="134391" y="153530"/>
                </a:lnTo>
                <a:close/>
              </a:path>
              <a:path w="770890" h="1724660">
                <a:moveTo>
                  <a:pt x="144627" y="137579"/>
                </a:moveTo>
                <a:lnTo>
                  <a:pt x="136664" y="132359"/>
                </a:lnTo>
                <a:lnTo>
                  <a:pt x="140804" y="126034"/>
                </a:lnTo>
                <a:lnTo>
                  <a:pt x="141973" y="124332"/>
                </a:lnTo>
                <a:lnTo>
                  <a:pt x="149821" y="129717"/>
                </a:lnTo>
                <a:lnTo>
                  <a:pt x="148658" y="131419"/>
                </a:lnTo>
                <a:lnTo>
                  <a:pt x="144627" y="137579"/>
                </a:lnTo>
                <a:close/>
              </a:path>
              <a:path w="770890" h="1724660">
                <a:moveTo>
                  <a:pt x="148666" y="131419"/>
                </a:moveTo>
                <a:close/>
              </a:path>
              <a:path w="770890" h="1724660">
                <a:moveTo>
                  <a:pt x="155219" y="121869"/>
                </a:moveTo>
                <a:lnTo>
                  <a:pt x="147370" y="116484"/>
                </a:lnTo>
                <a:lnTo>
                  <a:pt x="150304" y="112217"/>
                </a:lnTo>
                <a:lnTo>
                  <a:pt x="152920" y="108597"/>
                </a:lnTo>
                <a:lnTo>
                  <a:pt x="160629" y="114185"/>
                </a:lnTo>
                <a:lnTo>
                  <a:pt x="158028" y="117792"/>
                </a:lnTo>
                <a:lnTo>
                  <a:pt x="155219" y="121869"/>
                </a:lnTo>
                <a:close/>
              </a:path>
              <a:path w="770890" h="1724660">
                <a:moveTo>
                  <a:pt x="158028" y="117792"/>
                </a:moveTo>
                <a:close/>
              </a:path>
              <a:path w="770890" h="1724660">
                <a:moveTo>
                  <a:pt x="166217" y="106464"/>
                </a:moveTo>
                <a:lnTo>
                  <a:pt x="158508" y="100876"/>
                </a:lnTo>
                <a:lnTo>
                  <a:pt x="159905" y="98958"/>
                </a:lnTo>
                <a:lnTo>
                  <a:pt x="164337" y="93179"/>
                </a:lnTo>
                <a:lnTo>
                  <a:pt x="171894" y="98983"/>
                </a:lnTo>
                <a:lnTo>
                  <a:pt x="167464" y="104749"/>
                </a:lnTo>
                <a:lnTo>
                  <a:pt x="166217" y="106464"/>
                </a:lnTo>
                <a:close/>
              </a:path>
              <a:path w="770890" h="1724660">
                <a:moveTo>
                  <a:pt x="167505" y="104693"/>
                </a:moveTo>
                <a:close/>
              </a:path>
              <a:path w="770890" h="1724660">
                <a:moveTo>
                  <a:pt x="167464" y="104749"/>
                </a:moveTo>
                <a:close/>
              </a:path>
              <a:path w="770890" h="1724660">
                <a:moveTo>
                  <a:pt x="177622" y="91567"/>
                </a:moveTo>
                <a:lnTo>
                  <a:pt x="170256" y="85521"/>
                </a:lnTo>
                <a:lnTo>
                  <a:pt x="176288" y="78155"/>
                </a:lnTo>
                <a:lnTo>
                  <a:pt x="183654" y="84188"/>
                </a:lnTo>
                <a:lnTo>
                  <a:pt x="177622" y="91567"/>
                </a:lnTo>
                <a:close/>
              </a:path>
              <a:path w="770890" h="1724660">
                <a:moveTo>
                  <a:pt x="189712" y="77063"/>
                </a:moveTo>
                <a:lnTo>
                  <a:pt x="182562" y="70764"/>
                </a:lnTo>
                <a:lnTo>
                  <a:pt x="188861" y="63626"/>
                </a:lnTo>
                <a:lnTo>
                  <a:pt x="196011" y="69926"/>
                </a:lnTo>
                <a:lnTo>
                  <a:pt x="189712" y="77063"/>
                </a:lnTo>
                <a:close/>
              </a:path>
              <a:path w="770890" h="1724660">
                <a:moveTo>
                  <a:pt x="202450" y="63169"/>
                </a:moveTo>
                <a:lnTo>
                  <a:pt x="195567" y="56578"/>
                </a:lnTo>
                <a:lnTo>
                  <a:pt x="199466" y="52514"/>
                </a:lnTo>
                <a:lnTo>
                  <a:pt x="202361" y="49682"/>
                </a:lnTo>
                <a:lnTo>
                  <a:pt x="209016" y="56502"/>
                </a:lnTo>
                <a:lnTo>
                  <a:pt x="206125" y="59334"/>
                </a:lnTo>
                <a:lnTo>
                  <a:pt x="202450" y="63169"/>
                </a:lnTo>
                <a:close/>
              </a:path>
              <a:path w="770890" h="1724660">
                <a:moveTo>
                  <a:pt x="206197" y="59260"/>
                </a:moveTo>
                <a:close/>
              </a:path>
              <a:path w="770890" h="1724660">
                <a:moveTo>
                  <a:pt x="206125" y="59334"/>
                </a:moveTo>
                <a:close/>
              </a:path>
              <a:path w="770890" h="1724660">
                <a:moveTo>
                  <a:pt x="215861" y="50050"/>
                </a:moveTo>
                <a:lnTo>
                  <a:pt x="209384" y="43065"/>
                </a:lnTo>
                <a:lnTo>
                  <a:pt x="214871" y="38226"/>
                </a:lnTo>
                <a:lnTo>
                  <a:pt x="216763" y="36652"/>
                </a:lnTo>
                <a:lnTo>
                  <a:pt x="222859" y="43967"/>
                </a:lnTo>
                <a:lnTo>
                  <a:pt x="220967" y="45554"/>
                </a:lnTo>
                <a:lnTo>
                  <a:pt x="215861" y="50050"/>
                </a:lnTo>
                <a:close/>
              </a:path>
              <a:path w="770890" h="1724660">
                <a:moveTo>
                  <a:pt x="220973" y="45549"/>
                </a:moveTo>
                <a:close/>
              </a:path>
              <a:path w="770890" h="1724660">
                <a:moveTo>
                  <a:pt x="220967" y="45554"/>
                </a:moveTo>
                <a:close/>
              </a:path>
              <a:path w="770890" h="1724660">
                <a:moveTo>
                  <a:pt x="216004" y="49923"/>
                </a:moveTo>
                <a:close/>
              </a:path>
              <a:path w="770890" h="1724660">
                <a:moveTo>
                  <a:pt x="230174" y="38100"/>
                </a:moveTo>
                <a:lnTo>
                  <a:pt x="224294" y="30594"/>
                </a:lnTo>
                <a:lnTo>
                  <a:pt x="225336" y="29781"/>
                </a:lnTo>
                <a:lnTo>
                  <a:pt x="230631" y="25907"/>
                </a:lnTo>
                <a:lnTo>
                  <a:pt x="232257" y="24803"/>
                </a:lnTo>
                <a:lnTo>
                  <a:pt x="237616" y="32677"/>
                </a:lnTo>
                <a:lnTo>
                  <a:pt x="235991" y="33781"/>
                </a:lnTo>
                <a:lnTo>
                  <a:pt x="231100" y="37376"/>
                </a:lnTo>
                <a:lnTo>
                  <a:pt x="230174" y="38100"/>
                </a:lnTo>
                <a:close/>
              </a:path>
              <a:path w="770890" h="1724660">
                <a:moveTo>
                  <a:pt x="236009" y="33781"/>
                </a:moveTo>
                <a:close/>
              </a:path>
              <a:path w="770890" h="1724660">
                <a:moveTo>
                  <a:pt x="230962" y="37477"/>
                </a:moveTo>
                <a:lnTo>
                  <a:pt x="231100" y="37376"/>
                </a:lnTo>
                <a:lnTo>
                  <a:pt x="230962" y="37477"/>
                </a:lnTo>
                <a:close/>
              </a:path>
              <a:path w="770890" h="1724660">
                <a:moveTo>
                  <a:pt x="245452" y="27558"/>
                </a:moveTo>
                <a:lnTo>
                  <a:pt x="240360" y="19507"/>
                </a:lnTo>
                <a:lnTo>
                  <a:pt x="241338" y="18884"/>
                </a:lnTo>
                <a:lnTo>
                  <a:pt x="246760" y="15760"/>
                </a:lnTo>
                <a:lnTo>
                  <a:pt x="248958" y="14605"/>
                </a:lnTo>
                <a:lnTo>
                  <a:pt x="253403" y="23025"/>
                </a:lnTo>
                <a:lnTo>
                  <a:pt x="251217" y="24180"/>
                </a:lnTo>
                <a:lnTo>
                  <a:pt x="246288" y="27038"/>
                </a:lnTo>
                <a:lnTo>
                  <a:pt x="245452" y="27558"/>
                </a:lnTo>
                <a:close/>
              </a:path>
              <a:path w="770890" h="1724660">
                <a:moveTo>
                  <a:pt x="251332" y="24114"/>
                </a:moveTo>
                <a:close/>
              </a:path>
              <a:path w="770890" h="1724660">
                <a:moveTo>
                  <a:pt x="251217" y="24180"/>
                </a:moveTo>
                <a:close/>
              </a:path>
              <a:path w="770890" h="1724660">
                <a:moveTo>
                  <a:pt x="246113" y="27139"/>
                </a:moveTo>
                <a:lnTo>
                  <a:pt x="246265" y="27038"/>
                </a:lnTo>
                <a:lnTo>
                  <a:pt x="246113" y="27139"/>
                </a:lnTo>
                <a:close/>
              </a:path>
              <a:path w="770890" h="1724660">
                <a:moveTo>
                  <a:pt x="261569" y="18999"/>
                </a:moveTo>
                <a:lnTo>
                  <a:pt x="257886" y="10223"/>
                </a:lnTo>
                <a:lnTo>
                  <a:pt x="263309" y="7950"/>
                </a:lnTo>
                <a:lnTo>
                  <a:pt x="266941" y="6616"/>
                </a:lnTo>
                <a:lnTo>
                  <a:pt x="270205" y="15570"/>
                </a:lnTo>
                <a:lnTo>
                  <a:pt x="266585" y="16891"/>
                </a:lnTo>
                <a:lnTo>
                  <a:pt x="261569" y="18999"/>
                </a:lnTo>
                <a:close/>
              </a:path>
              <a:path w="770890" h="1724660">
                <a:moveTo>
                  <a:pt x="266750" y="16830"/>
                </a:moveTo>
                <a:close/>
              </a:path>
              <a:path w="770890" h="1724660">
                <a:moveTo>
                  <a:pt x="266606" y="16891"/>
                </a:moveTo>
                <a:lnTo>
                  <a:pt x="266750" y="16830"/>
                </a:lnTo>
                <a:lnTo>
                  <a:pt x="266606" y="16891"/>
                </a:lnTo>
                <a:close/>
              </a:path>
              <a:path w="770890" h="1724660">
                <a:moveTo>
                  <a:pt x="278853" y="12877"/>
                </a:moveTo>
                <a:lnTo>
                  <a:pt x="276478" y="3657"/>
                </a:lnTo>
                <a:lnTo>
                  <a:pt x="280276" y="2692"/>
                </a:lnTo>
                <a:lnTo>
                  <a:pt x="286270" y="1498"/>
                </a:lnTo>
                <a:lnTo>
                  <a:pt x="287642" y="10922"/>
                </a:lnTo>
                <a:lnTo>
                  <a:pt x="287400" y="10960"/>
                </a:lnTo>
                <a:lnTo>
                  <a:pt x="282471" y="11963"/>
                </a:lnTo>
                <a:lnTo>
                  <a:pt x="278853" y="12877"/>
                </a:lnTo>
                <a:close/>
              </a:path>
              <a:path w="770890" h="1724660">
                <a:moveTo>
                  <a:pt x="287465" y="10960"/>
                </a:moveTo>
                <a:lnTo>
                  <a:pt x="287654" y="10922"/>
                </a:lnTo>
                <a:lnTo>
                  <a:pt x="287465" y="10960"/>
                </a:lnTo>
                <a:close/>
              </a:path>
              <a:path w="770890" h="1724660">
                <a:moveTo>
                  <a:pt x="282155" y="12026"/>
                </a:moveTo>
                <a:lnTo>
                  <a:pt x="282397" y="11963"/>
                </a:lnTo>
                <a:lnTo>
                  <a:pt x="282155" y="12026"/>
                </a:lnTo>
                <a:close/>
              </a:path>
              <a:path w="770890" h="1724660">
                <a:moveTo>
                  <a:pt x="296837" y="9817"/>
                </a:moveTo>
                <a:lnTo>
                  <a:pt x="295986" y="330"/>
                </a:lnTo>
                <a:lnTo>
                  <a:pt x="297649" y="190"/>
                </a:lnTo>
                <a:lnTo>
                  <a:pt x="303517" y="0"/>
                </a:lnTo>
                <a:lnTo>
                  <a:pt x="306044" y="63"/>
                </a:lnTo>
                <a:lnTo>
                  <a:pt x="305817" y="9525"/>
                </a:lnTo>
                <a:lnTo>
                  <a:pt x="303288" y="9525"/>
                </a:lnTo>
                <a:lnTo>
                  <a:pt x="303442" y="9528"/>
                </a:lnTo>
                <a:lnTo>
                  <a:pt x="298701" y="9690"/>
                </a:lnTo>
                <a:lnTo>
                  <a:pt x="298234" y="9690"/>
                </a:lnTo>
                <a:lnTo>
                  <a:pt x="296837" y="9817"/>
                </a:lnTo>
                <a:close/>
              </a:path>
              <a:path w="770890" h="1724660">
                <a:moveTo>
                  <a:pt x="303442" y="9528"/>
                </a:moveTo>
                <a:lnTo>
                  <a:pt x="303288" y="9525"/>
                </a:lnTo>
                <a:lnTo>
                  <a:pt x="303555" y="9525"/>
                </a:lnTo>
                <a:close/>
              </a:path>
              <a:path w="770890" h="1724660">
                <a:moveTo>
                  <a:pt x="305815" y="9588"/>
                </a:moveTo>
                <a:lnTo>
                  <a:pt x="303442" y="9528"/>
                </a:lnTo>
                <a:lnTo>
                  <a:pt x="305817" y="9525"/>
                </a:lnTo>
                <a:close/>
              </a:path>
              <a:path w="770890" h="1724660">
                <a:moveTo>
                  <a:pt x="297954" y="9715"/>
                </a:moveTo>
                <a:lnTo>
                  <a:pt x="298234" y="9690"/>
                </a:lnTo>
                <a:lnTo>
                  <a:pt x="298701" y="9690"/>
                </a:lnTo>
                <a:lnTo>
                  <a:pt x="297954" y="9715"/>
                </a:lnTo>
                <a:close/>
              </a:path>
              <a:path w="770890" h="1724660">
                <a:moveTo>
                  <a:pt x="324192" y="11303"/>
                </a:moveTo>
                <a:lnTo>
                  <a:pt x="319976" y="10680"/>
                </a:lnTo>
                <a:lnTo>
                  <a:pt x="314909" y="10121"/>
                </a:lnTo>
                <a:lnTo>
                  <a:pt x="315963" y="660"/>
                </a:lnTo>
                <a:lnTo>
                  <a:pt x="321360" y="1257"/>
                </a:lnTo>
                <a:lnTo>
                  <a:pt x="325577" y="1879"/>
                </a:lnTo>
                <a:lnTo>
                  <a:pt x="324192" y="11303"/>
                </a:lnTo>
                <a:close/>
              </a:path>
              <a:path w="770890" h="1724660">
                <a:moveTo>
                  <a:pt x="342668" y="13969"/>
                </a:moveTo>
                <a:lnTo>
                  <a:pt x="338226" y="13969"/>
                </a:lnTo>
                <a:lnTo>
                  <a:pt x="333260" y="12915"/>
                </a:lnTo>
                <a:lnTo>
                  <a:pt x="335254" y="3606"/>
                </a:lnTo>
                <a:lnTo>
                  <a:pt x="340347" y="4686"/>
                </a:lnTo>
                <a:lnTo>
                  <a:pt x="344677" y="5740"/>
                </a:lnTo>
                <a:lnTo>
                  <a:pt x="342668" y="13969"/>
                </a:lnTo>
                <a:close/>
              </a:path>
              <a:path w="770890" h="1724660">
                <a:moveTo>
                  <a:pt x="342417" y="14998"/>
                </a:moveTo>
                <a:lnTo>
                  <a:pt x="338099" y="13944"/>
                </a:lnTo>
                <a:lnTo>
                  <a:pt x="342668" y="13969"/>
                </a:lnTo>
                <a:lnTo>
                  <a:pt x="342417" y="14998"/>
                </a:lnTo>
                <a:close/>
              </a:path>
              <a:path w="770890" h="1724660">
                <a:moveTo>
                  <a:pt x="360349" y="20180"/>
                </a:moveTo>
                <a:lnTo>
                  <a:pt x="357466" y="19227"/>
                </a:lnTo>
                <a:lnTo>
                  <a:pt x="351370" y="17386"/>
                </a:lnTo>
                <a:lnTo>
                  <a:pt x="354126" y="8267"/>
                </a:lnTo>
                <a:lnTo>
                  <a:pt x="360438" y="10185"/>
                </a:lnTo>
                <a:lnTo>
                  <a:pt x="363334" y="11137"/>
                </a:lnTo>
                <a:lnTo>
                  <a:pt x="360349" y="20180"/>
                </a:lnTo>
                <a:close/>
              </a:path>
              <a:path w="770890" h="1724660">
                <a:moveTo>
                  <a:pt x="379035" y="23901"/>
                </a:moveTo>
                <a:lnTo>
                  <a:pt x="371081" y="23901"/>
                </a:lnTo>
                <a:lnTo>
                  <a:pt x="369252" y="23241"/>
                </a:lnTo>
                <a:lnTo>
                  <a:pt x="372440" y="14274"/>
                </a:lnTo>
                <a:lnTo>
                  <a:pt x="374383" y="14960"/>
                </a:lnTo>
                <a:lnTo>
                  <a:pt x="381558" y="17703"/>
                </a:lnTo>
                <a:lnTo>
                  <a:pt x="379035" y="23901"/>
                </a:lnTo>
                <a:close/>
              </a:path>
              <a:path w="770890" h="1724660">
                <a:moveTo>
                  <a:pt x="377965" y="26528"/>
                </a:moveTo>
                <a:lnTo>
                  <a:pt x="371048" y="23889"/>
                </a:lnTo>
                <a:lnTo>
                  <a:pt x="379035" y="23901"/>
                </a:lnTo>
                <a:lnTo>
                  <a:pt x="377965" y="26528"/>
                </a:lnTo>
                <a:close/>
              </a:path>
              <a:path w="770890" h="1724660">
                <a:moveTo>
                  <a:pt x="395300" y="33921"/>
                </a:moveTo>
                <a:lnTo>
                  <a:pt x="392023" y="32423"/>
                </a:lnTo>
                <a:lnTo>
                  <a:pt x="386676" y="30124"/>
                </a:lnTo>
                <a:lnTo>
                  <a:pt x="390448" y="21374"/>
                </a:lnTo>
                <a:lnTo>
                  <a:pt x="395973" y="23761"/>
                </a:lnTo>
                <a:lnTo>
                  <a:pt x="399262" y="25260"/>
                </a:lnTo>
                <a:lnTo>
                  <a:pt x="395300" y="33921"/>
                </a:lnTo>
                <a:close/>
              </a:path>
              <a:path w="770890" h="1724660">
                <a:moveTo>
                  <a:pt x="412318" y="42163"/>
                </a:moveTo>
                <a:lnTo>
                  <a:pt x="403771" y="37960"/>
                </a:lnTo>
                <a:lnTo>
                  <a:pt x="407987" y="29413"/>
                </a:lnTo>
                <a:lnTo>
                  <a:pt x="416534" y="33616"/>
                </a:lnTo>
                <a:lnTo>
                  <a:pt x="412318" y="42163"/>
                </a:lnTo>
                <a:close/>
              </a:path>
              <a:path w="770890" h="1724660">
                <a:moveTo>
                  <a:pt x="428822" y="50965"/>
                </a:moveTo>
                <a:lnTo>
                  <a:pt x="420585" y="46545"/>
                </a:lnTo>
                <a:lnTo>
                  <a:pt x="425107" y="38150"/>
                </a:lnTo>
                <a:lnTo>
                  <a:pt x="433628" y="42760"/>
                </a:lnTo>
                <a:lnTo>
                  <a:pt x="428822" y="50965"/>
                </a:lnTo>
                <a:close/>
              </a:path>
              <a:path w="770890" h="1724660">
                <a:moveTo>
                  <a:pt x="428815" y="50977"/>
                </a:moveTo>
                <a:close/>
              </a:path>
              <a:path w="770890" h="1724660">
                <a:moveTo>
                  <a:pt x="445096" y="60566"/>
                </a:moveTo>
                <a:lnTo>
                  <a:pt x="443737" y="59702"/>
                </a:lnTo>
                <a:lnTo>
                  <a:pt x="437045" y="55791"/>
                </a:lnTo>
                <a:lnTo>
                  <a:pt x="441845" y="47574"/>
                </a:lnTo>
                <a:lnTo>
                  <a:pt x="448817" y="51650"/>
                </a:lnTo>
                <a:lnTo>
                  <a:pt x="450176" y="52514"/>
                </a:lnTo>
                <a:lnTo>
                  <a:pt x="445096" y="60566"/>
                </a:lnTo>
                <a:close/>
              </a:path>
              <a:path w="770890" h="1724660">
                <a:moveTo>
                  <a:pt x="461928" y="69392"/>
                </a:moveTo>
                <a:lnTo>
                  <a:pt x="459092" y="69392"/>
                </a:lnTo>
                <a:lnTo>
                  <a:pt x="453148" y="65646"/>
                </a:lnTo>
                <a:lnTo>
                  <a:pt x="458241" y="57594"/>
                </a:lnTo>
                <a:lnTo>
                  <a:pt x="464299" y="61429"/>
                </a:lnTo>
                <a:lnTo>
                  <a:pt x="466369" y="62826"/>
                </a:lnTo>
                <a:lnTo>
                  <a:pt x="461928" y="69392"/>
                </a:lnTo>
                <a:close/>
              </a:path>
              <a:path w="770890" h="1724660">
                <a:moveTo>
                  <a:pt x="461035" y="70713"/>
                </a:moveTo>
                <a:lnTo>
                  <a:pt x="458965" y="69316"/>
                </a:lnTo>
                <a:lnTo>
                  <a:pt x="461928" y="69392"/>
                </a:lnTo>
                <a:lnTo>
                  <a:pt x="461035" y="70713"/>
                </a:lnTo>
                <a:close/>
              </a:path>
              <a:path w="770890" h="1724660">
                <a:moveTo>
                  <a:pt x="477790" y="79781"/>
                </a:moveTo>
                <a:lnTo>
                  <a:pt x="474421" y="79781"/>
                </a:lnTo>
                <a:lnTo>
                  <a:pt x="468922" y="76060"/>
                </a:lnTo>
                <a:lnTo>
                  <a:pt x="474256" y="68173"/>
                </a:lnTo>
                <a:lnTo>
                  <a:pt x="479882" y="71983"/>
                </a:lnTo>
                <a:lnTo>
                  <a:pt x="482218" y="73672"/>
                </a:lnTo>
                <a:lnTo>
                  <a:pt x="477790" y="79781"/>
                </a:lnTo>
                <a:close/>
              </a:path>
              <a:path w="770890" h="1724660">
                <a:moveTo>
                  <a:pt x="476630" y="81381"/>
                </a:moveTo>
                <a:lnTo>
                  <a:pt x="474358" y="79738"/>
                </a:lnTo>
                <a:lnTo>
                  <a:pt x="477790" y="79781"/>
                </a:lnTo>
                <a:lnTo>
                  <a:pt x="476630" y="81381"/>
                </a:lnTo>
                <a:close/>
              </a:path>
              <a:path w="770890" h="1724660">
                <a:moveTo>
                  <a:pt x="491883" y="92544"/>
                </a:moveTo>
                <a:lnTo>
                  <a:pt x="489673" y="90830"/>
                </a:lnTo>
                <a:lnTo>
                  <a:pt x="484339" y="86969"/>
                </a:lnTo>
                <a:lnTo>
                  <a:pt x="489927" y="79260"/>
                </a:lnTo>
                <a:lnTo>
                  <a:pt x="495490" y="83299"/>
                </a:lnTo>
                <a:lnTo>
                  <a:pt x="497712" y="85013"/>
                </a:lnTo>
                <a:lnTo>
                  <a:pt x="491883" y="92544"/>
                </a:lnTo>
                <a:close/>
              </a:path>
              <a:path w="770890" h="1724660">
                <a:moveTo>
                  <a:pt x="507912" y="102806"/>
                </a:moveTo>
                <a:lnTo>
                  <a:pt x="505155" y="102806"/>
                </a:lnTo>
                <a:lnTo>
                  <a:pt x="499427" y="98374"/>
                </a:lnTo>
                <a:lnTo>
                  <a:pt x="505244" y="90830"/>
                </a:lnTo>
                <a:lnTo>
                  <a:pt x="511098" y="95364"/>
                </a:lnTo>
                <a:lnTo>
                  <a:pt x="512851" y="96799"/>
                </a:lnTo>
                <a:lnTo>
                  <a:pt x="507912" y="102806"/>
                </a:lnTo>
                <a:close/>
              </a:path>
              <a:path w="770890" h="1724660">
                <a:moveTo>
                  <a:pt x="506806" y="104152"/>
                </a:moveTo>
                <a:lnTo>
                  <a:pt x="505052" y="102726"/>
                </a:lnTo>
                <a:lnTo>
                  <a:pt x="507912" y="102806"/>
                </a:lnTo>
                <a:lnTo>
                  <a:pt x="506806" y="104152"/>
                </a:lnTo>
                <a:close/>
              </a:path>
              <a:path w="770890" h="1724660">
                <a:moveTo>
                  <a:pt x="522061" y="115417"/>
                </a:moveTo>
                <a:lnTo>
                  <a:pt x="520484" y="115417"/>
                </a:lnTo>
                <a:lnTo>
                  <a:pt x="514159" y="110210"/>
                </a:lnTo>
                <a:lnTo>
                  <a:pt x="520204" y="102857"/>
                </a:lnTo>
                <a:lnTo>
                  <a:pt x="526643" y="108153"/>
                </a:lnTo>
                <a:lnTo>
                  <a:pt x="527646" y="109029"/>
                </a:lnTo>
                <a:lnTo>
                  <a:pt x="522061" y="115417"/>
                </a:lnTo>
                <a:close/>
              </a:path>
              <a:path w="770890" h="1724660">
                <a:moveTo>
                  <a:pt x="521373" y="116205"/>
                </a:moveTo>
                <a:lnTo>
                  <a:pt x="520369" y="115328"/>
                </a:lnTo>
                <a:lnTo>
                  <a:pt x="522061" y="115417"/>
                </a:lnTo>
                <a:lnTo>
                  <a:pt x="521373" y="116205"/>
                </a:lnTo>
                <a:close/>
              </a:path>
              <a:path w="770890" h="1724660">
                <a:moveTo>
                  <a:pt x="535608" y="128638"/>
                </a:moveTo>
                <a:lnTo>
                  <a:pt x="528535" y="122478"/>
                </a:lnTo>
                <a:lnTo>
                  <a:pt x="534809" y="115303"/>
                </a:lnTo>
                <a:lnTo>
                  <a:pt x="542086" y="121678"/>
                </a:lnTo>
                <a:lnTo>
                  <a:pt x="535608" y="128638"/>
                </a:lnTo>
                <a:close/>
              </a:path>
              <a:path w="770890" h="1724660">
                <a:moveTo>
                  <a:pt x="535597" y="128650"/>
                </a:moveTo>
                <a:close/>
              </a:path>
              <a:path w="770890" h="1724660">
                <a:moveTo>
                  <a:pt x="549541" y="141630"/>
                </a:moveTo>
                <a:lnTo>
                  <a:pt x="542569" y="135140"/>
                </a:lnTo>
                <a:lnTo>
                  <a:pt x="549059" y="128168"/>
                </a:lnTo>
                <a:lnTo>
                  <a:pt x="556031" y="134658"/>
                </a:lnTo>
                <a:lnTo>
                  <a:pt x="549541" y="141630"/>
                </a:lnTo>
                <a:close/>
              </a:path>
              <a:path w="770890" h="1724660">
                <a:moveTo>
                  <a:pt x="563016" y="154889"/>
                </a:moveTo>
                <a:lnTo>
                  <a:pt x="556247" y="148196"/>
                </a:lnTo>
                <a:lnTo>
                  <a:pt x="562940" y="141414"/>
                </a:lnTo>
                <a:lnTo>
                  <a:pt x="569722" y="148120"/>
                </a:lnTo>
                <a:lnTo>
                  <a:pt x="563016" y="154889"/>
                </a:lnTo>
                <a:close/>
              </a:path>
              <a:path w="770890" h="1724660">
                <a:moveTo>
                  <a:pt x="576122" y="168516"/>
                </a:moveTo>
                <a:lnTo>
                  <a:pt x="569556" y="161607"/>
                </a:lnTo>
                <a:lnTo>
                  <a:pt x="576465" y="155041"/>
                </a:lnTo>
                <a:lnTo>
                  <a:pt x="583031" y="161950"/>
                </a:lnTo>
                <a:lnTo>
                  <a:pt x="576122" y="168516"/>
                </a:lnTo>
                <a:close/>
              </a:path>
              <a:path w="770890" h="1724660">
                <a:moveTo>
                  <a:pt x="590823" y="180695"/>
                </a:moveTo>
                <a:lnTo>
                  <a:pt x="587362" y="180695"/>
                </a:lnTo>
                <a:lnTo>
                  <a:pt x="582549" y="175387"/>
                </a:lnTo>
                <a:lnTo>
                  <a:pt x="589610" y="168986"/>
                </a:lnTo>
                <a:lnTo>
                  <a:pt x="594474" y="174358"/>
                </a:lnTo>
                <a:lnTo>
                  <a:pt x="596023" y="176123"/>
                </a:lnTo>
                <a:lnTo>
                  <a:pt x="590823" y="180695"/>
                </a:lnTo>
                <a:close/>
              </a:path>
              <a:path w="770890" h="1724660">
                <a:moveTo>
                  <a:pt x="588873" y="182410"/>
                </a:moveTo>
                <a:lnTo>
                  <a:pt x="587311" y="180644"/>
                </a:lnTo>
                <a:lnTo>
                  <a:pt x="590823" y="180695"/>
                </a:lnTo>
                <a:lnTo>
                  <a:pt x="588873" y="182410"/>
                </a:lnTo>
                <a:close/>
              </a:path>
              <a:path w="770890" h="1724660">
                <a:moveTo>
                  <a:pt x="601281" y="196773"/>
                </a:moveTo>
                <a:lnTo>
                  <a:pt x="595096" y="189522"/>
                </a:lnTo>
                <a:lnTo>
                  <a:pt x="602348" y="183349"/>
                </a:lnTo>
                <a:lnTo>
                  <a:pt x="608533" y="190601"/>
                </a:lnTo>
                <a:lnTo>
                  <a:pt x="601281" y="196773"/>
                </a:lnTo>
                <a:close/>
              </a:path>
              <a:path w="770890" h="1724660">
                <a:moveTo>
                  <a:pt x="620588" y="205409"/>
                </a:moveTo>
                <a:lnTo>
                  <a:pt x="608406" y="205409"/>
                </a:lnTo>
                <a:lnTo>
                  <a:pt x="607288" y="204063"/>
                </a:lnTo>
                <a:lnTo>
                  <a:pt x="614641" y="198005"/>
                </a:lnTo>
                <a:lnTo>
                  <a:pt x="615797" y="199415"/>
                </a:lnTo>
                <a:lnTo>
                  <a:pt x="620588" y="205409"/>
                </a:lnTo>
                <a:close/>
              </a:path>
              <a:path w="770890" h="1724660">
                <a:moveTo>
                  <a:pt x="613206" y="211429"/>
                </a:moveTo>
                <a:lnTo>
                  <a:pt x="608402" y="205404"/>
                </a:lnTo>
                <a:lnTo>
                  <a:pt x="620588" y="205409"/>
                </a:lnTo>
                <a:lnTo>
                  <a:pt x="613206" y="211429"/>
                </a:lnTo>
                <a:close/>
              </a:path>
              <a:path w="770890" h="1724660">
                <a:moveTo>
                  <a:pt x="624712" y="226402"/>
                </a:moveTo>
                <a:lnTo>
                  <a:pt x="621880" y="222592"/>
                </a:lnTo>
                <a:lnTo>
                  <a:pt x="619010" y="218884"/>
                </a:lnTo>
                <a:lnTo>
                  <a:pt x="626554" y="213067"/>
                </a:lnTo>
                <a:lnTo>
                  <a:pt x="629513" y="216903"/>
                </a:lnTo>
                <a:lnTo>
                  <a:pt x="632358" y="220713"/>
                </a:lnTo>
                <a:lnTo>
                  <a:pt x="624712" y="226402"/>
                </a:lnTo>
                <a:close/>
              </a:path>
              <a:path w="770890" h="1724660">
                <a:moveTo>
                  <a:pt x="637530" y="240499"/>
                </a:moveTo>
                <a:lnTo>
                  <a:pt x="634987" y="240499"/>
                </a:lnTo>
                <a:lnTo>
                  <a:pt x="630313" y="234010"/>
                </a:lnTo>
                <a:lnTo>
                  <a:pt x="638048" y="228447"/>
                </a:lnTo>
                <a:lnTo>
                  <a:pt x="642759" y="235000"/>
                </a:lnTo>
                <a:lnTo>
                  <a:pt x="643635" y="236258"/>
                </a:lnTo>
                <a:lnTo>
                  <a:pt x="637530" y="240499"/>
                </a:lnTo>
                <a:close/>
              </a:path>
              <a:path w="770890" h="1724660">
                <a:moveTo>
                  <a:pt x="635812" y="241693"/>
                </a:moveTo>
                <a:lnTo>
                  <a:pt x="634936" y="240436"/>
                </a:lnTo>
                <a:lnTo>
                  <a:pt x="637530" y="240499"/>
                </a:lnTo>
                <a:lnTo>
                  <a:pt x="635812" y="241693"/>
                </a:lnTo>
                <a:close/>
              </a:path>
              <a:path w="770890" h="1724660">
                <a:moveTo>
                  <a:pt x="646493" y="257365"/>
                </a:moveTo>
                <a:lnTo>
                  <a:pt x="641248" y="249516"/>
                </a:lnTo>
                <a:lnTo>
                  <a:pt x="649071" y="244081"/>
                </a:lnTo>
                <a:lnTo>
                  <a:pt x="654418" y="252069"/>
                </a:lnTo>
                <a:lnTo>
                  <a:pt x="646493" y="257365"/>
                </a:lnTo>
                <a:close/>
              </a:path>
              <a:path w="770890" h="1724660">
                <a:moveTo>
                  <a:pt x="664612" y="268350"/>
                </a:moveTo>
                <a:lnTo>
                  <a:pt x="653605" y="268350"/>
                </a:lnTo>
                <a:lnTo>
                  <a:pt x="651636" y="265290"/>
                </a:lnTo>
                <a:lnTo>
                  <a:pt x="659637" y="260134"/>
                </a:lnTo>
                <a:lnTo>
                  <a:pt x="661657" y="263258"/>
                </a:lnTo>
                <a:lnTo>
                  <a:pt x="664756" y="268262"/>
                </a:lnTo>
                <a:lnTo>
                  <a:pt x="664612" y="268350"/>
                </a:lnTo>
                <a:close/>
              </a:path>
              <a:path w="770890" h="1724660">
                <a:moveTo>
                  <a:pt x="656666" y="273278"/>
                </a:moveTo>
                <a:lnTo>
                  <a:pt x="653554" y="268274"/>
                </a:lnTo>
                <a:lnTo>
                  <a:pt x="664612" y="268350"/>
                </a:lnTo>
                <a:lnTo>
                  <a:pt x="656666" y="273278"/>
                </a:lnTo>
                <a:close/>
              </a:path>
              <a:path w="770890" h="1724660">
                <a:moveTo>
                  <a:pt x="669637" y="287604"/>
                </a:moveTo>
                <a:lnTo>
                  <a:pt x="665302" y="287604"/>
                </a:lnTo>
                <a:lnTo>
                  <a:pt x="661568" y="281343"/>
                </a:lnTo>
                <a:lnTo>
                  <a:pt x="669759" y="276479"/>
                </a:lnTo>
                <a:lnTo>
                  <a:pt x="673531" y="282816"/>
                </a:lnTo>
                <a:lnTo>
                  <a:pt x="674636" y="284759"/>
                </a:lnTo>
                <a:lnTo>
                  <a:pt x="669637" y="287604"/>
                </a:lnTo>
                <a:close/>
              </a:path>
              <a:path w="770890" h="1724660">
                <a:moveTo>
                  <a:pt x="666356" y="289471"/>
                </a:moveTo>
                <a:lnTo>
                  <a:pt x="665251" y="287540"/>
                </a:lnTo>
                <a:lnTo>
                  <a:pt x="669637" y="287604"/>
                </a:lnTo>
                <a:lnTo>
                  <a:pt x="666356" y="289471"/>
                </a:lnTo>
                <a:close/>
              </a:path>
              <a:path w="770890" h="1724660">
                <a:moveTo>
                  <a:pt x="675601" y="306031"/>
                </a:moveTo>
                <a:lnTo>
                  <a:pt x="671029" y="297675"/>
                </a:lnTo>
                <a:lnTo>
                  <a:pt x="679386" y="293103"/>
                </a:lnTo>
                <a:lnTo>
                  <a:pt x="683958" y="301472"/>
                </a:lnTo>
                <a:lnTo>
                  <a:pt x="675601" y="306031"/>
                </a:lnTo>
                <a:close/>
              </a:path>
              <a:path w="770890" h="1724660">
                <a:moveTo>
                  <a:pt x="684263" y="322795"/>
                </a:moveTo>
                <a:lnTo>
                  <a:pt x="681583" y="317436"/>
                </a:lnTo>
                <a:lnTo>
                  <a:pt x="679996" y="314388"/>
                </a:lnTo>
                <a:lnTo>
                  <a:pt x="688428" y="309968"/>
                </a:lnTo>
                <a:lnTo>
                  <a:pt x="690117" y="313194"/>
                </a:lnTo>
                <a:lnTo>
                  <a:pt x="692784" y="318554"/>
                </a:lnTo>
                <a:lnTo>
                  <a:pt x="684263" y="322795"/>
                </a:lnTo>
                <a:close/>
              </a:path>
              <a:path w="770890" h="1724660">
                <a:moveTo>
                  <a:pt x="696211" y="338099"/>
                </a:moveTo>
                <a:lnTo>
                  <a:pt x="691641" y="338099"/>
                </a:lnTo>
                <a:lnTo>
                  <a:pt x="688390" y="331279"/>
                </a:lnTo>
                <a:lnTo>
                  <a:pt x="697001" y="327190"/>
                </a:lnTo>
                <a:lnTo>
                  <a:pt x="700277" y="334111"/>
                </a:lnTo>
                <a:lnTo>
                  <a:pt x="701090" y="335902"/>
                </a:lnTo>
                <a:lnTo>
                  <a:pt x="696211" y="338099"/>
                </a:lnTo>
                <a:close/>
              </a:path>
              <a:path w="770890" h="1724660">
                <a:moveTo>
                  <a:pt x="692403" y="339813"/>
                </a:moveTo>
                <a:lnTo>
                  <a:pt x="691591" y="338023"/>
                </a:lnTo>
                <a:lnTo>
                  <a:pt x="696211" y="338099"/>
                </a:lnTo>
                <a:lnTo>
                  <a:pt x="692403" y="339813"/>
                </a:lnTo>
                <a:close/>
              </a:path>
              <a:path w="770890" h="1724660">
                <a:moveTo>
                  <a:pt x="706712" y="348589"/>
                </a:moveTo>
                <a:lnTo>
                  <a:pt x="696353" y="348589"/>
                </a:lnTo>
                <a:lnTo>
                  <a:pt x="705002" y="344576"/>
                </a:lnTo>
                <a:lnTo>
                  <a:pt x="706712" y="348589"/>
                </a:lnTo>
                <a:close/>
              </a:path>
              <a:path w="770890" h="1724660">
                <a:moveTo>
                  <a:pt x="700024" y="357162"/>
                </a:moveTo>
                <a:lnTo>
                  <a:pt x="696315" y="348500"/>
                </a:lnTo>
                <a:lnTo>
                  <a:pt x="706712" y="348589"/>
                </a:lnTo>
                <a:lnTo>
                  <a:pt x="708774" y="353428"/>
                </a:lnTo>
                <a:lnTo>
                  <a:pt x="700024" y="357162"/>
                </a:lnTo>
                <a:close/>
              </a:path>
              <a:path w="770890" h="1724660">
                <a:moveTo>
                  <a:pt x="707008" y="374675"/>
                </a:moveTo>
                <a:lnTo>
                  <a:pt x="705167" y="369824"/>
                </a:lnTo>
                <a:lnTo>
                  <a:pt x="703579" y="365899"/>
                </a:lnTo>
                <a:lnTo>
                  <a:pt x="712419" y="362331"/>
                </a:lnTo>
                <a:lnTo>
                  <a:pt x="714070" y="366445"/>
                </a:lnTo>
                <a:lnTo>
                  <a:pt x="715911" y="371297"/>
                </a:lnTo>
                <a:lnTo>
                  <a:pt x="707008" y="374675"/>
                </a:lnTo>
                <a:close/>
              </a:path>
              <a:path w="770890" h="1724660">
                <a:moveTo>
                  <a:pt x="715427" y="391731"/>
                </a:moveTo>
                <a:lnTo>
                  <a:pt x="713219" y="391731"/>
                </a:lnTo>
                <a:lnTo>
                  <a:pt x="710298" y="383514"/>
                </a:lnTo>
                <a:lnTo>
                  <a:pt x="719264" y="380326"/>
                </a:lnTo>
                <a:lnTo>
                  <a:pt x="722223" y="388632"/>
                </a:lnTo>
                <a:lnTo>
                  <a:pt x="722477" y="389394"/>
                </a:lnTo>
                <a:lnTo>
                  <a:pt x="715427" y="391731"/>
                </a:lnTo>
                <a:close/>
              </a:path>
              <a:path w="770890" h="1724660">
                <a:moveTo>
                  <a:pt x="713435" y="392391"/>
                </a:moveTo>
                <a:lnTo>
                  <a:pt x="713181" y="391629"/>
                </a:lnTo>
                <a:lnTo>
                  <a:pt x="715427" y="391731"/>
                </a:lnTo>
                <a:lnTo>
                  <a:pt x="713435" y="392391"/>
                </a:lnTo>
                <a:close/>
              </a:path>
              <a:path w="770890" h="1724660">
                <a:moveTo>
                  <a:pt x="719239" y="410425"/>
                </a:moveTo>
                <a:lnTo>
                  <a:pt x="716864" y="402717"/>
                </a:lnTo>
                <a:lnTo>
                  <a:pt x="716445" y="401434"/>
                </a:lnTo>
                <a:lnTo>
                  <a:pt x="725474" y="398437"/>
                </a:lnTo>
                <a:lnTo>
                  <a:pt x="725970" y="399910"/>
                </a:lnTo>
                <a:lnTo>
                  <a:pt x="728345" y="407631"/>
                </a:lnTo>
                <a:lnTo>
                  <a:pt x="719239" y="410425"/>
                </a:lnTo>
                <a:close/>
              </a:path>
              <a:path w="770890" h="1724660">
                <a:moveTo>
                  <a:pt x="724407" y="428548"/>
                </a:moveTo>
                <a:lnTo>
                  <a:pt x="723531" y="425208"/>
                </a:lnTo>
                <a:lnTo>
                  <a:pt x="721906" y="419468"/>
                </a:lnTo>
                <a:lnTo>
                  <a:pt x="731062" y="416864"/>
                </a:lnTo>
                <a:lnTo>
                  <a:pt x="732751" y="422795"/>
                </a:lnTo>
                <a:lnTo>
                  <a:pt x="733628" y="426148"/>
                </a:lnTo>
                <a:lnTo>
                  <a:pt x="724407" y="428548"/>
                </a:lnTo>
                <a:close/>
              </a:path>
              <a:path w="770890" h="1724660">
                <a:moveTo>
                  <a:pt x="728979" y="446938"/>
                </a:moveTo>
                <a:lnTo>
                  <a:pt x="726770" y="437680"/>
                </a:lnTo>
                <a:lnTo>
                  <a:pt x="736028" y="435457"/>
                </a:lnTo>
                <a:lnTo>
                  <a:pt x="738238" y="444728"/>
                </a:lnTo>
                <a:lnTo>
                  <a:pt x="728979" y="446938"/>
                </a:lnTo>
                <a:close/>
              </a:path>
              <a:path w="770890" h="1724660">
                <a:moveTo>
                  <a:pt x="732980" y="465391"/>
                </a:moveTo>
                <a:lnTo>
                  <a:pt x="732205" y="461505"/>
                </a:lnTo>
                <a:lnTo>
                  <a:pt x="731037" y="456145"/>
                </a:lnTo>
                <a:lnTo>
                  <a:pt x="740333" y="454113"/>
                </a:lnTo>
                <a:lnTo>
                  <a:pt x="741540" y="459625"/>
                </a:lnTo>
                <a:lnTo>
                  <a:pt x="742327" y="463511"/>
                </a:lnTo>
                <a:lnTo>
                  <a:pt x="732980" y="465391"/>
                </a:lnTo>
                <a:close/>
              </a:path>
              <a:path w="770890" h="1724660">
                <a:moveTo>
                  <a:pt x="736561" y="484022"/>
                </a:moveTo>
                <a:lnTo>
                  <a:pt x="734847" y="474649"/>
                </a:lnTo>
                <a:lnTo>
                  <a:pt x="744207" y="472922"/>
                </a:lnTo>
                <a:lnTo>
                  <a:pt x="745934" y="482295"/>
                </a:lnTo>
                <a:lnTo>
                  <a:pt x="736561" y="484022"/>
                </a:lnTo>
                <a:close/>
              </a:path>
              <a:path w="770890" h="1724660">
                <a:moveTo>
                  <a:pt x="739762" y="502653"/>
                </a:moveTo>
                <a:lnTo>
                  <a:pt x="739660" y="501942"/>
                </a:lnTo>
                <a:lnTo>
                  <a:pt x="738200" y="493331"/>
                </a:lnTo>
                <a:lnTo>
                  <a:pt x="747598" y="491744"/>
                </a:lnTo>
                <a:lnTo>
                  <a:pt x="749071" y="500481"/>
                </a:lnTo>
                <a:lnTo>
                  <a:pt x="749173" y="501205"/>
                </a:lnTo>
                <a:lnTo>
                  <a:pt x="739762" y="502653"/>
                </a:lnTo>
                <a:close/>
              </a:path>
              <a:path w="770890" h="1724660">
                <a:moveTo>
                  <a:pt x="739660" y="502005"/>
                </a:moveTo>
                <a:close/>
              </a:path>
              <a:path w="770890" h="1724660">
                <a:moveTo>
                  <a:pt x="751501" y="516318"/>
                </a:moveTo>
                <a:lnTo>
                  <a:pt x="741883" y="516318"/>
                </a:lnTo>
                <a:lnTo>
                  <a:pt x="741222" y="512076"/>
                </a:lnTo>
                <a:lnTo>
                  <a:pt x="750633" y="510616"/>
                </a:lnTo>
                <a:lnTo>
                  <a:pt x="751306" y="514921"/>
                </a:lnTo>
                <a:lnTo>
                  <a:pt x="751501" y="516318"/>
                </a:lnTo>
                <a:close/>
              </a:path>
              <a:path w="770890" h="1724660">
                <a:moveTo>
                  <a:pt x="742607" y="521436"/>
                </a:moveTo>
                <a:lnTo>
                  <a:pt x="741870" y="516254"/>
                </a:lnTo>
                <a:lnTo>
                  <a:pt x="751501" y="516318"/>
                </a:lnTo>
                <a:lnTo>
                  <a:pt x="752030" y="520103"/>
                </a:lnTo>
                <a:lnTo>
                  <a:pt x="742607" y="521436"/>
                </a:lnTo>
                <a:close/>
              </a:path>
              <a:path w="770890" h="1724660">
                <a:moveTo>
                  <a:pt x="753571" y="531025"/>
                </a:moveTo>
                <a:lnTo>
                  <a:pt x="743965" y="531025"/>
                </a:lnTo>
                <a:lnTo>
                  <a:pt x="743940" y="530860"/>
                </a:lnTo>
                <a:lnTo>
                  <a:pt x="753376" y="529526"/>
                </a:lnTo>
                <a:lnTo>
                  <a:pt x="753571" y="531025"/>
                </a:lnTo>
                <a:close/>
              </a:path>
              <a:path w="770890" h="1724660">
                <a:moveTo>
                  <a:pt x="745159" y="540258"/>
                </a:moveTo>
                <a:lnTo>
                  <a:pt x="743953" y="530974"/>
                </a:lnTo>
                <a:lnTo>
                  <a:pt x="753571" y="531025"/>
                </a:lnTo>
                <a:lnTo>
                  <a:pt x="754608" y="539026"/>
                </a:lnTo>
                <a:lnTo>
                  <a:pt x="745159" y="540258"/>
                </a:lnTo>
                <a:close/>
              </a:path>
              <a:path w="770890" h="1724660">
                <a:moveTo>
                  <a:pt x="747458" y="559117"/>
                </a:moveTo>
                <a:lnTo>
                  <a:pt x="746340" y="549656"/>
                </a:lnTo>
                <a:lnTo>
                  <a:pt x="755802" y="548538"/>
                </a:lnTo>
                <a:lnTo>
                  <a:pt x="756920" y="557987"/>
                </a:lnTo>
                <a:lnTo>
                  <a:pt x="747458" y="559117"/>
                </a:lnTo>
                <a:close/>
              </a:path>
              <a:path w="770890" h="1724660">
                <a:moveTo>
                  <a:pt x="755875" y="577329"/>
                </a:moveTo>
                <a:lnTo>
                  <a:pt x="749452" y="577329"/>
                </a:lnTo>
                <a:lnTo>
                  <a:pt x="748499" y="568528"/>
                </a:lnTo>
                <a:lnTo>
                  <a:pt x="757974" y="567512"/>
                </a:lnTo>
                <a:lnTo>
                  <a:pt x="758990" y="577024"/>
                </a:lnTo>
                <a:lnTo>
                  <a:pt x="755875" y="577329"/>
                </a:lnTo>
                <a:close/>
              </a:path>
              <a:path w="770890" h="1724660">
                <a:moveTo>
                  <a:pt x="749515" y="577951"/>
                </a:moveTo>
                <a:lnTo>
                  <a:pt x="749439" y="577291"/>
                </a:lnTo>
                <a:lnTo>
                  <a:pt x="755875" y="577329"/>
                </a:lnTo>
                <a:lnTo>
                  <a:pt x="749515" y="577951"/>
                </a:lnTo>
                <a:close/>
              </a:path>
              <a:path w="770890" h="1724660">
                <a:moveTo>
                  <a:pt x="751331" y="596874"/>
                </a:moveTo>
                <a:lnTo>
                  <a:pt x="750940" y="592556"/>
                </a:lnTo>
                <a:lnTo>
                  <a:pt x="750442" y="587438"/>
                </a:lnTo>
                <a:lnTo>
                  <a:pt x="759917" y="586511"/>
                </a:lnTo>
                <a:lnTo>
                  <a:pt x="760591" y="593445"/>
                </a:lnTo>
                <a:lnTo>
                  <a:pt x="760818" y="596036"/>
                </a:lnTo>
                <a:lnTo>
                  <a:pt x="751331" y="596874"/>
                </a:lnTo>
                <a:close/>
              </a:path>
              <a:path w="770890" h="1724660">
                <a:moveTo>
                  <a:pt x="751027" y="593445"/>
                </a:moveTo>
                <a:close/>
              </a:path>
              <a:path w="770890" h="1724660">
                <a:moveTo>
                  <a:pt x="762041" y="609853"/>
                </a:moveTo>
                <a:lnTo>
                  <a:pt x="752487" y="609853"/>
                </a:lnTo>
                <a:lnTo>
                  <a:pt x="752170" y="606361"/>
                </a:lnTo>
                <a:lnTo>
                  <a:pt x="761657" y="605523"/>
                </a:lnTo>
                <a:lnTo>
                  <a:pt x="762041" y="609853"/>
                </a:lnTo>
                <a:close/>
              </a:path>
              <a:path w="770890" h="1724660">
                <a:moveTo>
                  <a:pt x="752957" y="615810"/>
                </a:moveTo>
                <a:lnTo>
                  <a:pt x="752475" y="609815"/>
                </a:lnTo>
                <a:lnTo>
                  <a:pt x="762041" y="609853"/>
                </a:lnTo>
                <a:lnTo>
                  <a:pt x="762457" y="615048"/>
                </a:lnTo>
                <a:lnTo>
                  <a:pt x="752957" y="615810"/>
                </a:lnTo>
                <a:close/>
              </a:path>
              <a:path w="770890" h="1724660">
                <a:moveTo>
                  <a:pt x="754405" y="634771"/>
                </a:moveTo>
                <a:lnTo>
                  <a:pt x="753821" y="626529"/>
                </a:lnTo>
                <a:lnTo>
                  <a:pt x="753719" y="625309"/>
                </a:lnTo>
                <a:lnTo>
                  <a:pt x="763206" y="624547"/>
                </a:lnTo>
                <a:lnTo>
                  <a:pt x="763372" y="626567"/>
                </a:lnTo>
                <a:lnTo>
                  <a:pt x="763904" y="634085"/>
                </a:lnTo>
                <a:lnTo>
                  <a:pt x="754405" y="634771"/>
                </a:lnTo>
                <a:close/>
              </a:path>
              <a:path w="770890" h="1724660">
                <a:moveTo>
                  <a:pt x="753821" y="626567"/>
                </a:moveTo>
                <a:close/>
              </a:path>
              <a:path w="770890" h="1724660">
                <a:moveTo>
                  <a:pt x="755675" y="653732"/>
                </a:moveTo>
                <a:lnTo>
                  <a:pt x="755078" y="644232"/>
                </a:lnTo>
                <a:lnTo>
                  <a:pt x="764578" y="643623"/>
                </a:lnTo>
                <a:lnTo>
                  <a:pt x="765187" y="653135"/>
                </a:lnTo>
                <a:lnTo>
                  <a:pt x="755675" y="653732"/>
                </a:lnTo>
                <a:close/>
              </a:path>
              <a:path w="770890" h="1724660">
                <a:moveTo>
                  <a:pt x="756805" y="672719"/>
                </a:moveTo>
                <a:lnTo>
                  <a:pt x="756272" y="663206"/>
                </a:lnTo>
                <a:lnTo>
                  <a:pt x="765771" y="662673"/>
                </a:lnTo>
                <a:lnTo>
                  <a:pt x="766305" y="672185"/>
                </a:lnTo>
                <a:lnTo>
                  <a:pt x="756805" y="672719"/>
                </a:lnTo>
                <a:close/>
              </a:path>
              <a:path w="770890" h="1724660">
                <a:moveTo>
                  <a:pt x="757770" y="691705"/>
                </a:moveTo>
                <a:lnTo>
                  <a:pt x="757301" y="682193"/>
                </a:lnTo>
                <a:lnTo>
                  <a:pt x="766813" y="681736"/>
                </a:lnTo>
                <a:lnTo>
                  <a:pt x="767283" y="691248"/>
                </a:lnTo>
                <a:lnTo>
                  <a:pt x="757770" y="691705"/>
                </a:lnTo>
                <a:close/>
              </a:path>
              <a:path w="770890" h="1724660">
                <a:moveTo>
                  <a:pt x="758545" y="710691"/>
                </a:moveTo>
                <a:lnTo>
                  <a:pt x="758177" y="701179"/>
                </a:lnTo>
                <a:lnTo>
                  <a:pt x="767702" y="700811"/>
                </a:lnTo>
                <a:lnTo>
                  <a:pt x="768070" y="710323"/>
                </a:lnTo>
                <a:lnTo>
                  <a:pt x="758545" y="710691"/>
                </a:lnTo>
                <a:close/>
              </a:path>
              <a:path w="770890" h="1724660">
                <a:moveTo>
                  <a:pt x="759294" y="729729"/>
                </a:moveTo>
                <a:lnTo>
                  <a:pt x="758926" y="720216"/>
                </a:lnTo>
                <a:lnTo>
                  <a:pt x="768438" y="719848"/>
                </a:lnTo>
                <a:lnTo>
                  <a:pt x="768807" y="729361"/>
                </a:lnTo>
                <a:lnTo>
                  <a:pt x="759294" y="729729"/>
                </a:lnTo>
                <a:close/>
              </a:path>
              <a:path w="770890" h="1724660">
                <a:moveTo>
                  <a:pt x="759815" y="748715"/>
                </a:moveTo>
                <a:lnTo>
                  <a:pt x="759561" y="739190"/>
                </a:lnTo>
                <a:lnTo>
                  <a:pt x="769086" y="738936"/>
                </a:lnTo>
                <a:lnTo>
                  <a:pt x="769340" y="748461"/>
                </a:lnTo>
                <a:lnTo>
                  <a:pt x="759815" y="748715"/>
                </a:lnTo>
                <a:close/>
              </a:path>
              <a:path w="770890" h="1724660">
                <a:moveTo>
                  <a:pt x="760310" y="767753"/>
                </a:moveTo>
                <a:lnTo>
                  <a:pt x="760069" y="758240"/>
                </a:lnTo>
                <a:lnTo>
                  <a:pt x="769594" y="757986"/>
                </a:lnTo>
                <a:lnTo>
                  <a:pt x="769835" y="767511"/>
                </a:lnTo>
                <a:lnTo>
                  <a:pt x="760310" y="767753"/>
                </a:lnTo>
                <a:close/>
              </a:path>
              <a:path w="770890" h="1724660">
                <a:moveTo>
                  <a:pt x="760602" y="786752"/>
                </a:moveTo>
                <a:lnTo>
                  <a:pt x="760463" y="777227"/>
                </a:lnTo>
                <a:lnTo>
                  <a:pt x="769988" y="777087"/>
                </a:lnTo>
                <a:lnTo>
                  <a:pt x="770127" y="786612"/>
                </a:lnTo>
                <a:lnTo>
                  <a:pt x="760602" y="786752"/>
                </a:lnTo>
                <a:close/>
              </a:path>
              <a:path w="770890" h="1724660">
                <a:moveTo>
                  <a:pt x="760882" y="805802"/>
                </a:moveTo>
                <a:lnTo>
                  <a:pt x="760742" y="796277"/>
                </a:lnTo>
                <a:lnTo>
                  <a:pt x="770267" y="796137"/>
                </a:lnTo>
                <a:lnTo>
                  <a:pt x="770407" y="805662"/>
                </a:lnTo>
                <a:lnTo>
                  <a:pt x="760882" y="805802"/>
                </a:lnTo>
                <a:close/>
              </a:path>
              <a:path w="770890" h="1724660">
                <a:moveTo>
                  <a:pt x="760945" y="824788"/>
                </a:moveTo>
                <a:lnTo>
                  <a:pt x="760920" y="815263"/>
                </a:lnTo>
                <a:lnTo>
                  <a:pt x="770445" y="815238"/>
                </a:lnTo>
                <a:lnTo>
                  <a:pt x="770470" y="824763"/>
                </a:lnTo>
                <a:lnTo>
                  <a:pt x="760945" y="824788"/>
                </a:lnTo>
                <a:close/>
              </a:path>
              <a:path w="770890" h="1724660">
                <a:moveTo>
                  <a:pt x="761022" y="843838"/>
                </a:moveTo>
                <a:lnTo>
                  <a:pt x="760983" y="834313"/>
                </a:lnTo>
                <a:lnTo>
                  <a:pt x="770508" y="834288"/>
                </a:lnTo>
                <a:lnTo>
                  <a:pt x="770547" y="843813"/>
                </a:lnTo>
                <a:lnTo>
                  <a:pt x="761022" y="843838"/>
                </a:lnTo>
                <a:close/>
              </a:path>
              <a:path w="770890" h="1724660">
                <a:moveTo>
                  <a:pt x="770407" y="862914"/>
                </a:moveTo>
                <a:lnTo>
                  <a:pt x="760882" y="862838"/>
                </a:lnTo>
                <a:lnTo>
                  <a:pt x="760945" y="853325"/>
                </a:lnTo>
                <a:lnTo>
                  <a:pt x="770470" y="853389"/>
                </a:lnTo>
                <a:lnTo>
                  <a:pt x="770407" y="862914"/>
                </a:lnTo>
                <a:close/>
              </a:path>
              <a:path w="770890" h="1724660">
                <a:moveTo>
                  <a:pt x="770280" y="881964"/>
                </a:moveTo>
                <a:lnTo>
                  <a:pt x="760755" y="881888"/>
                </a:lnTo>
                <a:lnTo>
                  <a:pt x="760818" y="872363"/>
                </a:lnTo>
                <a:lnTo>
                  <a:pt x="770343" y="872439"/>
                </a:lnTo>
                <a:lnTo>
                  <a:pt x="770280" y="881964"/>
                </a:lnTo>
                <a:close/>
              </a:path>
              <a:path w="770890" h="1724660">
                <a:moveTo>
                  <a:pt x="769962" y="901052"/>
                </a:moveTo>
                <a:lnTo>
                  <a:pt x="760437" y="900899"/>
                </a:lnTo>
                <a:lnTo>
                  <a:pt x="760590" y="891374"/>
                </a:lnTo>
                <a:lnTo>
                  <a:pt x="770115" y="891527"/>
                </a:lnTo>
                <a:lnTo>
                  <a:pt x="769962" y="901052"/>
                </a:lnTo>
                <a:close/>
              </a:path>
              <a:path w="770890" h="1724660">
                <a:moveTo>
                  <a:pt x="769632" y="920102"/>
                </a:moveTo>
                <a:lnTo>
                  <a:pt x="760107" y="919937"/>
                </a:lnTo>
                <a:lnTo>
                  <a:pt x="760272" y="910412"/>
                </a:lnTo>
                <a:lnTo>
                  <a:pt x="769797" y="910577"/>
                </a:lnTo>
                <a:lnTo>
                  <a:pt x="769632" y="920102"/>
                </a:lnTo>
                <a:close/>
              </a:path>
              <a:path w="770890" h="1724660">
                <a:moveTo>
                  <a:pt x="769137" y="939190"/>
                </a:moveTo>
                <a:lnTo>
                  <a:pt x="759612" y="938936"/>
                </a:lnTo>
                <a:lnTo>
                  <a:pt x="759866" y="929411"/>
                </a:lnTo>
                <a:lnTo>
                  <a:pt x="769391" y="929665"/>
                </a:lnTo>
                <a:lnTo>
                  <a:pt x="769137" y="939190"/>
                </a:lnTo>
                <a:close/>
              </a:path>
              <a:path w="770890" h="1724660">
                <a:moveTo>
                  <a:pt x="768629" y="958227"/>
                </a:moveTo>
                <a:lnTo>
                  <a:pt x="759117" y="957986"/>
                </a:lnTo>
                <a:lnTo>
                  <a:pt x="759358" y="948461"/>
                </a:lnTo>
                <a:lnTo>
                  <a:pt x="768883" y="948715"/>
                </a:lnTo>
                <a:lnTo>
                  <a:pt x="768629" y="958227"/>
                </a:lnTo>
                <a:close/>
              </a:path>
              <a:path w="770890" h="1724660">
                <a:moveTo>
                  <a:pt x="767956" y="977315"/>
                </a:moveTo>
                <a:lnTo>
                  <a:pt x="758443" y="976972"/>
                </a:lnTo>
                <a:lnTo>
                  <a:pt x="758774" y="967460"/>
                </a:lnTo>
                <a:lnTo>
                  <a:pt x="768299" y="967790"/>
                </a:lnTo>
                <a:lnTo>
                  <a:pt x="767956" y="977315"/>
                </a:lnTo>
                <a:close/>
              </a:path>
              <a:path w="770890" h="1724660">
                <a:moveTo>
                  <a:pt x="767283" y="996353"/>
                </a:moveTo>
                <a:lnTo>
                  <a:pt x="757758" y="996010"/>
                </a:lnTo>
                <a:lnTo>
                  <a:pt x="758101" y="986497"/>
                </a:lnTo>
                <a:lnTo>
                  <a:pt x="767613" y="986840"/>
                </a:lnTo>
                <a:lnTo>
                  <a:pt x="767283" y="996353"/>
                </a:lnTo>
                <a:close/>
              </a:path>
              <a:path w="770890" h="1724660">
                <a:moveTo>
                  <a:pt x="766432" y="1015428"/>
                </a:moveTo>
                <a:lnTo>
                  <a:pt x="756920" y="1014996"/>
                </a:lnTo>
                <a:lnTo>
                  <a:pt x="757339" y="1005484"/>
                </a:lnTo>
                <a:lnTo>
                  <a:pt x="766851" y="1005916"/>
                </a:lnTo>
                <a:lnTo>
                  <a:pt x="766432" y="1015428"/>
                </a:lnTo>
                <a:close/>
              </a:path>
              <a:path w="770890" h="1724660">
                <a:moveTo>
                  <a:pt x="765581" y="1034453"/>
                </a:moveTo>
                <a:lnTo>
                  <a:pt x="756056" y="1034034"/>
                </a:lnTo>
                <a:lnTo>
                  <a:pt x="756488" y="1024521"/>
                </a:lnTo>
                <a:lnTo>
                  <a:pt x="766000" y="1024940"/>
                </a:lnTo>
                <a:lnTo>
                  <a:pt x="765581" y="1034453"/>
                </a:lnTo>
                <a:close/>
              </a:path>
              <a:path w="770890" h="1724660">
                <a:moveTo>
                  <a:pt x="764552" y="1053528"/>
                </a:moveTo>
                <a:lnTo>
                  <a:pt x="755040" y="1053007"/>
                </a:lnTo>
                <a:lnTo>
                  <a:pt x="755561" y="1043495"/>
                </a:lnTo>
                <a:lnTo>
                  <a:pt x="765073" y="1044016"/>
                </a:lnTo>
                <a:lnTo>
                  <a:pt x="764552" y="1053528"/>
                </a:lnTo>
                <a:close/>
              </a:path>
              <a:path w="770890" h="1724660">
                <a:moveTo>
                  <a:pt x="763536" y="1072553"/>
                </a:moveTo>
                <a:lnTo>
                  <a:pt x="754024" y="1072032"/>
                </a:lnTo>
                <a:lnTo>
                  <a:pt x="754532" y="1062520"/>
                </a:lnTo>
                <a:lnTo>
                  <a:pt x="764044" y="1063040"/>
                </a:lnTo>
                <a:lnTo>
                  <a:pt x="763536" y="1072553"/>
                </a:lnTo>
                <a:close/>
              </a:path>
              <a:path w="770890" h="1724660">
                <a:moveTo>
                  <a:pt x="762342" y="1091603"/>
                </a:moveTo>
                <a:lnTo>
                  <a:pt x="752830" y="1091006"/>
                </a:lnTo>
                <a:lnTo>
                  <a:pt x="753427" y="1081493"/>
                </a:lnTo>
                <a:lnTo>
                  <a:pt x="762939" y="1082090"/>
                </a:lnTo>
                <a:lnTo>
                  <a:pt x="762342" y="1091603"/>
                </a:lnTo>
                <a:close/>
              </a:path>
              <a:path w="770890" h="1724660">
                <a:moveTo>
                  <a:pt x="761136" y="1110653"/>
                </a:moveTo>
                <a:lnTo>
                  <a:pt x="751636" y="1109967"/>
                </a:lnTo>
                <a:lnTo>
                  <a:pt x="751674" y="1109484"/>
                </a:lnTo>
                <a:lnTo>
                  <a:pt x="752233" y="1100505"/>
                </a:lnTo>
                <a:lnTo>
                  <a:pt x="761733" y="1101102"/>
                </a:lnTo>
                <a:lnTo>
                  <a:pt x="761136" y="1110653"/>
                </a:lnTo>
                <a:close/>
              </a:path>
              <a:path w="770890" h="1724660">
                <a:moveTo>
                  <a:pt x="751662" y="1109522"/>
                </a:moveTo>
                <a:close/>
              </a:path>
              <a:path w="770890" h="1724660">
                <a:moveTo>
                  <a:pt x="759764" y="1129664"/>
                </a:moveTo>
                <a:lnTo>
                  <a:pt x="750265" y="1128979"/>
                </a:lnTo>
                <a:lnTo>
                  <a:pt x="750951" y="1119479"/>
                </a:lnTo>
                <a:lnTo>
                  <a:pt x="760450" y="1120152"/>
                </a:lnTo>
                <a:lnTo>
                  <a:pt x="759764" y="1129664"/>
                </a:lnTo>
                <a:close/>
              </a:path>
              <a:path w="770890" h="1724660">
                <a:moveTo>
                  <a:pt x="758561" y="1146098"/>
                </a:moveTo>
                <a:lnTo>
                  <a:pt x="749033" y="1146098"/>
                </a:lnTo>
                <a:lnTo>
                  <a:pt x="749579" y="1138478"/>
                </a:lnTo>
                <a:lnTo>
                  <a:pt x="759078" y="1139164"/>
                </a:lnTo>
                <a:lnTo>
                  <a:pt x="758561" y="1146098"/>
                </a:lnTo>
                <a:close/>
              </a:path>
              <a:path w="770890" h="1724660">
                <a:moveTo>
                  <a:pt x="758367" y="1148702"/>
                </a:moveTo>
                <a:lnTo>
                  <a:pt x="748880" y="1147927"/>
                </a:lnTo>
                <a:lnTo>
                  <a:pt x="749033" y="1146048"/>
                </a:lnTo>
                <a:lnTo>
                  <a:pt x="758561" y="1146098"/>
                </a:lnTo>
                <a:lnTo>
                  <a:pt x="758367" y="1148702"/>
                </a:lnTo>
                <a:close/>
              </a:path>
              <a:path w="770890" h="1724660">
                <a:moveTo>
                  <a:pt x="756831" y="1167688"/>
                </a:moveTo>
                <a:lnTo>
                  <a:pt x="747331" y="1166914"/>
                </a:lnTo>
                <a:lnTo>
                  <a:pt x="748106" y="1157427"/>
                </a:lnTo>
                <a:lnTo>
                  <a:pt x="757593" y="1158201"/>
                </a:lnTo>
                <a:lnTo>
                  <a:pt x="756831" y="1167688"/>
                </a:lnTo>
                <a:close/>
              </a:path>
              <a:path w="770890" h="1724660">
                <a:moveTo>
                  <a:pt x="755663" y="1181925"/>
                </a:moveTo>
                <a:lnTo>
                  <a:pt x="746112" y="1181925"/>
                </a:lnTo>
                <a:lnTo>
                  <a:pt x="746556" y="1176413"/>
                </a:lnTo>
                <a:lnTo>
                  <a:pt x="756056" y="1177188"/>
                </a:lnTo>
                <a:lnTo>
                  <a:pt x="755663" y="1181925"/>
                </a:lnTo>
                <a:close/>
              </a:path>
              <a:path w="770890" h="1724660">
                <a:moveTo>
                  <a:pt x="755230" y="1186713"/>
                </a:moveTo>
                <a:lnTo>
                  <a:pt x="745756" y="1185849"/>
                </a:lnTo>
                <a:lnTo>
                  <a:pt x="746112" y="1181887"/>
                </a:lnTo>
                <a:lnTo>
                  <a:pt x="755663" y="1181925"/>
                </a:lnTo>
                <a:lnTo>
                  <a:pt x="755230" y="1186713"/>
                </a:lnTo>
                <a:close/>
              </a:path>
              <a:path w="770890" h="1724660">
                <a:moveTo>
                  <a:pt x="753503" y="1205687"/>
                </a:moveTo>
                <a:lnTo>
                  <a:pt x="744016" y="1204823"/>
                </a:lnTo>
                <a:lnTo>
                  <a:pt x="744880" y="1195336"/>
                </a:lnTo>
                <a:lnTo>
                  <a:pt x="754367" y="1196200"/>
                </a:lnTo>
                <a:lnTo>
                  <a:pt x="753503" y="1205687"/>
                </a:lnTo>
                <a:close/>
              </a:path>
              <a:path w="770890" h="1724660">
                <a:moveTo>
                  <a:pt x="752482" y="1216888"/>
                </a:moveTo>
                <a:lnTo>
                  <a:pt x="742924" y="1216888"/>
                </a:lnTo>
                <a:lnTo>
                  <a:pt x="743153" y="1214310"/>
                </a:lnTo>
                <a:lnTo>
                  <a:pt x="752640" y="1215174"/>
                </a:lnTo>
                <a:lnTo>
                  <a:pt x="752482" y="1216888"/>
                </a:lnTo>
                <a:close/>
              </a:path>
              <a:path w="770890" h="1724660">
                <a:moveTo>
                  <a:pt x="751700" y="1224699"/>
                </a:moveTo>
                <a:lnTo>
                  <a:pt x="742226" y="1223746"/>
                </a:lnTo>
                <a:lnTo>
                  <a:pt x="742924" y="1216850"/>
                </a:lnTo>
                <a:lnTo>
                  <a:pt x="752482" y="1216888"/>
                </a:lnTo>
                <a:lnTo>
                  <a:pt x="751700" y="1224699"/>
                </a:lnTo>
                <a:close/>
              </a:path>
              <a:path w="770890" h="1724660">
                <a:moveTo>
                  <a:pt x="749782" y="1243660"/>
                </a:moveTo>
                <a:lnTo>
                  <a:pt x="740308" y="1242695"/>
                </a:lnTo>
                <a:lnTo>
                  <a:pt x="741260" y="1233220"/>
                </a:lnTo>
                <a:lnTo>
                  <a:pt x="750747" y="1234173"/>
                </a:lnTo>
                <a:lnTo>
                  <a:pt x="749782" y="1243660"/>
                </a:lnTo>
                <a:close/>
              </a:path>
              <a:path w="770890" h="1724660">
                <a:moveTo>
                  <a:pt x="747737" y="1262646"/>
                </a:moveTo>
                <a:lnTo>
                  <a:pt x="738276" y="1261579"/>
                </a:lnTo>
                <a:lnTo>
                  <a:pt x="739330" y="1252118"/>
                </a:lnTo>
                <a:lnTo>
                  <a:pt x="748804" y="1253185"/>
                </a:lnTo>
                <a:lnTo>
                  <a:pt x="747737" y="1262646"/>
                </a:lnTo>
                <a:close/>
              </a:path>
              <a:path w="770890" h="1724660">
                <a:moveTo>
                  <a:pt x="745616" y="1281582"/>
                </a:moveTo>
                <a:lnTo>
                  <a:pt x="736142" y="1280515"/>
                </a:lnTo>
                <a:lnTo>
                  <a:pt x="737209" y="1271054"/>
                </a:lnTo>
                <a:lnTo>
                  <a:pt x="746671" y="1272108"/>
                </a:lnTo>
                <a:lnTo>
                  <a:pt x="745616" y="1281582"/>
                </a:lnTo>
                <a:close/>
              </a:path>
              <a:path w="770890" h="1724660">
                <a:moveTo>
                  <a:pt x="743305" y="1300543"/>
                </a:moveTo>
                <a:lnTo>
                  <a:pt x="733844" y="1299375"/>
                </a:lnTo>
                <a:lnTo>
                  <a:pt x="735025" y="1289913"/>
                </a:lnTo>
                <a:lnTo>
                  <a:pt x="744474" y="1291094"/>
                </a:lnTo>
                <a:lnTo>
                  <a:pt x="743305" y="1300543"/>
                </a:lnTo>
                <a:close/>
              </a:path>
              <a:path w="770890" h="1724660">
                <a:moveTo>
                  <a:pt x="740917" y="1319504"/>
                </a:moveTo>
                <a:lnTo>
                  <a:pt x="731469" y="1318209"/>
                </a:lnTo>
                <a:lnTo>
                  <a:pt x="731888" y="1315199"/>
                </a:lnTo>
                <a:lnTo>
                  <a:pt x="732675" y="1308823"/>
                </a:lnTo>
                <a:lnTo>
                  <a:pt x="742124" y="1309992"/>
                </a:lnTo>
                <a:lnTo>
                  <a:pt x="741324" y="1316482"/>
                </a:lnTo>
                <a:lnTo>
                  <a:pt x="740917" y="1319504"/>
                </a:lnTo>
                <a:close/>
              </a:path>
              <a:path w="770890" h="1724660">
                <a:moveTo>
                  <a:pt x="731875" y="1315250"/>
                </a:moveTo>
                <a:close/>
              </a:path>
              <a:path w="770890" h="1724660">
                <a:moveTo>
                  <a:pt x="738327" y="1338376"/>
                </a:moveTo>
                <a:lnTo>
                  <a:pt x="728891" y="1337081"/>
                </a:lnTo>
                <a:lnTo>
                  <a:pt x="730186" y="1327645"/>
                </a:lnTo>
                <a:lnTo>
                  <a:pt x="739622" y="1328940"/>
                </a:lnTo>
                <a:lnTo>
                  <a:pt x="738327" y="1338376"/>
                </a:lnTo>
                <a:close/>
              </a:path>
              <a:path w="770890" h="1724660">
                <a:moveTo>
                  <a:pt x="735596" y="1357299"/>
                </a:moveTo>
                <a:lnTo>
                  <a:pt x="726173" y="1355877"/>
                </a:lnTo>
                <a:lnTo>
                  <a:pt x="727595" y="1346453"/>
                </a:lnTo>
                <a:lnTo>
                  <a:pt x="737019" y="1347876"/>
                </a:lnTo>
                <a:lnTo>
                  <a:pt x="735596" y="1357299"/>
                </a:lnTo>
                <a:close/>
              </a:path>
              <a:path w="770890" h="1724660">
                <a:moveTo>
                  <a:pt x="732726" y="1376210"/>
                </a:moveTo>
                <a:lnTo>
                  <a:pt x="723341" y="1374635"/>
                </a:lnTo>
                <a:lnTo>
                  <a:pt x="723442" y="1373987"/>
                </a:lnTo>
                <a:lnTo>
                  <a:pt x="724750" y="1365288"/>
                </a:lnTo>
                <a:lnTo>
                  <a:pt x="734174" y="1366710"/>
                </a:lnTo>
                <a:lnTo>
                  <a:pt x="732840" y="1375562"/>
                </a:lnTo>
                <a:lnTo>
                  <a:pt x="732726" y="1376210"/>
                </a:lnTo>
                <a:close/>
              </a:path>
              <a:path w="770890" h="1724660">
                <a:moveTo>
                  <a:pt x="723430" y="1374063"/>
                </a:moveTo>
                <a:close/>
              </a:path>
              <a:path w="770890" h="1724660">
                <a:moveTo>
                  <a:pt x="729589" y="1394993"/>
                </a:moveTo>
                <a:lnTo>
                  <a:pt x="720191" y="1393431"/>
                </a:lnTo>
                <a:lnTo>
                  <a:pt x="721766" y="1384033"/>
                </a:lnTo>
                <a:lnTo>
                  <a:pt x="731164" y="1385595"/>
                </a:lnTo>
                <a:lnTo>
                  <a:pt x="729589" y="1394993"/>
                </a:lnTo>
                <a:close/>
              </a:path>
              <a:path w="770890" h="1724660">
                <a:moveTo>
                  <a:pt x="726236" y="1413827"/>
                </a:moveTo>
                <a:lnTo>
                  <a:pt x="716876" y="1412100"/>
                </a:lnTo>
                <a:lnTo>
                  <a:pt x="718616" y="1402727"/>
                </a:lnTo>
                <a:lnTo>
                  <a:pt x="727976" y="1404467"/>
                </a:lnTo>
                <a:lnTo>
                  <a:pt x="726236" y="1413827"/>
                </a:lnTo>
                <a:close/>
              </a:path>
              <a:path w="770890" h="1724660">
                <a:moveTo>
                  <a:pt x="722642" y="1432648"/>
                </a:moveTo>
                <a:lnTo>
                  <a:pt x="713320" y="1430705"/>
                </a:lnTo>
                <a:lnTo>
                  <a:pt x="714273" y="1426121"/>
                </a:lnTo>
                <a:lnTo>
                  <a:pt x="715136" y="1421460"/>
                </a:lnTo>
                <a:lnTo>
                  <a:pt x="724496" y="1423200"/>
                </a:lnTo>
                <a:lnTo>
                  <a:pt x="723595" y="1428064"/>
                </a:lnTo>
                <a:lnTo>
                  <a:pt x="722642" y="1432648"/>
                </a:lnTo>
                <a:close/>
              </a:path>
              <a:path w="770890" h="1724660">
                <a:moveTo>
                  <a:pt x="714248" y="1426222"/>
                </a:moveTo>
                <a:close/>
              </a:path>
              <a:path w="770890" h="1724660">
                <a:moveTo>
                  <a:pt x="718769" y="1451292"/>
                </a:moveTo>
                <a:lnTo>
                  <a:pt x="709447" y="1449362"/>
                </a:lnTo>
                <a:lnTo>
                  <a:pt x="711377" y="1440027"/>
                </a:lnTo>
                <a:lnTo>
                  <a:pt x="720712" y="1441970"/>
                </a:lnTo>
                <a:lnTo>
                  <a:pt x="718769" y="1451292"/>
                </a:lnTo>
                <a:close/>
              </a:path>
              <a:path w="770890" h="1724660">
                <a:moveTo>
                  <a:pt x="715080" y="1460309"/>
                </a:moveTo>
                <a:lnTo>
                  <a:pt x="706958" y="1460309"/>
                </a:lnTo>
                <a:lnTo>
                  <a:pt x="707351" y="1458556"/>
                </a:lnTo>
                <a:lnTo>
                  <a:pt x="715080" y="1460309"/>
                </a:lnTo>
                <a:close/>
              </a:path>
              <a:path w="770890" h="1724660">
                <a:moveTo>
                  <a:pt x="714413" y="1469999"/>
                </a:moveTo>
                <a:lnTo>
                  <a:pt x="705154" y="1467764"/>
                </a:lnTo>
                <a:lnTo>
                  <a:pt x="706970" y="1460246"/>
                </a:lnTo>
                <a:lnTo>
                  <a:pt x="715080" y="1460309"/>
                </a:lnTo>
                <a:lnTo>
                  <a:pt x="716648" y="1460665"/>
                </a:lnTo>
                <a:lnTo>
                  <a:pt x="716229" y="1462481"/>
                </a:lnTo>
                <a:lnTo>
                  <a:pt x="714413" y="1469999"/>
                </a:lnTo>
                <a:close/>
              </a:path>
              <a:path w="770890" h="1724660">
                <a:moveTo>
                  <a:pt x="709536" y="1488579"/>
                </a:moveTo>
                <a:lnTo>
                  <a:pt x="700366" y="1486027"/>
                </a:lnTo>
                <a:lnTo>
                  <a:pt x="701916" y="1480451"/>
                </a:lnTo>
                <a:lnTo>
                  <a:pt x="702830" y="1476921"/>
                </a:lnTo>
                <a:lnTo>
                  <a:pt x="712050" y="1479308"/>
                </a:lnTo>
                <a:lnTo>
                  <a:pt x="711085" y="1483004"/>
                </a:lnTo>
                <a:lnTo>
                  <a:pt x="709536" y="1488579"/>
                </a:lnTo>
                <a:close/>
              </a:path>
              <a:path w="770890" h="1724660">
                <a:moveTo>
                  <a:pt x="701890" y="1480540"/>
                </a:moveTo>
                <a:close/>
              </a:path>
              <a:path w="770890" h="1724660">
                <a:moveTo>
                  <a:pt x="706367" y="1499489"/>
                </a:moveTo>
                <a:lnTo>
                  <a:pt x="696429" y="1499489"/>
                </a:lnTo>
                <a:lnTo>
                  <a:pt x="697737" y="1495094"/>
                </a:lnTo>
                <a:lnTo>
                  <a:pt x="706869" y="1497812"/>
                </a:lnTo>
                <a:lnTo>
                  <a:pt x="706367" y="1499489"/>
                </a:lnTo>
                <a:close/>
              </a:path>
              <a:path w="770890" h="1724660">
                <a:moveTo>
                  <a:pt x="704024" y="1507007"/>
                </a:moveTo>
                <a:lnTo>
                  <a:pt x="694943" y="1504099"/>
                </a:lnTo>
                <a:lnTo>
                  <a:pt x="696455" y="1499400"/>
                </a:lnTo>
                <a:lnTo>
                  <a:pt x="706367" y="1499489"/>
                </a:lnTo>
                <a:lnTo>
                  <a:pt x="705523" y="1502308"/>
                </a:lnTo>
                <a:lnTo>
                  <a:pt x="704024" y="1507007"/>
                </a:lnTo>
                <a:close/>
              </a:path>
              <a:path w="770890" h="1724660">
                <a:moveTo>
                  <a:pt x="697801" y="1525206"/>
                </a:moveTo>
                <a:lnTo>
                  <a:pt x="688848" y="1521955"/>
                </a:lnTo>
                <a:lnTo>
                  <a:pt x="690562" y="1517269"/>
                </a:lnTo>
                <a:lnTo>
                  <a:pt x="691997" y="1513052"/>
                </a:lnTo>
                <a:lnTo>
                  <a:pt x="701001" y="1516138"/>
                </a:lnTo>
                <a:lnTo>
                  <a:pt x="699503" y="1520520"/>
                </a:lnTo>
                <a:lnTo>
                  <a:pt x="697801" y="1525206"/>
                </a:lnTo>
                <a:close/>
              </a:path>
              <a:path w="770890" h="1724660">
                <a:moveTo>
                  <a:pt x="690524" y="1517357"/>
                </a:moveTo>
                <a:close/>
              </a:path>
              <a:path w="770890" h="1724660">
                <a:moveTo>
                  <a:pt x="690816" y="1543138"/>
                </a:moveTo>
                <a:lnTo>
                  <a:pt x="682015" y="1539506"/>
                </a:lnTo>
                <a:lnTo>
                  <a:pt x="684250" y="1534071"/>
                </a:lnTo>
                <a:lnTo>
                  <a:pt x="685533" y="1530769"/>
                </a:lnTo>
                <a:lnTo>
                  <a:pt x="694410" y="1534210"/>
                </a:lnTo>
                <a:lnTo>
                  <a:pt x="693064" y="1537690"/>
                </a:lnTo>
                <a:lnTo>
                  <a:pt x="690816" y="1543138"/>
                </a:lnTo>
                <a:close/>
              </a:path>
              <a:path w="770890" h="1724660">
                <a:moveTo>
                  <a:pt x="684212" y="1534160"/>
                </a:moveTo>
                <a:close/>
              </a:path>
              <a:path w="770890" h="1724660">
                <a:moveTo>
                  <a:pt x="682323" y="1549933"/>
                </a:moveTo>
                <a:lnTo>
                  <a:pt x="677519" y="1549933"/>
                </a:lnTo>
                <a:lnTo>
                  <a:pt x="678294" y="1548168"/>
                </a:lnTo>
                <a:lnTo>
                  <a:pt x="682323" y="1549933"/>
                </a:lnTo>
                <a:close/>
              </a:path>
              <a:path w="770890" h="1724660">
                <a:moveTo>
                  <a:pt x="682993" y="1560741"/>
                </a:moveTo>
                <a:lnTo>
                  <a:pt x="674357" y="1556727"/>
                </a:lnTo>
                <a:lnTo>
                  <a:pt x="677557" y="1549844"/>
                </a:lnTo>
                <a:lnTo>
                  <a:pt x="682323" y="1549933"/>
                </a:lnTo>
                <a:lnTo>
                  <a:pt x="687019" y="1551990"/>
                </a:lnTo>
                <a:lnTo>
                  <a:pt x="686193" y="1553857"/>
                </a:lnTo>
                <a:lnTo>
                  <a:pt x="682993" y="1560741"/>
                </a:lnTo>
                <a:close/>
              </a:path>
              <a:path w="770890" h="1724660">
                <a:moveTo>
                  <a:pt x="674192" y="1578000"/>
                </a:moveTo>
                <a:lnTo>
                  <a:pt x="665860" y="1573390"/>
                </a:lnTo>
                <a:lnTo>
                  <a:pt x="666813" y="1571663"/>
                </a:lnTo>
                <a:lnTo>
                  <a:pt x="670255" y="1565071"/>
                </a:lnTo>
                <a:lnTo>
                  <a:pt x="678700" y="1569478"/>
                </a:lnTo>
                <a:lnTo>
                  <a:pt x="675157" y="1576260"/>
                </a:lnTo>
                <a:lnTo>
                  <a:pt x="674192" y="1578000"/>
                </a:lnTo>
                <a:close/>
              </a:path>
              <a:path w="770890" h="1724660">
                <a:moveTo>
                  <a:pt x="666762" y="1571752"/>
                </a:moveTo>
                <a:close/>
              </a:path>
              <a:path w="770890" h="1724660">
                <a:moveTo>
                  <a:pt x="667277" y="1585125"/>
                </a:moveTo>
                <a:lnTo>
                  <a:pt x="659168" y="1585125"/>
                </a:lnTo>
                <a:lnTo>
                  <a:pt x="661225" y="1581594"/>
                </a:lnTo>
                <a:lnTo>
                  <a:pt x="667277" y="1585125"/>
                </a:lnTo>
                <a:close/>
              </a:path>
              <a:path w="770890" h="1724660">
                <a:moveTo>
                  <a:pt x="664463" y="1594650"/>
                </a:moveTo>
                <a:lnTo>
                  <a:pt x="656361" y="1589633"/>
                </a:lnTo>
                <a:lnTo>
                  <a:pt x="659218" y="1585023"/>
                </a:lnTo>
                <a:lnTo>
                  <a:pt x="667277" y="1585125"/>
                </a:lnTo>
                <a:lnTo>
                  <a:pt x="669455" y="1586395"/>
                </a:lnTo>
                <a:lnTo>
                  <a:pt x="667321" y="1590039"/>
                </a:lnTo>
                <a:lnTo>
                  <a:pt x="664463" y="1594650"/>
                </a:lnTo>
                <a:close/>
              </a:path>
              <a:path w="770890" h="1724660">
                <a:moveTo>
                  <a:pt x="651262" y="1597533"/>
                </a:moveTo>
                <a:close/>
              </a:path>
              <a:path w="770890" h="1724660">
                <a:moveTo>
                  <a:pt x="651258" y="1597534"/>
                </a:moveTo>
                <a:close/>
              </a:path>
              <a:path w="770890" h="1724660">
                <a:moveTo>
                  <a:pt x="651230" y="1597583"/>
                </a:moveTo>
                <a:close/>
              </a:path>
              <a:path w="770890" h="1724660">
                <a:moveTo>
                  <a:pt x="651333" y="1597583"/>
                </a:moveTo>
                <a:close/>
              </a:path>
              <a:path w="770890" h="1724660">
                <a:moveTo>
                  <a:pt x="653630" y="1610753"/>
                </a:moveTo>
                <a:lnTo>
                  <a:pt x="645934" y="1605140"/>
                </a:lnTo>
                <a:lnTo>
                  <a:pt x="647217" y="1603387"/>
                </a:lnTo>
                <a:lnTo>
                  <a:pt x="651223" y="1597583"/>
                </a:lnTo>
                <a:lnTo>
                  <a:pt x="659231" y="1602752"/>
                </a:lnTo>
                <a:lnTo>
                  <a:pt x="654913" y="1609001"/>
                </a:lnTo>
                <a:lnTo>
                  <a:pt x="653630" y="1610753"/>
                </a:lnTo>
                <a:close/>
              </a:path>
              <a:path w="770890" h="1724660">
                <a:moveTo>
                  <a:pt x="647141" y="1603489"/>
                </a:moveTo>
                <a:close/>
              </a:path>
              <a:path w="770890" h="1724660">
                <a:moveTo>
                  <a:pt x="642881" y="1614652"/>
                </a:moveTo>
                <a:lnTo>
                  <a:pt x="638759" y="1614652"/>
                </a:lnTo>
                <a:lnTo>
                  <a:pt x="640295" y="1612658"/>
                </a:lnTo>
                <a:lnTo>
                  <a:pt x="642881" y="1614652"/>
                </a:lnTo>
                <a:close/>
              </a:path>
              <a:path w="770890" h="1724660">
                <a:moveTo>
                  <a:pt x="641705" y="1626095"/>
                </a:moveTo>
                <a:lnTo>
                  <a:pt x="634551" y="1619935"/>
                </a:lnTo>
                <a:lnTo>
                  <a:pt x="638835" y="1614551"/>
                </a:lnTo>
                <a:lnTo>
                  <a:pt x="642881" y="1614652"/>
                </a:lnTo>
                <a:lnTo>
                  <a:pt x="647839" y="1618475"/>
                </a:lnTo>
                <a:lnTo>
                  <a:pt x="646214" y="1620570"/>
                </a:lnTo>
                <a:lnTo>
                  <a:pt x="641705" y="1626095"/>
                </a:lnTo>
                <a:close/>
              </a:path>
              <a:path w="770890" h="1724660">
                <a:moveTo>
                  <a:pt x="631537" y="1629892"/>
                </a:moveTo>
                <a:lnTo>
                  <a:pt x="625640" y="1629892"/>
                </a:lnTo>
                <a:lnTo>
                  <a:pt x="628307" y="1626958"/>
                </a:lnTo>
                <a:lnTo>
                  <a:pt x="631537" y="1629892"/>
                </a:lnTo>
                <a:close/>
              </a:path>
              <a:path w="770890" h="1724660">
                <a:moveTo>
                  <a:pt x="628751" y="1640395"/>
                </a:moveTo>
                <a:lnTo>
                  <a:pt x="621880" y="1633804"/>
                </a:lnTo>
                <a:lnTo>
                  <a:pt x="625728" y="1629790"/>
                </a:lnTo>
                <a:lnTo>
                  <a:pt x="631537" y="1629892"/>
                </a:lnTo>
                <a:lnTo>
                  <a:pt x="635355" y="1633359"/>
                </a:lnTo>
                <a:lnTo>
                  <a:pt x="632599" y="1636395"/>
                </a:lnTo>
                <a:lnTo>
                  <a:pt x="628751" y="1640395"/>
                </a:lnTo>
                <a:close/>
              </a:path>
              <a:path w="770890" h="1724660">
                <a:moveTo>
                  <a:pt x="618171" y="1643405"/>
                </a:moveTo>
                <a:lnTo>
                  <a:pt x="611936" y="1643405"/>
                </a:lnTo>
                <a:lnTo>
                  <a:pt x="615264" y="1640293"/>
                </a:lnTo>
                <a:lnTo>
                  <a:pt x="618171" y="1643405"/>
                </a:lnTo>
                <a:close/>
              </a:path>
              <a:path w="770890" h="1724660">
                <a:moveTo>
                  <a:pt x="614616" y="1653743"/>
                </a:moveTo>
                <a:lnTo>
                  <a:pt x="608304" y="1646605"/>
                </a:lnTo>
                <a:lnTo>
                  <a:pt x="612025" y="1643316"/>
                </a:lnTo>
                <a:lnTo>
                  <a:pt x="618171" y="1643405"/>
                </a:lnTo>
                <a:lnTo>
                  <a:pt x="621766" y="1647253"/>
                </a:lnTo>
                <a:lnTo>
                  <a:pt x="618337" y="1650453"/>
                </a:lnTo>
                <a:lnTo>
                  <a:pt x="614616" y="1653743"/>
                </a:lnTo>
                <a:close/>
              </a:path>
              <a:path w="770890" h="1724660">
                <a:moveTo>
                  <a:pt x="603396" y="1655330"/>
                </a:moveTo>
                <a:lnTo>
                  <a:pt x="597687" y="1655330"/>
                </a:lnTo>
                <a:lnTo>
                  <a:pt x="597839" y="1655216"/>
                </a:lnTo>
                <a:lnTo>
                  <a:pt x="601192" y="1652549"/>
                </a:lnTo>
                <a:lnTo>
                  <a:pt x="603396" y="1655330"/>
                </a:lnTo>
                <a:close/>
              </a:path>
              <a:path w="770890" h="1724660">
                <a:moveTo>
                  <a:pt x="597737" y="1655291"/>
                </a:moveTo>
                <a:close/>
              </a:path>
              <a:path w="770890" h="1724660">
                <a:moveTo>
                  <a:pt x="599376" y="1665884"/>
                </a:moveTo>
                <a:lnTo>
                  <a:pt x="593763" y="1658188"/>
                </a:lnTo>
                <a:lnTo>
                  <a:pt x="597737" y="1655291"/>
                </a:lnTo>
                <a:lnTo>
                  <a:pt x="603396" y="1655330"/>
                </a:lnTo>
                <a:lnTo>
                  <a:pt x="607110" y="1660016"/>
                </a:lnTo>
                <a:lnTo>
                  <a:pt x="603453" y="1662912"/>
                </a:lnTo>
                <a:lnTo>
                  <a:pt x="599376" y="1665884"/>
                </a:lnTo>
                <a:close/>
              </a:path>
              <a:path w="770890" h="1724660">
                <a:moveTo>
                  <a:pt x="583425" y="1676742"/>
                </a:moveTo>
                <a:lnTo>
                  <a:pt x="578230" y="1668767"/>
                </a:lnTo>
                <a:lnTo>
                  <a:pt x="586206" y="1663560"/>
                </a:lnTo>
                <a:lnTo>
                  <a:pt x="591413" y="1671548"/>
                </a:lnTo>
                <a:lnTo>
                  <a:pt x="583425" y="1676742"/>
                </a:lnTo>
                <a:close/>
              </a:path>
              <a:path w="770890" h="1724660">
                <a:moveTo>
                  <a:pt x="566407" y="1686293"/>
                </a:moveTo>
                <a:lnTo>
                  <a:pt x="562025" y="1677835"/>
                </a:lnTo>
                <a:lnTo>
                  <a:pt x="567956" y="1674774"/>
                </a:lnTo>
                <a:lnTo>
                  <a:pt x="570204" y="1673453"/>
                </a:lnTo>
                <a:lnTo>
                  <a:pt x="575005" y="1681683"/>
                </a:lnTo>
                <a:lnTo>
                  <a:pt x="572541" y="1683118"/>
                </a:lnTo>
                <a:lnTo>
                  <a:pt x="566407" y="1686293"/>
                </a:lnTo>
                <a:close/>
              </a:path>
              <a:path w="770890" h="1724660">
                <a:moveTo>
                  <a:pt x="567753" y="1674876"/>
                </a:moveTo>
                <a:lnTo>
                  <a:pt x="567928" y="1674774"/>
                </a:lnTo>
                <a:lnTo>
                  <a:pt x="567753" y="1674876"/>
                </a:lnTo>
                <a:close/>
              </a:path>
              <a:path w="770890" h="1724660">
                <a:moveTo>
                  <a:pt x="555110" y="1685048"/>
                </a:moveTo>
                <a:lnTo>
                  <a:pt x="546950" y="1685048"/>
                </a:lnTo>
                <a:lnTo>
                  <a:pt x="553681" y="1681949"/>
                </a:lnTo>
                <a:lnTo>
                  <a:pt x="555110" y="1685048"/>
                </a:lnTo>
                <a:close/>
              </a:path>
              <a:path w="770890" h="1724660">
                <a:moveTo>
                  <a:pt x="548779" y="1694573"/>
                </a:moveTo>
                <a:lnTo>
                  <a:pt x="545185" y="1685759"/>
                </a:lnTo>
                <a:lnTo>
                  <a:pt x="547141" y="1684959"/>
                </a:lnTo>
                <a:lnTo>
                  <a:pt x="546950" y="1685048"/>
                </a:lnTo>
                <a:lnTo>
                  <a:pt x="555110" y="1685048"/>
                </a:lnTo>
                <a:lnTo>
                  <a:pt x="557669" y="1690598"/>
                </a:lnTo>
                <a:lnTo>
                  <a:pt x="550735" y="1693786"/>
                </a:lnTo>
                <a:lnTo>
                  <a:pt x="548779" y="1694573"/>
                </a:lnTo>
                <a:close/>
              </a:path>
              <a:path w="770890" h="1724660">
                <a:moveTo>
                  <a:pt x="536321" y="1689379"/>
                </a:moveTo>
                <a:close/>
              </a:path>
              <a:path w="770890" h="1724660">
                <a:moveTo>
                  <a:pt x="536369" y="1689379"/>
                </a:moveTo>
                <a:close/>
              </a:path>
              <a:path w="770890" h="1724660">
                <a:moveTo>
                  <a:pt x="530821" y="1701482"/>
                </a:moveTo>
                <a:lnTo>
                  <a:pt x="527583" y="1692516"/>
                </a:lnTo>
                <a:lnTo>
                  <a:pt x="536299" y="1689379"/>
                </a:lnTo>
                <a:lnTo>
                  <a:pt x="539965" y="1698180"/>
                </a:lnTo>
                <a:lnTo>
                  <a:pt x="530821" y="1701482"/>
                </a:lnTo>
                <a:close/>
              </a:path>
              <a:path w="770890" h="1724660">
                <a:moveTo>
                  <a:pt x="519109" y="1696694"/>
                </a:moveTo>
                <a:lnTo>
                  <a:pt x="514730" y="1696694"/>
                </a:lnTo>
                <a:lnTo>
                  <a:pt x="518706" y="1695424"/>
                </a:lnTo>
                <a:lnTo>
                  <a:pt x="519109" y="1696694"/>
                </a:lnTo>
                <a:close/>
              </a:path>
              <a:path w="770890" h="1724660">
                <a:moveTo>
                  <a:pt x="512292" y="1707248"/>
                </a:moveTo>
                <a:lnTo>
                  <a:pt x="509739" y="1698078"/>
                </a:lnTo>
                <a:lnTo>
                  <a:pt x="514883" y="1696643"/>
                </a:lnTo>
                <a:lnTo>
                  <a:pt x="514730" y="1696694"/>
                </a:lnTo>
                <a:lnTo>
                  <a:pt x="519109" y="1696694"/>
                </a:lnTo>
                <a:lnTo>
                  <a:pt x="521588" y="1704505"/>
                </a:lnTo>
                <a:lnTo>
                  <a:pt x="517448" y="1705813"/>
                </a:lnTo>
                <a:lnTo>
                  <a:pt x="512292" y="1707248"/>
                </a:lnTo>
                <a:close/>
              </a:path>
              <a:path w="770890" h="1724660">
                <a:moveTo>
                  <a:pt x="493547" y="1711985"/>
                </a:moveTo>
                <a:lnTo>
                  <a:pt x="491566" y="1702676"/>
                </a:lnTo>
                <a:lnTo>
                  <a:pt x="492899" y="1702396"/>
                </a:lnTo>
                <a:lnTo>
                  <a:pt x="500684" y="1700491"/>
                </a:lnTo>
                <a:lnTo>
                  <a:pt x="502945" y="1709737"/>
                </a:lnTo>
                <a:lnTo>
                  <a:pt x="494880" y="1711706"/>
                </a:lnTo>
                <a:lnTo>
                  <a:pt x="493547" y="1711985"/>
                </a:lnTo>
                <a:close/>
              </a:path>
              <a:path w="770890" h="1724660">
                <a:moveTo>
                  <a:pt x="492759" y="1702422"/>
                </a:moveTo>
                <a:lnTo>
                  <a:pt x="492899" y="1702396"/>
                </a:lnTo>
                <a:lnTo>
                  <a:pt x="492759" y="1702422"/>
                </a:lnTo>
                <a:close/>
              </a:path>
              <a:path w="770890" h="1724660">
                <a:moveTo>
                  <a:pt x="482268" y="1704771"/>
                </a:moveTo>
                <a:lnTo>
                  <a:pt x="481672" y="1704771"/>
                </a:lnTo>
                <a:lnTo>
                  <a:pt x="482244" y="1704657"/>
                </a:lnTo>
                <a:close/>
              </a:path>
              <a:path w="770890" h="1724660">
                <a:moveTo>
                  <a:pt x="474738" y="1715744"/>
                </a:moveTo>
                <a:lnTo>
                  <a:pt x="473011" y="1706372"/>
                </a:lnTo>
                <a:lnTo>
                  <a:pt x="481799" y="1704746"/>
                </a:lnTo>
                <a:lnTo>
                  <a:pt x="482268" y="1704771"/>
                </a:lnTo>
                <a:lnTo>
                  <a:pt x="484225" y="1713966"/>
                </a:lnTo>
                <a:lnTo>
                  <a:pt x="483527" y="1714119"/>
                </a:lnTo>
                <a:lnTo>
                  <a:pt x="474738" y="1715744"/>
                </a:lnTo>
                <a:close/>
              </a:path>
              <a:path w="770890" h="1724660">
                <a:moveTo>
                  <a:pt x="463839" y="1708619"/>
                </a:moveTo>
                <a:lnTo>
                  <a:pt x="459409" y="1708619"/>
                </a:lnTo>
                <a:lnTo>
                  <a:pt x="463727" y="1707921"/>
                </a:lnTo>
                <a:lnTo>
                  <a:pt x="463839" y="1708619"/>
                </a:lnTo>
                <a:close/>
              </a:path>
              <a:path w="770890" h="1724660">
                <a:moveTo>
                  <a:pt x="455714" y="1718741"/>
                </a:moveTo>
                <a:lnTo>
                  <a:pt x="454405" y="1709305"/>
                </a:lnTo>
                <a:lnTo>
                  <a:pt x="459498" y="1708594"/>
                </a:lnTo>
                <a:lnTo>
                  <a:pt x="463839" y="1708619"/>
                </a:lnTo>
                <a:lnTo>
                  <a:pt x="465226" y="1717332"/>
                </a:lnTo>
                <a:lnTo>
                  <a:pt x="460806" y="1718030"/>
                </a:lnTo>
                <a:lnTo>
                  <a:pt x="455714" y="1718741"/>
                </a:lnTo>
                <a:close/>
              </a:path>
              <a:path w="770890" h="1724660">
                <a:moveTo>
                  <a:pt x="445162" y="1711515"/>
                </a:moveTo>
                <a:lnTo>
                  <a:pt x="437095" y="1711515"/>
                </a:lnTo>
                <a:lnTo>
                  <a:pt x="445046" y="1710550"/>
                </a:lnTo>
                <a:lnTo>
                  <a:pt x="445162" y="1711515"/>
                </a:lnTo>
                <a:close/>
              </a:path>
              <a:path w="770890" h="1724660">
                <a:moveTo>
                  <a:pt x="436664" y="1721129"/>
                </a:moveTo>
                <a:lnTo>
                  <a:pt x="435660" y="1711667"/>
                </a:lnTo>
                <a:lnTo>
                  <a:pt x="437172" y="1711502"/>
                </a:lnTo>
                <a:lnTo>
                  <a:pt x="445162" y="1711515"/>
                </a:lnTo>
                <a:lnTo>
                  <a:pt x="446189" y="1720011"/>
                </a:lnTo>
                <a:lnTo>
                  <a:pt x="438175" y="1720977"/>
                </a:lnTo>
                <a:lnTo>
                  <a:pt x="436664" y="1721129"/>
                </a:lnTo>
                <a:close/>
              </a:path>
              <a:path w="770890" h="1724660">
                <a:moveTo>
                  <a:pt x="417626" y="1722996"/>
                </a:moveTo>
                <a:lnTo>
                  <a:pt x="416775" y="1713509"/>
                </a:lnTo>
                <a:lnTo>
                  <a:pt x="426059" y="1712683"/>
                </a:lnTo>
                <a:lnTo>
                  <a:pt x="427189" y="1722132"/>
                </a:lnTo>
                <a:lnTo>
                  <a:pt x="417626" y="1722996"/>
                </a:lnTo>
                <a:close/>
              </a:path>
              <a:path w="770890" h="1724660">
                <a:moveTo>
                  <a:pt x="407344" y="1714969"/>
                </a:moveTo>
                <a:lnTo>
                  <a:pt x="398449" y="1714969"/>
                </a:lnTo>
                <a:lnTo>
                  <a:pt x="404012" y="1714652"/>
                </a:lnTo>
                <a:lnTo>
                  <a:pt x="403872" y="1714652"/>
                </a:lnTo>
                <a:lnTo>
                  <a:pt x="407288" y="1714347"/>
                </a:lnTo>
                <a:lnTo>
                  <a:pt x="407344" y="1714969"/>
                </a:lnTo>
                <a:close/>
              </a:path>
              <a:path w="770890" h="1724660">
                <a:moveTo>
                  <a:pt x="398272" y="1724494"/>
                </a:moveTo>
                <a:lnTo>
                  <a:pt x="398145" y="1714969"/>
                </a:lnTo>
                <a:lnTo>
                  <a:pt x="398652" y="1714957"/>
                </a:lnTo>
                <a:lnTo>
                  <a:pt x="398449" y="1714969"/>
                </a:lnTo>
                <a:lnTo>
                  <a:pt x="407344" y="1714969"/>
                </a:lnTo>
                <a:lnTo>
                  <a:pt x="408139" y="1723834"/>
                </a:lnTo>
                <a:lnTo>
                  <a:pt x="404710" y="1724152"/>
                </a:lnTo>
                <a:lnTo>
                  <a:pt x="398995" y="1724482"/>
                </a:lnTo>
                <a:lnTo>
                  <a:pt x="398272" y="1724494"/>
                </a:lnTo>
                <a:close/>
              </a:path>
              <a:path w="770890" h="1724660">
                <a:moveTo>
                  <a:pt x="388556" y="1724456"/>
                </a:moveTo>
                <a:lnTo>
                  <a:pt x="386943" y="1724406"/>
                </a:lnTo>
                <a:lnTo>
                  <a:pt x="380873" y="1724012"/>
                </a:lnTo>
                <a:lnTo>
                  <a:pt x="378701" y="1723783"/>
                </a:lnTo>
                <a:lnTo>
                  <a:pt x="379666" y="1714309"/>
                </a:lnTo>
                <a:lnTo>
                  <a:pt x="381698" y="1714512"/>
                </a:lnTo>
                <a:lnTo>
                  <a:pt x="387553" y="1714893"/>
                </a:lnTo>
                <a:lnTo>
                  <a:pt x="387375" y="1714893"/>
                </a:lnTo>
                <a:lnTo>
                  <a:pt x="388810" y="1714931"/>
                </a:lnTo>
                <a:lnTo>
                  <a:pt x="388556" y="1724456"/>
                </a:lnTo>
                <a:close/>
              </a:path>
              <a:path w="770890" h="1724660">
                <a:moveTo>
                  <a:pt x="369100" y="1722627"/>
                </a:moveTo>
                <a:lnTo>
                  <a:pt x="368452" y="1722539"/>
                </a:lnTo>
                <a:lnTo>
                  <a:pt x="362127" y="1721485"/>
                </a:lnTo>
                <a:lnTo>
                  <a:pt x="359435" y="1720951"/>
                </a:lnTo>
                <a:lnTo>
                  <a:pt x="361264" y="1711604"/>
                </a:lnTo>
                <a:lnTo>
                  <a:pt x="363956" y="1712137"/>
                </a:lnTo>
                <a:lnTo>
                  <a:pt x="370370" y="1713191"/>
                </a:lnTo>
                <a:lnTo>
                  <a:pt x="369100" y="1722627"/>
                </a:lnTo>
                <a:close/>
              </a:path>
              <a:path w="770890" h="1724660">
                <a:moveTo>
                  <a:pt x="349986" y="1718945"/>
                </a:moveTo>
                <a:lnTo>
                  <a:pt x="342671" y="1717128"/>
                </a:lnTo>
                <a:lnTo>
                  <a:pt x="340537" y="1716532"/>
                </a:lnTo>
                <a:lnTo>
                  <a:pt x="343065" y="1707349"/>
                </a:lnTo>
                <a:lnTo>
                  <a:pt x="345211" y="1707946"/>
                </a:lnTo>
                <a:lnTo>
                  <a:pt x="351447" y="1709508"/>
                </a:lnTo>
                <a:lnTo>
                  <a:pt x="352069" y="1709648"/>
                </a:lnTo>
                <a:lnTo>
                  <a:pt x="349986" y="1718945"/>
                </a:lnTo>
                <a:close/>
              </a:path>
              <a:path w="770890" h="1724660">
                <a:moveTo>
                  <a:pt x="331279" y="1713864"/>
                </a:moveTo>
                <a:lnTo>
                  <a:pt x="329323" y="1713280"/>
                </a:lnTo>
                <a:lnTo>
                  <a:pt x="322084" y="1710880"/>
                </a:lnTo>
                <a:lnTo>
                  <a:pt x="325094" y="1701838"/>
                </a:lnTo>
                <a:lnTo>
                  <a:pt x="332206" y="1704200"/>
                </a:lnTo>
                <a:lnTo>
                  <a:pt x="334022" y="1704746"/>
                </a:lnTo>
                <a:lnTo>
                  <a:pt x="331279" y="1713864"/>
                </a:lnTo>
                <a:close/>
              </a:path>
              <a:path w="770890" h="1724660">
                <a:moveTo>
                  <a:pt x="312927" y="1707705"/>
                </a:moveTo>
                <a:lnTo>
                  <a:pt x="303999" y="1704378"/>
                </a:lnTo>
                <a:lnTo>
                  <a:pt x="307327" y="1695462"/>
                </a:lnTo>
                <a:lnTo>
                  <a:pt x="316255" y="1698790"/>
                </a:lnTo>
                <a:lnTo>
                  <a:pt x="312927" y="1707705"/>
                </a:lnTo>
                <a:close/>
              </a:path>
              <a:path w="770890" h="1724660">
                <a:moveTo>
                  <a:pt x="295021" y="1700784"/>
                </a:moveTo>
                <a:lnTo>
                  <a:pt x="288112" y="1697951"/>
                </a:lnTo>
                <a:lnTo>
                  <a:pt x="286118" y="1697062"/>
                </a:lnTo>
                <a:lnTo>
                  <a:pt x="289953" y="1688350"/>
                </a:lnTo>
                <a:lnTo>
                  <a:pt x="291845" y="1689188"/>
                </a:lnTo>
                <a:lnTo>
                  <a:pt x="298627" y="1691957"/>
                </a:lnTo>
                <a:lnTo>
                  <a:pt x="295021" y="1700784"/>
                </a:lnTo>
                <a:close/>
              </a:path>
              <a:path w="770890" h="1724660">
                <a:moveTo>
                  <a:pt x="277393" y="1693227"/>
                </a:moveTo>
                <a:lnTo>
                  <a:pt x="274053" y="1691741"/>
                </a:lnTo>
                <a:lnTo>
                  <a:pt x="268643" y="1689201"/>
                </a:lnTo>
                <a:lnTo>
                  <a:pt x="272694" y="1680578"/>
                </a:lnTo>
                <a:lnTo>
                  <a:pt x="278023" y="1683080"/>
                </a:lnTo>
                <a:lnTo>
                  <a:pt x="281241" y="1684502"/>
                </a:lnTo>
                <a:lnTo>
                  <a:pt x="277393" y="1693227"/>
                </a:lnTo>
                <a:close/>
              </a:path>
              <a:path w="770890" h="1724660">
                <a:moveTo>
                  <a:pt x="260019" y="1685137"/>
                </a:moveTo>
                <a:lnTo>
                  <a:pt x="251396" y="1680857"/>
                </a:lnTo>
                <a:lnTo>
                  <a:pt x="255638" y="1672323"/>
                </a:lnTo>
                <a:lnTo>
                  <a:pt x="264045" y="1676501"/>
                </a:lnTo>
                <a:lnTo>
                  <a:pt x="260019" y="1685137"/>
                </a:lnTo>
                <a:close/>
              </a:path>
              <a:path w="770890" h="1724660">
                <a:moveTo>
                  <a:pt x="242824" y="1676527"/>
                </a:moveTo>
                <a:lnTo>
                  <a:pt x="234365" y="1672132"/>
                </a:lnTo>
                <a:lnTo>
                  <a:pt x="238772" y="1663674"/>
                </a:lnTo>
                <a:lnTo>
                  <a:pt x="247218" y="1668081"/>
                </a:lnTo>
                <a:lnTo>
                  <a:pt x="242824" y="1676527"/>
                </a:lnTo>
                <a:close/>
              </a:path>
              <a:path w="770890" h="1724660">
                <a:moveTo>
                  <a:pt x="225894" y="1667598"/>
                </a:moveTo>
                <a:lnTo>
                  <a:pt x="217525" y="1663064"/>
                </a:lnTo>
                <a:lnTo>
                  <a:pt x="222059" y="1654683"/>
                </a:lnTo>
                <a:lnTo>
                  <a:pt x="230441" y="1659229"/>
                </a:lnTo>
                <a:lnTo>
                  <a:pt x="225894" y="1667598"/>
                </a:lnTo>
                <a:close/>
              </a:path>
              <a:path w="770890" h="1724660">
                <a:moveTo>
                  <a:pt x="209156" y="1658378"/>
                </a:moveTo>
                <a:lnTo>
                  <a:pt x="202895" y="1654873"/>
                </a:lnTo>
                <a:lnTo>
                  <a:pt x="200812" y="1653666"/>
                </a:lnTo>
                <a:lnTo>
                  <a:pt x="205562" y="1645412"/>
                </a:lnTo>
                <a:lnTo>
                  <a:pt x="207613" y="1646593"/>
                </a:lnTo>
                <a:lnTo>
                  <a:pt x="213804" y="1650072"/>
                </a:lnTo>
                <a:lnTo>
                  <a:pt x="209156" y="1658378"/>
                </a:lnTo>
                <a:close/>
              </a:path>
              <a:path w="770890" h="1724660">
                <a:moveTo>
                  <a:pt x="192557" y="1648904"/>
                </a:moveTo>
                <a:lnTo>
                  <a:pt x="188722" y="1646694"/>
                </a:lnTo>
                <a:lnTo>
                  <a:pt x="184289" y="1644040"/>
                </a:lnTo>
                <a:lnTo>
                  <a:pt x="189166" y="1635861"/>
                </a:lnTo>
                <a:lnTo>
                  <a:pt x="193614" y="1638515"/>
                </a:lnTo>
                <a:lnTo>
                  <a:pt x="197319" y="1640649"/>
                </a:lnTo>
                <a:lnTo>
                  <a:pt x="192557" y="1648904"/>
                </a:lnTo>
                <a:close/>
              </a:path>
              <a:path w="770890" h="1724660">
                <a:moveTo>
                  <a:pt x="176110" y="1639150"/>
                </a:moveTo>
                <a:lnTo>
                  <a:pt x="167932" y="1634261"/>
                </a:lnTo>
                <a:lnTo>
                  <a:pt x="172821" y="1626095"/>
                </a:lnTo>
                <a:lnTo>
                  <a:pt x="181000" y="1630972"/>
                </a:lnTo>
                <a:lnTo>
                  <a:pt x="176110" y="1639150"/>
                </a:lnTo>
                <a:close/>
              </a:path>
              <a:path w="770890" h="1724660">
                <a:moveTo>
                  <a:pt x="159702" y="1629321"/>
                </a:moveTo>
                <a:lnTo>
                  <a:pt x="151599" y="1624304"/>
                </a:lnTo>
                <a:lnTo>
                  <a:pt x="156616" y="1616214"/>
                </a:lnTo>
                <a:lnTo>
                  <a:pt x="164718" y="1621218"/>
                </a:lnTo>
                <a:lnTo>
                  <a:pt x="159702" y="1629321"/>
                </a:lnTo>
                <a:close/>
              </a:path>
              <a:path w="770890" h="1724660">
                <a:moveTo>
                  <a:pt x="143509" y="1619300"/>
                </a:moveTo>
                <a:lnTo>
                  <a:pt x="135407" y="1614284"/>
                </a:lnTo>
                <a:lnTo>
                  <a:pt x="140411" y="1606181"/>
                </a:lnTo>
                <a:lnTo>
                  <a:pt x="148513" y="1611198"/>
                </a:lnTo>
                <a:lnTo>
                  <a:pt x="143509" y="1619300"/>
                </a:lnTo>
                <a:close/>
              </a:path>
              <a:path w="770890" h="1724660">
                <a:moveTo>
                  <a:pt x="127304" y="1609178"/>
                </a:moveTo>
                <a:lnTo>
                  <a:pt x="119265" y="1604073"/>
                </a:lnTo>
                <a:lnTo>
                  <a:pt x="124358" y="1596034"/>
                </a:lnTo>
                <a:lnTo>
                  <a:pt x="132410" y="1601139"/>
                </a:lnTo>
                <a:lnTo>
                  <a:pt x="127304" y="1609178"/>
                </a:lnTo>
                <a:close/>
              </a:path>
              <a:path w="770890" h="1724660">
                <a:moveTo>
                  <a:pt x="111213" y="1598980"/>
                </a:moveTo>
                <a:lnTo>
                  <a:pt x="103174" y="1593875"/>
                </a:lnTo>
                <a:lnTo>
                  <a:pt x="108267" y="1585836"/>
                </a:lnTo>
                <a:lnTo>
                  <a:pt x="116319" y="1590928"/>
                </a:lnTo>
                <a:lnTo>
                  <a:pt x="111213" y="1598980"/>
                </a:lnTo>
                <a:close/>
              </a:path>
              <a:path w="770890" h="1724660">
                <a:moveTo>
                  <a:pt x="95123" y="1588770"/>
                </a:moveTo>
                <a:lnTo>
                  <a:pt x="87083" y="1583677"/>
                </a:lnTo>
                <a:lnTo>
                  <a:pt x="92189" y="1575625"/>
                </a:lnTo>
                <a:lnTo>
                  <a:pt x="100228" y="1580730"/>
                </a:lnTo>
                <a:lnTo>
                  <a:pt x="95123" y="1588770"/>
                </a:lnTo>
                <a:close/>
              </a:path>
              <a:path w="770890" h="1724660">
                <a:moveTo>
                  <a:pt x="79044" y="1578584"/>
                </a:moveTo>
                <a:lnTo>
                  <a:pt x="70992" y="1573504"/>
                </a:lnTo>
                <a:lnTo>
                  <a:pt x="76073" y="1565452"/>
                </a:lnTo>
                <a:lnTo>
                  <a:pt x="84124" y="1570532"/>
                </a:lnTo>
                <a:lnTo>
                  <a:pt x="79044" y="1578584"/>
                </a:lnTo>
                <a:close/>
              </a:path>
              <a:path w="770890" h="1724660">
                <a:moveTo>
                  <a:pt x="62928" y="1568411"/>
                </a:moveTo>
                <a:lnTo>
                  <a:pt x="59207" y="1566062"/>
                </a:lnTo>
                <a:lnTo>
                  <a:pt x="54902" y="1563420"/>
                </a:lnTo>
                <a:lnTo>
                  <a:pt x="59880" y="1555305"/>
                </a:lnTo>
                <a:lnTo>
                  <a:pt x="64287" y="1558010"/>
                </a:lnTo>
                <a:lnTo>
                  <a:pt x="68021" y="1560360"/>
                </a:lnTo>
                <a:lnTo>
                  <a:pt x="62928" y="1568411"/>
                </a:lnTo>
                <a:close/>
              </a:path>
              <a:path w="770890" h="1724660">
                <a:moveTo>
                  <a:pt x="46774" y="1558429"/>
                </a:moveTo>
                <a:lnTo>
                  <a:pt x="38658" y="1553451"/>
                </a:lnTo>
                <a:lnTo>
                  <a:pt x="43649" y="1545336"/>
                </a:lnTo>
                <a:lnTo>
                  <a:pt x="51765" y="1550314"/>
                </a:lnTo>
                <a:lnTo>
                  <a:pt x="46774" y="1558429"/>
                </a:lnTo>
                <a:close/>
              </a:path>
              <a:path w="770890" h="1724660">
                <a:moveTo>
                  <a:pt x="30543" y="1548625"/>
                </a:moveTo>
                <a:lnTo>
                  <a:pt x="27965" y="1547101"/>
                </a:lnTo>
                <a:lnTo>
                  <a:pt x="22351" y="1543913"/>
                </a:lnTo>
                <a:lnTo>
                  <a:pt x="27063" y="1535633"/>
                </a:lnTo>
                <a:lnTo>
                  <a:pt x="32816" y="1538909"/>
                </a:lnTo>
                <a:lnTo>
                  <a:pt x="35394" y="1540433"/>
                </a:lnTo>
                <a:lnTo>
                  <a:pt x="30543" y="1548625"/>
                </a:lnTo>
                <a:close/>
              </a:path>
              <a:path w="770890" h="1724660">
                <a:moveTo>
                  <a:pt x="14109" y="1539354"/>
                </a:moveTo>
                <a:lnTo>
                  <a:pt x="10058" y="1537157"/>
                </a:lnTo>
                <a:lnTo>
                  <a:pt x="5791" y="1535010"/>
                </a:lnTo>
                <a:lnTo>
                  <a:pt x="10071" y="1526501"/>
                </a:lnTo>
                <a:lnTo>
                  <a:pt x="14579" y="1528775"/>
                </a:lnTo>
                <a:lnTo>
                  <a:pt x="18643" y="1530972"/>
                </a:lnTo>
                <a:lnTo>
                  <a:pt x="14109" y="1539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741174" y="2771317"/>
            <a:ext cx="770890" cy="1724660"/>
          </a:xfrm>
          <a:custGeom>
            <a:avLst/>
            <a:gdLst/>
            <a:ahLst/>
            <a:cxnLst/>
            <a:rect l="l" t="t" r="r" b="b"/>
            <a:pathLst>
              <a:path w="770890" h="1724660">
                <a:moveTo>
                  <a:pt x="762063" y="388073"/>
                </a:moveTo>
                <a:lnTo>
                  <a:pt x="757732" y="379590"/>
                </a:lnTo>
                <a:lnTo>
                  <a:pt x="766203" y="375259"/>
                </a:lnTo>
                <a:lnTo>
                  <a:pt x="770547" y="383730"/>
                </a:lnTo>
                <a:lnTo>
                  <a:pt x="762063" y="388073"/>
                </a:lnTo>
                <a:close/>
              </a:path>
              <a:path w="770890" h="1724660">
                <a:moveTo>
                  <a:pt x="753389" y="371106"/>
                </a:moveTo>
                <a:lnTo>
                  <a:pt x="749058" y="362623"/>
                </a:lnTo>
                <a:lnTo>
                  <a:pt x="757542" y="358292"/>
                </a:lnTo>
                <a:lnTo>
                  <a:pt x="761873" y="366775"/>
                </a:lnTo>
                <a:lnTo>
                  <a:pt x="753389" y="371106"/>
                </a:lnTo>
                <a:close/>
              </a:path>
              <a:path w="770890" h="1724660">
                <a:moveTo>
                  <a:pt x="744715" y="354152"/>
                </a:moveTo>
                <a:lnTo>
                  <a:pt x="740384" y="345668"/>
                </a:lnTo>
                <a:lnTo>
                  <a:pt x="748868" y="341325"/>
                </a:lnTo>
                <a:lnTo>
                  <a:pt x="753198" y="349808"/>
                </a:lnTo>
                <a:lnTo>
                  <a:pt x="744715" y="354152"/>
                </a:lnTo>
                <a:close/>
              </a:path>
              <a:path w="770890" h="1724660">
                <a:moveTo>
                  <a:pt x="736041" y="337185"/>
                </a:moveTo>
                <a:lnTo>
                  <a:pt x="731710" y="328701"/>
                </a:lnTo>
                <a:lnTo>
                  <a:pt x="740194" y="324370"/>
                </a:lnTo>
                <a:lnTo>
                  <a:pt x="744524" y="332854"/>
                </a:lnTo>
                <a:lnTo>
                  <a:pt x="736041" y="337185"/>
                </a:lnTo>
                <a:close/>
              </a:path>
              <a:path w="770890" h="1724660">
                <a:moveTo>
                  <a:pt x="727379" y="320217"/>
                </a:moveTo>
                <a:lnTo>
                  <a:pt x="723036" y="311746"/>
                </a:lnTo>
                <a:lnTo>
                  <a:pt x="731520" y="307403"/>
                </a:lnTo>
                <a:lnTo>
                  <a:pt x="735850" y="315887"/>
                </a:lnTo>
                <a:lnTo>
                  <a:pt x="727379" y="320217"/>
                </a:lnTo>
                <a:close/>
              </a:path>
              <a:path w="770890" h="1724660">
                <a:moveTo>
                  <a:pt x="718705" y="303263"/>
                </a:moveTo>
                <a:lnTo>
                  <a:pt x="714375" y="294779"/>
                </a:lnTo>
                <a:lnTo>
                  <a:pt x="722845" y="290449"/>
                </a:lnTo>
                <a:lnTo>
                  <a:pt x="727189" y="298919"/>
                </a:lnTo>
                <a:lnTo>
                  <a:pt x="718705" y="303263"/>
                </a:lnTo>
                <a:close/>
              </a:path>
              <a:path w="770890" h="1724660">
                <a:moveTo>
                  <a:pt x="710031" y="286334"/>
                </a:moveTo>
                <a:lnTo>
                  <a:pt x="705637" y="277888"/>
                </a:lnTo>
                <a:lnTo>
                  <a:pt x="714095" y="273494"/>
                </a:lnTo>
                <a:lnTo>
                  <a:pt x="718489" y="281939"/>
                </a:lnTo>
                <a:lnTo>
                  <a:pt x="710031" y="286334"/>
                </a:lnTo>
                <a:close/>
              </a:path>
              <a:path w="770890" h="1724660">
                <a:moveTo>
                  <a:pt x="701243" y="269430"/>
                </a:moveTo>
                <a:lnTo>
                  <a:pt x="696849" y="260985"/>
                </a:lnTo>
                <a:lnTo>
                  <a:pt x="705294" y="256590"/>
                </a:lnTo>
                <a:lnTo>
                  <a:pt x="709688" y="265036"/>
                </a:lnTo>
                <a:lnTo>
                  <a:pt x="701243" y="269430"/>
                </a:lnTo>
                <a:close/>
              </a:path>
              <a:path w="770890" h="1724660">
                <a:moveTo>
                  <a:pt x="692442" y="252603"/>
                </a:moveTo>
                <a:lnTo>
                  <a:pt x="687946" y="244208"/>
                </a:lnTo>
                <a:lnTo>
                  <a:pt x="696341" y="239712"/>
                </a:lnTo>
                <a:lnTo>
                  <a:pt x="700836" y="248107"/>
                </a:lnTo>
                <a:lnTo>
                  <a:pt x="692442" y="252603"/>
                </a:lnTo>
                <a:close/>
              </a:path>
              <a:path w="770890" h="1724660">
                <a:moveTo>
                  <a:pt x="683450" y="235813"/>
                </a:moveTo>
                <a:lnTo>
                  <a:pt x="678942" y="227418"/>
                </a:lnTo>
                <a:lnTo>
                  <a:pt x="687336" y="222923"/>
                </a:lnTo>
                <a:lnTo>
                  <a:pt x="691845" y="231317"/>
                </a:lnTo>
                <a:lnTo>
                  <a:pt x="683450" y="235813"/>
                </a:lnTo>
                <a:close/>
              </a:path>
              <a:path w="770890" h="1724660">
                <a:moveTo>
                  <a:pt x="674420" y="219113"/>
                </a:moveTo>
                <a:lnTo>
                  <a:pt x="669810" y="210781"/>
                </a:lnTo>
                <a:lnTo>
                  <a:pt x="678141" y="206159"/>
                </a:lnTo>
                <a:lnTo>
                  <a:pt x="682764" y="214503"/>
                </a:lnTo>
                <a:lnTo>
                  <a:pt x="674420" y="219113"/>
                </a:lnTo>
                <a:close/>
              </a:path>
              <a:path w="770890" h="1724660">
                <a:moveTo>
                  <a:pt x="665187" y="202514"/>
                </a:moveTo>
                <a:lnTo>
                  <a:pt x="660476" y="194233"/>
                </a:lnTo>
                <a:lnTo>
                  <a:pt x="668769" y="189522"/>
                </a:lnTo>
                <a:lnTo>
                  <a:pt x="673468" y="197802"/>
                </a:lnTo>
                <a:lnTo>
                  <a:pt x="665187" y="202514"/>
                </a:lnTo>
                <a:close/>
              </a:path>
              <a:path w="770890" h="1724660">
                <a:moveTo>
                  <a:pt x="655751" y="186029"/>
                </a:moveTo>
                <a:lnTo>
                  <a:pt x="650938" y="177812"/>
                </a:lnTo>
                <a:lnTo>
                  <a:pt x="659155" y="172999"/>
                </a:lnTo>
                <a:lnTo>
                  <a:pt x="663968" y="181229"/>
                </a:lnTo>
                <a:lnTo>
                  <a:pt x="655751" y="186029"/>
                </a:lnTo>
                <a:close/>
              </a:path>
              <a:path w="770890" h="1724660">
                <a:moveTo>
                  <a:pt x="646087" y="169697"/>
                </a:moveTo>
                <a:lnTo>
                  <a:pt x="641159" y="161544"/>
                </a:lnTo>
                <a:lnTo>
                  <a:pt x="649300" y="156616"/>
                </a:lnTo>
                <a:lnTo>
                  <a:pt x="654227" y="164769"/>
                </a:lnTo>
                <a:lnTo>
                  <a:pt x="646087" y="169697"/>
                </a:lnTo>
                <a:close/>
              </a:path>
              <a:path w="770890" h="1724660">
                <a:moveTo>
                  <a:pt x="636155" y="153530"/>
                </a:moveTo>
                <a:lnTo>
                  <a:pt x="631137" y="145542"/>
                </a:lnTo>
                <a:lnTo>
                  <a:pt x="639102" y="140322"/>
                </a:lnTo>
                <a:lnTo>
                  <a:pt x="644220" y="148475"/>
                </a:lnTo>
                <a:lnTo>
                  <a:pt x="636155" y="153530"/>
                </a:lnTo>
                <a:close/>
              </a:path>
              <a:path w="770890" h="1724660">
                <a:moveTo>
                  <a:pt x="625919" y="137579"/>
                </a:moveTo>
                <a:lnTo>
                  <a:pt x="621830" y="131330"/>
                </a:lnTo>
                <a:lnTo>
                  <a:pt x="620712" y="129717"/>
                </a:lnTo>
                <a:lnTo>
                  <a:pt x="628573" y="124332"/>
                </a:lnTo>
                <a:lnTo>
                  <a:pt x="629742" y="126034"/>
                </a:lnTo>
                <a:lnTo>
                  <a:pt x="633882" y="132359"/>
                </a:lnTo>
                <a:lnTo>
                  <a:pt x="625919" y="137579"/>
                </a:lnTo>
                <a:close/>
              </a:path>
              <a:path w="770890" h="1724660">
                <a:moveTo>
                  <a:pt x="621269" y="117792"/>
                </a:moveTo>
                <a:lnTo>
                  <a:pt x="612533" y="117792"/>
                </a:lnTo>
                <a:lnTo>
                  <a:pt x="609917" y="114185"/>
                </a:lnTo>
                <a:lnTo>
                  <a:pt x="617626" y="108597"/>
                </a:lnTo>
                <a:lnTo>
                  <a:pt x="620242" y="112217"/>
                </a:lnTo>
                <a:lnTo>
                  <a:pt x="623176" y="116484"/>
                </a:lnTo>
                <a:lnTo>
                  <a:pt x="621269" y="117792"/>
                </a:lnTo>
                <a:close/>
              </a:path>
              <a:path w="770890" h="1724660">
                <a:moveTo>
                  <a:pt x="615327" y="121869"/>
                </a:moveTo>
                <a:lnTo>
                  <a:pt x="612457" y="117703"/>
                </a:lnTo>
                <a:lnTo>
                  <a:pt x="621269" y="117792"/>
                </a:lnTo>
                <a:lnTo>
                  <a:pt x="615327" y="121869"/>
                </a:lnTo>
                <a:close/>
              </a:path>
              <a:path w="770890" h="1724660">
                <a:moveTo>
                  <a:pt x="606694" y="104749"/>
                </a:moveTo>
                <a:lnTo>
                  <a:pt x="603084" y="104749"/>
                </a:lnTo>
                <a:lnTo>
                  <a:pt x="598652" y="98983"/>
                </a:lnTo>
                <a:lnTo>
                  <a:pt x="606209" y="93179"/>
                </a:lnTo>
                <a:lnTo>
                  <a:pt x="610659" y="98983"/>
                </a:lnTo>
                <a:lnTo>
                  <a:pt x="612038" y="100876"/>
                </a:lnTo>
                <a:lnTo>
                  <a:pt x="606694" y="104749"/>
                </a:lnTo>
                <a:close/>
              </a:path>
              <a:path w="770890" h="1724660">
                <a:moveTo>
                  <a:pt x="604329" y="106464"/>
                </a:moveTo>
                <a:lnTo>
                  <a:pt x="603042" y="104693"/>
                </a:lnTo>
                <a:lnTo>
                  <a:pt x="606694" y="104749"/>
                </a:lnTo>
                <a:lnTo>
                  <a:pt x="604329" y="106464"/>
                </a:lnTo>
                <a:close/>
              </a:path>
              <a:path w="770890" h="1724660">
                <a:moveTo>
                  <a:pt x="592924" y="91567"/>
                </a:moveTo>
                <a:lnTo>
                  <a:pt x="586892" y="84188"/>
                </a:lnTo>
                <a:lnTo>
                  <a:pt x="594258" y="78155"/>
                </a:lnTo>
                <a:lnTo>
                  <a:pt x="600290" y="85521"/>
                </a:lnTo>
                <a:lnTo>
                  <a:pt x="592924" y="91567"/>
                </a:lnTo>
                <a:close/>
              </a:path>
              <a:path w="770890" h="1724660">
                <a:moveTo>
                  <a:pt x="580834" y="77063"/>
                </a:moveTo>
                <a:lnTo>
                  <a:pt x="574535" y="69926"/>
                </a:lnTo>
                <a:lnTo>
                  <a:pt x="581685" y="63626"/>
                </a:lnTo>
                <a:lnTo>
                  <a:pt x="587984" y="70764"/>
                </a:lnTo>
                <a:lnTo>
                  <a:pt x="580834" y="77063"/>
                </a:lnTo>
                <a:close/>
              </a:path>
              <a:path w="770890" h="1724660">
                <a:moveTo>
                  <a:pt x="572101" y="59334"/>
                </a:moveTo>
                <a:lnTo>
                  <a:pt x="564426" y="59334"/>
                </a:lnTo>
                <a:lnTo>
                  <a:pt x="561530" y="56502"/>
                </a:lnTo>
                <a:lnTo>
                  <a:pt x="568185" y="49682"/>
                </a:lnTo>
                <a:lnTo>
                  <a:pt x="571080" y="52514"/>
                </a:lnTo>
                <a:lnTo>
                  <a:pt x="574979" y="56578"/>
                </a:lnTo>
                <a:lnTo>
                  <a:pt x="572101" y="59334"/>
                </a:lnTo>
                <a:close/>
              </a:path>
              <a:path w="770890" h="1724660">
                <a:moveTo>
                  <a:pt x="568096" y="63169"/>
                </a:moveTo>
                <a:lnTo>
                  <a:pt x="564350" y="59260"/>
                </a:lnTo>
                <a:lnTo>
                  <a:pt x="572101" y="59334"/>
                </a:lnTo>
                <a:lnTo>
                  <a:pt x="568096" y="63169"/>
                </a:lnTo>
                <a:close/>
              </a:path>
              <a:path w="770890" h="1724660">
                <a:moveTo>
                  <a:pt x="558854" y="45554"/>
                </a:moveTo>
                <a:lnTo>
                  <a:pt x="549579" y="45554"/>
                </a:lnTo>
                <a:lnTo>
                  <a:pt x="547687" y="43967"/>
                </a:lnTo>
                <a:lnTo>
                  <a:pt x="553783" y="36652"/>
                </a:lnTo>
                <a:lnTo>
                  <a:pt x="555675" y="38226"/>
                </a:lnTo>
                <a:lnTo>
                  <a:pt x="561162" y="43065"/>
                </a:lnTo>
                <a:lnTo>
                  <a:pt x="558854" y="45554"/>
                </a:lnTo>
                <a:close/>
              </a:path>
              <a:path w="770890" h="1724660">
                <a:moveTo>
                  <a:pt x="554802" y="49923"/>
                </a:moveTo>
                <a:lnTo>
                  <a:pt x="554558" y="49923"/>
                </a:lnTo>
                <a:lnTo>
                  <a:pt x="549573" y="45549"/>
                </a:lnTo>
                <a:lnTo>
                  <a:pt x="558854" y="45554"/>
                </a:lnTo>
                <a:lnTo>
                  <a:pt x="554802" y="49923"/>
                </a:lnTo>
                <a:close/>
              </a:path>
              <a:path w="770890" h="1724660">
                <a:moveTo>
                  <a:pt x="554685" y="50050"/>
                </a:moveTo>
                <a:lnTo>
                  <a:pt x="554456" y="49847"/>
                </a:lnTo>
                <a:lnTo>
                  <a:pt x="554802" y="49923"/>
                </a:lnTo>
                <a:close/>
              </a:path>
              <a:path w="770890" h="1724660">
                <a:moveTo>
                  <a:pt x="543755" y="33781"/>
                </a:moveTo>
                <a:lnTo>
                  <a:pt x="534555" y="33781"/>
                </a:lnTo>
                <a:lnTo>
                  <a:pt x="532930" y="32677"/>
                </a:lnTo>
                <a:lnTo>
                  <a:pt x="538289" y="24803"/>
                </a:lnTo>
                <a:lnTo>
                  <a:pt x="539915" y="25907"/>
                </a:lnTo>
                <a:lnTo>
                  <a:pt x="545211" y="29781"/>
                </a:lnTo>
                <a:lnTo>
                  <a:pt x="546252" y="30594"/>
                </a:lnTo>
                <a:lnTo>
                  <a:pt x="543755" y="33781"/>
                </a:lnTo>
                <a:close/>
              </a:path>
              <a:path w="770890" h="1724660">
                <a:moveTo>
                  <a:pt x="540869" y="37464"/>
                </a:moveTo>
                <a:lnTo>
                  <a:pt x="539584" y="37464"/>
                </a:lnTo>
                <a:lnTo>
                  <a:pt x="534416" y="33693"/>
                </a:lnTo>
                <a:lnTo>
                  <a:pt x="534555" y="33781"/>
                </a:lnTo>
                <a:lnTo>
                  <a:pt x="543755" y="33781"/>
                </a:lnTo>
                <a:lnTo>
                  <a:pt x="540869" y="37464"/>
                </a:lnTo>
                <a:close/>
              </a:path>
              <a:path w="770890" h="1724660">
                <a:moveTo>
                  <a:pt x="540372" y="38100"/>
                </a:moveTo>
                <a:lnTo>
                  <a:pt x="539457" y="37376"/>
                </a:lnTo>
                <a:lnTo>
                  <a:pt x="540869" y="37464"/>
                </a:lnTo>
                <a:lnTo>
                  <a:pt x="540372" y="38100"/>
                </a:lnTo>
                <a:close/>
              </a:path>
              <a:path w="770890" h="1724660">
                <a:moveTo>
                  <a:pt x="527225" y="24180"/>
                </a:moveTo>
                <a:lnTo>
                  <a:pt x="519341" y="24180"/>
                </a:lnTo>
                <a:lnTo>
                  <a:pt x="517144" y="23025"/>
                </a:lnTo>
                <a:lnTo>
                  <a:pt x="521588" y="14605"/>
                </a:lnTo>
                <a:lnTo>
                  <a:pt x="523773" y="15760"/>
                </a:lnTo>
                <a:lnTo>
                  <a:pt x="529209" y="18884"/>
                </a:lnTo>
                <a:lnTo>
                  <a:pt x="530174" y="19507"/>
                </a:lnTo>
                <a:lnTo>
                  <a:pt x="527225" y="24180"/>
                </a:lnTo>
                <a:close/>
              </a:path>
              <a:path w="770890" h="1724660">
                <a:moveTo>
                  <a:pt x="525094" y="27558"/>
                </a:moveTo>
                <a:lnTo>
                  <a:pt x="524281" y="27038"/>
                </a:lnTo>
                <a:lnTo>
                  <a:pt x="519214" y="24114"/>
                </a:lnTo>
                <a:lnTo>
                  <a:pt x="527225" y="24180"/>
                </a:lnTo>
                <a:lnTo>
                  <a:pt x="525094" y="27558"/>
                </a:lnTo>
                <a:close/>
              </a:path>
              <a:path w="770890" h="1724660">
                <a:moveTo>
                  <a:pt x="509862" y="16891"/>
                </a:moveTo>
                <a:lnTo>
                  <a:pt x="503961" y="16891"/>
                </a:lnTo>
                <a:lnTo>
                  <a:pt x="500341" y="15570"/>
                </a:lnTo>
                <a:lnTo>
                  <a:pt x="503605" y="6616"/>
                </a:lnTo>
                <a:lnTo>
                  <a:pt x="507238" y="7950"/>
                </a:lnTo>
                <a:lnTo>
                  <a:pt x="512660" y="10223"/>
                </a:lnTo>
                <a:lnTo>
                  <a:pt x="509862" y="16891"/>
                </a:lnTo>
                <a:close/>
              </a:path>
              <a:path w="770890" h="1724660">
                <a:moveTo>
                  <a:pt x="508977" y="18999"/>
                </a:moveTo>
                <a:lnTo>
                  <a:pt x="503745" y="16814"/>
                </a:lnTo>
                <a:lnTo>
                  <a:pt x="503961" y="16891"/>
                </a:lnTo>
                <a:lnTo>
                  <a:pt x="509862" y="16891"/>
                </a:lnTo>
                <a:lnTo>
                  <a:pt x="508977" y="18999"/>
                </a:lnTo>
                <a:close/>
              </a:path>
              <a:path w="770890" h="1724660">
                <a:moveTo>
                  <a:pt x="492187" y="10960"/>
                </a:moveTo>
                <a:lnTo>
                  <a:pt x="483146" y="10960"/>
                </a:lnTo>
                <a:lnTo>
                  <a:pt x="482904" y="10922"/>
                </a:lnTo>
                <a:lnTo>
                  <a:pt x="484276" y="1498"/>
                </a:lnTo>
                <a:lnTo>
                  <a:pt x="490270" y="2692"/>
                </a:lnTo>
                <a:lnTo>
                  <a:pt x="494068" y="3657"/>
                </a:lnTo>
                <a:lnTo>
                  <a:pt x="492187" y="10960"/>
                </a:lnTo>
                <a:close/>
              </a:path>
              <a:path w="770890" h="1724660">
                <a:moveTo>
                  <a:pt x="491912" y="12026"/>
                </a:moveTo>
                <a:lnTo>
                  <a:pt x="488365" y="12020"/>
                </a:lnTo>
                <a:lnTo>
                  <a:pt x="482892" y="10922"/>
                </a:lnTo>
                <a:lnTo>
                  <a:pt x="483146" y="10960"/>
                </a:lnTo>
                <a:lnTo>
                  <a:pt x="492187" y="10960"/>
                </a:lnTo>
                <a:lnTo>
                  <a:pt x="491912" y="12026"/>
                </a:lnTo>
                <a:close/>
              </a:path>
              <a:path w="770890" h="1724660">
                <a:moveTo>
                  <a:pt x="491693" y="12877"/>
                </a:moveTo>
                <a:lnTo>
                  <a:pt x="488358" y="12020"/>
                </a:lnTo>
                <a:lnTo>
                  <a:pt x="491912" y="12026"/>
                </a:lnTo>
                <a:lnTo>
                  <a:pt x="491693" y="12877"/>
                </a:lnTo>
                <a:close/>
              </a:path>
              <a:path w="770890" h="1724660">
                <a:moveTo>
                  <a:pt x="464731" y="9588"/>
                </a:moveTo>
                <a:lnTo>
                  <a:pt x="464502" y="63"/>
                </a:lnTo>
                <a:lnTo>
                  <a:pt x="467296" y="0"/>
                </a:lnTo>
                <a:lnTo>
                  <a:pt x="472897" y="190"/>
                </a:lnTo>
                <a:lnTo>
                  <a:pt x="474560" y="330"/>
                </a:lnTo>
                <a:lnTo>
                  <a:pt x="473736" y="9525"/>
                </a:lnTo>
                <a:lnTo>
                  <a:pt x="466991" y="9525"/>
                </a:lnTo>
                <a:lnTo>
                  <a:pt x="464731" y="9588"/>
                </a:lnTo>
                <a:close/>
              </a:path>
              <a:path w="770890" h="1724660">
                <a:moveTo>
                  <a:pt x="467104" y="9528"/>
                </a:moveTo>
                <a:lnTo>
                  <a:pt x="467258" y="9525"/>
                </a:lnTo>
                <a:lnTo>
                  <a:pt x="467104" y="9528"/>
                </a:lnTo>
                <a:close/>
              </a:path>
              <a:path w="770890" h="1724660">
                <a:moveTo>
                  <a:pt x="472579" y="9715"/>
                </a:moveTo>
                <a:lnTo>
                  <a:pt x="467104" y="9528"/>
                </a:lnTo>
                <a:lnTo>
                  <a:pt x="467258" y="9525"/>
                </a:lnTo>
                <a:lnTo>
                  <a:pt x="473736" y="9525"/>
                </a:lnTo>
                <a:lnTo>
                  <a:pt x="473721" y="9690"/>
                </a:lnTo>
                <a:lnTo>
                  <a:pt x="472313" y="9690"/>
                </a:lnTo>
                <a:lnTo>
                  <a:pt x="472579" y="9715"/>
                </a:lnTo>
                <a:close/>
              </a:path>
              <a:path w="770890" h="1724660">
                <a:moveTo>
                  <a:pt x="473710" y="9817"/>
                </a:moveTo>
                <a:lnTo>
                  <a:pt x="472313" y="9690"/>
                </a:lnTo>
                <a:lnTo>
                  <a:pt x="473721" y="9690"/>
                </a:lnTo>
                <a:close/>
              </a:path>
              <a:path w="770890" h="1724660">
                <a:moveTo>
                  <a:pt x="446354" y="11303"/>
                </a:moveTo>
                <a:lnTo>
                  <a:pt x="444969" y="1879"/>
                </a:lnTo>
                <a:lnTo>
                  <a:pt x="449186" y="1257"/>
                </a:lnTo>
                <a:lnTo>
                  <a:pt x="454583" y="660"/>
                </a:lnTo>
                <a:lnTo>
                  <a:pt x="455637" y="10121"/>
                </a:lnTo>
                <a:lnTo>
                  <a:pt x="450632" y="10680"/>
                </a:lnTo>
                <a:lnTo>
                  <a:pt x="446354" y="11303"/>
                </a:lnTo>
                <a:close/>
              </a:path>
              <a:path w="770890" h="1724660">
                <a:moveTo>
                  <a:pt x="450405" y="10706"/>
                </a:moveTo>
                <a:lnTo>
                  <a:pt x="450570" y="10680"/>
                </a:lnTo>
                <a:lnTo>
                  <a:pt x="450405" y="10706"/>
                </a:lnTo>
                <a:close/>
              </a:path>
              <a:path w="770890" h="1724660">
                <a:moveTo>
                  <a:pt x="428129" y="14998"/>
                </a:moveTo>
                <a:lnTo>
                  <a:pt x="425869" y="5740"/>
                </a:lnTo>
                <a:lnTo>
                  <a:pt x="430199" y="4686"/>
                </a:lnTo>
                <a:lnTo>
                  <a:pt x="435292" y="3594"/>
                </a:lnTo>
                <a:lnTo>
                  <a:pt x="437273" y="12915"/>
                </a:lnTo>
                <a:lnTo>
                  <a:pt x="432343" y="13969"/>
                </a:lnTo>
                <a:lnTo>
                  <a:pt x="428129" y="14998"/>
                </a:lnTo>
                <a:close/>
              </a:path>
              <a:path w="770890" h="1724660">
                <a:moveTo>
                  <a:pt x="432343" y="13969"/>
                </a:moveTo>
                <a:close/>
              </a:path>
              <a:path w="770890" h="1724660">
                <a:moveTo>
                  <a:pt x="410197" y="20180"/>
                </a:moveTo>
                <a:lnTo>
                  <a:pt x="407212" y="11137"/>
                </a:lnTo>
                <a:lnTo>
                  <a:pt x="410095" y="10185"/>
                </a:lnTo>
                <a:lnTo>
                  <a:pt x="416420" y="8267"/>
                </a:lnTo>
                <a:lnTo>
                  <a:pt x="419176" y="17386"/>
                </a:lnTo>
                <a:lnTo>
                  <a:pt x="412964" y="19265"/>
                </a:lnTo>
                <a:lnTo>
                  <a:pt x="410197" y="20180"/>
                </a:lnTo>
                <a:close/>
              </a:path>
              <a:path w="770890" h="1724660">
                <a:moveTo>
                  <a:pt x="412965" y="19265"/>
                </a:moveTo>
                <a:close/>
              </a:path>
              <a:path w="770890" h="1724660">
                <a:moveTo>
                  <a:pt x="392581" y="26528"/>
                </a:moveTo>
                <a:lnTo>
                  <a:pt x="388988" y="17703"/>
                </a:lnTo>
                <a:lnTo>
                  <a:pt x="396163" y="14960"/>
                </a:lnTo>
                <a:lnTo>
                  <a:pt x="398106" y="14274"/>
                </a:lnTo>
                <a:lnTo>
                  <a:pt x="401294" y="23241"/>
                </a:lnTo>
                <a:lnTo>
                  <a:pt x="399467" y="23901"/>
                </a:lnTo>
                <a:lnTo>
                  <a:pt x="392581" y="26528"/>
                </a:lnTo>
                <a:close/>
              </a:path>
              <a:path w="770890" h="1724660">
                <a:moveTo>
                  <a:pt x="399498" y="23889"/>
                </a:moveTo>
                <a:close/>
              </a:path>
              <a:path w="770890" h="1724660">
                <a:moveTo>
                  <a:pt x="399467" y="23901"/>
                </a:moveTo>
                <a:close/>
              </a:path>
              <a:path w="770890" h="1724660">
                <a:moveTo>
                  <a:pt x="375246" y="33921"/>
                </a:moveTo>
                <a:lnTo>
                  <a:pt x="371284" y="25260"/>
                </a:lnTo>
                <a:lnTo>
                  <a:pt x="374561" y="23761"/>
                </a:lnTo>
                <a:lnTo>
                  <a:pt x="380098" y="21374"/>
                </a:lnTo>
                <a:lnTo>
                  <a:pt x="383870" y="30124"/>
                </a:lnTo>
                <a:lnTo>
                  <a:pt x="378412" y="32473"/>
                </a:lnTo>
                <a:lnTo>
                  <a:pt x="375246" y="33921"/>
                </a:lnTo>
                <a:close/>
              </a:path>
              <a:path w="770890" h="1724660">
                <a:moveTo>
                  <a:pt x="378434" y="32473"/>
                </a:moveTo>
                <a:close/>
              </a:path>
              <a:path w="770890" h="1724660">
                <a:moveTo>
                  <a:pt x="358228" y="42163"/>
                </a:moveTo>
                <a:lnTo>
                  <a:pt x="354012" y="33616"/>
                </a:lnTo>
                <a:lnTo>
                  <a:pt x="362559" y="29413"/>
                </a:lnTo>
                <a:lnTo>
                  <a:pt x="366763" y="37960"/>
                </a:lnTo>
                <a:lnTo>
                  <a:pt x="358228" y="42163"/>
                </a:lnTo>
                <a:close/>
              </a:path>
              <a:path w="770890" h="1724660">
                <a:moveTo>
                  <a:pt x="341744" y="50965"/>
                </a:moveTo>
                <a:lnTo>
                  <a:pt x="336918" y="42760"/>
                </a:lnTo>
                <a:lnTo>
                  <a:pt x="345440" y="38150"/>
                </a:lnTo>
                <a:lnTo>
                  <a:pt x="349961" y="46545"/>
                </a:lnTo>
                <a:lnTo>
                  <a:pt x="341744" y="50965"/>
                </a:lnTo>
                <a:close/>
              </a:path>
              <a:path w="770890" h="1724660">
                <a:moveTo>
                  <a:pt x="341860" y="50902"/>
                </a:moveTo>
                <a:close/>
              </a:path>
              <a:path w="770890" h="1724660">
                <a:moveTo>
                  <a:pt x="341753" y="50965"/>
                </a:moveTo>
                <a:close/>
              </a:path>
              <a:path w="770890" h="1724660">
                <a:moveTo>
                  <a:pt x="341731" y="50977"/>
                </a:moveTo>
                <a:close/>
              </a:path>
              <a:path w="770890" h="1724660">
                <a:moveTo>
                  <a:pt x="325450" y="60566"/>
                </a:moveTo>
                <a:lnTo>
                  <a:pt x="320370" y="52514"/>
                </a:lnTo>
                <a:lnTo>
                  <a:pt x="321729" y="51650"/>
                </a:lnTo>
                <a:lnTo>
                  <a:pt x="328701" y="47574"/>
                </a:lnTo>
                <a:lnTo>
                  <a:pt x="333502" y="55791"/>
                </a:lnTo>
                <a:lnTo>
                  <a:pt x="326821" y="59702"/>
                </a:lnTo>
                <a:lnTo>
                  <a:pt x="325450" y="60566"/>
                </a:lnTo>
                <a:close/>
              </a:path>
              <a:path w="770890" h="1724660">
                <a:moveTo>
                  <a:pt x="326669" y="59791"/>
                </a:moveTo>
                <a:lnTo>
                  <a:pt x="326809" y="59702"/>
                </a:lnTo>
                <a:lnTo>
                  <a:pt x="326669" y="59791"/>
                </a:lnTo>
                <a:close/>
              </a:path>
              <a:path w="770890" h="1724660">
                <a:moveTo>
                  <a:pt x="309511" y="70713"/>
                </a:moveTo>
                <a:lnTo>
                  <a:pt x="304165" y="62826"/>
                </a:lnTo>
                <a:lnTo>
                  <a:pt x="306235" y="61429"/>
                </a:lnTo>
                <a:lnTo>
                  <a:pt x="312305" y="57594"/>
                </a:lnTo>
                <a:lnTo>
                  <a:pt x="317398" y="65646"/>
                </a:lnTo>
                <a:lnTo>
                  <a:pt x="311468" y="69392"/>
                </a:lnTo>
                <a:lnTo>
                  <a:pt x="309511" y="70713"/>
                </a:lnTo>
                <a:close/>
              </a:path>
              <a:path w="770890" h="1724660">
                <a:moveTo>
                  <a:pt x="311468" y="69392"/>
                </a:moveTo>
                <a:close/>
              </a:path>
              <a:path w="770890" h="1724660">
                <a:moveTo>
                  <a:pt x="293916" y="81381"/>
                </a:moveTo>
                <a:lnTo>
                  <a:pt x="288328" y="73672"/>
                </a:lnTo>
                <a:lnTo>
                  <a:pt x="290664" y="71983"/>
                </a:lnTo>
                <a:lnTo>
                  <a:pt x="296291" y="68173"/>
                </a:lnTo>
                <a:lnTo>
                  <a:pt x="301625" y="76060"/>
                </a:lnTo>
                <a:lnTo>
                  <a:pt x="296129" y="79781"/>
                </a:lnTo>
                <a:lnTo>
                  <a:pt x="293916" y="81381"/>
                </a:lnTo>
                <a:close/>
              </a:path>
              <a:path w="770890" h="1724660">
                <a:moveTo>
                  <a:pt x="296188" y="79738"/>
                </a:moveTo>
                <a:close/>
              </a:path>
              <a:path w="770890" h="1724660">
                <a:moveTo>
                  <a:pt x="296129" y="79781"/>
                </a:moveTo>
                <a:close/>
              </a:path>
              <a:path w="770890" h="1724660">
                <a:moveTo>
                  <a:pt x="278663" y="92544"/>
                </a:moveTo>
                <a:lnTo>
                  <a:pt x="272834" y="85013"/>
                </a:lnTo>
                <a:lnTo>
                  <a:pt x="275056" y="83299"/>
                </a:lnTo>
                <a:lnTo>
                  <a:pt x="280619" y="79260"/>
                </a:lnTo>
                <a:lnTo>
                  <a:pt x="286207" y="86969"/>
                </a:lnTo>
                <a:lnTo>
                  <a:pt x="280758" y="90919"/>
                </a:lnTo>
                <a:lnTo>
                  <a:pt x="278663" y="92544"/>
                </a:lnTo>
                <a:close/>
              </a:path>
              <a:path w="770890" h="1724660">
                <a:moveTo>
                  <a:pt x="280758" y="90919"/>
                </a:moveTo>
                <a:close/>
              </a:path>
              <a:path w="770890" h="1724660">
                <a:moveTo>
                  <a:pt x="263740" y="104152"/>
                </a:moveTo>
                <a:lnTo>
                  <a:pt x="257695" y="96799"/>
                </a:lnTo>
                <a:lnTo>
                  <a:pt x="259448" y="95364"/>
                </a:lnTo>
                <a:lnTo>
                  <a:pt x="265303" y="90830"/>
                </a:lnTo>
                <a:lnTo>
                  <a:pt x="271119" y="98374"/>
                </a:lnTo>
                <a:lnTo>
                  <a:pt x="265384" y="102806"/>
                </a:lnTo>
                <a:lnTo>
                  <a:pt x="263740" y="104152"/>
                </a:lnTo>
                <a:close/>
              </a:path>
              <a:path w="770890" h="1724660">
                <a:moveTo>
                  <a:pt x="265479" y="102728"/>
                </a:moveTo>
                <a:close/>
              </a:path>
              <a:path w="770890" h="1724660">
                <a:moveTo>
                  <a:pt x="265384" y="102806"/>
                </a:moveTo>
                <a:close/>
              </a:path>
              <a:path w="770890" h="1724660">
                <a:moveTo>
                  <a:pt x="249174" y="116205"/>
                </a:moveTo>
                <a:lnTo>
                  <a:pt x="242900" y="109029"/>
                </a:lnTo>
                <a:lnTo>
                  <a:pt x="243903" y="108153"/>
                </a:lnTo>
                <a:lnTo>
                  <a:pt x="250342" y="102857"/>
                </a:lnTo>
                <a:lnTo>
                  <a:pt x="256387" y="110210"/>
                </a:lnTo>
                <a:lnTo>
                  <a:pt x="250075" y="115417"/>
                </a:lnTo>
                <a:lnTo>
                  <a:pt x="249174" y="116205"/>
                </a:lnTo>
                <a:close/>
              </a:path>
              <a:path w="770890" h="1724660">
                <a:moveTo>
                  <a:pt x="250075" y="115417"/>
                </a:moveTo>
                <a:close/>
              </a:path>
              <a:path w="770890" h="1724660">
                <a:moveTo>
                  <a:pt x="234964" y="128638"/>
                </a:moveTo>
                <a:lnTo>
                  <a:pt x="228460" y="121678"/>
                </a:lnTo>
                <a:lnTo>
                  <a:pt x="235737" y="115303"/>
                </a:lnTo>
                <a:lnTo>
                  <a:pt x="242011" y="122478"/>
                </a:lnTo>
                <a:lnTo>
                  <a:pt x="234964" y="128638"/>
                </a:lnTo>
                <a:close/>
              </a:path>
              <a:path w="770890" h="1724660">
                <a:moveTo>
                  <a:pt x="234948" y="128649"/>
                </a:moveTo>
                <a:close/>
              </a:path>
              <a:path w="770890" h="1724660">
                <a:moveTo>
                  <a:pt x="234848" y="128739"/>
                </a:moveTo>
                <a:close/>
              </a:path>
              <a:path w="770890" h="1724660">
                <a:moveTo>
                  <a:pt x="221005" y="141630"/>
                </a:moveTo>
                <a:lnTo>
                  <a:pt x="214515" y="134658"/>
                </a:lnTo>
                <a:lnTo>
                  <a:pt x="221487" y="128168"/>
                </a:lnTo>
                <a:lnTo>
                  <a:pt x="227977" y="135140"/>
                </a:lnTo>
                <a:lnTo>
                  <a:pt x="221005" y="141630"/>
                </a:lnTo>
                <a:close/>
              </a:path>
              <a:path w="770890" h="1724660">
                <a:moveTo>
                  <a:pt x="207530" y="154889"/>
                </a:moveTo>
                <a:lnTo>
                  <a:pt x="200825" y="148120"/>
                </a:lnTo>
                <a:lnTo>
                  <a:pt x="207594" y="141414"/>
                </a:lnTo>
                <a:lnTo>
                  <a:pt x="214299" y="148196"/>
                </a:lnTo>
                <a:lnTo>
                  <a:pt x="207530" y="154889"/>
                </a:lnTo>
                <a:close/>
              </a:path>
              <a:path w="770890" h="1724660">
                <a:moveTo>
                  <a:pt x="194424" y="168516"/>
                </a:moveTo>
                <a:lnTo>
                  <a:pt x="187515" y="161950"/>
                </a:lnTo>
                <a:lnTo>
                  <a:pt x="194081" y="155041"/>
                </a:lnTo>
                <a:lnTo>
                  <a:pt x="200990" y="161607"/>
                </a:lnTo>
                <a:lnTo>
                  <a:pt x="194424" y="168516"/>
                </a:lnTo>
                <a:close/>
              </a:path>
              <a:path w="770890" h="1724660">
                <a:moveTo>
                  <a:pt x="181673" y="182410"/>
                </a:moveTo>
                <a:lnTo>
                  <a:pt x="174523" y="176123"/>
                </a:lnTo>
                <a:lnTo>
                  <a:pt x="176072" y="174358"/>
                </a:lnTo>
                <a:lnTo>
                  <a:pt x="180936" y="168986"/>
                </a:lnTo>
                <a:lnTo>
                  <a:pt x="187998" y="175387"/>
                </a:lnTo>
                <a:lnTo>
                  <a:pt x="183178" y="180695"/>
                </a:lnTo>
                <a:lnTo>
                  <a:pt x="181673" y="182410"/>
                </a:lnTo>
                <a:close/>
              </a:path>
              <a:path w="770890" h="1724660">
                <a:moveTo>
                  <a:pt x="183184" y="180695"/>
                </a:moveTo>
                <a:close/>
              </a:path>
              <a:path w="770890" h="1724660">
                <a:moveTo>
                  <a:pt x="169265" y="196773"/>
                </a:moveTo>
                <a:lnTo>
                  <a:pt x="162013" y="190601"/>
                </a:lnTo>
                <a:lnTo>
                  <a:pt x="168198" y="183349"/>
                </a:lnTo>
                <a:lnTo>
                  <a:pt x="175450" y="189522"/>
                </a:lnTo>
                <a:lnTo>
                  <a:pt x="169265" y="196773"/>
                </a:lnTo>
                <a:close/>
              </a:path>
              <a:path w="770890" h="1724660">
                <a:moveTo>
                  <a:pt x="157340" y="211429"/>
                </a:moveTo>
                <a:lnTo>
                  <a:pt x="149898" y="205486"/>
                </a:lnTo>
                <a:lnTo>
                  <a:pt x="154749" y="199415"/>
                </a:lnTo>
                <a:lnTo>
                  <a:pt x="155905" y="198005"/>
                </a:lnTo>
                <a:lnTo>
                  <a:pt x="163258" y="204063"/>
                </a:lnTo>
                <a:lnTo>
                  <a:pt x="162080" y="205486"/>
                </a:lnTo>
                <a:lnTo>
                  <a:pt x="157340" y="211429"/>
                </a:lnTo>
                <a:close/>
              </a:path>
              <a:path w="770890" h="1724660">
                <a:moveTo>
                  <a:pt x="162144" y="205404"/>
                </a:moveTo>
                <a:close/>
              </a:path>
              <a:path w="770890" h="1724660">
                <a:moveTo>
                  <a:pt x="162141" y="205409"/>
                </a:moveTo>
                <a:close/>
              </a:path>
              <a:path w="770890" h="1724660">
                <a:moveTo>
                  <a:pt x="145834" y="226402"/>
                </a:moveTo>
                <a:lnTo>
                  <a:pt x="138188" y="220713"/>
                </a:lnTo>
                <a:lnTo>
                  <a:pt x="141033" y="216903"/>
                </a:lnTo>
                <a:lnTo>
                  <a:pt x="143992" y="213067"/>
                </a:lnTo>
                <a:lnTo>
                  <a:pt x="151536" y="218884"/>
                </a:lnTo>
                <a:lnTo>
                  <a:pt x="148618" y="222656"/>
                </a:lnTo>
                <a:lnTo>
                  <a:pt x="145834" y="226402"/>
                </a:lnTo>
                <a:close/>
              </a:path>
              <a:path w="770890" h="1724660">
                <a:moveTo>
                  <a:pt x="148628" y="222656"/>
                </a:moveTo>
                <a:close/>
              </a:path>
              <a:path w="770890" h="1724660">
                <a:moveTo>
                  <a:pt x="134734" y="241693"/>
                </a:moveTo>
                <a:lnTo>
                  <a:pt x="126911" y="236258"/>
                </a:lnTo>
                <a:lnTo>
                  <a:pt x="127787" y="235000"/>
                </a:lnTo>
                <a:lnTo>
                  <a:pt x="132499" y="228447"/>
                </a:lnTo>
                <a:lnTo>
                  <a:pt x="140233" y="234010"/>
                </a:lnTo>
                <a:lnTo>
                  <a:pt x="135566" y="240499"/>
                </a:lnTo>
                <a:lnTo>
                  <a:pt x="134734" y="241693"/>
                </a:lnTo>
                <a:close/>
              </a:path>
              <a:path w="770890" h="1724660">
                <a:moveTo>
                  <a:pt x="135566" y="240499"/>
                </a:moveTo>
                <a:close/>
              </a:path>
              <a:path w="770890" h="1724660">
                <a:moveTo>
                  <a:pt x="124053" y="257365"/>
                </a:moveTo>
                <a:lnTo>
                  <a:pt x="116128" y="252069"/>
                </a:lnTo>
                <a:lnTo>
                  <a:pt x="121475" y="244081"/>
                </a:lnTo>
                <a:lnTo>
                  <a:pt x="129298" y="249516"/>
                </a:lnTo>
                <a:lnTo>
                  <a:pt x="124053" y="257365"/>
                </a:lnTo>
                <a:close/>
              </a:path>
              <a:path w="770890" h="1724660">
                <a:moveTo>
                  <a:pt x="129222" y="249631"/>
                </a:moveTo>
                <a:close/>
              </a:path>
              <a:path w="770890" h="1724660">
                <a:moveTo>
                  <a:pt x="113880" y="273278"/>
                </a:moveTo>
                <a:lnTo>
                  <a:pt x="105791" y="268262"/>
                </a:lnTo>
                <a:lnTo>
                  <a:pt x="108889" y="263258"/>
                </a:lnTo>
                <a:lnTo>
                  <a:pt x="110896" y="260134"/>
                </a:lnTo>
                <a:lnTo>
                  <a:pt x="118910" y="265290"/>
                </a:lnTo>
                <a:lnTo>
                  <a:pt x="116932" y="268350"/>
                </a:lnTo>
                <a:lnTo>
                  <a:pt x="113880" y="273278"/>
                </a:lnTo>
                <a:close/>
              </a:path>
              <a:path w="770890" h="1724660">
                <a:moveTo>
                  <a:pt x="116941" y="268350"/>
                </a:moveTo>
                <a:close/>
              </a:path>
              <a:path w="770890" h="1724660">
                <a:moveTo>
                  <a:pt x="104190" y="289471"/>
                </a:moveTo>
                <a:lnTo>
                  <a:pt x="95910" y="284759"/>
                </a:lnTo>
                <a:lnTo>
                  <a:pt x="97015" y="282816"/>
                </a:lnTo>
                <a:lnTo>
                  <a:pt x="100787" y="276479"/>
                </a:lnTo>
                <a:lnTo>
                  <a:pt x="108978" y="281343"/>
                </a:lnTo>
                <a:lnTo>
                  <a:pt x="105259" y="287604"/>
                </a:lnTo>
                <a:lnTo>
                  <a:pt x="104190" y="289471"/>
                </a:lnTo>
                <a:close/>
              </a:path>
              <a:path w="770890" h="1724660">
                <a:moveTo>
                  <a:pt x="105259" y="287604"/>
                </a:moveTo>
                <a:close/>
              </a:path>
              <a:path w="770890" h="1724660">
                <a:moveTo>
                  <a:pt x="94945" y="306031"/>
                </a:moveTo>
                <a:lnTo>
                  <a:pt x="86588" y="301472"/>
                </a:lnTo>
                <a:lnTo>
                  <a:pt x="91160" y="293103"/>
                </a:lnTo>
                <a:lnTo>
                  <a:pt x="99517" y="297675"/>
                </a:lnTo>
                <a:lnTo>
                  <a:pt x="94945" y="306031"/>
                </a:lnTo>
                <a:close/>
              </a:path>
              <a:path w="770890" h="1724660">
                <a:moveTo>
                  <a:pt x="86283" y="322795"/>
                </a:moveTo>
                <a:lnTo>
                  <a:pt x="77762" y="318554"/>
                </a:lnTo>
                <a:lnTo>
                  <a:pt x="80429" y="313194"/>
                </a:lnTo>
                <a:lnTo>
                  <a:pt x="82118" y="309968"/>
                </a:lnTo>
                <a:lnTo>
                  <a:pt x="90550" y="314388"/>
                </a:lnTo>
                <a:lnTo>
                  <a:pt x="88925" y="317512"/>
                </a:lnTo>
                <a:lnTo>
                  <a:pt x="86283" y="322795"/>
                </a:lnTo>
                <a:close/>
              </a:path>
              <a:path w="770890" h="1724660">
                <a:moveTo>
                  <a:pt x="88925" y="317512"/>
                </a:moveTo>
                <a:close/>
              </a:path>
              <a:path w="770890" h="1724660">
                <a:moveTo>
                  <a:pt x="78143" y="339813"/>
                </a:moveTo>
                <a:lnTo>
                  <a:pt x="69456" y="335902"/>
                </a:lnTo>
                <a:lnTo>
                  <a:pt x="70269" y="334111"/>
                </a:lnTo>
                <a:lnTo>
                  <a:pt x="73545" y="327190"/>
                </a:lnTo>
                <a:lnTo>
                  <a:pt x="82156" y="331279"/>
                </a:lnTo>
                <a:lnTo>
                  <a:pt x="78941" y="338023"/>
                </a:lnTo>
                <a:lnTo>
                  <a:pt x="78143" y="339813"/>
                </a:lnTo>
                <a:close/>
              </a:path>
              <a:path w="770890" h="1724660">
                <a:moveTo>
                  <a:pt x="78921" y="338099"/>
                </a:moveTo>
                <a:close/>
              </a:path>
              <a:path w="770890" h="1724660">
                <a:moveTo>
                  <a:pt x="70523" y="357162"/>
                </a:moveTo>
                <a:lnTo>
                  <a:pt x="61772" y="353428"/>
                </a:lnTo>
                <a:lnTo>
                  <a:pt x="65544" y="344576"/>
                </a:lnTo>
                <a:lnTo>
                  <a:pt x="74231" y="348500"/>
                </a:lnTo>
                <a:lnTo>
                  <a:pt x="70523" y="357162"/>
                </a:lnTo>
                <a:close/>
              </a:path>
              <a:path w="770890" h="1724660">
                <a:moveTo>
                  <a:pt x="74193" y="348589"/>
                </a:moveTo>
                <a:close/>
              </a:path>
              <a:path w="770890" h="1724660">
                <a:moveTo>
                  <a:pt x="63538" y="374675"/>
                </a:moveTo>
                <a:lnTo>
                  <a:pt x="54635" y="371297"/>
                </a:lnTo>
                <a:lnTo>
                  <a:pt x="56464" y="366445"/>
                </a:lnTo>
                <a:lnTo>
                  <a:pt x="58127" y="362331"/>
                </a:lnTo>
                <a:lnTo>
                  <a:pt x="66967" y="365899"/>
                </a:lnTo>
                <a:lnTo>
                  <a:pt x="65341" y="369925"/>
                </a:lnTo>
                <a:lnTo>
                  <a:pt x="63538" y="374675"/>
                </a:lnTo>
                <a:close/>
              </a:path>
              <a:path w="770890" h="1724660">
                <a:moveTo>
                  <a:pt x="65341" y="369925"/>
                </a:moveTo>
                <a:close/>
              </a:path>
              <a:path w="770890" h="1724660">
                <a:moveTo>
                  <a:pt x="57111" y="392391"/>
                </a:moveTo>
                <a:lnTo>
                  <a:pt x="48069" y="389394"/>
                </a:lnTo>
                <a:lnTo>
                  <a:pt x="48323" y="388632"/>
                </a:lnTo>
                <a:lnTo>
                  <a:pt x="51282" y="380314"/>
                </a:lnTo>
                <a:lnTo>
                  <a:pt x="60248" y="383514"/>
                </a:lnTo>
                <a:lnTo>
                  <a:pt x="57111" y="392391"/>
                </a:lnTo>
                <a:close/>
              </a:path>
              <a:path w="770890" h="1724660">
                <a:moveTo>
                  <a:pt x="57332" y="391731"/>
                </a:moveTo>
                <a:close/>
              </a:path>
              <a:path w="770890" h="1724660">
                <a:moveTo>
                  <a:pt x="51308" y="410425"/>
                </a:moveTo>
                <a:lnTo>
                  <a:pt x="42202" y="407631"/>
                </a:lnTo>
                <a:lnTo>
                  <a:pt x="44577" y="399910"/>
                </a:lnTo>
                <a:lnTo>
                  <a:pt x="45072" y="398437"/>
                </a:lnTo>
                <a:lnTo>
                  <a:pt x="54102" y="401434"/>
                </a:lnTo>
                <a:lnTo>
                  <a:pt x="53655" y="402805"/>
                </a:lnTo>
                <a:lnTo>
                  <a:pt x="51308" y="410425"/>
                </a:lnTo>
                <a:close/>
              </a:path>
              <a:path w="770890" h="1724660">
                <a:moveTo>
                  <a:pt x="53655" y="402805"/>
                </a:moveTo>
                <a:close/>
              </a:path>
              <a:path w="770890" h="1724660">
                <a:moveTo>
                  <a:pt x="46139" y="428548"/>
                </a:moveTo>
                <a:lnTo>
                  <a:pt x="36918" y="426148"/>
                </a:lnTo>
                <a:lnTo>
                  <a:pt x="37795" y="422795"/>
                </a:lnTo>
                <a:lnTo>
                  <a:pt x="39484" y="416864"/>
                </a:lnTo>
                <a:lnTo>
                  <a:pt x="48641" y="419468"/>
                </a:lnTo>
                <a:lnTo>
                  <a:pt x="46988" y="425310"/>
                </a:lnTo>
                <a:lnTo>
                  <a:pt x="46139" y="428548"/>
                </a:lnTo>
                <a:close/>
              </a:path>
              <a:path w="770890" h="1724660">
                <a:moveTo>
                  <a:pt x="46990" y="425310"/>
                </a:moveTo>
                <a:close/>
              </a:path>
              <a:path w="770890" h="1724660">
                <a:moveTo>
                  <a:pt x="41567" y="446938"/>
                </a:moveTo>
                <a:lnTo>
                  <a:pt x="32296" y="444728"/>
                </a:lnTo>
                <a:lnTo>
                  <a:pt x="34518" y="435457"/>
                </a:lnTo>
                <a:lnTo>
                  <a:pt x="43776" y="437680"/>
                </a:lnTo>
                <a:lnTo>
                  <a:pt x="41567" y="446938"/>
                </a:lnTo>
                <a:close/>
              </a:path>
              <a:path w="770890" h="1724660">
                <a:moveTo>
                  <a:pt x="37566" y="465391"/>
                </a:moveTo>
                <a:lnTo>
                  <a:pt x="28219" y="463511"/>
                </a:lnTo>
                <a:lnTo>
                  <a:pt x="28994" y="459625"/>
                </a:lnTo>
                <a:lnTo>
                  <a:pt x="30213" y="454113"/>
                </a:lnTo>
                <a:lnTo>
                  <a:pt x="39509" y="456145"/>
                </a:lnTo>
                <a:lnTo>
                  <a:pt x="38326" y="461581"/>
                </a:lnTo>
                <a:lnTo>
                  <a:pt x="37566" y="465391"/>
                </a:lnTo>
                <a:close/>
              </a:path>
              <a:path w="770890" h="1724660">
                <a:moveTo>
                  <a:pt x="38326" y="461581"/>
                </a:moveTo>
                <a:close/>
              </a:path>
              <a:path w="770890" h="1724660">
                <a:moveTo>
                  <a:pt x="33985" y="484022"/>
                </a:moveTo>
                <a:lnTo>
                  <a:pt x="24612" y="482295"/>
                </a:lnTo>
                <a:lnTo>
                  <a:pt x="26339" y="472922"/>
                </a:lnTo>
                <a:lnTo>
                  <a:pt x="35699" y="474649"/>
                </a:lnTo>
                <a:lnTo>
                  <a:pt x="33985" y="484022"/>
                </a:lnTo>
                <a:close/>
              </a:path>
              <a:path w="770890" h="1724660">
                <a:moveTo>
                  <a:pt x="30784" y="502653"/>
                </a:moveTo>
                <a:lnTo>
                  <a:pt x="21361" y="501205"/>
                </a:lnTo>
                <a:lnTo>
                  <a:pt x="22948" y="491744"/>
                </a:lnTo>
                <a:lnTo>
                  <a:pt x="32346" y="493331"/>
                </a:lnTo>
                <a:lnTo>
                  <a:pt x="30784" y="502653"/>
                </a:lnTo>
                <a:close/>
              </a:path>
              <a:path w="770890" h="1724660">
                <a:moveTo>
                  <a:pt x="27940" y="521436"/>
                </a:moveTo>
                <a:lnTo>
                  <a:pt x="18516" y="520103"/>
                </a:lnTo>
                <a:lnTo>
                  <a:pt x="19240" y="514921"/>
                </a:lnTo>
                <a:lnTo>
                  <a:pt x="19913" y="510616"/>
                </a:lnTo>
                <a:lnTo>
                  <a:pt x="29324" y="512076"/>
                </a:lnTo>
                <a:lnTo>
                  <a:pt x="28667" y="516318"/>
                </a:lnTo>
                <a:lnTo>
                  <a:pt x="27940" y="521436"/>
                </a:lnTo>
                <a:close/>
              </a:path>
              <a:path w="770890" h="1724660">
                <a:moveTo>
                  <a:pt x="28667" y="516318"/>
                </a:moveTo>
                <a:close/>
              </a:path>
              <a:path w="770890" h="1724660">
                <a:moveTo>
                  <a:pt x="25387" y="540258"/>
                </a:moveTo>
                <a:lnTo>
                  <a:pt x="15938" y="539026"/>
                </a:lnTo>
                <a:lnTo>
                  <a:pt x="17170" y="529526"/>
                </a:lnTo>
                <a:lnTo>
                  <a:pt x="26606" y="530860"/>
                </a:lnTo>
                <a:lnTo>
                  <a:pt x="25387" y="540258"/>
                </a:lnTo>
                <a:close/>
              </a:path>
              <a:path w="770890" h="1724660">
                <a:moveTo>
                  <a:pt x="26587" y="531025"/>
                </a:moveTo>
                <a:close/>
              </a:path>
              <a:path w="770890" h="1724660">
                <a:moveTo>
                  <a:pt x="23088" y="559117"/>
                </a:moveTo>
                <a:lnTo>
                  <a:pt x="13627" y="557987"/>
                </a:lnTo>
                <a:lnTo>
                  <a:pt x="14744" y="548538"/>
                </a:lnTo>
                <a:lnTo>
                  <a:pt x="24206" y="549656"/>
                </a:lnTo>
                <a:lnTo>
                  <a:pt x="23088" y="559117"/>
                </a:lnTo>
                <a:close/>
              </a:path>
              <a:path w="770890" h="1724660">
                <a:moveTo>
                  <a:pt x="21031" y="577951"/>
                </a:moveTo>
                <a:lnTo>
                  <a:pt x="11557" y="577024"/>
                </a:lnTo>
                <a:lnTo>
                  <a:pt x="12573" y="567512"/>
                </a:lnTo>
                <a:lnTo>
                  <a:pt x="22047" y="568528"/>
                </a:lnTo>
                <a:lnTo>
                  <a:pt x="21031" y="577951"/>
                </a:lnTo>
                <a:close/>
              </a:path>
              <a:path w="770890" h="1724660">
                <a:moveTo>
                  <a:pt x="21103" y="577329"/>
                </a:moveTo>
                <a:close/>
              </a:path>
              <a:path w="770890" h="1724660">
                <a:moveTo>
                  <a:pt x="19215" y="596874"/>
                </a:moveTo>
                <a:lnTo>
                  <a:pt x="9728" y="596036"/>
                </a:lnTo>
                <a:lnTo>
                  <a:pt x="10033" y="592505"/>
                </a:lnTo>
                <a:lnTo>
                  <a:pt x="10629" y="586511"/>
                </a:lnTo>
                <a:lnTo>
                  <a:pt x="20104" y="587438"/>
                </a:lnTo>
                <a:lnTo>
                  <a:pt x="19515" y="593445"/>
                </a:lnTo>
                <a:lnTo>
                  <a:pt x="19215" y="596874"/>
                </a:lnTo>
                <a:close/>
              </a:path>
              <a:path w="770890" h="1724660">
                <a:moveTo>
                  <a:pt x="17589" y="615810"/>
                </a:moveTo>
                <a:lnTo>
                  <a:pt x="8089" y="615048"/>
                </a:lnTo>
                <a:lnTo>
                  <a:pt x="8572" y="609015"/>
                </a:lnTo>
                <a:lnTo>
                  <a:pt x="8890" y="605523"/>
                </a:lnTo>
                <a:lnTo>
                  <a:pt x="18376" y="606361"/>
                </a:lnTo>
                <a:lnTo>
                  <a:pt x="18069" y="609853"/>
                </a:lnTo>
                <a:lnTo>
                  <a:pt x="17589" y="615810"/>
                </a:lnTo>
                <a:close/>
              </a:path>
              <a:path w="770890" h="1724660">
                <a:moveTo>
                  <a:pt x="18069" y="609853"/>
                </a:moveTo>
                <a:close/>
              </a:path>
              <a:path w="770890" h="1724660">
                <a:moveTo>
                  <a:pt x="16141" y="634771"/>
                </a:moveTo>
                <a:lnTo>
                  <a:pt x="6642" y="634085"/>
                </a:lnTo>
                <a:lnTo>
                  <a:pt x="7327" y="624547"/>
                </a:lnTo>
                <a:lnTo>
                  <a:pt x="16827" y="625309"/>
                </a:lnTo>
                <a:lnTo>
                  <a:pt x="16723" y="626567"/>
                </a:lnTo>
                <a:lnTo>
                  <a:pt x="16141" y="634771"/>
                </a:lnTo>
                <a:close/>
              </a:path>
              <a:path w="770890" h="1724660">
                <a:moveTo>
                  <a:pt x="14859" y="653732"/>
                </a:moveTo>
                <a:lnTo>
                  <a:pt x="5359" y="653135"/>
                </a:lnTo>
                <a:lnTo>
                  <a:pt x="5969" y="643623"/>
                </a:lnTo>
                <a:lnTo>
                  <a:pt x="15468" y="644232"/>
                </a:lnTo>
                <a:lnTo>
                  <a:pt x="14859" y="653732"/>
                </a:lnTo>
                <a:close/>
              </a:path>
              <a:path w="770890" h="1724660">
                <a:moveTo>
                  <a:pt x="13741" y="672719"/>
                </a:moveTo>
                <a:lnTo>
                  <a:pt x="4241" y="672185"/>
                </a:lnTo>
                <a:lnTo>
                  <a:pt x="4775" y="662673"/>
                </a:lnTo>
                <a:lnTo>
                  <a:pt x="14274" y="663206"/>
                </a:lnTo>
                <a:lnTo>
                  <a:pt x="13741" y="672719"/>
                </a:lnTo>
                <a:close/>
              </a:path>
              <a:path w="770890" h="1724660">
                <a:moveTo>
                  <a:pt x="12776" y="691705"/>
                </a:moveTo>
                <a:lnTo>
                  <a:pt x="3263" y="691248"/>
                </a:lnTo>
                <a:lnTo>
                  <a:pt x="3733" y="681736"/>
                </a:lnTo>
                <a:lnTo>
                  <a:pt x="13246" y="682193"/>
                </a:lnTo>
                <a:lnTo>
                  <a:pt x="12776" y="691705"/>
                </a:lnTo>
                <a:close/>
              </a:path>
              <a:path w="770890" h="1724660">
                <a:moveTo>
                  <a:pt x="11988" y="710691"/>
                </a:moveTo>
                <a:lnTo>
                  <a:pt x="2476" y="710323"/>
                </a:lnTo>
                <a:lnTo>
                  <a:pt x="2844" y="700811"/>
                </a:lnTo>
                <a:lnTo>
                  <a:pt x="12369" y="701179"/>
                </a:lnTo>
                <a:lnTo>
                  <a:pt x="11988" y="710691"/>
                </a:lnTo>
                <a:close/>
              </a:path>
              <a:path w="770890" h="1724660">
                <a:moveTo>
                  <a:pt x="11252" y="729729"/>
                </a:moveTo>
                <a:lnTo>
                  <a:pt x="1739" y="729361"/>
                </a:lnTo>
                <a:lnTo>
                  <a:pt x="2108" y="719848"/>
                </a:lnTo>
                <a:lnTo>
                  <a:pt x="11620" y="720216"/>
                </a:lnTo>
                <a:lnTo>
                  <a:pt x="11252" y="729729"/>
                </a:lnTo>
                <a:close/>
              </a:path>
              <a:path w="770890" h="1724660">
                <a:moveTo>
                  <a:pt x="10731" y="748715"/>
                </a:moveTo>
                <a:lnTo>
                  <a:pt x="1206" y="748461"/>
                </a:lnTo>
                <a:lnTo>
                  <a:pt x="1460" y="738936"/>
                </a:lnTo>
                <a:lnTo>
                  <a:pt x="10972" y="739190"/>
                </a:lnTo>
                <a:lnTo>
                  <a:pt x="10731" y="748715"/>
                </a:lnTo>
                <a:close/>
              </a:path>
              <a:path w="770890" h="1724660">
                <a:moveTo>
                  <a:pt x="10223" y="767753"/>
                </a:moveTo>
                <a:lnTo>
                  <a:pt x="711" y="767511"/>
                </a:lnTo>
                <a:lnTo>
                  <a:pt x="952" y="757986"/>
                </a:lnTo>
                <a:lnTo>
                  <a:pt x="10477" y="758240"/>
                </a:lnTo>
                <a:lnTo>
                  <a:pt x="10223" y="767753"/>
                </a:lnTo>
                <a:close/>
              </a:path>
              <a:path w="770890" h="1724660">
                <a:moveTo>
                  <a:pt x="9944" y="786752"/>
                </a:moveTo>
                <a:lnTo>
                  <a:pt x="419" y="786612"/>
                </a:lnTo>
                <a:lnTo>
                  <a:pt x="558" y="777087"/>
                </a:lnTo>
                <a:lnTo>
                  <a:pt x="10083" y="777227"/>
                </a:lnTo>
                <a:lnTo>
                  <a:pt x="9944" y="786752"/>
                </a:lnTo>
                <a:close/>
              </a:path>
              <a:path w="770890" h="1724660">
                <a:moveTo>
                  <a:pt x="9664" y="805802"/>
                </a:moveTo>
                <a:lnTo>
                  <a:pt x="139" y="805662"/>
                </a:lnTo>
                <a:lnTo>
                  <a:pt x="279" y="796137"/>
                </a:lnTo>
                <a:lnTo>
                  <a:pt x="9804" y="796277"/>
                </a:lnTo>
                <a:lnTo>
                  <a:pt x="9664" y="805802"/>
                </a:lnTo>
                <a:close/>
              </a:path>
              <a:path w="770890" h="1724660">
                <a:moveTo>
                  <a:pt x="9601" y="824788"/>
                </a:moveTo>
                <a:lnTo>
                  <a:pt x="76" y="824763"/>
                </a:lnTo>
                <a:lnTo>
                  <a:pt x="101" y="815238"/>
                </a:lnTo>
                <a:lnTo>
                  <a:pt x="9626" y="815263"/>
                </a:lnTo>
                <a:lnTo>
                  <a:pt x="9601" y="824788"/>
                </a:lnTo>
                <a:close/>
              </a:path>
              <a:path w="770890" h="1724660">
                <a:moveTo>
                  <a:pt x="9525" y="843838"/>
                </a:moveTo>
                <a:lnTo>
                  <a:pt x="0" y="843813"/>
                </a:lnTo>
                <a:lnTo>
                  <a:pt x="38" y="834288"/>
                </a:lnTo>
                <a:lnTo>
                  <a:pt x="9563" y="834313"/>
                </a:lnTo>
                <a:lnTo>
                  <a:pt x="9525" y="843838"/>
                </a:lnTo>
                <a:close/>
              </a:path>
              <a:path w="770890" h="1724660">
                <a:moveTo>
                  <a:pt x="139" y="862914"/>
                </a:moveTo>
                <a:lnTo>
                  <a:pt x="76" y="853389"/>
                </a:lnTo>
                <a:lnTo>
                  <a:pt x="9601" y="853313"/>
                </a:lnTo>
                <a:lnTo>
                  <a:pt x="9664" y="862838"/>
                </a:lnTo>
                <a:lnTo>
                  <a:pt x="139" y="862914"/>
                </a:lnTo>
                <a:close/>
              </a:path>
              <a:path w="770890" h="1724660">
                <a:moveTo>
                  <a:pt x="266" y="881964"/>
                </a:moveTo>
                <a:lnTo>
                  <a:pt x="203" y="872439"/>
                </a:lnTo>
                <a:lnTo>
                  <a:pt x="9728" y="872363"/>
                </a:lnTo>
                <a:lnTo>
                  <a:pt x="9791" y="881888"/>
                </a:lnTo>
                <a:lnTo>
                  <a:pt x="266" y="881964"/>
                </a:lnTo>
                <a:close/>
              </a:path>
              <a:path w="770890" h="1724660">
                <a:moveTo>
                  <a:pt x="584" y="901052"/>
                </a:moveTo>
                <a:lnTo>
                  <a:pt x="431" y="891527"/>
                </a:lnTo>
                <a:lnTo>
                  <a:pt x="9956" y="891374"/>
                </a:lnTo>
                <a:lnTo>
                  <a:pt x="10109" y="900899"/>
                </a:lnTo>
                <a:lnTo>
                  <a:pt x="584" y="901052"/>
                </a:lnTo>
                <a:close/>
              </a:path>
              <a:path w="770890" h="1724660">
                <a:moveTo>
                  <a:pt x="914" y="920102"/>
                </a:moveTo>
                <a:lnTo>
                  <a:pt x="749" y="910577"/>
                </a:lnTo>
                <a:lnTo>
                  <a:pt x="10274" y="910412"/>
                </a:lnTo>
                <a:lnTo>
                  <a:pt x="10426" y="919937"/>
                </a:lnTo>
                <a:lnTo>
                  <a:pt x="914" y="920102"/>
                </a:lnTo>
                <a:close/>
              </a:path>
              <a:path w="770890" h="1724660">
                <a:moveTo>
                  <a:pt x="1409" y="939190"/>
                </a:moveTo>
                <a:lnTo>
                  <a:pt x="1155" y="929665"/>
                </a:lnTo>
                <a:lnTo>
                  <a:pt x="10680" y="929411"/>
                </a:lnTo>
                <a:lnTo>
                  <a:pt x="10934" y="938936"/>
                </a:lnTo>
                <a:lnTo>
                  <a:pt x="1409" y="939190"/>
                </a:lnTo>
                <a:close/>
              </a:path>
              <a:path w="770890" h="1724660">
                <a:moveTo>
                  <a:pt x="1917" y="958227"/>
                </a:moveTo>
                <a:lnTo>
                  <a:pt x="1663" y="948715"/>
                </a:lnTo>
                <a:lnTo>
                  <a:pt x="11188" y="948461"/>
                </a:lnTo>
                <a:lnTo>
                  <a:pt x="11430" y="957986"/>
                </a:lnTo>
                <a:lnTo>
                  <a:pt x="1917" y="958227"/>
                </a:lnTo>
                <a:close/>
              </a:path>
              <a:path w="770890" h="1724660">
                <a:moveTo>
                  <a:pt x="2590" y="977315"/>
                </a:moveTo>
                <a:lnTo>
                  <a:pt x="2247" y="967790"/>
                </a:lnTo>
                <a:lnTo>
                  <a:pt x="11772" y="967460"/>
                </a:lnTo>
                <a:lnTo>
                  <a:pt x="12103" y="976972"/>
                </a:lnTo>
                <a:lnTo>
                  <a:pt x="2590" y="977315"/>
                </a:lnTo>
                <a:close/>
              </a:path>
              <a:path w="770890" h="1724660">
                <a:moveTo>
                  <a:pt x="3263" y="996353"/>
                </a:moveTo>
                <a:lnTo>
                  <a:pt x="2933" y="986840"/>
                </a:lnTo>
                <a:lnTo>
                  <a:pt x="12446" y="986497"/>
                </a:lnTo>
                <a:lnTo>
                  <a:pt x="12788" y="996010"/>
                </a:lnTo>
                <a:lnTo>
                  <a:pt x="3263" y="996353"/>
                </a:lnTo>
                <a:close/>
              </a:path>
              <a:path w="770890" h="1724660">
                <a:moveTo>
                  <a:pt x="4114" y="1015428"/>
                </a:moveTo>
                <a:lnTo>
                  <a:pt x="3695" y="1005916"/>
                </a:lnTo>
                <a:lnTo>
                  <a:pt x="13208" y="1005484"/>
                </a:lnTo>
                <a:lnTo>
                  <a:pt x="13627" y="1014996"/>
                </a:lnTo>
                <a:lnTo>
                  <a:pt x="4114" y="1015428"/>
                </a:lnTo>
                <a:close/>
              </a:path>
              <a:path w="770890" h="1724660">
                <a:moveTo>
                  <a:pt x="4965" y="1034453"/>
                </a:moveTo>
                <a:lnTo>
                  <a:pt x="4546" y="1024940"/>
                </a:lnTo>
                <a:lnTo>
                  <a:pt x="14058" y="1024521"/>
                </a:lnTo>
                <a:lnTo>
                  <a:pt x="14478" y="1034034"/>
                </a:lnTo>
                <a:lnTo>
                  <a:pt x="4965" y="1034453"/>
                </a:lnTo>
                <a:close/>
              </a:path>
              <a:path w="770890" h="1724660">
                <a:moveTo>
                  <a:pt x="5994" y="1053528"/>
                </a:moveTo>
                <a:lnTo>
                  <a:pt x="5473" y="1044016"/>
                </a:lnTo>
                <a:lnTo>
                  <a:pt x="14986" y="1043495"/>
                </a:lnTo>
                <a:lnTo>
                  <a:pt x="15506" y="1053007"/>
                </a:lnTo>
                <a:lnTo>
                  <a:pt x="5994" y="1053528"/>
                </a:lnTo>
                <a:close/>
              </a:path>
              <a:path w="770890" h="1724660">
                <a:moveTo>
                  <a:pt x="7010" y="1072553"/>
                </a:moveTo>
                <a:lnTo>
                  <a:pt x="6502" y="1063040"/>
                </a:lnTo>
                <a:lnTo>
                  <a:pt x="16014" y="1062520"/>
                </a:lnTo>
                <a:lnTo>
                  <a:pt x="16522" y="1072032"/>
                </a:lnTo>
                <a:lnTo>
                  <a:pt x="7010" y="1072553"/>
                </a:lnTo>
                <a:close/>
              </a:path>
              <a:path w="770890" h="1724660">
                <a:moveTo>
                  <a:pt x="8204" y="1091603"/>
                </a:moveTo>
                <a:lnTo>
                  <a:pt x="7607" y="1082090"/>
                </a:lnTo>
                <a:lnTo>
                  <a:pt x="17119" y="1081493"/>
                </a:lnTo>
                <a:lnTo>
                  <a:pt x="17716" y="1091006"/>
                </a:lnTo>
                <a:lnTo>
                  <a:pt x="8204" y="1091603"/>
                </a:lnTo>
                <a:close/>
              </a:path>
              <a:path w="770890" h="1724660">
                <a:moveTo>
                  <a:pt x="9410" y="1110653"/>
                </a:moveTo>
                <a:lnTo>
                  <a:pt x="8813" y="1101102"/>
                </a:lnTo>
                <a:lnTo>
                  <a:pt x="18313" y="1100505"/>
                </a:lnTo>
                <a:lnTo>
                  <a:pt x="18881" y="1109472"/>
                </a:lnTo>
                <a:lnTo>
                  <a:pt x="18910" y="1109967"/>
                </a:lnTo>
                <a:lnTo>
                  <a:pt x="9410" y="1110653"/>
                </a:lnTo>
                <a:close/>
              </a:path>
              <a:path w="770890" h="1724660">
                <a:moveTo>
                  <a:pt x="10782" y="1129664"/>
                </a:moveTo>
                <a:lnTo>
                  <a:pt x="10096" y="1120152"/>
                </a:lnTo>
                <a:lnTo>
                  <a:pt x="19596" y="1119479"/>
                </a:lnTo>
                <a:lnTo>
                  <a:pt x="20281" y="1128979"/>
                </a:lnTo>
                <a:lnTo>
                  <a:pt x="10782" y="1129664"/>
                </a:lnTo>
                <a:close/>
              </a:path>
              <a:path w="770890" h="1724660">
                <a:moveTo>
                  <a:pt x="12179" y="1148702"/>
                </a:moveTo>
                <a:lnTo>
                  <a:pt x="11961" y="1146048"/>
                </a:lnTo>
                <a:lnTo>
                  <a:pt x="11468" y="1139164"/>
                </a:lnTo>
                <a:lnTo>
                  <a:pt x="20967" y="1138478"/>
                </a:lnTo>
                <a:lnTo>
                  <a:pt x="21666" y="1147927"/>
                </a:lnTo>
                <a:lnTo>
                  <a:pt x="12179" y="1148702"/>
                </a:lnTo>
                <a:close/>
              </a:path>
              <a:path w="770890" h="1724660">
                <a:moveTo>
                  <a:pt x="21517" y="1146098"/>
                </a:moveTo>
                <a:close/>
              </a:path>
              <a:path w="770890" h="1724660">
                <a:moveTo>
                  <a:pt x="13716" y="1167688"/>
                </a:moveTo>
                <a:lnTo>
                  <a:pt x="12941" y="1158201"/>
                </a:lnTo>
                <a:lnTo>
                  <a:pt x="22440" y="1157427"/>
                </a:lnTo>
                <a:lnTo>
                  <a:pt x="23215" y="1166914"/>
                </a:lnTo>
                <a:lnTo>
                  <a:pt x="13716" y="1167688"/>
                </a:lnTo>
                <a:close/>
              </a:path>
              <a:path w="770890" h="1724660">
                <a:moveTo>
                  <a:pt x="15303" y="1186713"/>
                </a:moveTo>
                <a:lnTo>
                  <a:pt x="14490" y="1177188"/>
                </a:lnTo>
                <a:lnTo>
                  <a:pt x="23990" y="1176413"/>
                </a:lnTo>
                <a:lnTo>
                  <a:pt x="24507" y="1182700"/>
                </a:lnTo>
                <a:lnTo>
                  <a:pt x="24790" y="1185849"/>
                </a:lnTo>
                <a:lnTo>
                  <a:pt x="15303" y="1186713"/>
                </a:lnTo>
                <a:close/>
              </a:path>
              <a:path w="770890" h="1724660">
                <a:moveTo>
                  <a:pt x="24438" y="1181925"/>
                </a:moveTo>
                <a:close/>
              </a:path>
              <a:path w="770890" h="1724660">
                <a:moveTo>
                  <a:pt x="17043" y="1205687"/>
                </a:moveTo>
                <a:lnTo>
                  <a:pt x="16179" y="1196200"/>
                </a:lnTo>
                <a:lnTo>
                  <a:pt x="25654" y="1195336"/>
                </a:lnTo>
                <a:lnTo>
                  <a:pt x="26530" y="1204823"/>
                </a:lnTo>
                <a:lnTo>
                  <a:pt x="17043" y="1205687"/>
                </a:lnTo>
                <a:close/>
              </a:path>
              <a:path w="770890" h="1724660">
                <a:moveTo>
                  <a:pt x="18846" y="1224699"/>
                </a:moveTo>
                <a:lnTo>
                  <a:pt x="17907" y="1215174"/>
                </a:lnTo>
                <a:lnTo>
                  <a:pt x="27393" y="1214310"/>
                </a:lnTo>
                <a:lnTo>
                  <a:pt x="27718" y="1217802"/>
                </a:lnTo>
                <a:lnTo>
                  <a:pt x="28321" y="1223746"/>
                </a:lnTo>
                <a:lnTo>
                  <a:pt x="18846" y="1224699"/>
                </a:lnTo>
                <a:close/>
              </a:path>
              <a:path w="770890" h="1724660">
                <a:moveTo>
                  <a:pt x="27626" y="1216888"/>
                </a:moveTo>
                <a:close/>
              </a:path>
              <a:path w="770890" h="1724660">
                <a:moveTo>
                  <a:pt x="20764" y="1243660"/>
                </a:moveTo>
                <a:lnTo>
                  <a:pt x="19799" y="1234173"/>
                </a:lnTo>
                <a:lnTo>
                  <a:pt x="29286" y="1233220"/>
                </a:lnTo>
                <a:lnTo>
                  <a:pt x="30238" y="1242695"/>
                </a:lnTo>
                <a:lnTo>
                  <a:pt x="20764" y="1243660"/>
                </a:lnTo>
                <a:close/>
              </a:path>
              <a:path w="770890" h="1724660">
                <a:moveTo>
                  <a:pt x="22809" y="1262646"/>
                </a:moveTo>
                <a:lnTo>
                  <a:pt x="21742" y="1253185"/>
                </a:lnTo>
                <a:lnTo>
                  <a:pt x="31216" y="1252118"/>
                </a:lnTo>
                <a:lnTo>
                  <a:pt x="32270" y="1261579"/>
                </a:lnTo>
                <a:lnTo>
                  <a:pt x="22809" y="1262646"/>
                </a:lnTo>
                <a:close/>
              </a:path>
              <a:path w="770890" h="1724660">
                <a:moveTo>
                  <a:pt x="24930" y="1281582"/>
                </a:moveTo>
                <a:lnTo>
                  <a:pt x="23875" y="1272108"/>
                </a:lnTo>
                <a:lnTo>
                  <a:pt x="33337" y="1271054"/>
                </a:lnTo>
                <a:lnTo>
                  <a:pt x="34404" y="1280515"/>
                </a:lnTo>
                <a:lnTo>
                  <a:pt x="24930" y="1281582"/>
                </a:lnTo>
                <a:close/>
              </a:path>
              <a:path w="770890" h="1724660">
                <a:moveTo>
                  <a:pt x="27241" y="1300543"/>
                </a:moveTo>
                <a:lnTo>
                  <a:pt x="26073" y="1291094"/>
                </a:lnTo>
                <a:lnTo>
                  <a:pt x="35521" y="1289913"/>
                </a:lnTo>
                <a:lnTo>
                  <a:pt x="36703" y="1299375"/>
                </a:lnTo>
                <a:lnTo>
                  <a:pt x="27241" y="1300543"/>
                </a:lnTo>
                <a:close/>
              </a:path>
              <a:path w="770890" h="1724660">
                <a:moveTo>
                  <a:pt x="29629" y="1319504"/>
                </a:moveTo>
                <a:lnTo>
                  <a:pt x="29064" y="1315199"/>
                </a:lnTo>
                <a:lnTo>
                  <a:pt x="28422" y="1309992"/>
                </a:lnTo>
                <a:lnTo>
                  <a:pt x="37871" y="1308823"/>
                </a:lnTo>
                <a:lnTo>
                  <a:pt x="38665" y="1315199"/>
                </a:lnTo>
                <a:lnTo>
                  <a:pt x="39077" y="1318209"/>
                </a:lnTo>
                <a:lnTo>
                  <a:pt x="29629" y="1319504"/>
                </a:lnTo>
                <a:close/>
              </a:path>
              <a:path w="770890" h="1724660">
                <a:moveTo>
                  <a:pt x="32219" y="1338376"/>
                </a:moveTo>
                <a:lnTo>
                  <a:pt x="30924" y="1328940"/>
                </a:lnTo>
                <a:lnTo>
                  <a:pt x="40360" y="1327645"/>
                </a:lnTo>
                <a:lnTo>
                  <a:pt x="41656" y="1337081"/>
                </a:lnTo>
                <a:lnTo>
                  <a:pt x="32219" y="1338376"/>
                </a:lnTo>
                <a:close/>
              </a:path>
              <a:path w="770890" h="1724660">
                <a:moveTo>
                  <a:pt x="34950" y="1357299"/>
                </a:moveTo>
                <a:lnTo>
                  <a:pt x="33528" y="1347876"/>
                </a:lnTo>
                <a:lnTo>
                  <a:pt x="42951" y="1346453"/>
                </a:lnTo>
                <a:lnTo>
                  <a:pt x="44373" y="1355877"/>
                </a:lnTo>
                <a:lnTo>
                  <a:pt x="34950" y="1357299"/>
                </a:lnTo>
                <a:close/>
              </a:path>
              <a:path w="770890" h="1724660">
                <a:moveTo>
                  <a:pt x="37820" y="1376210"/>
                </a:moveTo>
                <a:lnTo>
                  <a:pt x="36372" y="1366710"/>
                </a:lnTo>
                <a:lnTo>
                  <a:pt x="45796" y="1365288"/>
                </a:lnTo>
                <a:lnTo>
                  <a:pt x="47105" y="1373987"/>
                </a:lnTo>
                <a:lnTo>
                  <a:pt x="47205" y="1374635"/>
                </a:lnTo>
                <a:lnTo>
                  <a:pt x="37820" y="1376210"/>
                </a:lnTo>
                <a:close/>
              </a:path>
              <a:path w="770890" h="1724660">
                <a:moveTo>
                  <a:pt x="40957" y="1394993"/>
                </a:moveTo>
                <a:lnTo>
                  <a:pt x="39382" y="1385595"/>
                </a:lnTo>
                <a:lnTo>
                  <a:pt x="48780" y="1384033"/>
                </a:lnTo>
                <a:lnTo>
                  <a:pt x="50342" y="1393418"/>
                </a:lnTo>
                <a:lnTo>
                  <a:pt x="40957" y="1394993"/>
                </a:lnTo>
                <a:close/>
              </a:path>
              <a:path w="770890" h="1724660">
                <a:moveTo>
                  <a:pt x="44310" y="1413827"/>
                </a:moveTo>
                <a:lnTo>
                  <a:pt x="42570" y="1404467"/>
                </a:lnTo>
                <a:lnTo>
                  <a:pt x="51930" y="1402727"/>
                </a:lnTo>
                <a:lnTo>
                  <a:pt x="53670" y="1412100"/>
                </a:lnTo>
                <a:lnTo>
                  <a:pt x="44310" y="1413827"/>
                </a:lnTo>
                <a:close/>
              </a:path>
              <a:path w="770890" h="1724660">
                <a:moveTo>
                  <a:pt x="47904" y="1432648"/>
                </a:moveTo>
                <a:lnTo>
                  <a:pt x="46951" y="1428064"/>
                </a:lnTo>
                <a:lnTo>
                  <a:pt x="46050" y="1423200"/>
                </a:lnTo>
                <a:lnTo>
                  <a:pt x="55410" y="1421460"/>
                </a:lnTo>
                <a:lnTo>
                  <a:pt x="56280" y="1426121"/>
                </a:lnTo>
                <a:lnTo>
                  <a:pt x="57226" y="1430705"/>
                </a:lnTo>
                <a:lnTo>
                  <a:pt x="47904" y="1432648"/>
                </a:lnTo>
                <a:close/>
              </a:path>
              <a:path w="770890" h="1724660">
                <a:moveTo>
                  <a:pt x="51777" y="1451292"/>
                </a:moveTo>
                <a:lnTo>
                  <a:pt x="49834" y="1441970"/>
                </a:lnTo>
                <a:lnTo>
                  <a:pt x="59169" y="1440027"/>
                </a:lnTo>
                <a:lnTo>
                  <a:pt x="61099" y="1449362"/>
                </a:lnTo>
                <a:lnTo>
                  <a:pt x="51777" y="1451292"/>
                </a:lnTo>
                <a:close/>
              </a:path>
              <a:path w="770890" h="1724660">
                <a:moveTo>
                  <a:pt x="56134" y="1469999"/>
                </a:moveTo>
                <a:lnTo>
                  <a:pt x="54317" y="1462481"/>
                </a:lnTo>
                <a:lnTo>
                  <a:pt x="53898" y="1460665"/>
                </a:lnTo>
                <a:lnTo>
                  <a:pt x="63182" y="1458556"/>
                </a:lnTo>
                <a:lnTo>
                  <a:pt x="65392" y="1467764"/>
                </a:lnTo>
                <a:lnTo>
                  <a:pt x="56134" y="1469999"/>
                </a:lnTo>
                <a:close/>
              </a:path>
              <a:path w="770890" h="1724660">
                <a:moveTo>
                  <a:pt x="61010" y="1488579"/>
                </a:moveTo>
                <a:lnTo>
                  <a:pt x="59448" y="1483004"/>
                </a:lnTo>
                <a:lnTo>
                  <a:pt x="58496" y="1479308"/>
                </a:lnTo>
                <a:lnTo>
                  <a:pt x="67716" y="1476921"/>
                </a:lnTo>
                <a:lnTo>
                  <a:pt x="68633" y="1480451"/>
                </a:lnTo>
                <a:lnTo>
                  <a:pt x="70180" y="1486027"/>
                </a:lnTo>
                <a:lnTo>
                  <a:pt x="61010" y="1488579"/>
                </a:lnTo>
                <a:close/>
              </a:path>
              <a:path w="770890" h="1724660">
                <a:moveTo>
                  <a:pt x="66522" y="1507007"/>
                </a:moveTo>
                <a:lnTo>
                  <a:pt x="65024" y="1502308"/>
                </a:lnTo>
                <a:lnTo>
                  <a:pt x="63677" y="1497812"/>
                </a:lnTo>
                <a:lnTo>
                  <a:pt x="72809" y="1495094"/>
                </a:lnTo>
                <a:lnTo>
                  <a:pt x="74120" y="1499489"/>
                </a:lnTo>
                <a:lnTo>
                  <a:pt x="75590" y="1504099"/>
                </a:lnTo>
                <a:lnTo>
                  <a:pt x="66522" y="1507007"/>
                </a:lnTo>
                <a:close/>
              </a:path>
              <a:path w="770890" h="1724660">
                <a:moveTo>
                  <a:pt x="72745" y="1525206"/>
                </a:moveTo>
                <a:lnTo>
                  <a:pt x="71043" y="1520520"/>
                </a:lnTo>
                <a:lnTo>
                  <a:pt x="69545" y="1516138"/>
                </a:lnTo>
                <a:lnTo>
                  <a:pt x="78549" y="1513052"/>
                </a:lnTo>
                <a:lnTo>
                  <a:pt x="79992" y="1517269"/>
                </a:lnTo>
                <a:lnTo>
                  <a:pt x="81686" y="1521955"/>
                </a:lnTo>
                <a:lnTo>
                  <a:pt x="72745" y="1525206"/>
                </a:lnTo>
                <a:close/>
              </a:path>
              <a:path w="770890" h="1724660">
                <a:moveTo>
                  <a:pt x="79730" y="1543138"/>
                </a:moveTo>
                <a:lnTo>
                  <a:pt x="77482" y="1537690"/>
                </a:lnTo>
                <a:lnTo>
                  <a:pt x="76136" y="1534210"/>
                </a:lnTo>
                <a:lnTo>
                  <a:pt x="85013" y="1530769"/>
                </a:lnTo>
                <a:lnTo>
                  <a:pt x="86299" y="1534071"/>
                </a:lnTo>
                <a:lnTo>
                  <a:pt x="88531" y="1539506"/>
                </a:lnTo>
                <a:lnTo>
                  <a:pt x="79730" y="1543138"/>
                </a:lnTo>
                <a:close/>
              </a:path>
              <a:path w="770890" h="1724660">
                <a:moveTo>
                  <a:pt x="87553" y="1560741"/>
                </a:moveTo>
                <a:lnTo>
                  <a:pt x="84353" y="1553857"/>
                </a:lnTo>
                <a:lnTo>
                  <a:pt x="83527" y="1551990"/>
                </a:lnTo>
                <a:lnTo>
                  <a:pt x="92252" y="1548168"/>
                </a:lnTo>
                <a:lnTo>
                  <a:pt x="93030" y="1549933"/>
                </a:lnTo>
                <a:lnTo>
                  <a:pt x="96189" y="1556727"/>
                </a:lnTo>
                <a:lnTo>
                  <a:pt x="87553" y="1560741"/>
                </a:lnTo>
                <a:close/>
              </a:path>
              <a:path w="770890" h="1724660">
                <a:moveTo>
                  <a:pt x="96354" y="1578000"/>
                </a:moveTo>
                <a:lnTo>
                  <a:pt x="95389" y="1576260"/>
                </a:lnTo>
                <a:lnTo>
                  <a:pt x="91846" y="1569478"/>
                </a:lnTo>
                <a:lnTo>
                  <a:pt x="100291" y="1565071"/>
                </a:lnTo>
                <a:lnTo>
                  <a:pt x="103737" y="1571663"/>
                </a:lnTo>
                <a:lnTo>
                  <a:pt x="104686" y="1573390"/>
                </a:lnTo>
                <a:lnTo>
                  <a:pt x="96354" y="1578000"/>
                </a:lnTo>
                <a:close/>
              </a:path>
              <a:path w="770890" h="1724660">
                <a:moveTo>
                  <a:pt x="106083" y="1594650"/>
                </a:moveTo>
                <a:lnTo>
                  <a:pt x="103225" y="1590039"/>
                </a:lnTo>
                <a:lnTo>
                  <a:pt x="101092" y="1586395"/>
                </a:lnTo>
                <a:lnTo>
                  <a:pt x="109321" y="1581581"/>
                </a:lnTo>
                <a:lnTo>
                  <a:pt x="111391" y="1585125"/>
                </a:lnTo>
                <a:lnTo>
                  <a:pt x="114185" y="1589633"/>
                </a:lnTo>
                <a:lnTo>
                  <a:pt x="106083" y="1594650"/>
                </a:lnTo>
                <a:close/>
              </a:path>
              <a:path w="770890" h="1724660">
                <a:moveTo>
                  <a:pt x="119288" y="1597534"/>
                </a:moveTo>
                <a:close/>
              </a:path>
              <a:path w="770890" h="1724660">
                <a:moveTo>
                  <a:pt x="119316" y="1597583"/>
                </a:moveTo>
                <a:close/>
              </a:path>
              <a:path w="770890" h="1724660">
                <a:moveTo>
                  <a:pt x="116916" y="1610753"/>
                </a:moveTo>
                <a:lnTo>
                  <a:pt x="115633" y="1609001"/>
                </a:lnTo>
                <a:lnTo>
                  <a:pt x="111315" y="1602752"/>
                </a:lnTo>
                <a:lnTo>
                  <a:pt x="119213" y="1597583"/>
                </a:lnTo>
                <a:lnTo>
                  <a:pt x="123404" y="1603489"/>
                </a:lnTo>
                <a:lnTo>
                  <a:pt x="124612" y="1605140"/>
                </a:lnTo>
                <a:lnTo>
                  <a:pt x="116916" y="1610753"/>
                </a:lnTo>
                <a:close/>
              </a:path>
              <a:path w="770890" h="1724660">
                <a:moveTo>
                  <a:pt x="128841" y="1626095"/>
                </a:moveTo>
                <a:lnTo>
                  <a:pt x="124333" y="1620570"/>
                </a:lnTo>
                <a:lnTo>
                  <a:pt x="122707" y="1618475"/>
                </a:lnTo>
                <a:lnTo>
                  <a:pt x="130251" y="1612658"/>
                </a:lnTo>
                <a:lnTo>
                  <a:pt x="131794" y="1614652"/>
                </a:lnTo>
                <a:lnTo>
                  <a:pt x="136010" y="1619834"/>
                </a:lnTo>
                <a:lnTo>
                  <a:pt x="128841" y="1626095"/>
                </a:lnTo>
                <a:close/>
              </a:path>
              <a:path w="770890" h="1724660">
                <a:moveTo>
                  <a:pt x="141795" y="1640395"/>
                </a:moveTo>
                <a:lnTo>
                  <a:pt x="137947" y="1636395"/>
                </a:lnTo>
                <a:lnTo>
                  <a:pt x="135191" y="1633359"/>
                </a:lnTo>
                <a:lnTo>
                  <a:pt x="142240" y="1626958"/>
                </a:lnTo>
                <a:lnTo>
                  <a:pt x="144915" y="1629892"/>
                </a:lnTo>
                <a:lnTo>
                  <a:pt x="148666" y="1633804"/>
                </a:lnTo>
                <a:lnTo>
                  <a:pt x="141795" y="1640395"/>
                </a:lnTo>
                <a:close/>
              </a:path>
              <a:path w="770890" h="1724660">
                <a:moveTo>
                  <a:pt x="155930" y="1653743"/>
                </a:moveTo>
                <a:lnTo>
                  <a:pt x="152209" y="1650453"/>
                </a:lnTo>
                <a:lnTo>
                  <a:pt x="148780" y="1647253"/>
                </a:lnTo>
                <a:lnTo>
                  <a:pt x="155282" y="1640293"/>
                </a:lnTo>
                <a:lnTo>
                  <a:pt x="158621" y="1643405"/>
                </a:lnTo>
                <a:lnTo>
                  <a:pt x="162242" y="1646605"/>
                </a:lnTo>
                <a:lnTo>
                  <a:pt x="155930" y="1653743"/>
                </a:lnTo>
                <a:close/>
              </a:path>
              <a:path w="770890" h="1724660">
                <a:moveTo>
                  <a:pt x="171170" y="1665884"/>
                </a:moveTo>
                <a:lnTo>
                  <a:pt x="167093" y="1662912"/>
                </a:lnTo>
                <a:lnTo>
                  <a:pt x="163436" y="1660016"/>
                </a:lnTo>
                <a:lnTo>
                  <a:pt x="169341" y="1652549"/>
                </a:lnTo>
                <a:lnTo>
                  <a:pt x="172715" y="1655216"/>
                </a:lnTo>
                <a:lnTo>
                  <a:pt x="176784" y="1658188"/>
                </a:lnTo>
                <a:lnTo>
                  <a:pt x="171170" y="1665884"/>
                </a:lnTo>
                <a:close/>
              </a:path>
              <a:path w="770890" h="1724660">
                <a:moveTo>
                  <a:pt x="187121" y="1676742"/>
                </a:moveTo>
                <a:lnTo>
                  <a:pt x="179133" y="1671548"/>
                </a:lnTo>
                <a:lnTo>
                  <a:pt x="184340" y="1663560"/>
                </a:lnTo>
                <a:lnTo>
                  <a:pt x="192316" y="1668767"/>
                </a:lnTo>
                <a:lnTo>
                  <a:pt x="187121" y="1676742"/>
                </a:lnTo>
                <a:close/>
              </a:path>
              <a:path w="770890" h="1724660">
                <a:moveTo>
                  <a:pt x="204139" y="1686293"/>
                </a:moveTo>
                <a:lnTo>
                  <a:pt x="198005" y="1683118"/>
                </a:lnTo>
                <a:lnTo>
                  <a:pt x="195541" y="1681683"/>
                </a:lnTo>
                <a:lnTo>
                  <a:pt x="200329" y="1673453"/>
                </a:lnTo>
                <a:lnTo>
                  <a:pt x="202595" y="1674761"/>
                </a:lnTo>
                <a:lnTo>
                  <a:pt x="208521" y="1677835"/>
                </a:lnTo>
                <a:lnTo>
                  <a:pt x="204139" y="1686293"/>
                </a:lnTo>
                <a:close/>
              </a:path>
              <a:path w="770890" h="1724660">
                <a:moveTo>
                  <a:pt x="221767" y="1694573"/>
                </a:moveTo>
                <a:lnTo>
                  <a:pt x="219811" y="1693786"/>
                </a:lnTo>
                <a:lnTo>
                  <a:pt x="212877" y="1690598"/>
                </a:lnTo>
                <a:lnTo>
                  <a:pt x="216865" y="1681949"/>
                </a:lnTo>
                <a:lnTo>
                  <a:pt x="223596" y="1685048"/>
                </a:lnTo>
                <a:lnTo>
                  <a:pt x="225361" y="1685759"/>
                </a:lnTo>
                <a:lnTo>
                  <a:pt x="221767" y="1694573"/>
                </a:lnTo>
                <a:close/>
              </a:path>
              <a:path w="770890" h="1724660">
                <a:moveTo>
                  <a:pt x="234226" y="1689379"/>
                </a:moveTo>
                <a:close/>
              </a:path>
              <a:path w="770890" h="1724660">
                <a:moveTo>
                  <a:pt x="239725" y="1701482"/>
                </a:moveTo>
                <a:lnTo>
                  <a:pt x="230581" y="1698180"/>
                </a:lnTo>
                <a:lnTo>
                  <a:pt x="234177" y="1689379"/>
                </a:lnTo>
                <a:lnTo>
                  <a:pt x="242963" y="1692516"/>
                </a:lnTo>
                <a:lnTo>
                  <a:pt x="239725" y="1701482"/>
                </a:lnTo>
                <a:close/>
              </a:path>
              <a:path w="770890" h="1724660">
                <a:moveTo>
                  <a:pt x="258241" y="1707248"/>
                </a:moveTo>
                <a:lnTo>
                  <a:pt x="253098" y="1705813"/>
                </a:lnTo>
                <a:lnTo>
                  <a:pt x="248958" y="1704505"/>
                </a:lnTo>
                <a:lnTo>
                  <a:pt x="251841" y="1695424"/>
                </a:lnTo>
                <a:lnTo>
                  <a:pt x="255657" y="1696643"/>
                </a:lnTo>
                <a:lnTo>
                  <a:pt x="260807" y="1698078"/>
                </a:lnTo>
                <a:lnTo>
                  <a:pt x="258241" y="1707248"/>
                </a:lnTo>
                <a:close/>
              </a:path>
              <a:path w="770890" h="1724660">
                <a:moveTo>
                  <a:pt x="276999" y="1711985"/>
                </a:moveTo>
                <a:lnTo>
                  <a:pt x="275666" y="1711706"/>
                </a:lnTo>
                <a:lnTo>
                  <a:pt x="267601" y="1709737"/>
                </a:lnTo>
                <a:lnTo>
                  <a:pt x="269862" y="1700491"/>
                </a:lnTo>
                <a:lnTo>
                  <a:pt x="277787" y="1702422"/>
                </a:lnTo>
                <a:lnTo>
                  <a:pt x="278980" y="1702676"/>
                </a:lnTo>
                <a:lnTo>
                  <a:pt x="276999" y="1711985"/>
                </a:lnTo>
                <a:close/>
              </a:path>
              <a:path w="770890" h="1724660">
                <a:moveTo>
                  <a:pt x="295808" y="1715744"/>
                </a:moveTo>
                <a:lnTo>
                  <a:pt x="287020" y="1714119"/>
                </a:lnTo>
                <a:lnTo>
                  <a:pt x="286321" y="1713966"/>
                </a:lnTo>
                <a:lnTo>
                  <a:pt x="288302" y="1704657"/>
                </a:lnTo>
                <a:lnTo>
                  <a:pt x="297535" y="1706372"/>
                </a:lnTo>
                <a:lnTo>
                  <a:pt x="295808" y="1715744"/>
                </a:lnTo>
                <a:close/>
              </a:path>
              <a:path w="770890" h="1724660">
                <a:moveTo>
                  <a:pt x="314833" y="1718741"/>
                </a:moveTo>
                <a:lnTo>
                  <a:pt x="309727" y="1718030"/>
                </a:lnTo>
                <a:lnTo>
                  <a:pt x="305308" y="1717332"/>
                </a:lnTo>
                <a:lnTo>
                  <a:pt x="306819" y="1707921"/>
                </a:lnTo>
                <a:lnTo>
                  <a:pt x="311137" y="1708619"/>
                </a:lnTo>
                <a:lnTo>
                  <a:pt x="316141" y="1709305"/>
                </a:lnTo>
                <a:lnTo>
                  <a:pt x="314833" y="1718741"/>
                </a:lnTo>
                <a:close/>
              </a:path>
              <a:path w="770890" h="1724660">
                <a:moveTo>
                  <a:pt x="311230" y="1708619"/>
                </a:moveTo>
                <a:lnTo>
                  <a:pt x="311048" y="1708594"/>
                </a:lnTo>
                <a:lnTo>
                  <a:pt x="311230" y="1708619"/>
                </a:lnTo>
                <a:close/>
              </a:path>
              <a:path w="770890" h="1724660">
                <a:moveTo>
                  <a:pt x="333883" y="1721129"/>
                </a:moveTo>
                <a:lnTo>
                  <a:pt x="332371" y="1720977"/>
                </a:lnTo>
                <a:lnTo>
                  <a:pt x="324358" y="1720011"/>
                </a:lnTo>
                <a:lnTo>
                  <a:pt x="325500" y="1710550"/>
                </a:lnTo>
                <a:lnTo>
                  <a:pt x="333451" y="1711515"/>
                </a:lnTo>
                <a:lnTo>
                  <a:pt x="334886" y="1711667"/>
                </a:lnTo>
                <a:lnTo>
                  <a:pt x="333883" y="1721129"/>
                </a:lnTo>
                <a:close/>
              </a:path>
              <a:path w="770890" h="1724660">
                <a:moveTo>
                  <a:pt x="352920" y="1722996"/>
                </a:moveTo>
                <a:lnTo>
                  <a:pt x="343636" y="1722170"/>
                </a:lnTo>
                <a:lnTo>
                  <a:pt x="343357" y="1722132"/>
                </a:lnTo>
                <a:lnTo>
                  <a:pt x="344360" y="1712671"/>
                </a:lnTo>
                <a:lnTo>
                  <a:pt x="353771" y="1713509"/>
                </a:lnTo>
                <a:lnTo>
                  <a:pt x="352920" y="1722996"/>
                </a:lnTo>
                <a:close/>
              </a:path>
              <a:path w="770890" h="1724660">
                <a:moveTo>
                  <a:pt x="372275" y="1724494"/>
                </a:moveTo>
                <a:lnTo>
                  <a:pt x="371551" y="1724482"/>
                </a:lnTo>
                <a:lnTo>
                  <a:pt x="365836" y="1724152"/>
                </a:lnTo>
                <a:lnTo>
                  <a:pt x="362407" y="1723834"/>
                </a:lnTo>
                <a:lnTo>
                  <a:pt x="363258" y="1714347"/>
                </a:lnTo>
                <a:lnTo>
                  <a:pt x="366674" y="1714652"/>
                </a:lnTo>
                <a:lnTo>
                  <a:pt x="366534" y="1714652"/>
                </a:lnTo>
                <a:lnTo>
                  <a:pt x="372097" y="1714969"/>
                </a:lnTo>
                <a:lnTo>
                  <a:pt x="372402" y="1714969"/>
                </a:lnTo>
                <a:lnTo>
                  <a:pt x="372275" y="1724494"/>
                </a:lnTo>
                <a:close/>
              </a:path>
              <a:path w="770890" h="1724660">
                <a:moveTo>
                  <a:pt x="390902" y="1714525"/>
                </a:moveTo>
                <a:lnTo>
                  <a:pt x="388721" y="1714525"/>
                </a:lnTo>
                <a:lnTo>
                  <a:pt x="388886" y="1714512"/>
                </a:lnTo>
                <a:lnTo>
                  <a:pt x="390880" y="1714309"/>
                </a:lnTo>
                <a:lnTo>
                  <a:pt x="390902" y="1714525"/>
                </a:lnTo>
                <a:close/>
              </a:path>
              <a:path w="770890" h="1724660">
                <a:moveTo>
                  <a:pt x="388778" y="1714519"/>
                </a:moveTo>
                <a:close/>
              </a:path>
              <a:path w="770890" h="1724660">
                <a:moveTo>
                  <a:pt x="381990" y="1724456"/>
                </a:moveTo>
                <a:lnTo>
                  <a:pt x="381736" y="1714931"/>
                </a:lnTo>
                <a:lnTo>
                  <a:pt x="383171" y="1714893"/>
                </a:lnTo>
                <a:lnTo>
                  <a:pt x="382993" y="1714893"/>
                </a:lnTo>
                <a:lnTo>
                  <a:pt x="388778" y="1714519"/>
                </a:lnTo>
                <a:lnTo>
                  <a:pt x="390902" y="1714525"/>
                </a:lnTo>
                <a:lnTo>
                  <a:pt x="391833" y="1723783"/>
                </a:lnTo>
                <a:lnTo>
                  <a:pt x="389674" y="1724012"/>
                </a:lnTo>
                <a:lnTo>
                  <a:pt x="383603" y="1724406"/>
                </a:lnTo>
                <a:lnTo>
                  <a:pt x="381990" y="1724456"/>
                </a:lnTo>
                <a:close/>
              </a:path>
              <a:path w="770890" h="1724660">
                <a:moveTo>
                  <a:pt x="409387" y="1712137"/>
                </a:moveTo>
                <a:lnTo>
                  <a:pt x="406590" y="1712137"/>
                </a:lnTo>
                <a:lnTo>
                  <a:pt x="409282" y="1711604"/>
                </a:lnTo>
                <a:lnTo>
                  <a:pt x="409387" y="1712137"/>
                </a:lnTo>
                <a:close/>
              </a:path>
              <a:path w="770890" h="1724660">
                <a:moveTo>
                  <a:pt x="409583" y="1713141"/>
                </a:moveTo>
                <a:lnTo>
                  <a:pt x="400519" y="1713141"/>
                </a:lnTo>
                <a:lnTo>
                  <a:pt x="406717" y="1712112"/>
                </a:lnTo>
                <a:lnTo>
                  <a:pt x="409387" y="1712137"/>
                </a:lnTo>
                <a:lnTo>
                  <a:pt x="409583" y="1713141"/>
                </a:lnTo>
                <a:close/>
              </a:path>
              <a:path w="770890" h="1724660">
                <a:moveTo>
                  <a:pt x="401447" y="1722627"/>
                </a:moveTo>
                <a:lnTo>
                  <a:pt x="400177" y="1713191"/>
                </a:lnTo>
                <a:lnTo>
                  <a:pt x="400672" y="1713115"/>
                </a:lnTo>
                <a:lnTo>
                  <a:pt x="400519" y="1713141"/>
                </a:lnTo>
                <a:lnTo>
                  <a:pt x="409583" y="1713141"/>
                </a:lnTo>
                <a:lnTo>
                  <a:pt x="411111" y="1720951"/>
                </a:lnTo>
                <a:lnTo>
                  <a:pt x="408419" y="1721485"/>
                </a:lnTo>
                <a:lnTo>
                  <a:pt x="402082" y="1722539"/>
                </a:lnTo>
                <a:lnTo>
                  <a:pt x="401447" y="1722627"/>
                </a:lnTo>
                <a:close/>
              </a:path>
              <a:path w="770890" h="1724660">
                <a:moveTo>
                  <a:pt x="427646" y="1707946"/>
                </a:moveTo>
                <a:lnTo>
                  <a:pt x="425335" y="1707946"/>
                </a:lnTo>
                <a:lnTo>
                  <a:pt x="427482" y="1707349"/>
                </a:lnTo>
                <a:lnTo>
                  <a:pt x="427646" y="1707946"/>
                </a:lnTo>
                <a:close/>
              </a:path>
              <a:path w="770890" h="1724660">
                <a:moveTo>
                  <a:pt x="428083" y="1709534"/>
                </a:moveTo>
                <a:lnTo>
                  <a:pt x="418998" y="1709534"/>
                </a:lnTo>
                <a:lnTo>
                  <a:pt x="425450" y="1707908"/>
                </a:lnTo>
                <a:lnTo>
                  <a:pt x="427646" y="1707946"/>
                </a:lnTo>
                <a:lnTo>
                  <a:pt x="428083" y="1709534"/>
                </a:lnTo>
                <a:close/>
              </a:path>
              <a:path w="770890" h="1724660">
                <a:moveTo>
                  <a:pt x="419006" y="1709532"/>
                </a:moveTo>
                <a:close/>
              </a:path>
              <a:path w="770890" h="1724660">
                <a:moveTo>
                  <a:pt x="420560" y="1718945"/>
                </a:moveTo>
                <a:lnTo>
                  <a:pt x="418477" y="1709648"/>
                </a:lnTo>
                <a:lnTo>
                  <a:pt x="419006" y="1709532"/>
                </a:lnTo>
                <a:lnTo>
                  <a:pt x="428083" y="1709534"/>
                </a:lnTo>
                <a:lnTo>
                  <a:pt x="430009" y="1716532"/>
                </a:lnTo>
                <a:lnTo>
                  <a:pt x="427875" y="1717128"/>
                </a:lnTo>
                <a:lnTo>
                  <a:pt x="420560" y="1718945"/>
                </a:lnTo>
                <a:close/>
              </a:path>
              <a:path w="770890" h="1724660">
                <a:moveTo>
                  <a:pt x="439267" y="1713864"/>
                </a:moveTo>
                <a:lnTo>
                  <a:pt x="436524" y="1704746"/>
                </a:lnTo>
                <a:lnTo>
                  <a:pt x="438353" y="1704200"/>
                </a:lnTo>
                <a:lnTo>
                  <a:pt x="445452" y="1701838"/>
                </a:lnTo>
                <a:lnTo>
                  <a:pt x="448449" y="1710880"/>
                </a:lnTo>
                <a:lnTo>
                  <a:pt x="441223" y="1713280"/>
                </a:lnTo>
                <a:lnTo>
                  <a:pt x="439267" y="1713864"/>
                </a:lnTo>
                <a:close/>
              </a:path>
              <a:path w="770890" h="1724660">
                <a:moveTo>
                  <a:pt x="438213" y="1704238"/>
                </a:moveTo>
                <a:lnTo>
                  <a:pt x="438353" y="1704200"/>
                </a:lnTo>
                <a:lnTo>
                  <a:pt x="438213" y="1704238"/>
                </a:lnTo>
                <a:close/>
              </a:path>
              <a:path w="770890" h="1724660">
                <a:moveTo>
                  <a:pt x="457619" y="1707705"/>
                </a:moveTo>
                <a:lnTo>
                  <a:pt x="454291" y="1698790"/>
                </a:lnTo>
                <a:lnTo>
                  <a:pt x="463219" y="1695462"/>
                </a:lnTo>
                <a:lnTo>
                  <a:pt x="466547" y="1704378"/>
                </a:lnTo>
                <a:lnTo>
                  <a:pt x="457619" y="1707705"/>
                </a:lnTo>
                <a:close/>
              </a:path>
              <a:path w="770890" h="1724660">
                <a:moveTo>
                  <a:pt x="475526" y="1700784"/>
                </a:moveTo>
                <a:lnTo>
                  <a:pt x="471919" y="1691957"/>
                </a:lnTo>
                <a:lnTo>
                  <a:pt x="478713" y="1689188"/>
                </a:lnTo>
                <a:lnTo>
                  <a:pt x="480593" y="1688350"/>
                </a:lnTo>
                <a:lnTo>
                  <a:pt x="484428" y="1697062"/>
                </a:lnTo>
                <a:lnTo>
                  <a:pt x="482434" y="1697951"/>
                </a:lnTo>
                <a:lnTo>
                  <a:pt x="475526" y="1700784"/>
                </a:lnTo>
                <a:close/>
              </a:path>
              <a:path w="770890" h="1724660">
                <a:moveTo>
                  <a:pt x="478586" y="1689239"/>
                </a:moveTo>
                <a:close/>
              </a:path>
              <a:path w="770890" h="1724660">
                <a:moveTo>
                  <a:pt x="493153" y="1693227"/>
                </a:moveTo>
                <a:lnTo>
                  <a:pt x="489305" y="1684502"/>
                </a:lnTo>
                <a:lnTo>
                  <a:pt x="492544" y="1683080"/>
                </a:lnTo>
                <a:lnTo>
                  <a:pt x="497852" y="1680578"/>
                </a:lnTo>
                <a:lnTo>
                  <a:pt x="501904" y="1689201"/>
                </a:lnTo>
                <a:lnTo>
                  <a:pt x="496493" y="1691741"/>
                </a:lnTo>
                <a:lnTo>
                  <a:pt x="493153" y="1693227"/>
                </a:lnTo>
                <a:close/>
              </a:path>
              <a:path w="770890" h="1724660">
                <a:moveTo>
                  <a:pt x="492442" y="1683118"/>
                </a:moveTo>
                <a:close/>
              </a:path>
              <a:path w="770890" h="1724660">
                <a:moveTo>
                  <a:pt x="510527" y="1685137"/>
                </a:moveTo>
                <a:lnTo>
                  <a:pt x="506469" y="1676539"/>
                </a:lnTo>
                <a:lnTo>
                  <a:pt x="514908" y="1672323"/>
                </a:lnTo>
                <a:lnTo>
                  <a:pt x="519150" y="1680857"/>
                </a:lnTo>
                <a:lnTo>
                  <a:pt x="510527" y="1685137"/>
                </a:lnTo>
                <a:close/>
              </a:path>
              <a:path w="770890" h="1724660">
                <a:moveTo>
                  <a:pt x="506425" y="1676539"/>
                </a:moveTo>
                <a:close/>
              </a:path>
              <a:path w="770890" h="1724660">
                <a:moveTo>
                  <a:pt x="527723" y="1676527"/>
                </a:moveTo>
                <a:lnTo>
                  <a:pt x="523328" y="1668081"/>
                </a:lnTo>
                <a:lnTo>
                  <a:pt x="531774" y="1663674"/>
                </a:lnTo>
                <a:lnTo>
                  <a:pt x="536181" y="1672132"/>
                </a:lnTo>
                <a:lnTo>
                  <a:pt x="527723" y="1676527"/>
                </a:lnTo>
                <a:close/>
              </a:path>
              <a:path w="770890" h="1724660">
                <a:moveTo>
                  <a:pt x="544652" y="1667598"/>
                </a:moveTo>
                <a:lnTo>
                  <a:pt x="540105" y="1659229"/>
                </a:lnTo>
                <a:lnTo>
                  <a:pt x="548487" y="1654683"/>
                </a:lnTo>
                <a:lnTo>
                  <a:pt x="553021" y="1663064"/>
                </a:lnTo>
                <a:lnTo>
                  <a:pt x="544652" y="1667598"/>
                </a:lnTo>
                <a:close/>
              </a:path>
              <a:path w="770890" h="1724660">
                <a:moveTo>
                  <a:pt x="561390" y="1658378"/>
                </a:moveTo>
                <a:lnTo>
                  <a:pt x="556742" y="1650072"/>
                </a:lnTo>
                <a:lnTo>
                  <a:pt x="562940" y="1646593"/>
                </a:lnTo>
                <a:lnTo>
                  <a:pt x="564984" y="1645412"/>
                </a:lnTo>
                <a:lnTo>
                  <a:pt x="569734" y="1653666"/>
                </a:lnTo>
                <a:lnTo>
                  <a:pt x="567651" y="1654873"/>
                </a:lnTo>
                <a:lnTo>
                  <a:pt x="561390" y="1658378"/>
                </a:lnTo>
                <a:close/>
              </a:path>
              <a:path w="770890" h="1724660">
                <a:moveTo>
                  <a:pt x="562889" y="1646618"/>
                </a:moveTo>
                <a:close/>
              </a:path>
              <a:path w="770890" h="1724660">
                <a:moveTo>
                  <a:pt x="582963" y="1638515"/>
                </a:moveTo>
                <a:lnTo>
                  <a:pt x="576935" y="1638515"/>
                </a:lnTo>
                <a:lnTo>
                  <a:pt x="581380" y="1635861"/>
                </a:lnTo>
                <a:lnTo>
                  <a:pt x="582963" y="1638515"/>
                </a:lnTo>
                <a:close/>
              </a:path>
              <a:path w="770890" h="1724660">
                <a:moveTo>
                  <a:pt x="577989" y="1648904"/>
                </a:moveTo>
                <a:lnTo>
                  <a:pt x="573227" y="1640649"/>
                </a:lnTo>
                <a:lnTo>
                  <a:pt x="576999" y="1638477"/>
                </a:lnTo>
                <a:lnTo>
                  <a:pt x="582963" y="1638515"/>
                </a:lnTo>
                <a:lnTo>
                  <a:pt x="586257" y="1644040"/>
                </a:lnTo>
                <a:lnTo>
                  <a:pt x="581825" y="1646694"/>
                </a:lnTo>
                <a:lnTo>
                  <a:pt x="577989" y="1648904"/>
                </a:lnTo>
                <a:close/>
              </a:path>
              <a:path w="770890" h="1724660">
                <a:moveTo>
                  <a:pt x="594436" y="1639150"/>
                </a:moveTo>
                <a:lnTo>
                  <a:pt x="589546" y="1630972"/>
                </a:lnTo>
                <a:lnTo>
                  <a:pt x="597725" y="1626095"/>
                </a:lnTo>
                <a:lnTo>
                  <a:pt x="602615" y="1634261"/>
                </a:lnTo>
                <a:lnTo>
                  <a:pt x="594436" y="1639150"/>
                </a:lnTo>
                <a:close/>
              </a:path>
              <a:path w="770890" h="1724660">
                <a:moveTo>
                  <a:pt x="610844" y="1629321"/>
                </a:moveTo>
                <a:lnTo>
                  <a:pt x="605828" y="1621218"/>
                </a:lnTo>
                <a:lnTo>
                  <a:pt x="613930" y="1616214"/>
                </a:lnTo>
                <a:lnTo>
                  <a:pt x="618947" y="1624304"/>
                </a:lnTo>
                <a:lnTo>
                  <a:pt x="610844" y="1629321"/>
                </a:lnTo>
                <a:close/>
              </a:path>
              <a:path w="770890" h="1724660">
                <a:moveTo>
                  <a:pt x="627037" y="1619300"/>
                </a:moveTo>
                <a:lnTo>
                  <a:pt x="622033" y="1611198"/>
                </a:lnTo>
                <a:lnTo>
                  <a:pt x="630123" y="1606181"/>
                </a:lnTo>
                <a:lnTo>
                  <a:pt x="635139" y="1614284"/>
                </a:lnTo>
                <a:lnTo>
                  <a:pt x="627037" y="1619300"/>
                </a:lnTo>
                <a:close/>
              </a:path>
              <a:path w="770890" h="1724660">
                <a:moveTo>
                  <a:pt x="643242" y="1609178"/>
                </a:moveTo>
                <a:lnTo>
                  <a:pt x="638136" y="1601139"/>
                </a:lnTo>
                <a:lnTo>
                  <a:pt x="646188" y="1596034"/>
                </a:lnTo>
                <a:lnTo>
                  <a:pt x="651281" y="1604073"/>
                </a:lnTo>
                <a:lnTo>
                  <a:pt x="643242" y="1609178"/>
                </a:lnTo>
                <a:close/>
              </a:path>
              <a:path w="770890" h="1724660">
                <a:moveTo>
                  <a:pt x="659333" y="1598980"/>
                </a:moveTo>
                <a:lnTo>
                  <a:pt x="654227" y="1590928"/>
                </a:lnTo>
                <a:lnTo>
                  <a:pt x="662279" y="1585836"/>
                </a:lnTo>
                <a:lnTo>
                  <a:pt x="667372" y="1593875"/>
                </a:lnTo>
                <a:lnTo>
                  <a:pt x="659333" y="1598980"/>
                </a:lnTo>
                <a:close/>
              </a:path>
              <a:path w="770890" h="1724660">
                <a:moveTo>
                  <a:pt x="675424" y="1588770"/>
                </a:moveTo>
                <a:lnTo>
                  <a:pt x="670318" y="1580730"/>
                </a:lnTo>
                <a:lnTo>
                  <a:pt x="678357" y="1575625"/>
                </a:lnTo>
                <a:lnTo>
                  <a:pt x="683463" y="1583677"/>
                </a:lnTo>
                <a:lnTo>
                  <a:pt x="675424" y="1588770"/>
                </a:lnTo>
                <a:close/>
              </a:path>
              <a:path w="770890" h="1724660">
                <a:moveTo>
                  <a:pt x="691502" y="1578584"/>
                </a:moveTo>
                <a:lnTo>
                  <a:pt x="686422" y="1570532"/>
                </a:lnTo>
                <a:lnTo>
                  <a:pt x="694474" y="1565452"/>
                </a:lnTo>
                <a:lnTo>
                  <a:pt x="699554" y="1573504"/>
                </a:lnTo>
                <a:lnTo>
                  <a:pt x="691502" y="1578584"/>
                </a:lnTo>
                <a:close/>
              </a:path>
              <a:path w="770890" h="1724660">
                <a:moveTo>
                  <a:pt x="707618" y="1568411"/>
                </a:moveTo>
                <a:lnTo>
                  <a:pt x="702525" y="1560360"/>
                </a:lnTo>
                <a:lnTo>
                  <a:pt x="706259" y="1558010"/>
                </a:lnTo>
                <a:lnTo>
                  <a:pt x="710666" y="1555305"/>
                </a:lnTo>
                <a:lnTo>
                  <a:pt x="715645" y="1563420"/>
                </a:lnTo>
                <a:lnTo>
                  <a:pt x="711279" y="1566100"/>
                </a:lnTo>
                <a:lnTo>
                  <a:pt x="707618" y="1568411"/>
                </a:lnTo>
                <a:close/>
              </a:path>
              <a:path w="770890" h="1724660">
                <a:moveTo>
                  <a:pt x="711288" y="1566100"/>
                </a:moveTo>
                <a:close/>
              </a:path>
              <a:path w="770890" h="1724660">
                <a:moveTo>
                  <a:pt x="723773" y="1558429"/>
                </a:moveTo>
                <a:lnTo>
                  <a:pt x="718781" y="1550314"/>
                </a:lnTo>
                <a:lnTo>
                  <a:pt x="726897" y="1545336"/>
                </a:lnTo>
                <a:lnTo>
                  <a:pt x="731888" y="1553451"/>
                </a:lnTo>
                <a:lnTo>
                  <a:pt x="723773" y="1558429"/>
                </a:lnTo>
                <a:close/>
              </a:path>
              <a:path w="770890" h="1724660">
                <a:moveTo>
                  <a:pt x="740003" y="1548625"/>
                </a:moveTo>
                <a:lnTo>
                  <a:pt x="735152" y="1540433"/>
                </a:lnTo>
                <a:lnTo>
                  <a:pt x="737730" y="1538909"/>
                </a:lnTo>
                <a:lnTo>
                  <a:pt x="743483" y="1535633"/>
                </a:lnTo>
                <a:lnTo>
                  <a:pt x="748195" y="1543913"/>
                </a:lnTo>
                <a:lnTo>
                  <a:pt x="742517" y="1547139"/>
                </a:lnTo>
                <a:lnTo>
                  <a:pt x="740003" y="1548625"/>
                </a:lnTo>
                <a:close/>
              </a:path>
              <a:path w="770890" h="1724660">
                <a:moveTo>
                  <a:pt x="742517" y="1547139"/>
                </a:moveTo>
                <a:close/>
              </a:path>
              <a:path w="770890" h="1724660">
                <a:moveTo>
                  <a:pt x="756437" y="1539354"/>
                </a:moveTo>
                <a:lnTo>
                  <a:pt x="751903" y="1530972"/>
                </a:lnTo>
                <a:lnTo>
                  <a:pt x="755967" y="1528775"/>
                </a:lnTo>
                <a:lnTo>
                  <a:pt x="760476" y="1526501"/>
                </a:lnTo>
                <a:lnTo>
                  <a:pt x="764755" y="1535010"/>
                </a:lnTo>
                <a:lnTo>
                  <a:pt x="760371" y="1537220"/>
                </a:lnTo>
                <a:lnTo>
                  <a:pt x="756437" y="1539354"/>
                </a:lnTo>
                <a:close/>
              </a:path>
              <a:path w="770890" h="1724660">
                <a:moveTo>
                  <a:pt x="760374" y="1537220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6510019" y="3086735"/>
            <a:ext cx="5594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华文楷体"/>
                <a:cs typeface="华文楷体"/>
              </a:rPr>
              <a:t>＋＋</a:t>
            </a:r>
            <a:r>
              <a:rPr dirty="0" sz="1400" spc="5">
                <a:latin typeface="华文楷体"/>
                <a:cs typeface="华文楷体"/>
              </a:rPr>
              <a:t>＋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510019" y="4077335"/>
            <a:ext cx="5594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华文楷体"/>
                <a:cs typeface="华文楷体"/>
              </a:rPr>
              <a:t>－－</a:t>
            </a:r>
            <a:r>
              <a:rPr dirty="0" sz="1400" spc="5">
                <a:latin typeface="华文楷体"/>
                <a:cs typeface="华文楷体"/>
              </a:rPr>
              <a:t>－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039406" y="3078086"/>
            <a:ext cx="504190" cy="1220470"/>
          </a:xfrm>
          <a:custGeom>
            <a:avLst/>
            <a:gdLst/>
            <a:ahLst/>
            <a:cxnLst/>
            <a:rect l="l" t="t" r="r" b="b"/>
            <a:pathLst>
              <a:path w="504190" h="1220470">
                <a:moveTo>
                  <a:pt x="8682" y="65811"/>
                </a:moveTo>
                <a:lnTo>
                  <a:pt x="6680" y="65811"/>
                </a:lnTo>
                <a:lnTo>
                  <a:pt x="6908" y="65709"/>
                </a:lnTo>
                <a:lnTo>
                  <a:pt x="8318" y="65036"/>
                </a:lnTo>
                <a:lnTo>
                  <a:pt x="8682" y="65811"/>
                </a:lnTo>
                <a:close/>
              </a:path>
              <a:path w="504190" h="1220470">
                <a:moveTo>
                  <a:pt x="6806" y="65751"/>
                </a:moveTo>
                <a:close/>
              </a:path>
              <a:path w="504190" h="1220470">
                <a:moveTo>
                  <a:pt x="9362" y="67259"/>
                </a:moveTo>
                <a:lnTo>
                  <a:pt x="3124" y="67259"/>
                </a:lnTo>
                <a:lnTo>
                  <a:pt x="3454" y="67132"/>
                </a:lnTo>
                <a:lnTo>
                  <a:pt x="6806" y="65751"/>
                </a:lnTo>
                <a:lnTo>
                  <a:pt x="8682" y="65811"/>
                </a:lnTo>
                <a:lnTo>
                  <a:pt x="9362" y="67259"/>
                </a:lnTo>
                <a:close/>
              </a:path>
              <a:path w="504190" h="1220470">
                <a:moveTo>
                  <a:pt x="3359" y="67163"/>
                </a:moveTo>
                <a:close/>
              </a:path>
              <a:path w="504190" h="1220470">
                <a:moveTo>
                  <a:pt x="2946" y="77317"/>
                </a:moveTo>
                <a:lnTo>
                  <a:pt x="0" y="68249"/>
                </a:lnTo>
                <a:lnTo>
                  <a:pt x="3359" y="67163"/>
                </a:lnTo>
                <a:lnTo>
                  <a:pt x="3124" y="67259"/>
                </a:lnTo>
                <a:lnTo>
                  <a:pt x="9362" y="67259"/>
                </a:lnTo>
                <a:lnTo>
                  <a:pt x="12369" y="73659"/>
                </a:lnTo>
                <a:lnTo>
                  <a:pt x="10731" y="74434"/>
                </a:lnTo>
                <a:lnTo>
                  <a:pt x="6388" y="76199"/>
                </a:lnTo>
                <a:lnTo>
                  <a:pt x="2946" y="77317"/>
                </a:lnTo>
                <a:close/>
              </a:path>
              <a:path w="504190" h="1220470">
                <a:moveTo>
                  <a:pt x="24724" y="56286"/>
                </a:moveTo>
                <a:close/>
              </a:path>
              <a:path w="504190" h="1220470">
                <a:moveTo>
                  <a:pt x="24549" y="56337"/>
                </a:moveTo>
                <a:close/>
              </a:path>
              <a:path w="504190" h="1220470">
                <a:moveTo>
                  <a:pt x="21158" y="69164"/>
                </a:moveTo>
                <a:lnTo>
                  <a:pt x="16497" y="60858"/>
                </a:lnTo>
                <a:lnTo>
                  <a:pt x="24650" y="56286"/>
                </a:lnTo>
                <a:lnTo>
                  <a:pt x="29552" y="64439"/>
                </a:lnTo>
                <a:lnTo>
                  <a:pt x="29311" y="64592"/>
                </a:lnTo>
                <a:lnTo>
                  <a:pt x="21158" y="69164"/>
                </a:lnTo>
                <a:close/>
              </a:path>
              <a:path w="504190" h="1220470">
                <a:moveTo>
                  <a:pt x="37744" y="59588"/>
                </a:moveTo>
                <a:lnTo>
                  <a:pt x="32893" y="51396"/>
                </a:lnTo>
                <a:lnTo>
                  <a:pt x="41097" y="46545"/>
                </a:lnTo>
                <a:lnTo>
                  <a:pt x="45935" y="54749"/>
                </a:lnTo>
                <a:lnTo>
                  <a:pt x="40208" y="58127"/>
                </a:lnTo>
                <a:lnTo>
                  <a:pt x="37744" y="59588"/>
                </a:lnTo>
                <a:close/>
              </a:path>
              <a:path w="504190" h="1220470">
                <a:moveTo>
                  <a:pt x="54140" y="49910"/>
                </a:moveTo>
                <a:lnTo>
                  <a:pt x="49301" y="41706"/>
                </a:lnTo>
                <a:lnTo>
                  <a:pt x="57505" y="36868"/>
                </a:lnTo>
                <a:lnTo>
                  <a:pt x="62344" y="45072"/>
                </a:lnTo>
                <a:lnTo>
                  <a:pt x="54140" y="49910"/>
                </a:lnTo>
                <a:close/>
              </a:path>
              <a:path w="504190" h="1220470">
                <a:moveTo>
                  <a:pt x="70535" y="40474"/>
                </a:moveTo>
                <a:lnTo>
                  <a:pt x="65925" y="32130"/>
                </a:lnTo>
                <a:lnTo>
                  <a:pt x="73380" y="28028"/>
                </a:lnTo>
                <a:lnTo>
                  <a:pt x="74383" y="27495"/>
                </a:lnTo>
                <a:lnTo>
                  <a:pt x="78778" y="35953"/>
                </a:lnTo>
                <a:lnTo>
                  <a:pt x="77784" y="36474"/>
                </a:lnTo>
                <a:lnTo>
                  <a:pt x="70535" y="40474"/>
                </a:lnTo>
                <a:close/>
              </a:path>
              <a:path w="504190" h="1220470">
                <a:moveTo>
                  <a:pt x="77784" y="36474"/>
                </a:moveTo>
                <a:close/>
              </a:path>
              <a:path w="504190" h="1220470">
                <a:moveTo>
                  <a:pt x="87172" y="31661"/>
                </a:moveTo>
                <a:lnTo>
                  <a:pt x="82956" y="23113"/>
                </a:lnTo>
                <a:lnTo>
                  <a:pt x="87579" y="20840"/>
                </a:lnTo>
                <a:lnTo>
                  <a:pt x="91643" y="18948"/>
                </a:lnTo>
                <a:lnTo>
                  <a:pt x="95656" y="27584"/>
                </a:lnTo>
                <a:lnTo>
                  <a:pt x="91578" y="29476"/>
                </a:lnTo>
                <a:lnTo>
                  <a:pt x="87172" y="31661"/>
                </a:lnTo>
                <a:close/>
              </a:path>
              <a:path w="504190" h="1220470">
                <a:moveTo>
                  <a:pt x="91579" y="29476"/>
                </a:moveTo>
                <a:close/>
              </a:path>
              <a:path w="504190" h="1220470">
                <a:moveTo>
                  <a:pt x="104241" y="23787"/>
                </a:moveTo>
                <a:lnTo>
                  <a:pt x="100482" y="15036"/>
                </a:lnTo>
                <a:lnTo>
                  <a:pt x="102362" y="14236"/>
                </a:lnTo>
                <a:lnTo>
                  <a:pt x="109448" y="11429"/>
                </a:lnTo>
                <a:lnTo>
                  <a:pt x="112953" y="20294"/>
                </a:lnTo>
                <a:lnTo>
                  <a:pt x="105854" y="23088"/>
                </a:lnTo>
                <a:lnTo>
                  <a:pt x="104241" y="23787"/>
                </a:lnTo>
                <a:close/>
              </a:path>
              <a:path w="504190" h="1220470">
                <a:moveTo>
                  <a:pt x="105875" y="23088"/>
                </a:moveTo>
                <a:close/>
              </a:path>
              <a:path w="504190" h="1220470">
                <a:moveTo>
                  <a:pt x="121602" y="17259"/>
                </a:moveTo>
                <a:lnTo>
                  <a:pt x="118770" y="8166"/>
                </a:lnTo>
                <a:lnTo>
                  <a:pt x="125412" y="6095"/>
                </a:lnTo>
                <a:lnTo>
                  <a:pt x="128092" y="5384"/>
                </a:lnTo>
                <a:lnTo>
                  <a:pt x="130530" y="14604"/>
                </a:lnTo>
                <a:lnTo>
                  <a:pt x="127850" y="15303"/>
                </a:lnTo>
                <a:lnTo>
                  <a:pt x="121602" y="17259"/>
                </a:lnTo>
                <a:close/>
              </a:path>
              <a:path w="504190" h="1220470">
                <a:moveTo>
                  <a:pt x="127890" y="15303"/>
                </a:moveTo>
                <a:lnTo>
                  <a:pt x="128054" y="15252"/>
                </a:lnTo>
                <a:lnTo>
                  <a:pt x="127890" y="15303"/>
                </a:lnTo>
                <a:close/>
              </a:path>
              <a:path w="504190" h="1220470">
                <a:moveTo>
                  <a:pt x="139560" y="12420"/>
                </a:moveTo>
                <a:lnTo>
                  <a:pt x="137579" y="3111"/>
                </a:lnTo>
                <a:lnTo>
                  <a:pt x="140982" y="2374"/>
                </a:lnTo>
                <a:lnTo>
                  <a:pt x="147205" y="1384"/>
                </a:lnTo>
                <a:lnTo>
                  <a:pt x="148691" y="10794"/>
                </a:lnTo>
                <a:lnTo>
                  <a:pt x="142722" y="11734"/>
                </a:lnTo>
                <a:lnTo>
                  <a:pt x="139560" y="12420"/>
                </a:lnTo>
                <a:close/>
              </a:path>
              <a:path w="504190" h="1220470">
                <a:moveTo>
                  <a:pt x="142796" y="11734"/>
                </a:moveTo>
                <a:lnTo>
                  <a:pt x="142976" y="11696"/>
                </a:lnTo>
                <a:lnTo>
                  <a:pt x="142796" y="11734"/>
                </a:lnTo>
                <a:close/>
              </a:path>
              <a:path w="504190" h="1220470">
                <a:moveTo>
                  <a:pt x="157937" y="9778"/>
                </a:moveTo>
                <a:lnTo>
                  <a:pt x="156933" y="304"/>
                </a:lnTo>
                <a:lnTo>
                  <a:pt x="161074" y="76"/>
                </a:lnTo>
                <a:lnTo>
                  <a:pt x="165112" y="0"/>
                </a:lnTo>
                <a:lnTo>
                  <a:pt x="167004" y="25"/>
                </a:lnTo>
                <a:lnTo>
                  <a:pt x="166853" y="9524"/>
                </a:lnTo>
                <a:lnTo>
                  <a:pt x="165125" y="9524"/>
                </a:lnTo>
                <a:lnTo>
                  <a:pt x="162062" y="9588"/>
                </a:lnTo>
                <a:lnTo>
                  <a:pt x="161569" y="9588"/>
                </a:lnTo>
                <a:lnTo>
                  <a:pt x="157937" y="9778"/>
                </a:lnTo>
                <a:close/>
              </a:path>
              <a:path w="504190" h="1220470">
                <a:moveTo>
                  <a:pt x="165219" y="9526"/>
                </a:moveTo>
                <a:close/>
              </a:path>
              <a:path w="504190" h="1220470">
                <a:moveTo>
                  <a:pt x="166852" y="9550"/>
                </a:moveTo>
                <a:lnTo>
                  <a:pt x="165219" y="9526"/>
                </a:lnTo>
                <a:lnTo>
                  <a:pt x="166853" y="9524"/>
                </a:lnTo>
                <a:close/>
              </a:path>
              <a:path w="504190" h="1220470">
                <a:moveTo>
                  <a:pt x="161417" y="9601"/>
                </a:moveTo>
                <a:lnTo>
                  <a:pt x="161569" y="9588"/>
                </a:lnTo>
                <a:lnTo>
                  <a:pt x="162062" y="9588"/>
                </a:lnTo>
                <a:lnTo>
                  <a:pt x="161417" y="9601"/>
                </a:lnTo>
                <a:close/>
              </a:path>
              <a:path w="504190" h="1220470">
                <a:moveTo>
                  <a:pt x="157867" y="9782"/>
                </a:moveTo>
                <a:close/>
              </a:path>
              <a:path w="504190" h="1220470">
                <a:moveTo>
                  <a:pt x="157912" y="9780"/>
                </a:moveTo>
                <a:close/>
              </a:path>
              <a:path w="504190" h="1220470">
                <a:moveTo>
                  <a:pt x="184924" y="11188"/>
                </a:moveTo>
                <a:lnTo>
                  <a:pt x="183693" y="11181"/>
                </a:lnTo>
                <a:lnTo>
                  <a:pt x="179882" y="10540"/>
                </a:lnTo>
                <a:lnTo>
                  <a:pt x="176022" y="10071"/>
                </a:lnTo>
                <a:lnTo>
                  <a:pt x="176847" y="584"/>
                </a:lnTo>
                <a:lnTo>
                  <a:pt x="177406" y="634"/>
                </a:lnTo>
                <a:lnTo>
                  <a:pt x="181254" y="1117"/>
                </a:lnTo>
                <a:lnTo>
                  <a:pt x="185470" y="1828"/>
                </a:lnTo>
                <a:lnTo>
                  <a:pt x="186817" y="2108"/>
                </a:lnTo>
                <a:lnTo>
                  <a:pt x="184924" y="11188"/>
                </a:lnTo>
                <a:close/>
              </a:path>
              <a:path w="504190" h="1220470">
                <a:moveTo>
                  <a:pt x="180060" y="10579"/>
                </a:moveTo>
                <a:lnTo>
                  <a:pt x="179764" y="10540"/>
                </a:lnTo>
                <a:lnTo>
                  <a:pt x="180060" y="10579"/>
                </a:lnTo>
                <a:close/>
              </a:path>
              <a:path w="504190" h="1220470">
                <a:moveTo>
                  <a:pt x="184873" y="11429"/>
                </a:moveTo>
                <a:lnTo>
                  <a:pt x="183686" y="11181"/>
                </a:lnTo>
                <a:lnTo>
                  <a:pt x="184924" y="11188"/>
                </a:lnTo>
                <a:lnTo>
                  <a:pt x="184873" y="11429"/>
                </a:lnTo>
                <a:close/>
              </a:path>
              <a:path w="504190" h="1220470">
                <a:moveTo>
                  <a:pt x="203332" y="13931"/>
                </a:moveTo>
                <a:lnTo>
                  <a:pt x="194627" y="13931"/>
                </a:lnTo>
                <a:lnTo>
                  <a:pt x="193725" y="13665"/>
                </a:lnTo>
                <a:lnTo>
                  <a:pt x="196430" y="4533"/>
                </a:lnTo>
                <a:lnTo>
                  <a:pt x="197510" y="4864"/>
                </a:lnTo>
                <a:lnTo>
                  <a:pt x="201498" y="6235"/>
                </a:lnTo>
                <a:lnTo>
                  <a:pt x="205460" y="7785"/>
                </a:lnTo>
                <a:lnTo>
                  <a:pt x="205943" y="8000"/>
                </a:lnTo>
                <a:lnTo>
                  <a:pt x="203332" y="13931"/>
                </a:lnTo>
                <a:close/>
              </a:path>
              <a:path w="504190" h="1220470">
                <a:moveTo>
                  <a:pt x="202169" y="16573"/>
                </a:moveTo>
                <a:lnTo>
                  <a:pt x="201802" y="16573"/>
                </a:lnTo>
                <a:lnTo>
                  <a:pt x="198031" y="15100"/>
                </a:lnTo>
                <a:lnTo>
                  <a:pt x="194437" y="13881"/>
                </a:lnTo>
                <a:lnTo>
                  <a:pt x="194627" y="13931"/>
                </a:lnTo>
                <a:lnTo>
                  <a:pt x="203332" y="13931"/>
                </a:lnTo>
                <a:lnTo>
                  <a:pt x="202169" y="16573"/>
                </a:lnTo>
                <a:close/>
              </a:path>
              <a:path w="504190" h="1220470">
                <a:moveTo>
                  <a:pt x="202107" y="16713"/>
                </a:moveTo>
                <a:lnTo>
                  <a:pt x="201652" y="16514"/>
                </a:lnTo>
                <a:lnTo>
                  <a:pt x="201802" y="16573"/>
                </a:lnTo>
                <a:lnTo>
                  <a:pt x="202169" y="16573"/>
                </a:lnTo>
                <a:lnTo>
                  <a:pt x="202107" y="16713"/>
                </a:lnTo>
                <a:close/>
              </a:path>
              <a:path w="504190" h="1220470">
                <a:moveTo>
                  <a:pt x="218719" y="25209"/>
                </a:moveTo>
                <a:lnTo>
                  <a:pt x="210337" y="20675"/>
                </a:lnTo>
                <a:lnTo>
                  <a:pt x="214871" y="12293"/>
                </a:lnTo>
                <a:lnTo>
                  <a:pt x="223240" y="16827"/>
                </a:lnTo>
                <a:lnTo>
                  <a:pt x="218719" y="25209"/>
                </a:lnTo>
                <a:close/>
              </a:path>
              <a:path w="504190" h="1220470">
                <a:moveTo>
                  <a:pt x="235140" y="34543"/>
                </a:moveTo>
                <a:lnTo>
                  <a:pt x="226910" y="29743"/>
                </a:lnTo>
                <a:lnTo>
                  <a:pt x="231711" y="21513"/>
                </a:lnTo>
                <a:lnTo>
                  <a:pt x="239941" y="26314"/>
                </a:lnTo>
                <a:lnTo>
                  <a:pt x="235140" y="34543"/>
                </a:lnTo>
                <a:close/>
              </a:path>
              <a:path w="504190" h="1220470">
                <a:moveTo>
                  <a:pt x="251282" y="44297"/>
                </a:moveTo>
                <a:lnTo>
                  <a:pt x="249897" y="43408"/>
                </a:lnTo>
                <a:lnTo>
                  <a:pt x="243243" y="39331"/>
                </a:lnTo>
                <a:lnTo>
                  <a:pt x="248234" y="31216"/>
                </a:lnTo>
                <a:lnTo>
                  <a:pt x="255016" y="35382"/>
                </a:lnTo>
                <a:lnTo>
                  <a:pt x="256400" y="36271"/>
                </a:lnTo>
                <a:lnTo>
                  <a:pt x="251282" y="44297"/>
                </a:lnTo>
                <a:close/>
              </a:path>
              <a:path w="504190" h="1220470">
                <a:moveTo>
                  <a:pt x="267182" y="54635"/>
                </a:moveTo>
                <a:lnTo>
                  <a:pt x="259245" y="49377"/>
                </a:lnTo>
                <a:lnTo>
                  <a:pt x="264502" y="41440"/>
                </a:lnTo>
                <a:lnTo>
                  <a:pt x="272440" y="46697"/>
                </a:lnTo>
                <a:lnTo>
                  <a:pt x="267182" y="54635"/>
                </a:lnTo>
                <a:close/>
              </a:path>
              <a:path w="504190" h="1220470">
                <a:moveTo>
                  <a:pt x="282689" y="65404"/>
                </a:moveTo>
                <a:lnTo>
                  <a:pt x="277609" y="61772"/>
                </a:lnTo>
                <a:lnTo>
                  <a:pt x="274980" y="59969"/>
                </a:lnTo>
                <a:lnTo>
                  <a:pt x="280365" y="52120"/>
                </a:lnTo>
                <a:lnTo>
                  <a:pt x="283146" y="54025"/>
                </a:lnTo>
                <a:lnTo>
                  <a:pt x="288226" y="57657"/>
                </a:lnTo>
                <a:lnTo>
                  <a:pt x="282689" y="65404"/>
                </a:lnTo>
                <a:close/>
              </a:path>
              <a:path w="504190" h="1220470">
                <a:moveTo>
                  <a:pt x="297891" y="76593"/>
                </a:moveTo>
                <a:lnTo>
                  <a:pt x="296824" y="75768"/>
                </a:lnTo>
                <a:lnTo>
                  <a:pt x="290334" y="70942"/>
                </a:lnTo>
                <a:lnTo>
                  <a:pt x="296011" y="63296"/>
                </a:lnTo>
                <a:lnTo>
                  <a:pt x="302653" y="68237"/>
                </a:lnTo>
                <a:lnTo>
                  <a:pt x="303707" y="69049"/>
                </a:lnTo>
                <a:lnTo>
                  <a:pt x="297891" y="76593"/>
                </a:lnTo>
                <a:close/>
              </a:path>
              <a:path w="504190" h="1220470">
                <a:moveTo>
                  <a:pt x="316774" y="83350"/>
                </a:moveTo>
                <a:lnTo>
                  <a:pt x="306641" y="83350"/>
                </a:lnTo>
                <a:lnTo>
                  <a:pt x="305422" y="82410"/>
                </a:lnTo>
                <a:lnTo>
                  <a:pt x="311251" y="74879"/>
                </a:lnTo>
                <a:lnTo>
                  <a:pt x="312534" y="75869"/>
                </a:lnTo>
                <a:lnTo>
                  <a:pt x="318757" y="80886"/>
                </a:lnTo>
                <a:lnTo>
                  <a:pt x="316774" y="83350"/>
                </a:lnTo>
                <a:close/>
              </a:path>
              <a:path w="504190" h="1220470">
                <a:moveTo>
                  <a:pt x="312788" y="88303"/>
                </a:moveTo>
                <a:lnTo>
                  <a:pt x="306565" y="83299"/>
                </a:lnTo>
                <a:lnTo>
                  <a:pt x="316774" y="83350"/>
                </a:lnTo>
                <a:lnTo>
                  <a:pt x="312788" y="88303"/>
                </a:lnTo>
                <a:close/>
              </a:path>
              <a:path w="504190" h="1220470">
                <a:moveTo>
                  <a:pt x="328078" y="99453"/>
                </a:moveTo>
                <a:lnTo>
                  <a:pt x="326212" y="99453"/>
                </a:lnTo>
                <a:lnTo>
                  <a:pt x="320065" y="94297"/>
                </a:lnTo>
                <a:lnTo>
                  <a:pt x="326199" y="86994"/>
                </a:lnTo>
                <a:lnTo>
                  <a:pt x="332422" y="92227"/>
                </a:lnTo>
                <a:lnTo>
                  <a:pt x="333540" y="93217"/>
                </a:lnTo>
                <a:lnTo>
                  <a:pt x="328078" y="99453"/>
                </a:lnTo>
                <a:close/>
              </a:path>
              <a:path w="504190" h="1220470">
                <a:moveTo>
                  <a:pt x="327266" y="100380"/>
                </a:moveTo>
                <a:lnTo>
                  <a:pt x="326136" y="99390"/>
                </a:lnTo>
                <a:lnTo>
                  <a:pt x="328078" y="99453"/>
                </a:lnTo>
                <a:lnTo>
                  <a:pt x="327266" y="100380"/>
                </a:lnTo>
                <a:close/>
              </a:path>
              <a:path w="504190" h="1220470">
                <a:moveTo>
                  <a:pt x="341401" y="112991"/>
                </a:moveTo>
                <a:lnTo>
                  <a:pt x="335915" y="107949"/>
                </a:lnTo>
                <a:lnTo>
                  <a:pt x="334429" y="106654"/>
                </a:lnTo>
                <a:lnTo>
                  <a:pt x="340702" y="99491"/>
                </a:lnTo>
                <a:lnTo>
                  <a:pt x="342353" y="100939"/>
                </a:lnTo>
                <a:lnTo>
                  <a:pt x="347840" y="105968"/>
                </a:lnTo>
                <a:lnTo>
                  <a:pt x="341401" y="112991"/>
                </a:lnTo>
                <a:close/>
              </a:path>
              <a:path w="504190" h="1220470">
                <a:moveTo>
                  <a:pt x="355142" y="126009"/>
                </a:moveTo>
                <a:lnTo>
                  <a:pt x="348272" y="119418"/>
                </a:lnTo>
                <a:lnTo>
                  <a:pt x="354876" y="112547"/>
                </a:lnTo>
                <a:lnTo>
                  <a:pt x="361746" y="119151"/>
                </a:lnTo>
                <a:lnTo>
                  <a:pt x="355142" y="126009"/>
                </a:lnTo>
                <a:close/>
              </a:path>
              <a:path w="504190" h="1220470">
                <a:moveTo>
                  <a:pt x="372144" y="135839"/>
                </a:moveTo>
                <a:lnTo>
                  <a:pt x="364896" y="135839"/>
                </a:lnTo>
                <a:lnTo>
                  <a:pt x="361772" y="132689"/>
                </a:lnTo>
                <a:lnTo>
                  <a:pt x="368541" y="125996"/>
                </a:lnTo>
                <a:lnTo>
                  <a:pt x="371741" y="129222"/>
                </a:lnTo>
                <a:lnTo>
                  <a:pt x="375234" y="132930"/>
                </a:lnTo>
                <a:lnTo>
                  <a:pt x="372144" y="135839"/>
                </a:lnTo>
                <a:close/>
              </a:path>
              <a:path w="504190" h="1220470">
                <a:moveTo>
                  <a:pt x="368300" y="139458"/>
                </a:moveTo>
                <a:lnTo>
                  <a:pt x="364807" y="135762"/>
                </a:lnTo>
                <a:lnTo>
                  <a:pt x="372144" y="135839"/>
                </a:lnTo>
                <a:lnTo>
                  <a:pt x="368300" y="139458"/>
                </a:lnTo>
                <a:close/>
              </a:path>
              <a:path w="504190" h="1220470">
                <a:moveTo>
                  <a:pt x="381076" y="153428"/>
                </a:moveTo>
                <a:lnTo>
                  <a:pt x="374726" y="146316"/>
                </a:lnTo>
                <a:lnTo>
                  <a:pt x="381825" y="139979"/>
                </a:lnTo>
                <a:lnTo>
                  <a:pt x="388175" y="147078"/>
                </a:lnTo>
                <a:lnTo>
                  <a:pt x="381076" y="153428"/>
                </a:lnTo>
                <a:close/>
              </a:path>
              <a:path w="504190" h="1220470">
                <a:moveTo>
                  <a:pt x="394411" y="166789"/>
                </a:moveTo>
                <a:lnTo>
                  <a:pt x="392493" y="166789"/>
                </a:lnTo>
                <a:lnTo>
                  <a:pt x="387210" y="160540"/>
                </a:lnTo>
                <a:lnTo>
                  <a:pt x="394487" y="154393"/>
                </a:lnTo>
                <a:lnTo>
                  <a:pt x="399770" y="160642"/>
                </a:lnTo>
                <a:lnTo>
                  <a:pt x="400684" y="161797"/>
                </a:lnTo>
                <a:lnTo>
                  <a:pt x="394411" y="166789"/>
                </a:lnTo>
                <a:close/>
              </a:path>
              <a:path w="504190" h="1220470">
                <a:moveTo>
                  <a:pt x="393230" y="167728"/>
                </a:moveTo>
                <a:lnTo>
                  <a:pt x="392404" y="166687"/>
                </a:lnTo>
                <a:lnTo>
                  <a:pt x="394411" y="166789"/>
                </a:lnTo>
                <a:lnTo>
                  <a:pt x="393230" y="167728"/>
                </a:lnTo>
                <a:close/>
              </a:path>
              <a:path w="504190" h="1220470">
                <a:moveTo>
                  <a:pt x="411325" y="177800"/>
                </a:moveTo>
                <a:lnTo>
                  <a:pt x="401256" y="177800"/>
                </a:lnTo>
                <a:lnTo>
                  <a:pt x="399173" y="175183"/>
                </a:lnTo>
                <a:lnTo>
                  <a:pt x="406615" y="169252"/>
                </a:lnTo>
                <a:lnTo>
                  <a:pt x="408787" y="171983"/>
                </a:lnTo>
                <a:lnTo>
                  <a:pt x="412496" y="176923"/>
                </a:lnTo>
                <a:lnTo>
                  <a:pt x="411325" y="177800"/>
                </a:lnTo>
                <a:close/>
              </a:path>
              <a:path w="504190" h="1220470">
                <a:moveTo>
                  <a:pt x="404863" y="182638"/>
                </a:moveTo>
                <a:lnTo>
                  <a:pt x="401198" y="177727"/>
                </a:lnTo>
                <a:lnTo>
                  <a:pt x="411325" y="177800"/>
                </a:lnTo>
                <a:lnTo>
                  <a:pt x="404863" y="182638"/>
                </a:lnTo>
                <a:close/>
              </a:path>
              <a:path w="504190" h="1220470">
                <a:moveTo>
                  <a:pt x="415925" y="197967"/>
                </a:moveTo>
                <a:lnTo>
                  <a:pt x="410451" y="190157"/>
                </a:lnTo>
                <a:lnTo>
                  <a:pt x="418249" y="184696"/>
                </a:lnTo>
                <a:lnTo>
                  <a:pt x="423722" y="192493"/>
                </a:lnTo>
                <a:lnTo>
                  <a:pt x="415925" y="197967"/>
                </a:lnTo>
                <a:close/>
              </a:path>
              <a:path w="504190" h="1220470">
                <a:moveTo>
                  <a:pt x="427377" y="212902"/>
                </a:moveTo>
                <a:lnTo>
                  <a:pt x="425818" y="212902"/>
                </a:lnTo>
                <a:lnTo>
                  <a:pt x="421131" y="205739"/>
                </a:lnTo>
                <a:lnTo>
                  <a:pt x="429107" y="200532"/>
                </a:lnTo>
                <a:lnTo>
                  <a:pt x="433870" y="207835"/>
                </a:lnTo>
                <a:lnTo>
                  <a:pt x="434378" y="208660"/>
                </a:lnTo>
                <a:lnTo>
                  <a:pt x="427377" y="212902"/>
                </a:lnTo>
                <a:close/>
              </a:path>
              <a:path w="504190" h="1220470">
                <a:moveTo>
                  <a:pt x="426224" y="213601"/>
                </a:moveTo>
                <a:lnTo>
                  <a:pt x="425752" y="212802"/>
                </a:lnTo>
                <a:lnTo>
                  <a:pt x="427377" y="212902"/>
                </a:lnTo>
                <a:lnTo>
                  <a:pt x="426224" y="213601"/>
                </a:lnTo>
                <a:close/>
              </a:path>
              <a:path w="504190" h="1220470">
                <a:moveTo>
                  <a:pt x="435851" y="229844"/>
                </a:moveTo>
                <a:lnTo>
                  <a:pt x="433235" y="225158"/>
                </a:lnTo>
                <a:lnTo>
                  <a:pt x="431165" y="221741"/>
                </a:lnTo>
                <a:lnTo>
                  <a:pt x="439318" y="216814"/>
                </a:lnTo>
                <a:lnTo>
                  <a:pt x="441553" y="220510"/>
                </a:lnTo>
                <a:lnTo>
                  <a:pt x="444169" y="225196"/>
                </a:lnTo>
                <a:lnTo>
                  <a:pt x="435851" y="229844"/>
                </a:lnTo>
                <a:close/>
              </a:path>
              <a:path w="504190" h="1220470">
                <a:moveTo>
                  <a:pt x="444741" y="246494"/>
                </a:moveTo>
                <a:lnTo>
                  <a:pt x="440410" y="238010"/>
                </a:lnTo>
                <a:lnTo>
                  <a:pt x="448894" y="233667"/>
                </a:lnTo>
                <a:lnTo>
                  <a:pt x="453224" y="242150"/>
                </a:lnTo>
                <a:lnTo>
                  <a:pt x="444741" y="246494"/>
                </a:lnTo>
                <a:close/>
              </a:path>
              <a:path w="504190" h="1220470">
                <a:moveTo>
                  <a:pt x="452869" y="263512"/>
                </a:moveTo>
                <a:lnTo>
                  <a:pt x="448856" y="254876"/>
                </a:lnTo>
                <a:lnTo>
                  <a:pt x="457492" y="250863"/>
                </a:lnTo>
                <a:lnTo>
                  <a:pt x="461505" y="259499"/>
                </a:lnTo>
                <a:lnTo>
                  <a:pt x="452869" y="263512"/>
                </a:lnTo>
                <a:close/>
              </a:path>
              <a:path w="504190" h="1220470">
                <a:moveTo>
                  <a:pt x="460044" y="280809"/>
                </a:moveTo>
                <a:lnTo>
                  <a:pt x="459041" y="278180"/>
                </a:lnTo>
                <a:lnTo>
                  <a:pt x="456501" y="272122"/>
                </a:lnTo>
                <a:lnTo>
                  <a:pt x="465302" y="268452"/>
                </a:lnTo>
                <a:lnTo>
                  <a:pt x="467944" y="274777"/>
                </a:lnTo>
                <a:lnTo>
                  <a:pt x="468947" y="277406"/>
                </a:lnTo>
                <a:lnTo>
                  <a:pt x="460044" y="280809"/>
                </a:lnTo>
                <a:close/>
              </a:path>
              <a:path w="504190" h="1220470">
                <a:moveTo>
                  <a:pt x="466394" y="298564"/>
                </a:moveTo>
                <a:lnTo>
                  <a:pt x="464286" y="292303"/>
                </a:lnTo>
                <a:lnTo>
                  <a:pt x="463334" y="289648"/>
                </a:lnTo>
                <a:lnTo>
                  <a:pt x="472287" y="286423"/>
                </a:lnTo>
                <a:lnTo>
                  <a:pt x="473316" y="289267"/>
                </a:lnTo>
                <a:lnTo>
                  <a:pt x="475411" y="295528"/>
                </a:lnTo>
                <a:lnTo>
                  <a:pt x="466394" y="298564"/>
                </a:lnTo>
                <a:close/>
              </a:path>
              <a:path w="504190" h="1220470">
                <a:moveTo>
                  <a:pt x="471754" y="316522"/>
                </a:moveTo>
                <a:lnTo>
                  <a:pt x="471091" y="314070"/>
                </a:lnTo>
                <a:lnTo>
                  <a:pt x="469176" y="307454"/>
                </a:lnTo>
                <a:lnTo>
                  <a:pt x="478332" y="304800"/>
                </a:lnTo>
                <a:lnTo>
                  <a:pt x="480314" y="311657"/>
                </a:lnTo>
                <a:lnTo>
                  <a:pt x="480949" y="314070"/>
                </a:lnTo>
                <a:lnTo>
                  <a:pt x="471754" y="316522"/>
                </a:lnTo>
                <a:close/>
              </a:path>
              <a:path w="504190" h="1220470">
                <a:moveTo>
                  <a:pt x="484733" y="329298"/>
                </a:moveTo>
                <a:lnTo>
                  <a:pt x="474979" y="329298"/>
                </a:lnTo>
                <a:lnTo>
                  <a:pt x="474091" y="325640"/>
                </a:lnTo>
                <a:lnTo>
                  <a:pt x="483349" y="323392"/>
                </a:lnTo>
                <a:lnTo>
                  <a:pt x="484250" y="327139"/>
                </a:lnTo>
                <a:lnTo>
                  <a:pt x="484733" y="329298"/>
                </a:lnTo>
                <a:close/>
              </a:path>
              <a:path w="504190" h="1220470">
                <a:moveTo>
                  <a:pt x="476211" y="334835"/>
                </a:moveTo>
                <a:lnTo>
                  <a:pt x="474954" y="329209"/>
                </a:lnTo>
                <a:lnTo>
                  <a:pt x="484733" y="329298"/>
                </a:lnTo>
                <a:lnTo>
                  <a:pt x="485508" y="332765"/>
                </a:lnTo>
                <a:lnTo>
                  <a:pt x="476211" y="334835"/>
                </a:lnTo>
                <a:close/>
              </a:path>
              <a:path w="504190" h="1220470">
                <a:moveTo>
                  <a:pt x="479907" y="353352"/>
                </a:moveTo>
                <a:lnTo>
                  <a:pt x="478408" y="345376"/>
                </a:lnTo>
                <a:lnTo>
                  <a:pt x="478142" y="344068"/>
                </a:lnTo>
                <a:lnTo>
                  <a:pt x="487476" y="342163"/>
                </a:lnTo>
                <a:lnTo>
                  <a:pt x="489267" y="351599"/>
                </a:lnTo>
                <a:lnTo>
                  <a:pt x="479907" y="353352"/>
                </a:lnTo>
                <a:close/>
              </a:path>
              <a:path w="504190" h="1220470">
                <a:moveTo>
                  <a:pt x="482942" y="371919"/>
                </a:moveTo>
                <a:lnTo>
                  <a:pt x="481431" y="362648"/>
                </a:lnTo>
                <a:lnTo>
                  <a:pt x="490829" y="361111"/>
                </a:lnTo>
                <a:lnTo>
                  <a:pt x="492378" y="370636"/>
                </a:lnTo>
                <a:lnTo>
                  <a:pt x="482942" y="371919"/>
                </a:lnTo>
                <a:close/>
              </a:path>
              <a:path w="504190" h="1220470">
                <a:moveTo>
                  <a:pt x="485495" y="390690"/>
                </a:moveTo>
                <a:lnTo>
                  <a:pt x="484225" y="381355"/>
                </a:lnTo>
                <a:lnTo>
                  <a:pt x="493661" y="380072"/>
                </a:lnTo>
                <a:lnTo>
                  <a:pt x="494957" y="389623"/>
                </a:lnTo>
                <a:lnTo>
                  <a:pt x="485495" y="390690"/>
                </a:lnTo>
                <a:close/>
              </a:path>
              <a:path w="504190" h="1220470">
                <a:moveTo>
                  <a:pt x="487616" y="409613"/>
                </a:moveTo>
                <a:lnTo>
                  <a:pt x="486549" y="400151"/>
                </a:lnTo>
                <a:lnTo>
                  <a:pt x="496023" y="399084"/>
                </a:lnTo>
                <a:lnTo>
                  <a:pt x="497077" y="408558"/>
                </a:lnTo>
                <a:lnTo>
                  <a:pt x="487616" y="409613"/>
                </a:lnTo>
                <a:close/>
              </a:path>
              <a:path w="504190" h="1220470">
                <a:moveTo>
                  <a:pt x="489356" y="428485"/>
                </a:moveTo>
                <a:lnTo>
                  <a:pt x="488480" y="419011"/>
                </a:lnTo>
                <a:lnTo>
                  <a:pt x="497967" y="418134"/>
                </a:lnTo>
                <a:lnTo>
                  <a:pt x="498843" y="427621"/>
                </a:lnTo>
                <a:lnTo>
                  <a:pt x="489356" y="428485"/>
                </a:lnTo>
                <a:close/>
              </a:path>
              <a:path w="504190" h="1220470">
                <a:moveTo>
                  <a:pt x="490766" y="447395"/>
                </a:moveTo>
                <a:lnTo>
                  <a:pt x="490080" y="437895"/>
                </a:lnTo>
                <a:lnTo>
                  <a:pt x="499579" y="437210"/>
                </a:lnTo>
                <a:lnTo>
                  <a:pt x="500265" y="446709"/>
                </a:lnTo>
                <a:lnTo>
                  <a:pt x="490766" y="447395"/>
                </a:lnTo>
                <a:close/>
              </a:path>
              <a:path w="504190" h="1220470">
                <a:moveTo>
                  <a:pt x="491909" y="466331"/>
                </a:moveTo>
                <a:lnTo>
                  <a:pt x="491375" y="456831"/>
                </a:lnTo>
                <a:lnTo>
                  <a:pt x="500888" y="456285"/>
                </a:lnTo>
                <a:lnTo>
                  <a:pt x="501421" y="465797"/>
                </a:lnTo>
                <a:lnTo>
                  <a:pt x="491909" y="466331"/>
                </a:lnTo>
                <a:close/>
              </a:path>
              <a:path w="504190" h="1220470">
                <a:moveTo>
                  <a:pt x="492798" y="485292"/>
                </a:moveTo>
                <a:lnTo>
                  <a:pt x="492404" y="475780"/>
                </a:lnTo>
                <a:lnTo>
                  <a:pt x="501929" y="475386"/>
                </a:lnTo>
                <a:lnTo>
                  <a:pt x="502310" y="484898"/>
                </a:lnTo>
                <a:lnTo>
                  <a:pt x="492798" y="485292"/>
                </a:lnTo>
                <a:close/>
              </a:path>
              <a:path w="504190" h="1220470">
                <a:moveTo>
                  <a:pt x="493471" y="504266"/>
                </a:moveTo>
                <a:lnTo>
                  <a:pt x="493242" y="495871"/>
                </a:lnTo>
                <a:lnTo>
                  <a:pt x="493191" y="494804"/>
                </a:lnTo>
                <a:lnTo>
                  <a:pt x="502704" y="494410"/>
                </a:lnTo>
                <a:lnTo>
                  <a:pt x="502765" y="495934"/>
                </a:lnTo>
                <a:lnTo>
                  <a:pt x="502983" y="503999"/>
                </a:lnTo>
                <a:lnTo>
                  <a:pt x="493471" y="504266"/>
                </a:lnTo>
                <a:close/>
              </a:path>
              <a:path w="504190" h="1220470">
                <a:moveTo>
                  <a:pt x="493242" y="495934"/>
                </a:moveTo>
                <a:close/>
              </a:path>
              <a:path w="504190" h="1220470">
                <a:moveTo>
                  <a:pt x="493928" y="523252"/>
                </a:moveTo>
                <a:lnTo>
                  <a:pt x="493857" y="518553"/>
                </a:lnTo>
                <a:lnTo>
                  <a:pt x="493725" y="513791"/>
                </a:lnTo>
                <a:lnTo>
                  <a:pt x="503250" y="513524"/>
                </a:lnTo>
                <a:lnTo>
                  <a:pt x="503389" y="518553"/>
                </a:lnTo>
                <a:lnTo>
                  <a:pt x="503453" y="523113"/>
                </a:lnTo>
                <a:lnTo>
                  <a:pt x="493928" y="523252"/>
                </a:lnTo>
                <a:close/>
              </a:path>
              <a:path w="504190" h="1220470">
                <a:moveTo>
                  <a:pt x="493864" y="518820"/>
                </a:moveTo>
                <a:close/>
              </a:path>
              <a:path w="504190" h="1220470">
                <a:moveTo>
                  <a:pt x="494207" y="542239"/>
                </a:moveTo>
                <a:lnTo>
                  <a:pt x="494068" y="532777"/>
                </a:lnTo>
                <a:lnTo>
                  <a:pt x="503593" y="532638"/>
                </a:lnTo>
                <a:lnTo>
                  <a:pt x="503732" y="541972"/>
                </a:lnTo>
                <a:lnTo>
                  <a:pt x="503732" y="542213"/>
                </a:lnTo>
                <a:lnTo>
                  <a:pt x="494207" y="542239"/>
                </a:lnTo>
                <a:close/>
              </a:path>
              <a:path w="504190" h="1220470">
                <a:moveTo>
                  <a:pt x="494207" y="542112"/>
                </a:moveTo>
                <a:close/>
              </a:path>
              <a:path w="504190" h="1220470">
                <a:moveTo>
                  <a:pt x="494271" y="561289"/>
                </a:moveTo>
                <a:lnTo>
                  <a:pt x="494233" y="551764"/>
                </a:lnTo>
                <a:lnTo>
                  <a:pt x="503758" y="551738"/>
                </a:lnTo>
                <a:lnTo>
                  <a:pt x="503796" y="561263"/>
                </a:lnTo>
                <a:lnTo>
                  <a:pt x="494271" y="561289"/>
                </a:lnTo>
                <a:close/>
              </a:path>
              <a:path w="504190" h="1220470">
                <a:moveTo>
                  <a:pt x="503681" y="580364"/>
                </a:moveTo>
                <a:lnTo>
                  <a:pt x="494156" y="580288"/>
                </a:lnTo>
                <a:lnTo>
                  <a:pt x="494233" y="570763"/>
                </a:lnTo>
                <a:lnTo>
                  <a:pt x="503758" y="570839"/>
                </a:lnTo>
                <a:lnTo>
                  <a:pt x="503681" y="580364"/>
                </a:lnTo>
                <a:close/>
              </a:path>
              <a:path w="504190" h="1220470">
                <a:moveTo>
                  <a:pt x="503427" y="599465"/>
                </a:moveTo>
                <a:lnTo>
                  <a:pt x="493902" y="599287"/>
                </a:lnTo>
                <a:lnTo>
                  <a:pt x="494080" y="589762"/>
                </a:lnTo>
                <a:lnTo>
                  <a:pt x="503605" y="589940"/>
                </a:lnTo>
                <a:lnTo>
                  <a:pt x="503427" y="599465"/>
                </a:lnTo>
                <a:close/>
              </a:path>
              <a:path w="504190" h="1220470">
                <a:moveTo>
                  <a:pt x="503164" y="613663"/>
                </a:moveTo>
                <a:lnTo>
                  <a:pt x="493636" y="613663"/>
                </a:lnTo>
                <a:lnTo>
                  <a:pt x="493725" y="608812"/>
                </a:lnTo>
                <a:lnTo>
                  <a:pt x="503250" y="608990"/>
                </a:lnTo>
                <a:lnTo>
                  <a:pt x="503164" y="613663"/>
                </a:lnTo>
                <a:close/>
              </a:path>
              <a:path w="504190" h="1220470">
                <a:moveTo>
                  <a:pt x="503021" y="618553"/>
                </a:moveTo>
                <a:lnTo>
                  <a:pt x="493496" y="618286"/>
                </a:lnTo>
                <a:lnTo>
                  <a:pt x="493636" y="613613"/>
                </a:lnTo>
                <a:lnTo>
                  <a:pt x="503164" y="613663"/>
                </a:lnTo>
                <a:lnTo>
                  <a:pt x="503021" y="618553"/>
                </a:lnTo>
                <a:close/>
              </a:path>
              <a:path w="504190" h="1220470">
                <a:moveTo>
                  <a:pt x="502475" y="637603"/>
                </a:moveTo>
                <a:lnTo>
                  <a:pt x="492950" y="637324"/>
                </a:lnTo>
                <a:lnTo>
                  <a:pt x="493229" y="627799"/>
                </a:lnTo>
                <a:lnTo>
                  <a:pt x="502754" y="628078"/>
                </a:lnTo>
                <a:lnTo>
                  <a:pt x="502475" y="637603"/>
                </a:lnTo>
                <a:close/>
              </a:path>
              <a:path w="504190" h="1220470">
                <a:moveTo>
                  <a:pt x="501751" y="656678"/>
                </a:moveTo>
                <a:lnTo>
                  <a:pt x="492226" y="656310"/>
                </a:lnTo>
                <a:lnTo>
                  <a:pt x="492594" y="646798"/>
                </a:lnTo>
                <a:lnTo>
                  <a:pt x="502107" y="647166"/>
                </a:lnTo>
                <a:lnTo>
                  <a:pt x="501751" y="656678"/>
                </a:lnTo>
                <a:close/>
              </a:path>
              <a:path w="504190" h="1220470">
                <a:moveTo>
                  <a:pt x="500888" y="675754"/>
                </a:moveTo>
                <a:lnTo>
                  <a:pt x="491375" y="675297"/>
                </a:lnTo>
                <a:lnTo>
                  <a:pt x="491832" y="665784"/>
                </a:lnTo>
                <a:lnTo>
                  <a:pt x="501345" y="666241"/>
                </a:lnTo>
                <a:lnTo>
                  <a:pt x="500888" y="675754"/>
                </a:lnTo>
                <a:close/>
              </a:path>
              <a:path w="504190" h="1220470">
                <a:moveTo>
                  <a:pt x="500399" y="686053"/>
                </a:moveTo>
                <a:lnTo>
                  <a:pt x="490867" y="686053"/>
                </a:lnTo>
                <a:lnTo>
                  <a:pt x="490918" y="684809"/>
                </a:lnTo>
                <a:lnTo>
                  <a:pt x="500443" y="685266"/>
                </a:lnTo>
                <a:lnTo>
                  <a:pt x="500399" y="686053"/>
                </a:lnTo>
                <a:close/>
              </a:path>
              <a:path w="504190" h="1220470">
                <a:moveTo>
                  <a:pt x="499910" y="694816"/>
                </a:moveTo>
                <a:lnTo>
                  <a:pt x="490397" y="694283"/>
                </a:lnTo>
                <a:lnTo>
                  <a:pt x="490867" y="686015"/>
                </a:lnTo>
                <a:lnTo>
                  <a:pt x="500399" y="686053"/>
                </a:lnTo>
                <a:lnTo>
                  <a:pt x="499910" y="694816"/>
                </a:lnTo>
                <a:close/>
              </a:path>
              <a:path w="504190" h="1220470">
                <a:moveTo>
                  <a:pt x="498792" y="713879"/>
                </a:moveTo>
                <a:lnTo>
                  <a:pt x="489292" y="713257"/>
                </a:lnTo>
                <a:lnTo>
                  <a:pt x="489508" y="709968"/>
                </a:lnTo>
                <a:lnTo>
                  <a:pt x="489851" y="703795"/>
                </a:lnTo>
                <a:lnTo>
                  <a:pt x="499364" y="704329"/>
                </a:lnTo>
                <a:lnTo>
                  <a:pt x="499008" y="710552"/>
                </a:lnTo>
                <a:lnTo>
                  <a:pt x="498792" y="713879"/>
                </a:lnTo>
                <a:close/>
              </a:path>
              <a:path w="504190" h="1220470">
                <a:moveTo>
                  <a:pt x="489496" y="710006"/>
                </a:moveTo>
                <a:close/>
              </a:path>
              <a:path w="504190" h="1220470">
                <a:moveTo>
                  <a:pt x="497535" y="732891"/>
                </a:moveTo>
                <a:lnTo>
                  <a:pt x="488035" y="732269"/>
                </a:lnTo>
                <a:lnTo>
                  <a:pt x="488657" y="722756"/>
                </a:lnTo>
                <a:lnTo>
                  <a:pt x="498170" y="723391"/>
                </a:lnTo>
                <a:lnTo>
                  <a:pt x="497535" y="732891"/>
                </a:lnTo>
                <a:close/>
              </a:path>
              <a:path w="504190" h="1220470">
                <a:moveTo>
                  <a:pt x="496125" y="751928"/>
                </a:moveTo>
                <a:lnTo>
                  <a:pt x="486625" y="751217"/>
                </a:lnTo>
                <a:lnTo>
                  <a:pt x="487337" y="741718"/>
                </a:lnTo>
                <a:lnTo>
                  <a:pt x="496836" y="742429"/>
                </a:lnTo>
                <a:lnTo>
                  <a:pt x="496125" y="751928"/>
                </a:lnTo>
                <a:close/>
              </a:path>
              <a:path w="504190" h="1220470">
                <a:moveTo>
                  <a:pt x="494576" y="770966"/>
                </a:moveTo>
                <a:lnTo>
                  <a:pt x="485089" y="770166"/>
                </a:lnTo>
                <a:lnTo>
                  <a:pt x="485889" y="760679"/>
                </a:lnTo>
                <a:lnTo>
                  <a:pt x="495376" y="761466"/>
                </a:lnTo>
                <a:lnTo>
                  <a:pt x="494576" y="770966"/>
                </a:lnTo>
                <a:close/>
              </a:path>
              <a:path w="504190" h="1220470">
                <a:moveTo>
                  <a:pt x="490923" y="780211"/>
                </a:moveTo>
                <a:lnTo>
                  <a:pt x="484250" y="780211"/>
                </a:lnTo>
                <a:lnTo>
                  <a:pt x="484289" y="779652"/>
                </a:lnTo>
                <a:lnTo>
                  <a:pt x="490923" y="780211"/>
                </a:lnTo>
                <a:close/>
              </a:path>
              <a:path w="504190" h="1220470">
                <a:moveTo>
                  <a:pt x="492899" y="789978"/>
                </a:moveTo>
                <a:lnTo>
                  <a:pt x="483412" y="789101"/>
                </a:lnTo>
                <a:lnTo>
                  <a:pt x="484250" y="780173"/>
                </a:lnTo>
                <a:lnTo>
                  <a:pt x="490923" y="780211"/>
                </a:lnTo>
                <a:lnTo>
                  <a:pt x="493788" y="780453"/>
                </a:lnTo>
                <a:lnTo>
                  <a:pt x="492899" y="789978"/>
                </a:lnTo>
                <a:close/>
              </a:path>
              <a:path w="504190" h="1220470">
                <a:moveTo>
                  <a:pt x="491699" y="802805"/>
                </a:moveTo>
                <a:lnTo>
                  <a:pt x="482142" y="802805"/>
                </a:lnTo>
                <a:lnTo>
                  <a:pt x="482536" y="798576"/>
                </a:lnTo>
                <a:lnTo>
                  <a:pt x="492010" y="799464"/>
                </a:lnTo>
                <a:lnTo>
                  <a:pt x="491699" y="802805"/>
                </a:lnTo>
                <a:close/>
              </a:path>
              <a:path w="504190" h="1220470">
                <a:moveTo>
                  <a:pt x="491083" y="808989"/>
                </a:moveTo>
                <a:lnTo>
                  <a:pt x="481609" y="808012"/>
                </a:lnTo>
                <a:lnTo>
                  <a:pt x="482142" y="802766"/>
                </a:lnTo>
                <a:lnTo>
                  <a:pt x="491699" y="802805"/>
                </a:lnTo>
                <a:lnTo>
                  <a:pt x="491083" y="808989"/>
                </a:lnTo>
                <a:close/>
              </a:path>
              <a:path w="504190" h="1220470">
                <a:moveTo>
                  <a:pt x="489102" y="827989"/>
                </a:moveTo>
                <a:lnTo>
                  <a:pt x="479640" y="826922"/>
                </a:lnTo>
                <a:lnTo>
                  <a:pt x="479882" y="824814"/>
                </a:lnTo>
                <a:lnTo>
                  <a:pt x="480631" y="817486"/>
                </a:lnTo>
                <a:lnTo>
                  <a:pt x="490105" y="818464"/>
                </a:lnTo>
                <a:lnTo>
                  <a:pt x="489102" y="827989"/>
                </a:lnTo>
                <a:close/>
              </a:path>
              <a:path w="504190" h="1220470">
                <a:moveTo>
                  <a:pt x="479869" y="824864"/>
                </a:moveTo>
                <a:close/>
              </a:path>
              <a:path w="504190" h="1220470">
                <a:moveTo>
                  <a:pt x="486968" y="846912"/>
                </a:moveTo>
                <a:lnTo>
                  <a:pt x="477507" y="845845"/>
                </a:lnTo>
                <a:lnTo>
                  <a:pt x="478574" y="836383"/>
                </a:lnTo>
                <a:lnTo>
                  <a:pt x="488035" y="837450"/>
                </a:lnTo>
                <a:lnTo>
                  <a:pt x="486968" y="846912"/>
                </a:lnTo>
                <a:close/>
              </a:path>
              <a:path w="504190" h="1220470">
                <a:moveTo>
                  <a:pt x="484644" y="865873"/>
                </a:moveTo>
                <a:lnTo>
                  <a:pt x="475183" y="864704"/>
                </a:lnTo>
                <a:lnTo>
                  <a:pt x="476351" y="855256"/>
                </a:lnTo>
                <a:lnTo>
                  <a:pt x="485800" y="856411"/>
                </a:lnTo>
                <a:lnTo>
                  <a:pt x="484644" y="865873"/>
                </a:lnTo>
                <a:close/>
              </a:path>
              <a:path w="504190" h="1220470">
                <a:moveTo>
                  <a:pt x="482130" y="884808"/>
                </a:moveTo>
                <a:lnTo>
                  <a:pt x="472681" y="883538"/>
                </a:lnTo>
                <a:lnTo>
                  <a:pt x="473951" y="874102"/>
                </a:lnTo>
                <a:lnTo>
                  <a:pt x="483387" y="875360"/>
                </a:lnTo>
                <a:lnTo>
                  <a:pt x="482130" y="884808"/>
                </a:lnTo>
                <a:close/>
              </a:path>
              <a:path w="504190" h="1220470">
                <a:moveTo>
                  <a:pt x="479399" y="903719"/>
                </a:moveTo>
                <a:lnTo>
                  <a:pt x="469976" y="902334"/>
                </a:lnTo>
                <a:lnTo>
                  <a:pt x="471347" y="892911"/>
                </a:lnTo>
                <a:lnTo>
                  <a:pt x="480783" y="894295"/>
                </a:lnTo>
                <a:lnTo>
                  <a:pt x="479399" y="903719"/>
                </a:lnTo>
                <a:close/>
              </a:path>
              <a:path w="504190" h="1220470">
                <a:moveTo>
                  <a:pt x="476427" y="922591"/>
                </a:moveTo>
                <a:lnTo>
                  <a:pt x="467017" y="921092"/>
                </a:lnTo>
                <a:lnTo>
                  <a:pt x="468528" y="911682"/>
                </a:lnTo>
                <a:lnTo>
                  <a:pt x="477939" y="913193"/>
                </a:lnTo>
                <a:lnTo>
                  <a:pt x="476427" y="922591"/>
                </a:lnTo>
                <a:close/>
              </a:path>
              <a:path w="504190" h="1220470">
                <a:moveTo>
                  <a:pt x="473176" y="941438"/>
                </a:moveTo>
                <a:lnTo>
                  <a:pt x="463803" y="939800"/>
                </a:lnTo>
                <a:lnTo>
                  <a:pt x="465442" y="930414"/>
                </a:lnTo>
                <a:lnTo>
                  <a:pt x="474827" y="932052"/>
                </a:lnTo>
                <a:lnTo>
                  <a:pt x="473176" y="941438"/>
                </a:lnTo>
                <a:close/>
              </a:path>
              <a:path w="504190" h="1220470">
                <a:moveTo>
                  <a:pt x="469569" y="960310"/>
                </a:moveTo>
                <a:lnTo>
                  <a:pt x="460248" y="958341"/>
                </a:lnTo>
                <a:lnTo>
                  <a:pt x="460438" y="957465"/>
                </a:lnTo>
                <a:lnTo>
                  <a:pt x="462051" y="949083"/>
                </a:lnTo>
                <a:lnTo>
                  <a:pt x="471398" y="950874"/>
                </a:lnTo>
                <a:lnTo>
                  <a:pt x="469760" y="959446"/>
                </a:lnTo>
                <a:lnTo>
                  <a:pt x="469569" y="960310"/>
                </a:lnTo>
                <a:close/>
              </a:path>
              <a:path w="504190" h="1220470">
                <a:moveTo>
                  <a:pt x="460413" y="957554"/>
                </a:moveTo>
                <a:close/>
              </a:path>
              <a:path w="504190" h="1220470">
                <a:moveTo>
                  <a:pt x="466989" y="972451"/>
                </a:moveTo>
                <a:lnTo>
                  <a:pt x="457263" y="972451"/>
                </a:lnTo>
                <a:lnTo>
                  <a:pt x="458279" y="967651"/>
                </a:lnTo>
                <a:lnTo>
                  <a:pt x="467588" y="969632"/>
                </a:lnTo>
                <a:lnTo>
                  <a:pt x="466989" y="972451"/>
                </a:lnTo>
                <a:close/>
              </a:path>
              <a:path w="504190" h="1220470">
                <a:moveTo>
                  <a:pt x="465493" y="979030"/>
                </a:moveTo>
                <a:lnTo>
                  <a:pt x="456222" y="976845"/>
                </a:lnTo>
                <a:lnTo>
                  <a:pt x="457276" y="972350"/>
                </a:lnTo>
                <a:lnTo>
                  <a:pt x="466989" y="972451"/>
                </a:lnTo>
                <a:lnTo>
                  <a:pt x="466547" y="974534"/>
                </a:lnTo>
                <a:lnTo>
                  <a:pt x="465493" y="979030"/>
                </a:lnTo>
                <a:close/>
              </a:path>
              <a:path w="504190" h="1220470">
                <a:moveTo>
                  <a:pt x="460794" y="997648"/>
                </a:moveTo>
                <a:lnTo>
                  <a:pt x="451599" y="995171"/>
                </a:lnTo>
                <a:lnTo>
                  <a:pt x="454063" y="985977"/>
                </a:lnTo>
                <a:lnTo>
                  <a:pt x="463270" y="988440"/>
                </a:lnTo>
                <a:lnTo>
                  <a:pt x="460794" y="997648"/>
                </a:lnTo>
                <a:close/>
              </a:path>
              <a:path w="504190" h="1220470">
                <a:moveTo>
                  <a:pt x="455091" y="1016190"/>
                </a:moveTo>
                <a:lnTo>
                  <a:pt x="446100" y="1013028"/>
                </a:lnTo>
                <a:lnTo>
                  <a:pt x="447128" y="1010132"/>
                </a:lnTo>
                <a:lnTo>
                  <a:pt x="448957" y="1004150"/>
                </a:lnTo>
                <a:lnTo>
                  <a:pt x="458063" y="1006944"/>
                </a:lnTo>
                <a:lnTo>
                  <a:pt x="456107" y="1013294"/>
                </a:lnTo>
                <a:lnTo>
                  <a:pt x="455091" y="1016190"/>
                </a:lnTo>
                <a:close/>
              </a:path>
              <a:path w="504190" h="1220470">
                <a:moveTo>
                  <a:pt x="447065" y="1010310"/>
                </a:moveTo>
                <a:lnTo>
                  <a:pt x="447120" y="1010132"/>
                </a:lnTo>
                <a:lnTo>
                  <a:pt x="447065" y="1010310"/>
                </a:lnTo>
                <a:close/>
              </a:path>
              <a:path w="504190" h="1220470">
                <a:moveTo>
                  <a:pt x="448271" y="1034199"/>
                </a:moveTo>
                <a:lnTo>
                  <a:pt x="439432" y="1030655"/>
                </a:lnTo>
                <a:lnTo>
                  <a:pt x="442975" y="1021816"/>
                </a:lnTo>
                <a:lnTo>
                  <a:pt x="451815" y="1025359"/>
                </a:lnTo>
                <a:lnTo>
                  <a:pt x="448271" y="1034199"/>
                </a:lnTo>
                <a:close/>
              </a:path>
              <a:path w="504190" h="1220470">
                <a:moveTo>
                  <a:pt x="439107" y="1040726"/>
                </a:moveTo>
                <a:lnTo>
                  <a:pt x="434886" y="1040726"/>
                </a:lnTo>
                <a:lnTo>
                  <a:pt x="434987" y="1040523"/>
                </a:lnTo>
                <a:lnTo>
                  <a:pt x="435609" y="1039139"/>
                </a:lnTo>
                <a:lnTo>
                  <a:pt x="439107" y="1040726"/>
                </a:lnTo>
                <a:close/>
              </a:path>
              <a:path w="504190" h="1220470">
                <a:moveTo>
                  <a:pt x="434908" y="1040678"/>
                </a:moveTo>
                <a:lnTo>
                  <a:pt x="434978" y="1040523"/>
                </a:lnTo>
                <a:lnTo>
                  <a:pt x="434908" y="1040678"/>
                </a:lnTo>
                <a:close/>
              </a:path>
              <a:path w="504190" h="1220470">
                <a:moveTo>
                  <a:pt x="439915" y="1051801"/>
                </a:moveTo>
                <a:lnTo>
                  <a:pt x="431431" y="1047445"/>
                </a:lnTo>
                <a:lnTo>
                  <a:pt x="434908" y="1040678"/>
                </a:lnTo>
                <a:lnTo>
                  <a:pt x="439107" y="1040726"/>
                </a:lnTo>
                <a:lnTo>
                  <a:pt x="444284" y="1043076"/>
                </a:lnTo>
                <a:lnTo>
                  <a:pt x="443471" y="1044867"/>
                </a:lnTo>
                <a:lnTo>
                  <a:pt x="439915" y="1051801"/>
                </a:lnTo>
                <a:close/>
              </a:path>
              <a:path w="504190" h="1220470">
                <a:moveTo>
                  <a:pt x="430282" y="1057503"/>
                </a:moveTo>
                <a:lnTo>
                  <a:pt x="425742" y="1057503"/>
                </a:lnTo>
                <a:lnTo>
                  <a:pt x="425881" y="1057287"/>
                </a:lnTo>
                <a:lnTo>
                  <a:pt x="426885" y="1055535"/>
                </a:lnTo>
                <a:lnTo>
                  <a:pt x="430282" y="1057503"/>
                </a:lnTo>
                <a:close/>
              </a:path>
              <a:path w="504190" h="1220470">
                <a:moveTo>
                  <a:pt x="425749" y="1057490"/>
                </a:moveTo>
                <a:lnTo>
                  <a:pt x="425867" y="1057287"/>
                </a:lnTo>
                <a:lnTo>
                  <a:pt x="425749" y="1057490"/>
                </a:lnTo>
                <a:close/>
              </a:path>
              <a:path w="504190" h="1220470">
                <a:moveTo>
                  <a:pt x="429907" y="1068565"/>
                </a:moveTo>
                <a:lnTo>
                  <a:pt x="421919" y="1063370"/>
                </a:lnTo>
                <a:lnTo>
                  <a:pt x="425749" y="1057490"/>
                </a:lnTo>
                <a:lnTo>
                  <a:pt x="430282" y="1057503"/>
                </a:lnTo>
                <a:lnTo>
                  <a:pt x="435127" y="1060310"/>
                </a:lnTo>
                <a:lnTo>
                  <a:pt x="433997" y="1062278"/>
                </a:lnTo>
                <a:lnTo>
                  <a:pt x="429907" y="1068565"/>
                </a:lnTo>
                <a:close/>
              </a:path>
              <a:path w="504190" h="1220470">
                <a:moveTo>
                  <a:pt x="417788" y="1071829"/>
                </a:moveTo>
                <a:lnTo>
                  <a:pt x="415874" y="1071829"/>
                </a:lnTo>
                <a:lnTo>
                  <a:pt x="416534" y="1070914"/>
                </a:lnTo>
                <a:lnTo>
                  <a:pt x="417788" y="1071829"/>
                </a:lnTo>
                <a:close/>
              </a:path>
              <a:path w="504190" h="1220470">
                <a:moveTo>
                  <a:pt x="418083" y="1084148"/>
                </a:moveTo>
                <a:lnTo>
                  <a:pt x="410718" y="1078115"/>
                </a:lnTo>
                <a:lnTo>
                  <a:pt x="416026" y="1071613"/>
                </a:lnTo>
                <a:lnTo>
                  <a:pt x="415874" y="1071829"/>
                </a:lnTo>
                <a:lnTo>
                  <a:pt x="417788" y="1071829"/>
                </a:lnTo>
                <a:lnTo>
                  <a:pt x="424230" y="1076528"/>
                </a:lnTo>
                <a:lnTo>
                  <a:pt x="423405" y="1077645"/>
                </a:lnTo>
                <a:lnTo>
                  <a:pt x="418083" y="1084148"/>
                </a:lnTo>
                <a:close/>
              </a:path>
              <a:path w="504190" h="1220470">
                <a:moveTo>
                  <a:pt x="409149" y="1089367"/>
                </a:moveTo>
                <a:lnTo>
                  <a:pt x="399808" y="1089367"/>
                </a:lnTo>
                <a:lnTo>
                  <a:pt x="399999" y="1089190"/>
                </a:lnTo>
                <a:lnTo>
                  <a:pt x="404583" y="1084706"/>
                </a:lnTo>
                <a:lnTo>
                  <a:pt x="409149" y="1089367"/>
                </a:lnTo>
                <a:close/>
              </a:path>
              <a:path w="504190" h="1220470">
                <a:moveTo>
                  <a:pt x="399913" y="1089265"/>
                </a:moveTo>
                <a:close/>
              </a:path>
              <a:path w="504190" h="1220470">
                <a:moveTo>
                  <a:pt x="404139" y="1098232"/>
                </a:moveTo>
                <a:lnTo>
                  <a:pt x="397865" y="1091069"/>
                </a:lnTo>
                <a:lnTo>
                  <a:pt x="399913" y="1089265"/>
                </a:lnTo>
                <a:lnTo>
                  <a:pt x="409149" y="1089367"/>
                </a:lnTo>
                <a:lnTo>
                  <a:pt x="411251" y="1091514"/>
                </a:lnTo>
                <a:lnTo>
                  <a:pt x="406285" y="1096352"/>
                </a:lnTo>
                <a:lnTo>
                  <a:pt x="404139" y="1098232"/>
                </a:lnTo>
                <a:close/>
              </a:path>
              <a:path w="504190" h="1220470">
                <a:moveTo>
                  <a:pt x="392231" y="1098892"/>
                </a:moveTo>
                <a:lnTo>
                  <a:pt x="388353" y="1098892"/>
                </a:lnTo>
                <a:lnTo>
                  <a:pt x="390740" y="1097000"/>
                </a:lnTo>
                <a:lnTo>
                  <a:pt x="392231" y="1098892"/>
                </a:lnTo>
                <a:close/>
              </a:path>
              <a:path w="504190" h="1220470">
                <a:moveTo>
                  <a:pt x="388772" y="1110272"/>
                </a:moveTo>
                <a:lnTo>
                  <a:pt x="383247" y="1102499"/>
                </a:lnTo>
                <a:lnTo>
                  <a:pt x="388543" y="1098740"/>
                </a:lnTo>
                <a:lnTo>
                  <a:pt x="388353" y="1098892"/>
                </a:lnTo>
                <a:lnTo>
                  <a:pt x="392231" y="1098892"/>
                </a:lnTo>
                <a:lnTo>
                  <a:pt x="396633" y="1104480"/>
                </a:lnTo>
                <a:lnTo>
                  <a:pt x="394055" y="1106512"/>
                </a:lnTo>
                <a:lnTo>
                  <a:pt x="388772" y="1110272"/>
                </a:lnTo>
                <a:close/>
              </a:path>
              <a:path w="504190" h="1220470">
                <a:moveTo>
                  <a:pt x="377476" y="1110627"/>
                </a:moveTo>
                <a:lnTo>
                  <a:pt x="370116" y="1110627"/>
                </a:lnTo>
                <a:lnTo>
                  <a:pt x="375602" y="1107414"/>
                </a:lnTo>
                <a:lnTo>
                  <a:pt x="377476" y="1110627"/>
                </a:lnTo>
                <a:close/>
              </a:path>
              <a:path w="504190" h="1220470">
                <a:moveTo>
                  <a:pt x="371957" y="1120432"/>
                </a:moveTo>
                <a:lnTo>
                  <a:pt x="367474" y="1112024"/>
                </a:lnTo>
                <a:lnTo>
                  <a:pt x="370281" y="1110526"/>
                </a:lnTo>
                <a:lnTo>
                  <a:pt x="370116" y="1110627"/>
                </a:lnTo>
                <a:lnTo>
                  <a:pt x="377476" y="1110627"/>
                </a:lnTo>
                <a:lnTo>
                  <a:pt x="380403" y="1115644"/>
                </a:lnTo>
                <a:lnTo>
                  <a:pt x="374751" y="1118933"/>
                </a:lnTo>
                <a:lnTo>
                  <a:pt x="371957" y="1120432"/>
                </a:lnTo>
                <a:close/>
              </a:path>
              <a:path w="504190" h="1220470">
                <a:moveTo>
                  <a:pt x="354406" y="1128941"/>
                </a:moveTo>
                <a:lnTo>
                  <a:pt x="350761" y="1120139"/>
                </a:lnTo>
                <a:lnTo>
                  <a:pt x="357454" y="1117104"/>
                </a:lnTo>
                <a:lnTo>
                  <a:pt x="359130" y="1116266"/>
                </a:lnTo>
                <a:lnTo>
                  <a:pt x="363321" y="1124826"/>
                </a:lnTo>
                <a:lnTo>
                  <a:pt x="361391" y="1125766"/>
                </a:lnTo>
                <a:lnTo>
                  <a:pt x="354406" y="1128941"/>
                </a:lnTo>
                <a:close/>
              </a:path>
              <a:path w="504190" h="1220470">
                <a:moveTo>
                  <a:pt x="357327" y="1117155"/>
                </a:moveTo>
                <a:close/>
              </a:path>
              <a:path w="504190" h="1220470">
                <a:moveTo>
                  <a:pt x="342764" y="1125727"/>
                </a:moveTo>
                <a:lnTo>
                  <a:pt x="337261" y="1125727"/>
                </a:lnTo>
                <a:lnTo>
                  <a:pt x="341960" y="1123784"/>
                </a:lnTo>
                <a:lnTo>
                  <a:pt x="342764" y="1125727"/>
                </a:lnTo>
                <a:close/>
              </a:path>
              <a:path w="504190" h="1220470">
                <a:moveTo>
                  <a:pt x="337338" y="1125696"/>
                </a:moveTo>
                <a:close/>
              </a:path>
              <a:path w="504190" h="1220470">
                <a:moveTo>
                  <a:pt x="336626" y="1136154"/>
                </a:moveTo>
                <a:lnTo>
                  <a:pt x="333235" y="1127252"/>
                </a:lnTo>
                <a:lnTo>
                  <a:pt x="337338" y="1125696"/>
                </a:lnTo>
                <a:lnTo>
                  <a:pt x="342764" y="1125727"/>
                </a:lnTo>
                <a:lnTo>
                  <a:pt x="345605" y="1132585"/>
                </a:lnTo>
                <a:lnTo>
                  <a:pt x="340779" y="1134579"/>
                </a:lnTo>
                <a:lnTo>
                  <a:pt x="336626" y="1136154"/>
                </a:lnTo>
                <a:close/>
              </a:path>
              <a:path w="504190" h="1220470">
                <a:moveTo>
                  <a:pt x="318782" y="1142898"/>
                </a:moveTo>
                <a:lnTo>
                  <a:pt x="315442" y="1133982"/>
                </a:lnTo>
                <a:lnTo>
                  <a:pt x="323507" y="1130960"/>
                </a:lnTo>
                <a:lnTo>
                  <a:pt x="324332" y="1130642"/>
                </a:lnTo>
                <a:lnTo>
                  <a:pt x="327723" y="1139545"/>
                </a:lnTo>
                <a:lnTo>
                  <a:pt x="318782" y="1142898"/>
                </a:lnTo>
                <a:close/>
              </a:path>
              <a:path w="504190" h="1220470">
                <a:moveTo>
                  <a:pt x="300951" y="1149591"/>
                </a:moveTo>
                <a:lnTo>
                  <a:pt x="297599" y="1140675"/>
                </a:lnTo>
                <a:lnTo>
                  <a:pt x="306514" y="1137323"/>
                </a:lnTo>
                <a:lnTo>
                  <a:pt x="309867" y="1146251"/>
                </a:lnTo>
                <a:lnTo>
                  <a:pt x="300951" y="1149591"/>
                </a:lnTo>
                <a:close/>
              </a:path>
              <a:path w="504190" h="1220470">
                <a:moveTo>
                  <a:pt x="283603" y="1156690"/>
                </a:moveTo>
                <a:lnTo>
                  <a:pt x="279692" y="1148003"/>
                </a:lnTo>
                <a:lnTo>
                  <a:pt x="280670" y="1147559"/>
                </a:lnTo>
                <a:lnTo>
                  <a:pt x="288620" y="1144282"/>
                </a:lnTo>
                <a:lnTo>
                  <a:pt x="292252" y="1153083"/>
                </a:lnTo>
                <a:lnTo>
                  <a:pt x="284455" y="1156309"/>
                </a:lnTo>
                <a:lnTo>
                  <a:pt x="283603" y="1156690"/>
                </a:lnTo>
                <a:close/>
              </a:path>
              <a:path w="504190" h="1220470">
                <a:moveTo>
                  <a:pt x="284302" y="1156373"/>
                </a:moveTo>
                <a:lnTo>
                  <a:pt x="284441" y="1156309"/>
                </a:lnTo>
                <a:lnTo>
                  <a:pt x="284302" y="1156373"/>
                </a:lnTo>
                <a:close/>
              </a:path>
              <a:path w="504190" h="1220470">
                <a:moveTo>
                  <a:pt x="272037" y="1154341"/>
                </a:moveTo>
                <a:lnTo>
                  <a:pt x="266103" y="1154341"/>
                </a:lnTo>
                <a:lnTo>
                  <a:pt x="270916" y="1152016"/>
                </a:lnTo>
                <a:lnTo>
                  <a:pt x="272037" y="1154341"/>
                </a:lnTo>
                <a:close/>
              </a:path>
              <a:path w="504190" h="1220470">
                <a:moveTo>
                  <a:pt x="266446" y="1164729"/>
                </a:moveTo>
                <a:lnTo>
                  <a:pt x="262343" y="1156131"/>
                </a:lnTo>
                <a:lnTo>
                  <a:pt x="266128" y="1154328"/>
                </a:lnTo>
                <a:lnTo>
                  <a:pt x="272037" y="1154341"/>
                </a:lnTo>
                <a:lnTo>
                  <a:pt x="275056" y="1160602"/>
                </a:lnTo>
                <a:lnTo>
                  <a:pt x="266446" y="1164729"/>
                </a:lnTo>
                <a:close/>
              </a:path>
              <a:path w="504190" h="1220470">
                <a:moveTo>
                  <a:pt x="248653" y="1172375"/>
                </a:moveTo>
                <a:lnTo>
                  <a:pt x="245135" y="1163523"/>
                </a:lnTo>
                <a:lnTo>
                  <a:pt x="251472" y="1161008"/>
                </a:lnTo>
                <a:lnTo>
                  <a:pt x="253822" y="1159979"/>
                </a:lnTo>
                <a:lnTo>
                  <a:pt x="257619" y="1168717"/>
                </a:lnTo>
                <a:lnTo>
                  <a:pt x="254990" y="1169860"/>
                </a:lnTo>
                <a:lnTo>
                  <a:pt x="248653" y="1172375"/>
                </a:lnTo>
                <a:close/>
              </a:path>
              <a:path w="504190" h="1220470">
                <a:moveTo>
                  <a:pt x="251332" y="1161059"/>
                </a:moveTo>
                <a:lnTo>
                  <a:pt x="251472" y="1161008"/>
                </a:lnTo>
                <a:lnTo>
                  <a:pt x="251332" y="1161059"/>
                </a:lnTo>
                <a:close/>
              </a:path>
              <a:path w="504190" h="1220470">
                <a:moveTo>
                  <a:pt x="236450" y="1167104"/>
                </a:moveTo>
                <a:lnTo>
                  <a:pt x="235483" y="1167104"/>
                </a:lnTo>
                <a:lnTo>
                  <a:pt x="236334" y="1166787"/>
                </a:lnTo>
                <a:lnTo>
                  <a:pt x="236450" y="1167104"/>
                </a:lnTo>
                <a:close/>
              </a:path>
              <a:path w="504190" h="1220470">
                <a:moveTo>
                  <a:pt x="230466" y="1178839"/>
                </a:moveTo>
                <a:lnTo>
                  <a:pt x="227431" y="1169809"/>
                </a:lnTo>
                <a:lnTo>
                  <a:pt x="235597" y="1167053"/>
                </a:lnTo>
                <a:lnTo>
                  <a:pt x="236450" y="1167104"/>
                </a:lnTo>
                <a:lnTo>
                  <a:pt x="239598" y="1175727"/>
                </a:lnTo>
                <a:lnTo>
                  <a:pt x="238632" y="1176083"/>
                </a:lnTo>
                <a:lnTo>
                  <a:pt x="230466" y="1178839"/>
                </a:lnTo>
                <a:close/>
              </a:path>
              <a:path w="504190" h="1220470">
                <a:moveTo>
                  <a:pt x="219260" y="1175080"/>
                </a:moveTo>
                <a:lnTo>
                  <a:pt x="209854" y="1175080"/>
                </a:lnTo>
                <a:lnTo>
                  <a:pt x="218541" y="1172578"/>
                </a:lnTo>
                <a:lnTo>
                  <a:pt x="219260" y="1175080"/>
                </a:lnTo>
                <a:close/>
              </a:path>
              <a:path w="504190" h="1220470">
                <a:moveTo>
                  <a:pt x="209932" y="1175057"/>
                </a:moveTo>
                <a:close/>
              </a:path>
              <a:path w="504190" h="1220470">
                <a:moveTo>
                  <a:pt x="211937" y="1184389"/>
                </a:moveTo>
                <a:lnTo>
                  <a:pt x="209473" y="1175181"/>
                </a:lnTo>
                <a:lnTo>
                  <a:pt x="209932" y="1175057"/>
                </a:lnTo>
                <a:lnTo>
                  <a:pt x="219260" y="1175080"/>
                </a:lnTo>
                <a:lnTo>
                  <a:pt x="221170" y="1181722"/>
                </a:lnTo>
                <a:lnTo>
                  <a:pt x="211937" y="1184389"/>
                </a:lnTo>
                <a:close/>
              </a:path>
              <a:path w="504190" h="1220470">
                <a:moveTo>
                  <a:pt x="193344" y="1189177"/>
                </a:moveTo>
                <a:lnTo>
                  <a:pt x="191173" y="1179906"/>
                </a:lnTo>
                <a:lnTo>
                  <a:pt x="191922" y="1179728"/>
                </a:lnTo>
                <a:lnTo>
                  <a:pt x="200342" y="1177620"/>
                </a:lnTo>
                <a:lnTo>
                  <a:pt x="202653" y="1186865"/>
                </a:lnTo>
                <a:lnTo>
                  <a:pt x="193344" y="1189177"/>
                </a:lnTo>
                <a:close/>
              </a:path>
              <a:path w="504190" h="1220470">
                <a:moveTo>
                  <a:pt x="191858" y="1179741"/>
                </a:moveTo>
                <a:close/>
              </a:path>
              <a:path w="504190" h="1220470">
                <a:moveTo>
                  <a:pt x="174650" y="1193330"/>
                </a:moveTo>
                <a:lnTo>
                  <a:pt x="172669" y="1184020"/>
                </a:lnTo>
                <a:lnTo>
                  <a:pt x="181991" y="1182039"/>
                </a:lnTo>
                <a:lnTo>
                  <a:pt x="183972" y="1191348"/>
                </a:lnTo>
                <a:lnTo>
                  <a:pt x="174650" y="1193330"/>
                </a:lnTo>
                <a:close/>
              </a:path>
              <a:path w="504190" h="1220470">
                <a:moveTo>
                  <a:pt x="155867" y="1197089"/>
                </a:moveTo>
                <a:lnTo>
                  <a:pt x="154101" y="1187729"/>
                </a:lnTo>
                <a:lnTo>
                  <a:pt x="163461" y="1185964"/>
                </a:lnTo>
                <a:lnTo>
                  <a:pt x="165226" y="1195323"/>
                </a:lnTo>
                <a:lnTo>
                  <a:pt x="155867" y="1197089"/>
                </a:lnTo>
                <a:close/>
              </a:path>
              <a:path w="504190" h="1220470">
                <a:moveTo>
                  <a:pt x="137032" y="1200467"/>
                </a:moveTo>
                <a:lnTo>
                  <a:pt x="135432" y="1191082"/>
                </a:lnTo>
                <a:lnTo>
                  <a:pt x="144818" y="1189481"/>
                </a:lnTo>
                <a:lnTo>
                  <a:pt x="146418" y="1198867"/>
                </a:lnTo>
                <a:lnTo>
                  <a:pt x="137032" y="1200467"/>
                </a:lnTo>
                <a:close/>
              </a:path>
              <a:path w="504190" h="1220470">
                <a:moveTo>
                  <a:pt x="118160" y="1203540"/>
                </a:moveTo>
                <a:lnTo>
                  <a:pt x="116700" y="1194117"/>
                </a:lnTo>
                <a:lnTo>
                  <a:pt x="126111" y="1192656"/>
                </a:lnTo>
                <a:lnTo>
                  <a:pt x="127571" y="1202067"/>
                </a:lnTo>
                <a:lnTo>
                  <a:pt x="118160" y="1203540"/>
                </a:lnTo>
                <a:close/>
              </a:path>
              <a:path w="504190" h="1220470">
                <a:moveTo>
                  <a:pt x="99275" y="1206360"/>
                </a:moveTo>
                <a:lnTo>
                  <a:pt x="97904" y="1196936"/>
                </a:lnTo>
                <a:lnTo>
                  <a:pt x="107340" y="1195577"/>
                </a:lnTo>
                <a:lnTo>
                  <a:pt x="108699" y="1205001"/>
                </a:lnTo>
                <a:lnTo>
                  <a:pt x="99275" y="1206360"/>
                </a:lnTo>
                <a:close/>
              </a:path>
              <a:path w="504190" h="1220470">
                <a:moveTo>
                  <a:pt x="80365" y="1209001"/>
                </a:moveTo>
                <a:lnTo>
                  <a:pt x="79082" y="1199565"/>
                </a:lnTo>
                <a:lnTo>
                  <a:pt x="88519" y="1198283"/>
                </a:lnTo>
                <a:lnTo>
                  <a:pt x="89801" y="1207719"/>
                </a:lnTo>
                <a:lnTo>
                  <a:pt x="80365" y="1209001"/>
                </a:lnTo>
                <a:close/>
              </a:path>
              <a:path w="504190" h="1220470">
                <a:moveTo>
                  <a:pt x="61480" y="1211567"/>
                </a:moveTo>
                <a:lnTo>
                  <a:pt x="60210" y="1202131"/>
                </a:lnTo>
                <a:lnTo>
                  <a:pt x="69646" y="1200848"/>
                </a:lnTo>
                <a:lnTo>
                  <a:pt x="70929" y="1210284"/>
                </a:lnTo>
                <a:lnTo>
                  <a:pt x="61480" y="1211567"/>
                </a:lnTo>
                <a:close/>
              </a:path>
              <a:path w="504190" h="1220470">
                <a:moveTo>
                  <a:pt x="42633" y="1214170"/>
                </a:moveTo>
                <a:lnTo>
                  <a:pt x="41325" y="1204734"/>
                </a:lnTo>
                <a:lnTo>
                  <a:pt x="50761" y="1203426"/>
                </a:lnTo>
                <a:lnTo>
                  <a:pt x="52070" y="1212862"/>
                </a:lnTo>
                <a:lnTo>
                  <a:pt x="42633" y="1214170"/>
                </a:lnTo>
                <a:close/>
              </a:path>
              <a:path w="504190" h="1220470">
                <a:moveTo>
                  <a:pt x="23850" y="1216825"/>
                </a:moveTo>
                <a:lnTo>
                  <a:pt x="22377" y="1207414"/>
                </a:lnTo>
                <a:lnTo>
                  <a:pt x="25107" y="1206982"/>
                </a:lnTo>
                <a:lnTo>
                  <a:pt x="31889" y="1206042"/>
                </a:lnTo>
                <a:lnTo>
                  <a:pt x="33197" y="1215478"/>
                </a:lnTo>
                <a:lnTo>
                  <a:pt x="26412" y="1216418"/>
                </a:lnTo>
                <a:lnTo>
                  <a:pt x="23850" y="1216825"/>
                </a:lnTo>
                <a:close/>
              </a:path>
              <a:path w="504190" h="1220470">
                <a:moveTo>
                  <a:pt x="26416" y="1216418"/>
                </a:moveTo>
                <a:close/>
              </a:path>
              <a:path w="504190" h="1220470">
                <a:moveTo>
                  <a:pt x="5181" y="1219949"/>
                </a:moveTo>
                <a:lnTo>
                  <a:pt x="3479" y="1210576"/>
                </a:lnTo>
                <a:lnTo>
                  <a:pt x="12966" y="1208874"/>
                </a:lnTo>
                <a:lnTo>
                  <a:pt x="14439" y="1218285"/>
                </a:lnTo>
                <a:lnTo>
                  <a:pt x="5181" y="1219949"/>
                </a:lnTo>
                <a:close/>
              </a:path>
              <a:path w="504190" h="1220470">
                <a:moveTo>
                  <a:pt x="13525" y="1218438"/>
                </a:moveTo>
                <a:lnTo>
                  <a:pt x="13677" y="1218412"/>
                </a:lnTo>
                <a:lnTo>
                  <a:pt x="13525" y="12184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989281" y="3100311"/>
            <a:ext cx="504190" cy="1220470"/>
          </a:xfrm>
          <a:custGeom>
            <a:avLst/>
            <a:gdLst/>
            <a:ahLst/>
            <a:cxnLst/>
            <a:rect l="l" t="t" r="r" b="b"/>
            <a:pathLst>
              <a:path w="504189" h="1220470">
                <a:moveTo>
                  <a:pt x="500849" y="77317"/>
                </a:moveTo>
                <a:lnTo>
                  <a:pt x="497408" y="76199"/>
                </a:lnTo>
                <a:lnTo>
                  <a:pt x="493280" y="74523"/>
                </a:lnTo>
                <a:lnTo>
                  <a:pt x="491426" y="73659"/>
                </a:lnTo>
                <a:lnTo>
                  <a:pt x="495477" y="65036"/>
                </a:lnTo>
                <a:lnTo>
                  <a:pt x="496901" y="65709"/>
                </a:lnTo>
                <a:lnTo>
                  <a:pt x="500361" y="67132"/>
                </a:lnTo>
                <a:lnTo>
                  <a:pt x="500672" y="67259"/>
                </a:lnTo>
                <a:lnTo>
                  <a:pt x="503796" y="68249"/>
                </a:lnTo>
                <a:lnTo>
                  <a:pt x="500849" y="77317"/>
                </a:lnTo>
                <a:close/>
              </a:path>
              <a:path w="504189" h="1220470">
                <a:moveTo>
                  <a:pt x="500734" y="67259"/>
                </a:moveTo>
                <a:lnTo>
                  <a:pt x="500437" y="67163"/>
                </a:lnTo>
                <a:lnTo>
                  <a:pt x="500734" y="67259"/>
                </a:lnTo>
                <a:close/>
              </a:path>
              <a:path w="504189" h="1220470">
                <a:moveTo>
                  <a:pt x="479160" y="56286"/>
                </a:moveTo>
                <a:close/>
              </a:path>
              <a:path w="504189" h="1220470">
                <a:moveTo>
                  <a:pt x="482638" y="69164"/>
                </a:moveTo>
                <a:lnTo>
                  <a:pt x="474484" y="64592"/>
                </a:lnTo>
                <a:lnTo>
                  <a:pt x="474243" y="64439"/>
                </a:lnTo>
                <a:lnTo>
                  <a:pt x="479072" y="56286"/>
                </a:lnTo>
                <a:lnTo>
                  <a:pt x="487299" y="60858"/>
                </a:lnTo>
                <a:lnTo>
                  <a:pt x="482638" y="69164"/>
                </a:lnTo>
                <a:close/>
              </a:path>
              <a:path w="504189" h="1220470">
                <a:moveTo>
                  <a:pt x="466051" y="59588"/>
                </a:moveTo>
                <a:lnTo>
                  <a:pt x="463575" y="58127"/>
                </a:lnTo>
                <a:lnTo>
                  <a:pt x="457847" y="54749"/>
                </a:lnTo>
                <a:lnTo>
                  <a:pt x="462699" y="46545"/>
                </a:lnTo>
                <a:lnTo>
                  <a:pt x="470903" y="51396"/>
                </a:lnTo>
                <a:lnTo>
                  <a:pt x="466051" y="59588"/>
                </a:lnTo>
                <a:close/>
              </a:path>
              <a:path w="504189" h="1220470">
                <a:moveTo>
                  <a:pt x="449643" y="49910"/>
                </a:moveTo>
                <a:lnTo>
                  <a:pt x="441452" y="45072"/>
                </a:lnTo>
                <a:lnTo>
                  <a:pt x="446290" y="36868"/>
                </a:lnTo>
                <a:lnTo>
                  <a:pt x="454494" y="41706"/>
                </a:lnTo>
                <a:lnTo>
                  <a:pt x="449643" y="49910"/>
                </a:lnTo>
                <a:close/>
              </a:path>
              <a:path w="504189" h="1220470">
                <a:moveTo>
                  <a:pt x="435470" y="36474"/>
                </a:moveTo>
                <a:lnTo>
                  <a:pt x="426034" y="36474"/>
                </a:lnTo>
                <a:lnTo>
                  <a:pt x="425018" y="35953"/>
                </a:lnTo>
                <a:lnTo>
                  <a:pt x="429412" y="27495"/>
                </a:lnTo>
                <a:lnTo>
                  <a:pt x="430415" y="28028"/>
                </a:lnTo>
                <a:lnTo>
                  <a:pt x="437870" y="32130"/>
                </a:lnTo>
                <a:lnTo>
                  <a:pt x="435470" y="36474"/>
                </a:lnTo>
                <a:close/>
              </a:path>
              <a:path w="504189" h="1220470">
                <a:moveTo>
                  <a:pt x="433260" y="40474"/>
                </a:moveTo>
                <a:lnTo>
                  <a:pt x="425919" y="36423"/>
                </a:lnTo>
                <a:lnTo>
                  <a:pt x="435470" y="36474"/>
                </a:lnTo>
                <a:lnTo>
                  <a:pt x="433260" y="40474"/>
                </a:lnTo>
                <a:close/>
              </a:path>
              <a:path w="504189" h="1220470">
                <a:moveTo>
                  <a:pt x="416623" y="31661"/>
                </a:moveTo>
                <a:lnTo>
                  <a:pt x="412115" y="29425"/>
                </a:lnTo>
                <a:lnTo>
                  <a:pt x="408139" y="27584"/>
                </a:lnTo>
                <a:lnTo>
                  <a:pt x="412140" y="18948"/>
                </a:lnTo>
                <a:lnTo>
                  <a:pt x="416217" y="20840"/>
                </a:lnTo>
                <a:lnTo>
                  <a:pt x="420839" y="23113"/>
                </a:lnTo>
                <a:lnTo>
                  <a:pt x="416623" y="31661"/>
                </a:lnTo>
                <a:close/>
              </a:path>
              <a:path w="504189" h="1220470">
                <a:moveTo>
                  <a:pt x="399854" y="23088"/>
                </a:moveTo>
                <a:lnTo>
                  <a:pt x="397941" y="23088"/>
                </a:lnTo>
                <a:lnTo>
                  <a:pt x="390842" y="20294"/>
                </a:lnTo>
                <a:lnTo>
                  <a:pt x="394347" y="11429"/>
                </a:lnTo>
                <a:lnTo>
                  <a:pt x="401434" y="14236"/>
                </a:lnTo>
                <a:lnTo>
                  <a:pt x="403313" y="15036"/>
                </a:lnTo>
                <a:lnTo>
                  <a:pt x="399854" y="23088"/>
                </a:lnTo>
                <a:close/>
              </a:path>
              <a:path w="504189" h="1220470">
                <a:moveTo>
                  <a:pt x="399554" y="23787"/>
                </a:moveTo>
                <a:lnTo>
                  <a:pt x="397802" y="23037"/>
                </a:lnTo>
                <a:lnTo>
                  <a:pt x="397941" y="23088"/>
                </a:lnTo>
                <a:lnTo>
                  <a:pt x="399854" y="23088"/>
                </a:lnTo>
                <a:lnTo>
                  <a:pt x="399554" y="23787"/>
                </a:lnTo>
                <a:close/>
              </a:path>
              <a:path w="504189" h="1220470">
                <a:moveTo>
                  <a:pt x="382802" y="15303"/>
                </a:moveTo>
                <a:lnTo>
                  <a:pt x="375945" y="15303"/>
                </a:lnTo>
                <a:lnTo>
                  <a:pt x="373265" y="14604"/>
                </a:lnTo>
                <a:lnTo>
                  <a:pt x="375704" y="5384"/>
                </a:lnTo>
                <a:lnTo>
                  <a:pt x="378383" y="6095"/>
                </a:lnTo>
                <a:lnTo>
                  <a:pt x="385025" y="8166"/>
                </a:lnTo>
                <a:lnTo>
                  <a:pt x="382802" y="15303"/>
                </a:lnTo>
                <a:close/>
              </a:path>
              <a:path w="504189" h="1220470">
                <a:moveTo>
                  <a:pt x="382193" y="17259"/>
                </a:moveTo>
                <a:lnTo>
                  <a:pt x="375742" y="15252"/>
                </a:lnTo>
                <a:lnTo>
                  <a:pt x="375945" y="15303"/>
                </a:lnTo>
                <a:lnTo>
                  <a:pt x="382802" y="15303"/>
                </a:lnTo>
                <a:lnTo>
                  <a:pt x="382193" y="17259"/>
                </a:lnTo>
                <a:close/>
              </a:path>
              <a:path w="504189" h="1220470">
                <a:moveTo>
                  <a:pt x="364370" y="11734"/>
                </a:moveTo>
                <a:lnTo>
                  <a:pt x="361073" y="11734"/>
                </a:lnTo>
                <a:lnTo>
                  <a:pt x="355104" y="10794"/>
                </a:lnTo>
                <a:lnTo>
                  <a:pt x="356590" y="1384"/>
                </a:lnTo>
                <a:lnTo>
                  <a:pt x="362813" y="2374"/>
                </a:lnTo>
                <a:lnTo>
                  <a:pt x="366217" y="3111"/>
                </a:lnTo>
                <a:lnTo>
                  <a:pt x="364370" y="11734"/>
                </a:lnTo>
                <a:close/>
              </a:path>
              <a:path w="504189" h="1220470">
                <a:moveTo>
                  <a:pt x="364223" y="12420"/>
                </a:moveTo>
                <a:lnTo>
                  <a:pt x="360819" y="11696"/>
                </a:lnTo>
                <a:lnTo>
                  <a:pt x="361073" y="11734"/>
                </a:lnTo>
                <a:lnTo>
                  <a:pt x="364370" y="11734"/>
                </a:lnTo>
                <a:lnTo>
                  <a:pt x="364223" y="12420"/>
                </a:lnTo>
                <a:close/>
              </a:path>
              <a:path w="504189" h="1220470">
                <a:moveTo>
                  <a:pt x="336943" y="9550"/>
                </a:moveTo>
                <a:lnTo>
                  <a:pt x="336791" y="25"/>
                </a:lnTo>
                <a:lnTo>
                  <a:pt x="338683" y="0"/>
                </a:lnTo>
                <a:lnTo>
                  <a:pt x="342722" y="76"/>
                </a:lnTo>
                <a:lnTo>
                  <a:pt x="346862" y="304"/>
                </a:lnTo>
                <a:lnTo>
                  <a:pt x="345935" y="9524"/>
                </a:lnTo>
                <a:lnTo>
                  <a:pt x="338505" y="9524"/>
                </a:lnTo>
                <a:lnTo>
                  <a:pt x="336943" y="9550"/>
                </a:lnTo>
                <a:close/>
              </a:path>
              <a:path w="504189" h="1220470">
                <a:moveTo>
                  <a:pt x="338576" y="9526"/>
                </a:moveTo>
                <a:close/>
              </a:path>
              <a:path w="504189" h="1220470">
                <a:moveTo>
                  <a:pt x="342379" y="9601"/>
                </a:moveTo>
                <a:lnTo>
                  <a:pt x="338576" y="9526"/>
                </a:lnTo>
                <a:lnTo>
                  <a:pt x="345935" y="9524"/>
                </a:lnTo>
                <a:lnTo>
                  <a:pt x="342214" y="9588"/>
                </a:lnTo>
                <a:lnTo>
                  <a:pt x="342379" y="9601"/>
                </a:lnTo>
                <a:close/>
              </a:path>
              <a:path w="504189" h="1220470">
                <a:moveTo>
                  <a:pt x="345909" y="9778"/>
                </a:moveTo>
                <a:lnTo>
                  <a:pt x="342214" y="9588"/>
                </a:lnTo>
                <a:lnTo>
                  <a:pt x="345929" y="9588"/>
                </a:lnTo>
                <a:lnTo>
                  <a:pt x="345909" y="9778"/>
                </a:lnTo>
                <a:close/>
              </a:path>
              <a:path w="504189" h="1220470">
                <a:moveTo>
                  <a:pt x="318922" y="11429"/>
                </a:moveTo>
                <a:lnTo>
                  <a:pt x="316979" y="2108"/>
                </a:lnTo>
                <a:lnTo>
                  <a:pt x="318312" y="1828"/>
                </a:lnTo>
                <a:lnTo>
                  <a:pt x="322541" y="1117"/>
                </a:lnTo>
                <a:lnTo>
                  <a:pt x="326390" y="634"/>
                </a:lnTo>
                <a:lnTo>
                  <a:pt x="326948" y="584"/>
                </a:lnTo>
                <a:lnTo>
                  <a:pt x="327774" y="10071"/>
                </a:lnTo>
                <a:lnTo>
                  <a:pt x="324031" y="10540"/>
                </a:lnTo>
                <a:lnTo>
                  <a:pt x="320074" y="11188"/>
                </a:lnTo>
                <a:lnTo>
                  <a:pt x="318922" y="11429"/>
                </a:lnTo>
                <a:close/>
              </a:path>
              <a:path w="504189" h="1220470">
                <a:moveTo>
                  <a:pt x="327406" y="10109"/>
                </a:moveTo>
                <a:lnTo>
                  <a:pt x="327583" y="10083"/>
                </a:lnTo>
                <a:lnTo>
                  <a:pt x="327406" y="10109"/>
                </a:lnTo>
                <a:close/>
              </a:path>
              <a:path w="504189" h="1220470">
                <a:moveTo>
                  <a:pt x="323735" y="10579"/>
                </a:moveTo>
                <a:lnTo>
                  <a:pt x="323913" y="10540"/>
                </a:lnTo>
                <a:lnTo>
                  <a:pt x="323735" y="10579"/>
                </a:lnTo>
                <a:close/>
              </a:path>
              <a:path w="504189" h="1220470">
                <a:moveTo>
                  <a:pt x="320109" y="11181"/>
                </a:moveTo>
                <a:lnTo>
                  <a:pt x="320255" y="11150"/>
                </a:lnTo>
                <a:lnTo>
                  <a:pt x="320109" y="11181"/>
                </a:lnTo>
                <a:close/>
              </a:path>
              <a:path w="504189" h="1220470">
                <a:moveTo>
                  <a:pt x="320074" y="11188"/>
                </a:moveTo>
                <a:close/>
              </a:path>
              <a:path w="504189" h="1220470">
                <a:moveTo>
                  <a:pt x="301688" y="16713"/>
                </a:moveTo>
                <a:lnTo>
                  <a:pt x="297853" y="8000"/>
                </a:lnTo>
                <a:lnTo>
                  <a:pt x="298335" y="7785"/>
                </a:lnTo>
                <a:lnTo>
                  <a:pt x="302298" y="6235"/>
                </a:lnTo>
                <a:lnTo>
                  <a:pt x="306285" y="4864"/>
                </a:lnTo>
                <a:lnTo>
                  <a:pt x="307365" y="4533"/>
                </a:lnTo>
                <a:lnTo>
                  <a:pt x="310070" y="13665"/>
                </a:lnTo>
                <a:lnTo>
                  <a:pt x="309168" y="13931"/>
                </a:lnTo>
                <a:lnTo>
                  <a:pt x="305797" y="15100"/>
                </a:lnTo>
                <a:lnTo>
                  <a:pt x="301993" y="16573"/>
                </a:lnTo>
                <a:lnTo>
                  <a:pt x="301688" y="16713"/>
                </a:lnTo>
                <a:close/>
              </a:path>
              <a:path w="504189" h="1220470">
                <a:moveTo>
                  <a:pt x="309210" y="13931"/>
                </a:moveTo>
                <a:lnTo>
                  <a:pt x="309359" y="13881"/>
                </a:lnTo>
                <a:lnTo>
                  <a:pt x="309210" y="13931"/>
                </a:lnTo>
                <a:close/>
              </a:path>
              <a:path w="504189" h="1220470">
                <a:moveTo>
                  <a:pt x="305574" y="15176"/>
                </a:moveTo>
                <a:lnTo>
                  <a:pt x="305765" y="15100"/>
                </a:lnTo>
                <a:lnTo>
                  <a:pt x="305574" y="15176"/>
                </a:lnTo>
                <a:close/>
              </a:path>
              <a:path w="504189" h="1220470">
                <a:moveTo>
                  <a:pt x="302144" y="16514"/>
                </a:moveTo>
                <a:close/>
              </a:path>
              <a:path w="504189" h="1220470">
                <a:moveTo>
                  <a:pt x="302008" y="16573"/>
                </a:moveTo>
                <a:lnTo>
                  <a:pt x="302144" y="16514"/>
                </a:lnTo>
                <a:lnTo>
                  <a:pt x="302008" y="16573"/>
                </a:lnTo>
                <a:close/>
              </a:path>
              <a:path w="504189" h="1220470">
                <a:moveTo>
                  <a:pt x="285076" y="25209"/>
                </a:moveTo>
                <a:lnTo>
                  <a:pt x="280555" y="16827"/>
                </a:lnTo>
                <a:lnTo>
                  <a:pt x="288925" y="12293"/>
                </a:lnTo>
                <a:lnTo>
                  <a:pt x="293458" y="20675"/>
                </a:lnTo>
                <a:lnTo>
                  <a:pt x="285076" y="25209"/>
                </a:lnTo>
                <a:close/>
              </a:path>
              <a:path w="504189" h="1220470">
                <a:moveTo>
                  <a:pt x="268655" y="34543"/>
                </a:moveTo>
                <a:lnTo>
                  <a:pt x="263855" y="26314"/>
                </a:lnTo>
                <a:lnTo>
                  <a:pt x="272084" y="21513"/>
                </a:lnTo>
                <a:lnTo>
                  <a:pt x="276885" y="29743"/>
                </a:lnTo>
                <a:lnTo>
                  <a:pt x="268655" y="34543"/>
                </a:lnTo>
                <a:close/>
              </a:path>
              <a:path w="504189" h="1220470">
                <a:moveTo>
                  <a:pt x="252514" y="44297"/>
                </a:moveTo>
                <a:lnTo>
                  <a:pt x="247396" y="36271"/>
                </a:lnTo>
                <a:lnTo>
                  <a:pt x="248780" y="35382"/>
                </a:lnTo>
                <a:lnTo>
                  <a:pt x="255562" y="31216"/>
                </a:lnTo>
                <a:lnTo>
                  <a:pt x="260553" y="39331"/>
                </a:lnTo>
                <a:lnTo>
                  <a:pt x="253819" y="43459"/>
                </a:lnTo>
                <a:lnTo>
                  <a:pt x="252514" y="44297"/>
                </a:lnTo>
                <a:close/>
              </a:path>
              <a:path w="504189" h="1220470">
                <a:moveTo>
                  <a:pt x="253834" y="43459"/>
                </a:moveTo>
                <a:close/>
              </a:path>
              <a:path w="504189" h="1220470">
                <a:moveTo>
                  <a:pt x="236613" y="54635"/>
                </a:moveTo>
                <a:lnTo>
                  <a:pt x="231355" y="46697"/>
                </a:lnTo>
                <a:lnTo>
                  <a:pt x="239293" y="41440"/>
                </a:lnTo>
                <a:lnTo>
                  <a:pt x="244551" y="49377"/>
                </a:lnTo>
                <a:lnTo>
                  <a:pt x="236613" y="54635"/>
                </a:lnTo>
                <a:close/>
              </a:path>
              <a:path w="504189" h="1220470">
                <a:moveTo>
                  <a:pt x="221107" y="65404"/>
                </a:moveTo>
                <a:lnTo>
                  <a:pt x="215569" y="57657"/>
                </a:lnTo>
                <a:lnTo>
                  <a:pt x="220649" y="54025"/>
                </a:lnTo>
                <a:lnTo>
                  <a:pt x="223418" y="52120"/>
                </a:lnTo>
                <a:lnTo>
                  <a:pt x="228815" y="59969"/>
                </a:lnTo>
                <a:lnTo>
                  <a:pt x="226115" y="61823"/>
                </a:lnTo>
                <a:lnTo>
                  <a:pt x="221107" y="65404"/>
                </a:lnTo>
                <a:close/>
              </a:path>
              <a:path w="504189" h="1220470">
                <a:moveTo>
                  <a:pt x="226115" y="61823"/>
                </a:moveTo>
                <a:close/>
              </a:path>
              <a:path w="504189" h="1220470">
                <a:moveTo>
                  <a:pt x="205905" y="76593"/>
                </a:moveTo>
                <a:lnTo>
                  <a:pt x="200088" y="69049"/>
                </a:lnTo>
                <a:lnTo>
                  <a:pt x="201142" y="68237"/>
                </a:lnTo>
                <a:lnTo>
                  <a:pt x="207784" y="63296"/>
                </a:lnTo>
                <a:lnTo>
                  <a:pt x="213461" y="70942"/>
                </a:lnTo>
                <a:lnTo>
                  <a:pt x="206889" y="75831"/>
                </a:lnTo>
                <a:lnTo>
                  <a:pt x="205905" y="76593"/>
                </a:lnTo>
                <a:close/>
              </a:path>
              <a:path w="504189" h="1220470">
                <a:moveTo>
                  <a:pt x="206895" y="75831"/>
                </a:moveTo>
                <a:close/>
              </a:path>
              <a:path w="504189" h="1220470">
                <a:moveTo>
                  <a:pt x="191008" y="88303"/>
                </a:moveTo>
                <a:lnTo>
                  <a:pt x="185038" y="80886"/>
                </a:lnTo>
                <a:lnTo>
                  <a:pt x="191262" y="75869"/>
                </a:lnTo>
                <a:lnTo>
                  <a:pt x="192544" y="74879"/>
                </a:lnTo>
                <a:lnTo>
                  <a:pt x="198374" y="82410"/>
                </a:lnTo>
                <a:lnTo>
                  <a:pt x="197167" y="83350"/>
                </a:lnTo>
                <a:lnTo>
                  <a:pt x="191008" y="88303"/>
                </a:lnTo>
                <a:close/>
              </a:path>
              <a:path w="504189" h="1220470">
                <a:moveTo>
                  <a:pt x="197167" y="83350"/>
                </a:moveTo>
                <a:close/>
              </a:path>
              <a:path w="504189" h="1220470">
                <a:moveTo>
                  <a:pt x="176530" y="100380"/>
                </a:moveTo>
                <a:lnTo>
                  <a:pt x="170256" y="93217"/>
                </a:lnTo>
                <a:lnTo>
                  <a:pt x="171373" y="92227"/>
                </a:lnTo>
                <a:lnTo>
                  <a:pt x="177596" y="86994"/>
                </a:lnTo>
                <a:lnTo>
                  <a:pt x="183730" y="94297"/>
                </a:lnTo>
                <a:lnTo>
                  <a:pt x="177587" y="99453"/>
                </a:lnTo>
                <a:lnTo>
                  <a:pt x="176530" y="100380"/>
                </a:lnTo>
                <a:close/>
              </a:path>
              <a:path w="504189" h="1220470">
                <a:moveTo>
                  <a:pt x="177587" y="99453"/>
                </a:moveTo>
                <a:close/>
              </a:path>
              <a:path w="504189" h="1220470">
                <a:moveTo>
                  <a:pt x="162394" y="112991"/>
                </a:moveTo>
                <a:lnTo>
                  <a:pt x="155956" y="105968"/>
                </a:lnTo>
                <a:lnTo>
                  <a:pt x="161442" y="100939"/>
                </a:lnTo>
                <a:lnTo>
                  <a:pt x="163093" y="99491"/>
                </a:lnTo>
                <a:lnTo>
                  <a:pt x="169367" y="106654"/>
                </a:lnTo>
                <a:lnTo>
                  <a:pt x="167798" y="108026"/>
                </a:lnTo>
                <a:lnTo>
                  <a:pt x="162394" y="112991"/>
                </a:lnTo>
                <a:close/>
              </a:path>
              <a:path w="504189" h="1220470">
                <a:moveTo>
                  <a:pt x="167805" y="108026"/>
                </a:moveTo>
                <a:close/>
              </a:path>
              <a:path w="504189" h="1220470">
                <a:moveTo>
                  <a:pt x="148653" y="126009"/>
                </a:moveTo>
                <a:lnTo>
                  <a:pt x="142049" y="119151"/>
                </a:lnTo>
                <a:lnTo>
                  <a:pt x="148920" y="112547"/>
                </a:lnTo>
                <a:lnTo>
                  <a:pt x="155524" y="119418"/>
                </a:lnTo>
                <a:lnTo>
                  <a:pt x="148653" y="126009"/>
                </a:lnTo>
                <a:close/>
              </a:path>
              <a:path w="504189" h="1220470">
                <a:moveTo>
                  <a:pt x="135496" y="139458"/>
                </a:moveTo>
                <a:lnTo>
                  <a:pt x="128562" y="132930"/>
                </a:lnTo>
                <a:lnTo>
                  <a:pt x="132054" y="129222"/>
                </a:lnTo>
                <a:lnTo>
                  <a:pt x="135255" y="125996"/>
                </a:lnTo>
                <a:lnTo>
                  <a:pt x="142024" y="132689"/>
                </a:lnTo>
                <a:lnTo>
                  <a:pt x="138916" y="135839"/>
                </a:lnTo>
                <a:lnTo>
                  <a:pt x="135496" y="139458"/>
                </a:lnTo>
                <a:close/>
              </a:path>
              <a:path w="504189" h="1220470">
                <a:moveTo>
                  <a:pt x="138916" y="135839"/>
                </a:moveTo>
                <a:close/>
              </a:path>
              <a:path w="504189" h="1220470">
                <a:moveTo>
                  <a:pt x="122720" y="153428"/>
                </a:moveTo>
                <a:lnTo>
                  <a:pt x="115620" y="147078"/>
                </a:lnTo>
                <a:lnTo>
                  <a:pt x="121970" y="139979"/>
                </a:lnTo>
                <a:lnTo>
                  <a:pt x="129070" y="146316"/>
                </a:lnTo>
                <a:lnTo>
                  <a:pt x="122720" y="153428"/>
                </a:lnTo>
                <a:close/>
              </a:path>
              <a:path w="504189" h="1220470">
                <a:moveTo>
                  <a:pt x="110566" y="167728"/>
                </a:moveTo>
                <a:lnTo>
                  <a:pt x="103111" y="161797"/>
                </a:lnTo>
                <a:lnTo>
                  <a:pt x="103936" y="160756"/>
                </a:lnTo>
                <a:lnTo>
                  <a:pt x="109308" y="154393"/>
                </a:lnTo>
                <a:lnTo>
                  <a:pt x="116586" y="160540"/>
                </a:lnTo>
                <a:lnTo>
                  <a:pt x="111311" y="166789"/>
                </a:lnTo>
                <a:lnTo>
                  <a:pt x="110566" y="167728"/>
                </a:lnTo>
                <a:close/>
              </a:path>
              <a:path w="504189" h="1220470">
                <a:moveTo>
                  <a:pt x="111311" y="166789"/>
                </a:moveTo>
                <a:close/>
              </a:path>
              <a:path w="504189" h="1220470">
                <a:moveTo>
                  <a:pt x="98933" y="182638"/>
                </a:moveTo>
                <a:lnTo>
                  <a:pt x="91300" y="176923"/>
                </a:lnTo>
                <a:lnTo>
                  <a:pt x="95008" y="171983"/>
                </a:lnTo>
                <a:lnTo>
                  <a:pt x="97180" y="169252"/>
                </a:lnTo>
                <a:lnTo>
                  <a:pt x="104622" y="175183"/>
                </a:lnTo>
                <a:lnTo>
                  <a:pt x="102543" y="177800"/>
                </a:lnTo>
                <a:lnTo>
                  <a:pt x="98933" y="182638"/>
                </a:lnTo>
                <a:close/>
              </a:path>
              <a:path w="504189" h="1220470">
                <a:moveTo>
                  <a:pt x="102597" y="177727"/>
                </a:moveTo>
                <a:close/>
              </a:path>
              <a:path w="504189" h="1220470">
                <a:moveTo>
                  <a:pt x="102543" y="177800"/>
                </a:moveTo>
                <a:close/>
              </a:path>
              <a:path w="504189" h="1220470">
                <a:moveTo>
                  <a:pt x="87871" y="197967"/>
                </a:moveTo>
                <a:lnTo>
                  <a:pt x="80073" y="192493"/>
                </a:lnTo>
                <a:lnTo>
                  <a:pt x="85547" y="184696"/>
                </a:lnTo>
                <a:lnTo>
                  <a:pt x="93345" y="190157"/>
                </a:lnTo>
                <a:lnTo>
                  <a:pt x="87871" y="197967"/>
                </a:lnTo>
                <a:close/>
              </a:path>
              <a:path w="504189" h="1220470">
                <a:moveTo>
                  <a:pt x="77558" y="213601"/>
                </a:moveTo>
                <a:lnTo>
                  <a:pt x="69418" y="208660"/>
                </a:lnTo>
                <a:lnTo>
                  <a:pt x="69926" y="207835"/>
                </a:lnTo>
                <a:lnTo>
                  <a:pt x="74688" y="200532"/>
                </a:lnTo>
                <a:lnTo>
                  <a:pt x="82664" y="205739"/>
                </a:lnTo>
                <a:lnTo>
                  <a:pt x="77982" y="212902"/>
                </a:lnTo>
                <a:lnTo>
                  <a:pt x="77558" y="213601"/>
                </a:lnTo>
                <a:close/>
              </a:path>
              <a:path w="504189" h="1220470">
                <a:moveTo>
                  <a:pt x="78035" y="212814"/>
                </a:moveTo>
                <a:close/>
              </a:path>
              <a:path w="504189" h="1220470">
                <a:moveTo>
                  <a:pt x="77982" y="212902"/>
                </a:moveTo>
                <a:close/>
              </a:path>
              <a:path w="504189" h="1220470">
                <a:moveTo>
                  <a:pt x="67945" y="229844"/>
                </a:moveTo>
                <a:lnTo>
                  <a:pt x="59626" y="225196"/>
                </a:lnTo>
                <a:lnTo>
                  <a:pt x="62242" y="220510"/>
                </a:lnTo>
                <a:lnTo>
                  <a:pt x="64477" y="216814"/>
                </a:lnTo>
                <a:lnTo>
                  <a:pt x="72631" y="221741"/>
                </a:lnTo>
                <a:lnTo>
                  <a:pt x="70483" y="225297"/>
                </a:lnTo>
                <a:lnTo>
                  <a:pt x="67945" y="229844"/>
                </a:lnTo>
                <a:close/>
              </a:path>
              <a:path w="504189" h="1220470">
                <a:moveTo>
                  <a:pt x="70485" y="225297"/>
                </a:moveTo>
                <a:lnTo>
                  <a:pt x="70561" y="225158"/>
                </a:lnTo>
                <a:lnTo>
                  <a:pt x="70485" y="225297"/>
                </a:lnTo>
                <a:close/>
              </a:path>
              <a:path w="504189" h="1220470">
                <a:moveTo>
                  <a:pt x="59042" y="246494"/>
                </a:moveTo>
                <a:lnTo>
                  <a:pt x="50571" y="242150"/>
                </a:lnTo>
                <a:lnTo>
                  <a:pt x="54902" y="233667"/>
                </a:lnTo>
                <a:lnTo>
                  <a:pt x="63385" y="238010"/>
                </a:lnTo>
                <a:lnTo>
                  <a:pt x="59042" y="246494"/>
                </a:lnTo>
                <a:close/>
              </a:path>
              <a:path w="504189" h="1220470">
                <a:moveTo>
                  <a:pt x="50927" y="263512"/>
                </a:moveTo>
                <a:lnTo>
                  <a:pt x="42291" y="259499"/>
                </a:lnTo>
                <a:lnTo>
                  <a:pt x="46304" y="250863"/>
                </a:lnTo>
                <a:lnTo>
                  <a:pt x="54940" y="254876"/>
                </a:lnTo>
                <a:lnTo>
                  <a:pt x="50927" y="263512"/>
                </a:lnTo>
                <a:close/>
              </a:path>
              <a:path w="504189" h="1220470">
                <a:moveTo>
                  <a:pt x="43751" y="280809"/>
                </a:moveTo>
                <a:lnTo>
                  <a:pt x="34848" y="277406"/>
                </a:lnTo>
                <a:lnTo>
                  <a:pt x="35852" y="274777"/>
                </a:lnTo>
                <a:lnTo>
                  <a:pt x="38493" y="268452"/>
                </a:lnTo>
                <a:lnTo>
                  <a:pt x="47282" y="272122"/>
                </a:lnTo>
                <a:lnTo>
                  <a:pt x="44701" y="278320"/>
                </a:lnTo>
                <a:lnTo>
                  <a:pt x="43751" y="280809"/>
                </a:lnTo>
                <a:close/>
              </a:path>
              <a:path w="504189" h="1220470">
                <a:moveTo>
                  <a:pt x="44701" y="278320"/>
                </a:moveTo>
                <a:lnTo>
                  <a:pt x="44754" y="278180"/>
                </a:lnTo>
                <a:lnTo>
                  <a:pt x="44701" y="278320"/>
                </a:lnTo>
                <a:close/>
              </a:path>
              <a:path w="504189" h="1220470">
                <a:moveTo>
                  <a:pt x="37401" y="298564"/>
                </a:moveTo>
                <a:lnTo>
                  <a:pt x="28384" y="295528"/>
                </a:lnTo>
                <a:lnTo>
                  <a:pt x="30480" y="289267"/>
                </a:lnTo>
                <a:lnTo>
                  <a:pt x="31508" y="286423"/>
                </a:lnTo>
                <a:lnTo>
                  <a:pt x="40462" y="289648"/>
                </a:lnTo>
                <a:lnTo>
                  <a:pt x="39479" y="292392"/>
                </a:lnTo>
                <a:lnTo>
                  <a:pt x="37401" y="298564"/>
                </a:lnTo>
                <a:close/>
              </a:path>
              <a:path w="504189" h="1220470">
                <a:moveTo>
                  <a:pt x="39484" y="292392"/>
                </a:moveTo>
                <a:close/>
              </a:path>
              <a:path w="504189" h="1220470">
                <a:moveTo>
                  <a:pt x="32042" y="316522"/>
                </a:moveTo>
                <a:lnTo>
                  <a:pt x="22847" y="314070"/>
                </a:lnTo>
                <a:lnTo>
                  <a:pt x="23482" y="311657"/>
                </a:lnTo>
                <a:lnTo>
                  <a:pt x="25463" y="304800"/>
                </a:lnTo>
                <a:lnTo>
                  <a:pt x="34620" y="307454"/>
                </a:lnTo>
                <a:lnTo>
                  <a:pt x="32662" y="314210"/>
                </a:lnTo>
                <a:lnTo>
                  <a:pt x="32042" y="316522"/>
                </a:lnTo>
                <a:close/>
              </a:path>
              <a:path w="504189" h="1220470">
                <a:moveTo>
                  <a:pt x="32664" y="314210"/>
                </a:moveTo>
                <a:close/>
              </a:path>
              <a:path w="504189" h="1220470">
                <a:moveTo>
                  <a:pt x="27584" y="334835"/>
                </a:moveTo>
                <a:lnTo>
                  <a:pt x="18287" y="332765"/>
                </a:lnTo>
                <a:lnTo>
                  <a:pt x="19532" y="327139"/>
                </a:lnTo>
                <a:lnTo>
                  <a:pt x="20447" y="323392"/>
                </a:lnTo>
                <a:lnTo>
                  <a:pt x="29705" y="325640"/>
                </a:lnTo>
                <a:lnTo>
                  <a:pt x="28809" y="329298"/>
                </a:lnTo>
                <a:lnTo>
                  <a:pt x="27584" y="334835"/>
                </a:lnTo>
                <a:close/>
              </a:path>
              <a:path w="504189" h="1220470">
                <a:moveTo>
                  <a:pt x="28816" y="329298"/>
                </a:moveTo>
                <a:close/>
              </a:path>
              <a:path w="504189" h="1220470">
                <a:moveTo>
                  <a:pt x="23888" y="353352"/>
                </a:moveTo>
                <a:lnTo>
                  <a:pt x="14528" y="351599"/>
                </a:lnTo>
                <a:lnTo>
                  <a:pt x="16014" y="343623"/>
                </a:lnTo>
                <a:lnTo>
                  <a:pt x="16319" y="342163"/>
                </a:lnTo>
                <a:lnTo>
                  <a:pt x="25654" y="344068"/>
                </a:lnTo>
                <a:lnTo>
                  <a:pt x="25372" y="345452"/>
                </a:lnTo>
                <a:lnTo>
                  <a:pt x="23888" y="353352"/>
                </a:lnTo>
                <a:close/>
              </a:path>
              <a:path w="504189" h="1220470">
                <a:moveTo>
                  <a:pt x="25374" y="345452"/>
                </a:moveTo>
                <a:close/>
              </a:path>
              <a:path w="504189" h="1220470">
                <a:moveTo>
                  <a:pt x="20853" y="371919"/>
                </a:moveTo>
                <a:lnTo>
                  <a:pt x="11417" y="370636"/>
                </a:lnTo>
                <a:lnTo>
                  <a:pt x="12966" y="361111"/>
                </a:lnTo>
                <a:lnTo>
                  <a:pt x="22364" y="362648"/>
                </a:lnTo>
                <a:lnTo>
                  <a:pt x="20853" y="371919"/>
                </a:lnTo>
                <a:close/>
              </a:path>
              <a:path w="504189" h="1220470">
                <a:moveTo>
                  <a:pt x="20878" y="371741"/>
                </a:moveTo>
                <a:close/>
              </a:path>
              <a:path w="504189" h="1220470">
                <a:moveTo>
                  <a:pt x="18300" y="390690"/>
                </a:moveTo>
                <a:lnTo>
                  <a:pt x="8839" y="389623"/>
                </a:lnTo>
                <a:lnTo>
                  <a:pt x="10134" y="380072"/>
                </a:lnTo>
                <a:lnTo>
                  <a:pt x="19570" y="381355"/>
                </a:lnTo>
                <a:lnTo>
                  <a:pt x="18300" y="390690"/>
                </a:lnTo>
                <a:close/>
              </a:path>
              <a:path w="504189" h="1220470">
                <a:moveTo>
                  <a:pt x="18326" y="390486"/>
                </a:moveTo>
                <a:close/>
              </a:path>
              <a:path w="504189" h="1220470">
                <a:moveTo>
                  <a:pt x="16179" y="409613"/>
                </a:moveTo>
                <a:lnTo>
                  <a:pt x="6718" y="408558"/>
                </a:lnTo>
                <a:lnTo>
                  <a:pt x="7772" y="399084"/>
                </a:lnTo>
                <a:lnTo>
                  <a:pt x="17246" y="400151"/>
                </a:lnTo>
                <a:lnTo>
                  <a:pt x="16179" y="409613"/>
                </a:lnTo>
                <a:close/>
              </a:path>
              <a:path w="504189" h="1220470">
                <a:moveTo>
                  <a:pt x="14439" y="428485"/>
                </a:moveTo>
                <a:lnTo>
                  <a:pt x="4953" y="427621"/>
                </a:lnTo>
                <a:lnTo>
                  <a:pt x="5829" y="418134"/>
                </a:lnTo>
                <a:lnTo>
                  <a:pt x="15316" y="419011"/>
                </a:lnTo>
                <a:lnTo>
                  <a:pt x="14439" y="428485"/>
                </a:lnTo>
                <a:close/>
              </a:path>
              <a:path w="504189" h="1220470">
                <a:moveTo>
                  <a:pt x="13030" y="447395"/>
                </a:moveTo>
                <a:lnTo>
                  <a:pt x="3530" y="446709"/>
                </a:lnTo>
                <a:lnTo>
                  <a:pt x="4216" y="437210"/>
                </a:lnTo>
                <a:lnTo>
                  <a:pt x="13716" y="437895"/>
                </a:lnTo>
                <a:lnTo>
                  <a:pt x="13030" y="447395"/>
                </a:lnTo>
                <a:close/>
              </a:path>
              <a:path w="504189" h="1220470">
                <a:moveTo>
                  <a:pt x="11887" y="466331"/>
                </a:moveTo>
                <a:lnTo>
                  <a:pt x="2374" y="465797"/>
                </a:lnTo>
                <a:lnTo>
                  <a:pt x="2908" y="456285"/>
                </a:lnTo>
                <a:lnTo>
                  <a:pt x="12420" y="456831"/>
                </a:lnTo>
                <a:lnTo>
                  <a:pt x="11887" y="466331"/>
                </a:lnTo>
                <a:close/>
              </a:path>
              <a:path w="504189" h="1220470">
                <a:moveTo>
                  <a:pt x="10998" y="485292"/>
                </a:moveTo>
                <a:lnTo>
                  <a:pt x="1473" y="484898"/>
                </a:lnTo>
                <a:lnTo>
                  <a:pt x="1866" y="475386"/>
                </a:lnTo>
                <a:lnTo>
                  <a:pt x="11391" y="475780"/>
                </a:lnTo>
                <a:lnTo>
                  <a:pt x="10998" y="485292"/>
                </a:lnTo>
                <a:close/>
              </a:path>
              <a:path w="504189" h="1220470">
                <a:moveTo>
                  <a:pt x="10325" y="504266"/>
                </a:moveTo>
                <a:lnTo>
                  <a:pt x="812" y="503999"/>
                </a:lnTo>
                <a:lnTo>
                  <a:pt x="1030" y="495934"/>
                </a:lnTo>
                <a:lnTo>
                  <a:pt x="1092" y="494410"/>
                </a:lnTo>
                <a:lnTo>
                  <a:pt x="10604" y="494804"/>
                </a:lnTo>
                <a:lnTo>
                  <a:pt x="10551" y="495934"/>
                </a:lnTo>
                <a:lnTo>
                  <a:pt x="10325" y="504266"/>
                </a:lnTo>
                <a:close/>
              </a:path>
              <a:path w="504189" h="1220470">
                <a:moveTo>
                  <a:pt x="9867" y="523252"/>
                </a:moveTo>
                <a:lnTo>
                  <a:pt x="342" y="523113"/>
                </a:lnTo>
                <a:lnTo>
                  <a:pt x="406" y="518553"/>
                </a:lnTo>
                <a:lnTo>
                  <a:pt x="546" y="513524"/>
                </a:lnTo>
                <a:lnTo>
                  <a:pt x="10071" y="513791"/>
                </a:lnTo>
                <a:lnTo>
                  <a:pt x="9931" y="518756"/>
                </a:lnTo>
                <a:lnTo>
                  <a:pt x="9867" y="523252"/>
                </a:lnTo>
                <a:close/>
              </a:path>
              <a:path w="504189" h="1220470">
                <a:moveTo>
                  <a:pt x="9588" y="542239"/>
                </a:moveTo>
                <a:lnTo>
                  <a:pt x="63" y="542213"/>
                </a:lnTo>
                <a:lnTo>
                  <a:pt x="203" y="532638"/>
                </a:lnTo>
                <a:lnTo>
                  <a:pt x="9728" y="532777"/>
                </a:lnTo>
                <a:lnTo>
                  <a:pt x="9588" y="542061"/>
                </a:lnTo>
                <a:lnTo>
                  <a:pt x="9588" y="542239"/>
                </a:lnTo>
                <a:close/>
              </a:path>
              <a:path w="504189" h="1220470">
                <a:moveTo>
                  <a:pt x="9525" y="561289"/>
                </a:moveTo>
                <a:lnTo>
                  <a:pt x="0" y="561263"/>
                </a:lnTo>
                <a:lnTo>
                  <a:pt x="25" y="551738"/>
                </a:lnTo>
                <a:lnTo>
                  <a:pt x="9550" y="551764"/>
                </a:lnTo>
                <a:lnTo>
                  <a:pt x="9525" y="561289"/>
                </a:lnTo>
                <a:close/>
              </a:path>
              <a:path w="504189" h="1220470">
                <a:moveTo>
                  <a:pt x="114" y="580364"/>
                </a:moveTo>
                <a:lnTo>
                  <a:pt x="38" y="570839"/>
                </a:lnTo>
                <a:lnTo>
                  <a:pt x="9563" y="570763"/>
                </a:lnTo>
                <a:lnTo>
                  <a:pt x="9639" y="580288"/>
                </a:lnTo>
                <a:lnTo>
                  <a:pt x="114" y="580364"/>
                </a:lnTo>
                <a:close/>
              </a:path>
              <a:path w="504189" h="1220470">
                <a:moveTo>
                  <a:pt x="368" y="599465"/>
                </a:moveTo>
                <a:lnTo>
                  <a:pt x="190" y="589940"/>
                </a:lnTo>
                <a:lnTo>
                  <a:pt x="9715" y="589762"/>
                </a:lnTo>
                <a:lnTo>
                  <a:pt x="9893" y="599287"/>
                </a:lnTo>
                <a:lnTo>
                  <a:pt x="368" y="599465"/>
                </a:lnTo>
                <a:close/>
              </a:path>
              <a:path w="504189" h="1220470">
                <a:moveTo>
                  <a:pt x="774" y="618553"/>
                </a:moveTo>
                <a:lnTo>
                  <a:pt x="635" y="613841"/>
                </a:lnTo>
                <a:lnTo>
                  <a:pt x="546" y="608990"/>
                </a:lnTo>
                <a:lnTo>
                  <a:pt x="10071" y="608812"/>
                </a:lnTo>
                <a:lnTo>
                  <a:pt x="10166" y="613841"/>
                </a:lnTo>
                <a:lnTo>
                  <a:pt x="10299" y="618286"/>
                </a:lnTo>
                <a:lnTo>
                  <a:pt x="774" y="618553"/>
                </a:lnTo>
                <a:close/>
              </a:path>
              <a:path w="504189" h="1220470">
                <a:moveTo>
                  <a:pt x="10161" y="613663"/>
                </a:moveTo>
                <a:close/>
              </a:path>
              <a:path w="504189" h="1220470">
                <a:moveTo>
                  <a:pt x="1320" y="637603"/>
                </a:moveTo>
                <a:lnTo>
                  <a:pt x="1041" y="628078"/>
                </a:lnTo>
                <a:lnTo>
                  <a:pt x="10566" y="627799"/>
                </a:lnTo>
                <a:lnTo>
                  <a:pt x="10845" y="637324"/>
                </a:lnTo>
                <a:lnTo>
                  <a:pt x="1320" y="637603"/>
                </a:lnTo>
                <a:close/>
              </a:path>
              <a:path w="504189" h="1220470">
                <a:moveTo>
                  <a:pt x="2044" y="656678"/>
                </a:moveTo>
                <a:lnTo>
                  <a:pt x="1676" y="647166"/>
                </a:lnTo>
                <a:lnTo>
                  <a:pt x="11201" y="646798"/>
                </a:lnTo>
                <a:lnTo>
                  <a:pt x="11569" y="656310"/>
                </a:lnTo>
                <a:lnTo>
                  <a:pt x="2044" y="656678"/>
                </a:lnTo>
                <a:close/>
              </a:path>
              <a:path w="504189" h="1220470">
                <a:moveTo>
                  <a:pt x="2908" y="675754"/>
                </a:moveTo>
                <a:lnTo>
                  <a:pt x="2451" y="666241"/>
                </a:lnTo>
                <a:lnTo>
                  <a:pt x="11963" y="665784"/>
                </a:lnTo>
                <a:lnTo>
                  <a:pt x="12420" y="675297"/>
                </a:lnTo>
                <a:lnTo>
                  <a:pt x="2908" y="675754"/>
                </a:lnTo>
                <a:close/>
              </a:path>
              <a:path w="504189" h="1220470">
                <a:moveTo>
                  <a:pt x="3886" y="694816"/>
                </a:moveTo>
                <a:lnTo>
                  <a:pt x="3352" y="685266"/>
                </a:lnTo>
                <a:lnTo>
                  <a:pt x="12877" y="684809"/>
                </a:lnTo>
                <a:lnTo>
                  <a:pt x="12930" y="686053"/>
                </a:lnTo>
                <a:lnTo>
                  <a:pt x="13398" y="694283"/>
                </a:lnTo>
                <a:lnTo>
                  <a:pt x="3886" y="694816"/>
                </a:lnTo>
                <a:close/>
              </a:path>
              <a:path w="504189" h="1220470">
                <a:moveTo>
                  <a:pt x="12930" y="686053"/>
                </a:moveTo>
                <a:close/>
              </a:path>
              <a:path w="504189" h="1220470">
                <a:moveTo>
                  <a:pt x="5003" y="713879"/>
                </a:moveTo>
                <a:lnTo>
                  <a:pt x="4754" y="709968"/>
                </a:lnTo>
                <a:lnTo>
                  <a:pt x="4432" y="704329"/>
                </a:lnTo>
                <a:lnTo>
                  <a:pt x="13944" y="703795"/>
                </a:lnTo>
                <a:lnTo>
                  <a:pt x="14298" y="709968"/>
                </a:lnTo>
                <a:lnTo>
                  <a:pt x="14503" y="713257"/>
                </a:lnTo>
                <a:lnTo>
                  <a:pt x="5003" y="713879"/>
                </a:lnTo>
                <a:close/>
              </a:path>
              <a:path w="504189" h="1220470">
                <a:moveTo>
                  <a:pt x="6261" y="732891"/>
                </a:moveTo>
                <a:lnTo>
                  <a:pt x="5626" y="723391"/>
                </a:lnTo>
                <a:lnTo>
                  <a:pt x="15138" y="722756"/>
                </a:lnTo>
                <a:lnTo>
                  <a:pt x="15760" y="732269"/>
                </a:lnTo>
                <a:lnTo>
                  <a:pt x="6261" y="732891"/>
                </a:lnTo>
                <a:close/>
              </a:path>
              <a:path w="504189" h="1220470">
                <a:moveTo>
                  <a:pt x="7670" y="751928"/>
                </a:moveTo>
                <a:lnTo>
                  <a:pt x="6959" y="742429"/>
                </a:lnTo>
                <a:lnTo>
                  <a:pt x="16459" y="741718"/>
                </a:lnTo>
                <a:lnTo>
                  <a:pt x="17170" y="751217"/>
                </a:lnTo>
                <a:lnTo>
                  <a:pt x="7670" y="751928"/>
                </a:lnTo>
                <a:close/>
              </a:path>
              <a:path w="504189" h="1220470">
                <a:moveTo>
                  <a:pt x="9220" y="770966"/>
                </a:moveTo>
                <a:lnTo>
                  <a:pt x="8420" y="761466"/>
                </a:lnTo>
                <a:lnTo>
                  <a:pt x="17907" y="760679"/>
                </a:lnTo>
                <a:lnTo>
                  <a:pt x="18707" y="770166"/>
                </a:lnTo>
                <a:lnTo>
                  <a:pt x="9220" y="770966"/>
                </a:lnTo>
                <a:close/>
              </a:path>
              <a:path w="504189" h="1220470">
                <a:moveTo>
                  <a:pt x="10896" y="789978"/>
                </a:moveTo>
                <a:lnTo>
                  <a:pt x="10007" y="780453"/>
                </a:lnTo>
                <a:lnTo>
                  <a:pt x="19507" y="779652"/>
                </a:lnTo>
                <a:lnTo>
                  <a:pt x="20383" y="789101"/>
                </a:lnTo>
                <a:lnTo>
                  <a:pt x="10896" y="789978"/>
                </a:lnTo>
                <a:close/>
              </a:path>
              <a:path w="504189" h="1220470">
                <a:moveTo>
                  <a:pt x="19548" y="780211"/>
                </a:moveTo>
                <a:close/>
              </a:path>
              <a:path w="504189" h="1220470">
                <a:moveTo>
                  <a:pt x="12712" y="808989"/>
                </a:moveTo>
                <a:lnTo>
                  <a:pt x="11772" y="799464"/>
                </a:lnTo>
                <a:lnTo>
                  <a:pt x="21259" y="798576"/>
                </a:lnTo>
                <a:lnTo>
                  <a:pt x="21657" y="802805"/>
                </a:lnTo>
                <a:lnTo>
                  <a:pt x="22186" y="808012"/>
                </a:lnTo>
                <a:lnTo>
                  <a:pt x="12712" y="808989"/>
                </a:lnTo>
                <a:close/>
              </a:path>
              <a:path w="504189" h="1220470">
                <a:moveTo>
                  <a:pt x="21657" y="802805"/>
                </a:moveTo>
                <a:close/>
              </a:path>
              <a:path w="504189" h="1220470">
                <a:moveTo>
                  <a:pt x="14693" y="827989"/>
                </a:moveTo>
                <a:lnTo>
                  <a:pt x="14346" y="824814"/>
                </a:lnTo>
                <a:lnTo>
                  <a:pt x="13690" y="818464"/>
                </a:lnTo>
                <a:lnTo>
                  <a:pt x="23164" y="817486"/>
                </a:lnTo>
                <a:lnTo>
                  <a:pt x="23921" y="824814"/>
                </a:lnTo>
                <a:lnTo>
                  <a:pt x="24155" y="826922"/>
                </a:lnTo>
                <a:lnTo>
                  <a:pt x="14693" y="827989"/>
                </a:lnTo>
                <a:close/>
              </a:path>
              <a:path w="504189" h="1220470">
                <a:moveTo>
                  <a:pt x="16827" y="846912"/>
                </a:moveTo>
                <a:lnTo>
                  <a:pt x="15760" y="837450"/>
                </a:lnTo>
                <a:lnTo>
                  <a:pt x="25222" y="836383"/>
                </a:lnTo>
                <a:lnTo>
                  <a:pt x="26288" y="845845"/>
                </a:lnTo>
                <a:lnTo>
                  <a:pt x="16827" y="846912"/>
                </a:lnTo>
                <a:close/>
              </a:path>
              <a:path w="504189" h="1220470">
                <a:moveTo>
                  <a:pt x="19151" y="865873"/>
                </a:moveTo>
                <a:lnTo>
                  <a:pt x="17983" y="856411"/>
                </a:lnTo>
                <a:lnTo>
                  <a:pt x="27444" y="855256"/>
                </a:lnTo>
                <a:lnTo>
                  <a:pt x="28613" y="864704"/>
                </a:lnTo>
                <a:lnTo>
                  <a:pt x="19151" y="865873"/>
                </a:lnTo>
                <a:close/>
              </a:path>
              <a:path w="504189" h="1220470">
                <a:moveTo>
                  <a:pt x="21666" y="884808"/>
                </a:moveTo>
                <a:lnTo>
                  <a:pt x="20408" y="875360"/>
                </a:lnTo>
                <a:lnTo>
                  <a:pt x="29845" y="874102"/>
                </a:lnTo>
                <a:lnTo>
                  <a:pt x="31115" y="883538"/>
                </a:lnTo>
                <a:lnTo>
                  <a:pt x="21666" y="884808"/>
                </a:lnTo>
                <a:close/>
              </a:path>
              <a:path w="504189" h="1220470">
                <a:moveTo>
                  <a:pt x="24396" y="903719"/>
                </a:moveTo>
                <a:lnTo>
                  <a:pt x="23012" y="894295"/>
                </a:lnTo>
                <a:lnTo>
                  <a:pt x="32448" y="892911"/>
                </a:lnTo>
                <a:lnTo>
                  <a:pt x="33820" y="902334"/>
                </a:lnTo>
                <a:lnTo>
                  <a:pt x="24396" y="903719"/>
                </a:lnTo>
                <a:close/>
              </a:path>
              <a:path w="504189" h="1220470">
                <a:moveTo>
                  <a:pt x="27368" y="922591"/>
                </a:moveTo>
                <a:lnTo>
                  <a:pt x="25857" y="913193"/>
                </a:lnTo>
                <a:lnTo>
                  <a:pt x="35267" y="911682"/>
                </a:lnTo>
                <a:lnTo>
                  <a:pt x="36766" y="921092"/>
                </a:lnTo>
                <a:lnTo>
                  <a:pt x="27368" y="922591"/>
                </a:lnTo>
                <a:close/>
              </a:path>
              <a:path w="504189" h="1220470">
                <a:moveTo>
                  <a:pt x="30607" y="941438"/>
                </a:moveTo>
                <a:lnTo>
                  <a:pt x="28968" y="932052"/>
                </a:lnTo>
                <a:lnTo>
                  <a:pt x="38354" y="930414"/>
                </a:lnTo>
                <a:lnTo>
                  <a:pt x="39992" y="939800"/>
                </a:lnTo>
                <a:lnTo>
                  <a:pt x="30607" y="941438"/>
                </a:lnTo>
                <a:close/>
              </a:path>
              <a:path w="504189" h="1220470">
                <a:moveTo>
                  <a:pt x="34226" y="960310"/>
                </a:moveTo>
                <a:lnTo>
                  <a:pt x="34036" y="959446"/>
                </a:lnTo>
                <a:lnTo>
                  <a:pt x="32397" y="950874"/>
                </a:lnTo>
                <a:lnTo>
                  <a:pt x="41744" y="949083"/>
                </a:lnTo>
                <a:lnTo>
                  <a:pt x="43366" y="957465"/>
                </a:lnTo>
                <a:lnTo>
                  <a:pt x="43548" y="958341"/>
                </a:lnTo>
                <a:lnTo>
                  <a:pt x="34226" y="960310"/>
                </a:lnTo>
                <a:close/>
              </a:path>
              <a:path w="504189" h="1220470">
                <a:moveTo>
                  <a:pt x="38303" y="979030"/>
                </a:moveTo>
                <a:lnTo>
                  <a:pt x="37249" y="974534"/>
                </a:lnTo>
                <a:lnTo>
                  <a:pt x="36207" y="969632"/>
                </a:lnTo>
                <a:lnTo>
                  <a:pt x="45516" y="967651"/>
                </a:lnTo>
                <a:lnTo>
                  <a:pt x="46511" y="972350"/>
                </a:lnTo>
                <a:lnTo>
                  <a:pt x="47574" y="976845"/>
                </a:lnTo>
                <a:lnTo>
                  <a:pt x="38303" y="979030"/>
                </a:lnTo>
                <a:close/>
              </a:path>
              <a:path w="504189" h="1220470">
                <a:moveTo>
                  <a:pt x="43002" y="997648"/>
                </a:moveTo>
                <a:lnTo>
                  <a:pt x="40525" y="988440"/>
                </a:lnTo>
                <a:lnTo>
                  <a:pt x="49733" y="985977"/>
                </a:lnTo>
                <a:lnTo>
                  <a:pt x="52197" y="995171"/>
                </a:lnTo>
                <a:lnTo>
                  <a:pt x="43002" y="997648"/>
                </a:lnTo>
                <a:close/>
              </a:path>
              <a:path w="504189" h="1220470">
                <a:moveTo>
                  <a:pt x="48704" y="1016190"/>
                </a:moveTo>
                <a:lnTo>
                  <a:pt x="47606" y="1013028"/>
                </a:lnTo>
                <a:lnTo>
                  <a:pt x="45732" y="1006944"/>
                </a:lnTo>
                <a:lnTo>
                  <a:pt x="54825" y="1004150"/>
                </a:lnTo>
                <a:lnTo>
                  <a:pt x="56675" y="1010132"/>
                </a:lnTo>
                <a:lnTo>
                  <a:pt x="57696" y="1013028"/>
                </a:lnTo>
                <a:lnTo>
                  <a:pt x="48704" y="1016190"/>
                </a:lnTo>
                <a:close/>
              </a:path>
              <a:path w="504189" h="1220470">
                <a:moveTo>
                  <a:pt x="55524" y="1034199"/>
                </a:moveTo>
                <a:lnTo>
                  <a:pt x="51981" y="1025359"/>
                </a:lnTo>
                <a:lnTo>
                  <a:pt x="60820" y="1021816"/>
                </a:lnTo>
                <a:lnTo>
                  <a:pt x="64363" y="1030655"/>
                </a:lnTo>
                <a:lnTo>
                  <a:pt x="55524" y="1034199"/>
                </a:lnTo>
                <a:close/>
              </a:path>
              <a:path w="504189" h="1220470">
                <a:moveTo>
                  <a:pt x="63881" y="1051801"/>
                </a:moveTo>
                <a:lnTo>
                  <a:pt x="60325" y="1044867"/>
                </a:lnTo>
                <a:lnTo>
                  <a:pt x="59512" y="1043076"/>
                </a:lnTo>
                <a:lnTo>
                  <a:pt x="68186" y="1039139"/>
                </a:lnTo>
                <a:lnTo>
                  <a:pt x="68817" y="1040523"/>
                </a:lnTo>
                <a:lnTo>
                  <a:pt x="72351" y="1047445"/>
                </a:lnTo>
                <a:lnTo>
                  <a:pt x="63881" y="1051801"/>
                </a:lnTo>
                <a:close/>
              </a:path>
              <a:path w="504189" h="1220470">
                <a:moveTo>
                  <a:pt x="73888" y="1068565"/>
                </a:moveTo>
                <a:lnTo>
                  <a:pt x="69926" y="1062481"/>
                </a:lnTo>
                <a:lnTo>
                  <a:pt x="68668" y="1060310"/>
                </a:lnTo>
                <a:lnTo>
                  <a:pt x="76911" y="1055535"/>
                </a:lnTo>
                <a:lnTo>
                  <a:pt x="77928" y="1057287"/>
                </a:lnTo>
                <a:lnTo>
                  <a:pt x="81876" y="1063370"/>
                </a:lnTo>
                <a:lnTo>
                  <a:pt x="73888" y="1068565"/>
                </a:lnTo>
                <a:close/>
              </a:path>
              <a:path w="504189" h="1220470">
                <a:moveTo>
                  <a:pt x="85712" y="1084148"/>
                </a:moveTo>
                <a:lnTo>
                  <a:pt x="80391" y="1077645"/>
                </a:lnTo>
                <a:lnTo>
                  <a:pt x="79565" y="1076528"/>
                </a:lnTo>
                <a:lnTo>
                  <a:pt x="87261" y="1070914"/>
                </a:lnTo>
                <a:lnTo>
                  <a:pt x="87922" y="1071829"/>
                </a:lnTo>
                <a:lnTo>
                  <a:pt x="93078" y="1078115"/>
                </a:lnTo>
                <a:lnTo>
                  <a:pt x="85712" y="1084148"/>
                </a:lnTo>
                <a:close/>
              </a:path>
              <a:path w="504189" h="1220470">
                <a:moveTo>
                  <a:pt x="87945" y="1071829"/>
                </a:moveTo>
                <a:lnTo>
                  <a:pt x="87769" y="1071613"/>
                </a:lnTo>
                <a:lnTo>
                  <a:pt x="87945" y="1071829"/>
                </a:lnTo>
                <a:close/>
              </a:path>
              <a:path w="504189" h="1220470">
                <a:moveTo>
                  <a:pt x="99656" y="1098232"/>
                </a:moveTo>
                <a:lnTo>
                  <a:pt x="97320" y="1096187"/>
                </a:lnTo>
                <a:lnTo>
                  <a:pt x="92544" y="1091514"/>
                </a:lnTo>
                <a:lnTo>
                  <a:pt x="99212" y="1084706"/>
                </a:lnTo>
                <a:lnTo>
                  <a:pt x="103805" y="1089190"/>
                </a:lnTo>
                <a:lnTo>
                  <a:pt x="105930" y="1091069"/>
                </a:lnTo>
                <a:lnTo>
                  <a:pt x="99656" y="1098232"/>
                </a:lnTo>
                <a:close/>
              </a:path>
              <a:path w="504189" h="1220470">
                <a:moveTo>
                  <a:pt x="115023" y="1110272"/>
                </a:moveTo>
                <a:lnTo>
                  <a:pt x="109740" y="1106512"/>
                </a:lnTo>
                <a:lnTo>
                  <a:pt x="107162" y="1104480"/>
                </a:lnTo>
                <a:lnTo>
                  <a:pt x="113055" y="1097000"/>
                </a:lnTo>
                <a:lnTo>
                  <a:pt x="115443" y="1098892"/>
                </a:lnTo>
                <a:lnTo>
                  <a:pt x="120548" y="1102499"/>
                </a:lnTo>
                <a:lnTo>
                  <a:pt x="115023" y="1110272"/>
                </a:lnTo>
                <a:close/>
              </a:path>
              <a:path w="504189" h="1220470">
                <a:moveTo>
                  <a:pt x="115467" y="1098892"/>
                </a:moveTo>
                <a:lnTo>
                  <a:pt x="115252" y="1098740"/>
                </a:lnTo>
                <a:lnTo>
                  <a:pt x="115467" y="1098892"/>
                </a:lnTo>
                <a:close/>
              </a:path>
              <a:path w="504189" h="1220470">
                <a:moveTo>
                  <a:pt x="131838" y="1120432"/>
                </a:moveTo>
                <a:lnTo>
                  <a:pt x="129044" y="1118933"/>
                </a:lnTo>
                <a:lnTo>
                  <a:pt x="123393" y="1115644"/>
                </a:lnTo>
                <a:lnTo>
                  <a:pt x="128193" y="1107414"/>
                </a:lnTo>
                <a:lnTo>
                  <a:pt x="133680" y="1110627"/>
                </a:lnTo>
                <a:lnTo>
                  <a:pt x="136321" y="1112024"/>
                </a:lnTo>
                <a:lnTo>
                  <a:pt x="131838" y="1120432"/>
                </a:lnTo>
                <a:close/>
              </a:path>
              <a:path w="504189" h="1220470">
                <a:moveTo>
                  <a:pt x="149390" y="1128941"/>
                </a:moveTo>
                <a:lnTo>
                  <a:pt x="142405" y="1125766"/>
                </a:lnTo>
                <a:lnTo>
                  <a:pt x="140474" y="1124826"/>
                </a:lnTo>
                <a:lnTo>
                  <a:pt x="144665" y="1116266"/>
                </a:lnTo>
                <a:lnTo>
                  <a:pt x="146366" y="1117104"/>
                </a:lnTo>
                <a:lnTo>
                  <a:pt x="153035" y="1120139"/>
                </a:lnTo>
                <a:lnTo>
                  <a:pt x="149390" y="1128941"/>
                </a:lnTo>
                <a:close/>
              </a:path>
              <a:path w="504189" h="1220470">
                <a:moveTo>
                  <a:pt x="167170" y="1136154"/>
                </a:moveTo>
                <a:lnTo>
                  <a:pt x="163017" y="1134579"/>
                </a:lnTo>
                <a:lnTo>
                  <a:pt x="158191" y="1132585"/>
                </a:lnTo>
                <a:lnTo>
                  <a:pt x="161836" y="1123784"/>
                </a:lnTo>
                <a:lnTo>
                  <a:pt x="166412" y="1125677"/>
                </a:lnTo>
                <a:lnTo>
                  <a:pt x="170561" y="1127252"/>
                </a:lnTo>
                <a:lnTo>
                  <a:pt x="167170" y="1136154"/>
                </a:lnTo>
                <a:close/>
              </a:path>
              <a:path w="504189" h="1220470">
                <a:moveTo>
                  <a:pt x="185013" y="1142898"/>
                </a:moveTo>
                <a:lnTo>
                  <a:pt x="176072" y="1139545"/>
                </a:lnTo>
                <a:lnTo>
                  <a:pt x="179463" y="1130642"/>
                </a:lnTo>
                <a:lnTo>
                  <a:pt x="180314" y="1130960"/>
                </a:lnTo>
                <a:lnTo>
                  <a:pt x="188353" y="1133982"/>
                </a:lnTo>
                <a:lnTo>
                  <a:pt x="185013" y="1142898"/>
                </a:lnTo>
                <a:close/>
              </a:path>
              <a:path w="504189" h="1220470">
                <a:moveTo>
                  <a:pt x="202844" y="1149591"/>
                </a:moveTo>
                <a:lnTo>
                  <a:pt x="193929" y="1146251"/>
                </a:lnTo>
                <a:lnTo>
                  <a:pt x="197281" y="1137323"/>
                </a:lnTo>
                <a:lnTo>
                  <a:pt x="206197" y="1140675"/>
                </a:lnTo>
                <a:lnTo>
                  <a:pt x="202844" y="1149591"/>
                </a:lnTo>
                <a:close/>
              </a:path>
              <a:path w="504189" h="1220470">
                <a:moveTo>
                  <a:pt x="220192" y="1156690"/>
                </a:moveTo>
                <a:lnTo>
                  <a:pt x="219354" y="1156309"/>
                </a:lnTo>
                <a:lnTo>
                  <a:pt x="211543" y="1153083"/>
                </a:lnTo>
                <a:lnTo>
                  <a:pt x="215176" y="1144282"/>
                </a:lnTo>
                <a:lnTo>
                  <a:pt x="223126" y="1147559"/>
                </a:lnTo>
                <a:lnTo>
                  <a:pt x="224104" y="1148003"/>
                </a:lnTo>
                <a:lnTo>
                  <a:pt x="220192" y="1156690"/>
                </a:lnTo>
                <a:close/>
              </a:path>
              <a:path w="504189" h="1220470">
                <a:moveTo>
                  <a:pt x="237350" y="1164729"/>
                </a:moveTo>
                <a:lnTo>
                  <a:pt x="228739" y="1160602"/>
                </a:lnTo>
                <a:lnTo>
                  <a:pt x="232879" y="1152016"/>
                </a:lnTo>
                <a:lnTo>
                  <a:pt x="241439" y="1156131"/>
                </a:lnTo>
                <a:lnTo>
                  <a:pt x="237350" y="1164729"/>
                </a:lnTo>
                <a:close/>
              </a:path>
              <a:path w="504189" h="1220470">
                <a:moveTo>
                  <a:pt x="255143" y="1172375"/>
                </a:moveTo>
                <a:lnTo>
                  <a:pt x="248805" y="1169860"/>
                </a:lnTo>
                <a:lnTo>
                  <a:pt x="246176" y="1168717"/>
                </a:lnTo>
                <a:lnTo>
                  <a:pt x="249974" y="1159979"/>
                </a:lnTo>
                <a:lnTo>
                  <a:pt x="252346" y="1161008"/>
                </a:lnTo>
                <a:lnTo>
                  <a:pt x="258660" y="1163523"/>
                </a:lnTo>
                <a:lnTo>
                  <a:pt x="255143" y="1172375"/>
                </a:lnTo>
                <a:close/>
              </a:path>
              <a:path w="504189" h="1220470">
                <a:moveTo>
                  <a:pt x="273329" y="1178839"/>
                </a:moveTo>
                <a:lnTo>
                  <a:pt x="265163" y="1176083"/>
                </a:lnTo>
                <a:lnTo>
                  <a:pt x="264198" y="1175727"/>
                </a:lnTo>
                <a:lnTo>
                  <a:pt x="267462" y="1166787"/>
                </a:lnTo>
                <a:lnTo>
                  <a:pt x="268312" y="1167104"/>
                </a:lnTo>
                <a:lnTo>
                  <a:pt x="276364" y="1169809"/>
                </a:lnTo>
                <a:lnTo>
                  <a:pt x="273329" y="1178839"/>
                </a:lnTo>
                <a:close/>
              </a:path>
              <a:path w="504189" h="1220470">
                <a:moveTo>
                  <a:pt x="291858" y="1184389"/>
                </a:moveTo>
                <a:lnTo>
                  <a:pt x="282613" y="1181722"/>
                </a:lnTo>
                <a:lnTo>
                  <a:pt x="285254" y="1172578"/>
                </a:lnTo>
                <a:lnTo>
                  <a:pt x="293853" y="1175054"/>
                </a:lnTo>
                <a:lnTo>
                  <a:pt x="294322" y="1175181"/>
                </a:lnTo>
                <a:lnTo>
                  <a:pt x="291858" y="1184389"/>
                </a:lnTo>
                <a:close/>
              </a:path>
              <a:path w="504189" h="1220470">
                <a:moveTo>
                  <a:pt x="310451" y="1189177"/>
                </a:moveTo>
                <a:lnTo>
                  <a:pt x="301142" y="1186865"/>
                </a:lnTo>
                <a:lnTo>
                  <a:pt x="303453" y="1177620"/>
                </a:lnTo>
                <a:lnTo>
                  <a:pt x="311886" y="1179728"/>
                </a:lnTo>
                <a:lnTo>
                  <a:pt x="312623" y="1179906"/>
                </a:lnTo>
                <a:lnTo>
                  <a:pt x="310451" y="1189177"/>
                </a:lnTo>
                <a:close/>
              </a:path>
              <a:path w="504189" h="1220470">
                <a:moveTo>
                  <a:pt x="329145" y="1193330"/>
                </a:moveTo>
                <a:lnTo>
                  <a:pt x="319824" y="1191348"/>
                </a:lnTo>
                <a:lnTo>
                  <a:pt x="321805" y="1182039"/>
                </a:lnTo>
                <a:lnTo>
                  <a:pt x="331127" y="1184020"/>
                </a:lnTo>
                <a:lnTo>
                  <a:pt x="329145" y="1193330"/>
                </a:lnTo>
                <a:close/>
              </a:path>
              <a:path w="504189" h="1220470">
                <a:moveTo>
                  <a:pt x="347929" y="1197089"/>
                </a:moveTo>
                <a:lnTo>
                  <a:pt x="338569" y="1195323"/>
                </a:lnTo>
                <a:lnTo>
                  <a:pt x="340334" y="1185964"/>
                </a:lnTo>
                <a:lnTo>
                  <a:pt x="349694" y="1187729"/>
                </a:lnTo>
                <a:lnTo>
                  <a:pt x="347929" y="1197089"/>
                </a:lnTo>
                <a:close/>
              </a:path>
              <a:path w="504189" h="1220470">
                <a:moveTo>
                  <a:pt x="366763" y="1200467"/>
                </a:moveTo>
                <a:lnTo>
                  <a:pt x="357378" y="1198867"/>
                </a:lnTo>
                <a:lnTo>
                  <a:pt x="358978" y="1189481"/>
                </a:lnTo>
                <a:lnTo>
                  <a:pt x="368363" y="1191082"/>
                </a:lnTo>
                <a:lnTo>
                  <a:pt x="366763" y="1200467"/>
                </a:lnTo>
                <a:close/>
              </a:path>
              <a:path w="504189" h="1220470">
                <a:moveTo>
                  <a:pt x="385635" y="1203540"/>
                </a:moveTo>
                <a:lnTo>
                  <a:pt x="376224" y="1202067"/>
                </a:lnTo>
                <a:lnTo>
                  <a:pt x="377685" y="1192656"/>
                </a:lnTo>
                <a:lnTo>
                  <a:pt x="387096" y="1194117"/>
                </a:lnTo>
                <a:lnTo>
                  <a:pt x="385635" y="1203540"/>
                </a:lnTo>
                <a:close/>
              </a:path>
              <a:path w="504189" h="1220470">
                <a:moveTo>
                  <a:pt x="404520" y="1206360"/>
                </a:moveTo>
                <a:lnTo>
                  <a:pt x="395097" y="1205001"/>
                </a:lnTo>
                <a:lnTo>
                  <a:pt x="396455" y="1195577"/>
                </a:lnTo>
                <a:lnTo>
                  <a:pt x="405892" y="1196936"/>
                </a:lnTo>
                <a:lnTo>
                  <a:pt x="404520" y="1206360"/>
                </a:lnTo>
                <a:close/>
              </a:path>
              <a:path w="504189" h="1220470">
                <a:moveTo>
                  <a:pt x="423430" y="1209001"/>
                </a:moveTo>
                <a:lnTo>
                  <a:pt x="413994" y="1207719"/>
                </a:lnTo>
                <a:lnTo>
                  <a:pt x="415277" y="1198283"/>
                </a:lnTo>
                <a:lnTo>
                  <a:pt x="424713" y="1199565"/>
                </a:lnTo>
                <a:lnTo>
                  <a:pt x="423430" y="1209001"/>
                </a:lnTo>
                <a:close/>
              </a:path>
              <a:path w="504189" h="1220470">
                <a:moveTo>
                  <a:pt x="442302" y="1211567"/>
                </a:moveTo>
                <a:lnTo>
                  <a:pt x="432866" y="1210284"/>
                </a:lnTo>
                <a:lnTo>
                  <a:pt x="434149" y="1200848"/>
                </a:lnTo>
                <a:lnTo>
                  <a:pt x="443585" y="1202131"/>
                </a:lnTo>
                <a:lnTo>
                  <a:pt x="442302" y="1211567"/>
                </a:lnTo>
                <a:close/>
              </a:path>
              <a:path w="504189" h="1220470">
                <a:moveTo>
                  <a:pt x="461162" y="1214170"/>
                </a:moveTo>
                <a:lnTo>
                  <a:pt x="451726" y="1212862"/>
                </a:lnTo>
                <a:lnTo>
                  <a:pt x="453034" y="1203426"/>
                </a:lnTo>
                <a:lnTo>
                  <a:pt x="462470" y="1204734"/>
                </a:lnTo>
                <a:lnTo>
                  <a:pt x="461162" y="1214170"/>
                </a:lnTo>
                <a:close/>
              </a:path>
              <a:path w="504189" h="1220470">
                <a:moveTo>
                  <a:pt x="479945" y="1216825"/>
                </a:moveTo>
                <a:lnTo>
                  <a:pt x="477304" y="1216405"/>
                </a:lnTo>
                <a:lnTo>
                  <a:pt x="470598" y="1215478"/>
                </a:lnTo>
                <a:lnTo>
                  <a:pt x="471906" y="1206042"/>
                </a:lnTo>
                <a:lnTo>
                  <a:pt x="478688" y="1206982"/>
                </a:lnTo>
                <a:lnTo>
                  <a:pt x="481418" y="1207414"/>
                </a:lnTo>
                <a:lnTo>
                  <a:pt x="479945" y="1216825"/>
                </a:lnTo>
                <a:close/>
              </a:path>
              <a:path w="504189" h="1220470">
                <a:moveTo>
                  <a:pt x="498614" y="1219949"/>
                </a:moveTo>
                <a:lnTo>
                  <a:pt x="490156" y="1218412"/>
                </a:lnTo>
                <a:lnTo>
                  <a:pt x="489356" y="1218285"/>
                </a:lnTo>
                <a:lnTo>
                  <a:pt x="490829" y="1208874"/>
                </a:lnTo>
                <a:lnTo>
                  <a:pt x="500316" y="1210576"/>
                </a:lnTo>
                <a:lnTo>
                  <a:pt x="498614" y="12199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736080" y="2626995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736080" y="4303395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807809" y="2597416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8940" y="555091"/>
                </a:moveTo>
                <a:lnTo>
                  <a:pt x="0" y="551815"/>
                </a:lnTo>
                <a:lnTo>
                  <a:pt x="3276" y="542874"/>
                </a:lnTo>
                <a:lnTo>
                  <a:pt x="12217" y="546150"/>
                </a:lnTo>
                <a:lnTo>
                  <a:pt x="8940" y="555091"/>
                </a:lnTo>
                <a:close/>
              </a:path>
              <a:path w="367029" h="555625">
                <a:moveTo>
                  <a:pt x="15405" y="537057"/>
                </a:moveTo>
                <a:lnTo>
                  <a:pt x="6388" y="533984"/>
                </a:lnTo>
                <a:lnTo>
                  <a:pt x="9461" y="524967"/>
                </a:lnTo>
                <a:lnTo>
                  <a:pt x="18478" y="528040"/>
                </a:lnTo>
                <a:lnTo>
                  <a:pt x="15405" y="537057"/>
                </a:lnTo>
                <a:close/>
              </a:path>
              <a:path w="367029" h="555625">
                <a:moveTo>
                  <a:pt x="21437" y="518909"/>
                </a:moveTo>
                <a:lnTo>
                  <a:pt x="12369" y="515975"/>
                </a:lnTo>
                <a:lnTo>
                  <a:pt x="15303" y="506920"/>
                </a:lnTo>
                <a:lnTo>
                  <a:pt x="24371" y="509841"/>
                </a:lnTo>
                <a:lnTo>
                  <a:pt x="21437" y="518909"/>
                </a:lnTo>
                <a:close/>
              </a:path>
              <a:path w="367029" h="555625">
                <a:moveTo>
                  <a:pt x="27304" y="500786"/>
                </a:moveTo>
                <a:lnTo>
                  <a:pt x="18237" y="497852"/>
                </a:lnTo>
                <a:lnTo>
                  <a:pt x="21170" y="488784"/>
                </a:lnTo>
                <a:lnTo>
                  <a:pt x="30225" y="491718"/>
                </a:lnTo>
                <a:lnTo>
                  <a:pt x="27304" y="500786"/>
                </a:lnTo>
                <a:close/>
              </a:path>
              <a:path w="367029" h="555625">
                <a:moveTo>
                  <a:pt x="33147" y="482650"/>
                </a:moveTo>
                <a:lnTo>
                  <a:pt x="24079" y="479729"/>
                </a:lnTo>
                <a:lnTo>
                  <a:pt x="27000" y="470662"/>
                </a:lnTo>
                <a:lnTo>
                  <a:pt x="36068" y="473570"/>
                </a:lnTo>
                <a:lnTo>
                  <a:pt x="33147" y="482650"/>
                </a:lnTo>
                <a:close/>
              </a:path>
              <a:path w="367029" h="555625">
                <a:moveTo>
                  <a:pt x="38976" y="464502"/>
                </a:moveTo>
                <a:lnTo>
                  <a:pt x="29908" y="461594"/>
                </a:lnTo>
                <a:lnTo>
                  <a:pt x="32816" y="452526"/>
                </a:lnTo>
                <a:lnTo>
                  <a:pt x="41884" y="455434"/>
                </a:lnTo>
                <a:lnTo>
                  <a:pt x="38976" y="464502"/>
                </a:lnTo>
                <a:close/>
              </a:path>
              <a:path w="367029" h="555625">
                <a:moveTo>
                  <a:pt x="44805" y="446366"/>
                </a:moveTo>
                <a:lnTo>
                  <a:pt x="35737" y="443458"/>
                </a:lnTo>
                <a:lnTo>
                  <a:pt x="38709" y="434378"/>
                </a:lnTo>
                <a:lnTo>
                  <a:pt x="47764" y="437349"/>
                </a:lnTo>
                <a:lnTo>
                  <a:pt x="44805" y="446366"/>
                </a:lnTo>
                <a:close/>
              </a:path>
              <a:path w="367029" h="555625">
                <a:moveTo>
                  <a:pt x="45051" y="445604"/>
                </a:moveTo>
                <a:close/>
              </a:path>
              <a:path w="367029" h="555625">
                <a:moveTo>
                  <a:pt x="50736" y="428307"/>
                </a:moveTo>
                <a:lnTo>
                  <a:pt x="41681" y="425323"/>
                </a:lnTo>
                <a:lnTo>
                  <a:pt x="44691" y="416242"/>
                </a:lnTo>
                <a:lnTo>
                  <a:pt x="53708" y="419290"/>
                </a:lnTo>
                <a:lnTo>
                  <a:pt x="52959" y="421513"/>
                </a:lnTo>
                <a:lnTo>
                  <a:pt x="50736" y="428307"/>
                </a:lnTo>
                <a:close/>
              </a:path>
              <a:path w="367029" h="555625">
                <a:moveTo>
                  <a:pt x="56756" y="410273"/>
                </a:moveTo>
                <a:lnTo>
                  <a:pt x="47739" y="407225"/>
                </a:lnTo>
                <a:lnTo>
                  <a:pt x="50787" y="398195"/>
                </a:lnTo>
                <a:lnTo>
                  <a:pt x="59804" y="401243"/>
                </a:lnTo>
                <a:lnTo>
                  <a:pt x="56756" y="410273"/>
                </a:lnTo>
                <a:close/>
              </a:path>
              <a:path w="367029" h="555625">
                <a:moveTo>
                  <a:pt x="62890" y="392290"/>
                </a:moveTo>
                <a:lnTo>
                  <a:pt x="53898" y="389140"/>
                </a:lnTo>
                <a:lnTo>
                  <a:pt x="57035" y="380149"/>
                </a:lnTo>
                <a:lnTo>
                  <a:pt x="66027" y="383298"/>
                </a:lnTo>
                <a:lnTo>
                  <a:pt x="62890" y="392290"/>
                </a:lnTo>
                <a:close/>
              </a:path>
              <a:path w="367029" h="555625">
                <a:moveTo>
                  <a:pt x="69176" y="374307"/>
                </a:moveTo>
                <a:lnTo>
                  <a:pt x="60185" y="371157"/>
                </a:lnTo>
                <a:lnTo>
                  <a:pt x="61239" y="368160"/>
                </a:lnTo>
                <a:lnTo>
                  <a:pt x="63436" y="362140"/>
                </a:lnTo>
                <a:lnTo>
                  <a:pt x="72390" y="365404"/>
                </a:lnTo>
                <a:lnTo>
                  <a:pt x="70183" y="371436"/>
                </a:lnTo>
                <a:lnTo>
                  <a:pt x="69176" y="374307"/>
                </a:lnTo>
                <a:close/>
              </a:path>
              <a:path w="367029" h="555625">
                <a:moveTo>
                  <a:pt x="70183" y="371436"/>
                </a:moveTo>
                <a:close/>
              </a:path>
              <a:path w="367029" h="555625">
                <a:moveTo>
                  <a:pt x="75653" y="356463"/>
                </a:moveTo>
                <a:lnTo>
                  <a:pt x="66713" y="353187"/>
                </a:lnTo>
                <a:lnTo>
                  <a:pt x="69976" y="344246"/>
                </a:lnTo>
                <a:lnTo>
                  <a:pt x="78930" y="347510"/>
                </a:lnTo>
                <a:lnTo>
                  <a:pt x="75653" y="356463"/>
                </a:lnTo>
                <a:close/>
              </a:path>
              <a:path w="367029" h="555625">
                <a:moveTo>
                  <a:pt x="82296" y="338696"/>
                </a:moveTo>
                <a:lnTo>
                  <a:pt x="73405" y="335267"/>
                </a:lnTo>
                <a:lnTo>
                  <a:pt x="76834" y="326377"/>
                </a:lnTo>
                <a:lnTo>
                  <a:pt x="85725" y="329806"/>
                </a:lnTo>
                <a:lnTo>
                  <a:pt x="82296" y="338696"/>
                </a:lnTo>
                <a:close/>
              </a:path>
              <a:path w="367029" h="555625">
                <a:moveTo>
                  <a:pt x="89115" y="320992"/>
                </a:moveTo>
                <a:lnTo>
                  <a:pt x="80289" y="317423"/>
                </a:lnTo>
                <a:lnTo>
                  <a:pt x="83845" y="308597"/>
                </a:lnTo>
                <a:lnTo>
                  <a:pt x="92684" y="312153"/>
                </a:lnTo>
                <a:lnTo>
                  <a:pt x="89115" y="320992"/>
                </a:lnTo>
                <a:close/>
              </a:path>
              <a:path w="367029" h="555625">
                <a:moveTo>
                  <a:pt x="96291" y="303403"/>
                </a:moveTo>
                <a:lnTo>
                  <a:pt x="87502" y="299732"/>
                </a:lnTo>
                <a:lnTo>
                  <a:pt x="90284" y="293052"/>
                </a:lnTo>
                <a:lnTo>
                  <a:pt x="91224" y="290893"/>
                </a:lnTo>
                <a:lnTo>
                  <a:pt x="99961" y="294678"/>
                </a:lnTo>
                <a:lnTo>
                  <a:pt x="99033" y="296837"/>
                </a:lnTo>
                <a:lnTo>
                  <a:pt x="96291" y="303403"/>
                </a:lnTo>
                <a:close/>
              </a:path>
              <a:path w="367029" h="555625">
                <a:moveTo>
                  <a:pt x="99034" y="296837"/>
                </a:moveTo>
                <a:close/>
              </a:path>
              <a:path w="367029" h="555625">
                <a:moveTo>
                  <a:pt x="103746" y="285940"/>
                </a:moveTo>
                <a:lnTo>
                  <a:pt x="95008" y="282155"/>
                </a:lnTo>
                <a:lnTo>
                  <a:pt x="95453" y="281114"/>
                </a:lnTo>
                <a:lnTo>
                  <a:pt x="98932" y="273405"/>
                </a:lnTo>
                <a:lnTo>
                  <a:pt x="107619" y="277317"/>
                </a:lnTo>
                <a:lnTo>
                  <a:pt x="104138" y="285026"/>
                </a:lnTo>
                <a:lnTo>
                  <a:pt x="103746" y="285940"/>
                </a:lnTo>
                <a:close/>
              </a:path>
              <a:path w="367029" h="555625">
                <a:moveTo>
                  <a:pt x="104140" y="285026"/>
                </a:moveTo>
                <a:close/>
              </a:path>
              <a:path w="367029" h="555625">
                <a:moveTo>
                  <a:pt x="111582" y="268744"/>
                </a:moveTo>
                <a:lnTo>
                  <a:pt x="102958" y="264680"/>
                </a:lnTo>
                <a:lnTo>
                  <a:pt x="106045" y="258140"/>
                </a:lnTo>
                <a:lnTo>
                  <a:pt x="107099" y="256006"/>
                </a:lnTo>
                <a:lnTo>
                  <a:pt x="115633" y="260223"/>
                </a:lnTo>
                <a:lnTo>
                  <a:pt x="114581" y="262356"/>
                </a:lnTo>
                <a:lnTo>
                  <a:pt x="111582" y="268744"/>
                </a:lnTo>
                <a:close/>
              </a:path>
              <a:path w="367029" h="555625">
                <a:moveTo>
                  <a:pt x="114581" y="262356"/>
                </a:moveTo>
                <a:close/>
              </a:path>
              <a:path w="367029" h="555625">
                <a:moveTo>
                  <a:pt x="119849" y="251688"/>
                </a:moveTo>
                <a:lnTo>
                  <a:pt x="111315" y="247459"/>
                </a:lnTo>
                <a:lnTo>
                  <a:pt x="115760" y="238925"/>
                </a:lnTo>
                <a:lnTo>
                  <a:pt x="124205" y="243319"/>
                </a:lnTo>
                <a:lnTo>
                  <a:pt x="119849" y="251688"/>
                </a:lnTo>
                <a:close/>
              </a:path>
              <a:path w="367029" h="555625">
                <a:moveTo>
                  <a:pt x="119907" y="251574"/>
                </a:moveTo>
                <a:close/>
              </a:path>
              <a:path w="367029" h="555625">
                <a:moveTo>
                  <a:pt x="128701" y="235051"/>
                </a:moveTo>
                <a:lnTo>
                  <a:pt x="120357" y="230454"/>
                </a:lnTo>
                <a:lnTo>
                  <a:pt x="122516" y="226542"/>
                </a:lnTo>
                <a:lnTo>
                  <a:pt x="125145" y="222072"/>
                </a:lnTo>
                <a:lnTo>
                  <a:pt x="133350" y="226898"/>
                </a:lnTo>
                <a:lnTo>
                  <a:pt x="130734" y="231368"/>
                </a:lnTo>
                <a:lnTo>
                  <a:pt x="128701" y="235051"/>
                </a:lnTo>
                <a:close/>
              </a:path>
              <a:path w="367029" h="555625">
                <a:moveTo>
                  <a:pt x="130741" y="231355"/>
                </a:moveTo>
                <a:close/>
              </a:path>
              <a:path w="367029" h="555625">
                <a:moveTo>
                  <a:pt x="130734" y="231368"/>
                </a:moveTo>
                <a:close/>
              </a:path>
              <a:path w="367029" h="555625">
                <a:moveTo>
                  <a:pt x="138201" y="218871"/>
                </a:moveTo>
                <a:lnTo>
                  <a:pt x="130149" y="213791"/>
                </a:lnTo>
                <a:lnTo>
                  <a:pt x="133883" y="207873"/>
                </a:lnTo>
                <a:lnTo>
                  <a:pt x="135394" y="205651"/>
                </a:lnTo>
                <a:lnTo>
                  <a:pt x="143268" y="210997"/>
                </a:lnTo>
                <a:lnTo>
                  <a:pt x="141758" y="213233"/>
                </a:lnTo>
                <a:lnTo>
                  <a:pt x="138201" y="218871"/>
                </a:lnTo>
                <a:close/>
              </a:path>
              <a:path w="367029" h="555625">
                <a:moveTo>
                  <a:pt x="141769" y="213215"/>
                </a:moveTo>
                <a:close/>
              </a:path>
              <a:path w="367029" h="555625">
                <a:moveTo>
                  <a:pt x="141758" y="213233"/>
                </a:moveTo>
                <a:close/>
              </a:path>
              <a:path w="367029" h="555625">
                <a:moveTo>
                  <a:pt x="148590" y="203276"/>
                </a:moveTo>
                <a:lnTo>
                  <a:pt x="140881" y="197675"/>
                </a:lnTo>
                <a:lnTo>
                  <a:pt x="146037" y="190588"/>
                </a:lnTo>
                <a:lnTo>
                  <a:pt x="146583" y="189877"/>
                </a:lnTo>
                <a:lnTo>
                  <a:pt x="154127" y="195694"/>
                </a:lnTo>
                <a:lnTo>
                  <a:pt x="153574" y="196405"/>
                </a:lnTo>
                <a:lnTo>
                  <a:pt x="148590" y="203276"/>
                </a:lnTo>
                <a:close/>
              </a:path>
              <a:path w="367029" h="555625">
                <a:moveTo>
                  <a:pt x="153581" y="196405"/>
                </a:moveTo>
                <a:close/>
              </a:path>
              <a:path w="367029" h="555625">
                <a:moveTo>
                  <a:pt x="159956" y="188137"/>
                </a:moveTo>
                <a:lnTo>
                  <a:pt x="152400" y="182333"/>
                </a:lnTo>
                <a:lnTo>
                  <a:pt x="158508" y="174853"/>
                </a:lnTo>
                <a:lnTo>
                  <a:pt x="165887" y="180886"/>
                </a:lnTo>
                <a:lnTo>
                  <a:pt x="159956" y="188137"/>
                </a:lnTo>
                <a:close/>
              </a:path>
              <a:path w="367029" h="555625">
                <a:moveTo>
                  <a:pt x="159991" y="188094"/>
                </a:moveTo>
                <a:close/>
              </a:path>
              <a:path w="367029" h="555625">
                <a:moveTo>
                  <a:pt x="159961" y="188137"/>
                </a:moveTo>
                <a:close/>
              </a:path>
              <a:path w="367029" h="555625">
                <a:moveTo>
                  <a:pt x="159943" y="188163"/>
                </a:moveTo>
                <a:close/>
              </a:path>
              <a:path w="367029" h="555625">
                <a:moveTo>
                  <a:pt x="171983" y="173723"/>
                </a:moveTo>
                <a:lnTo>
                  <a:pt x="164769" y="167525"/>
                </a:lnTo>
                <a:lnTo>
                  <a:pt x="166471" y="165544"/>
                </a:lnTo>
                <a:lnTo>
                  <a:pt x="171170" y="160324"/>
                </a:lnTo>
                <a:lnTo>
                  <a:pt x="178244" y="166700"/>
                </a:lnTo>
                <a:lnTo>
                  <a:pt x="173555" y="171907"/>
                </a:lnTo>
                <a:lnTo>
                  <a:pt x="171983" y="173723"/>
                </a:lnTo>
                <a:close/>
              </a:path>
              <a:path w="367029" h="555625">
                <a:moveTo>
                  <a:pt x="173555" y="171907"/>
                </a:moveTo>
                <a:close/>
              </a:path>
              <a:path w="367029" h="555625">
                <a:moveTo>
                  <a:pt x="184645" y="159778"/>
                </a:moveTo>
                <a:lnTo>
                  <a:pt x="177698" y="153250"/>
                </a:lnTo>
                <a:lnTo>
                  <a:pt x="181267" y="149453"/>
                </a:lnTo>
                <a:lnTo>
                  <a:pt x="184353" y="146304"/>
                </a:lnTo>
                <a:lnTo>
                  <a:pt x="191160" y="152958"/>
                </a:lnTo>
                <a:lnTo>
                  <a:pt x="188066" y="156121"/>
                </a:lnTo>
                <a:lnTo>
                  <a:pt x="184645" y="159778"/>
                </a:lnTo>
                <a:close/>
              </a:path>
              <a:path w="367029" h="555625">
                <a:moveTo>
                  <a:pt x="188074" y="156121"/>
                </a:moveTo>
                <a:close/>
              </a:path>
              <a:path w="367029" h="555625">
                <a:moveTo>
                  <a:pt x="197802" y="146253"/>
                </a:moveTo>
                <a:lnTo>
                  <a:pt x="191109" y="139471"/>
                </a:lnTo>
                <a:lnTo>
                  <a:pt x="197967" y="132740"/>
                </a:lnTo>
                <a:lnTo>
                  <a:pt x="204546" y="139636"/>
                </a:lnTo>
                <a:lnTo>
                  <a:pt x="203351" y="140779"/>
                </a:lnTo>
                <a:lnTo>
                  <a:pt x="197802" y="146253"/>
                </a:lnTo>
                <a:close/>
              </a:path>
              <a:path w="367029" h="555625">
                <a:moveTo>
                  <a:pt x="203352" y="140779"/>
                </a:moveTo>
                <a:close/>
              </a:path>
              <a:path w="367029" h="555625">
                <a:moveTo>
                  <a:pt x="211366" y="133146"/>
                </a:moveTo>
                <a:lnTo>
                  <a:pt x="204939" y="126111"/>
                </a:lnTo>
                <a:lnTo>
                  <a:pt x="211988" y="119684"/>
                </a:lnTo>
                <a:lnTo>
                  <a:pt x="218401" y="126733"/>
                </a:lnTo>
                <a:lnTo>
                  <a:pt x="211366" y="133146"/>
                </a:lnTo>
                <a:close/>
              </a:path>
              <a:path w="367029" h="555625">
                <a:moveTo>
                  <a:pt x="225437" y="120307"/>
                </a:moveTo>
                <a:lnTo>
                  <a:pt x="219024" y="113271"/>
                </a:lnTo>
                <a:lnTo>
                  <a:pt x="220992" y="111493"/>
                </a:lnTo>
                <a:lnTo>
                  <a:pt x="226275" y="106908"/>
                </a:lnTo>
                <a:lnTo>
                  <a:pt x="232511" y="114109"/>
                </a:lnTo>
                <a:lnTo>
                  <a:pt x="227219" y="118694"/>
                </a:lnTo>
                <a:lnTo>
                  <a:pt x="225437" y="120307"/>
                </a:lnTo>
                <a:close/>
              </a:path>
              <a:path w="367029" h="555625">
                <a:moveTo>
                  <a:pt x="227293" y="118626"/>
                </a:moveTo>
                <a:close/>
              </a:path>
              <a:path w="367029" h="555625">
                <a:moveTo>
                  <a:pt x="227219" y="118694"/>
                </a:moveTo>
                <a:close/>
              </a:path>
              <a:path w="367029" h="555625">
                <a:moveTo>
                  <a:pt x="239712" y="107886"/>
                </a:moveTo>
                <a:lnTo>
                  <a:pt x="233476" y="100672"/>
                </a:lnTo>
                <a:lnTo>
                  <a:pt x="237426" y="97256"/>
                </a:lnTo>
                <a:lnTo>
                  <a:pt x="240817" y="94449"/>
                </a:lnTo>
                <a:lnTo>
                  <a:pt x="246900" y="101790"/>
                </a:lnTo>
                <a:lnTo>
                  <a:pt x="243512" y="104597"/>
                </a:lnTo>
                <a:lnTo>
                  <a:pt x="239712" y="107886"/>
                </a:lnTo>
                <a:close/>
              </a:path>
              <a:path w="367029" h="555625">
                <a:moveTo>
                  <a:pt x="243574" y="104543"/>
                </a:moveTo>
                <a:close/>
              </a:path>
              <a:path w="367029" h="555625">
                <a:moveTo>
                  <a:pt x="243512" y="104597"/>
                </a:moveTo>
                <a:close/>
              </a:path>
              <a:path w="367029" h="555625">
                <a:moveTo>
                  <a:pt x="254228" y="95707"/>
                </a:moveTo>
                <a:lnTo>
                  <a:pt x="248157" y="88366"/>
                </a:lnTo>
                <a:lnTo>
                  <a:pt x="253911" y="83604"/>
                </a:lnTo>
                <a:lnTo>
                  <a:pt x="255574" y="82270"/>
                </a:lnTo>
                <a:lnTo>
                  <a:pt x="261531" y="89700"/>
                </a:lnTo>
                <a:lnTo>
                  <a:pt x="259856" y="91046"/>
                </a:lnTo>
                <a:lnTo>
                  <a:pt x="254228" y="95707"/>
                </a:lnTo>
                <a:close/>
              </a:path>
              <a:path w="367029" h="555625">
                <a:moveTo>
                  <a:pt x="259856" y="91046"/>
                </a:moveTo>
                <a:close/>
              </a:path>
              <a:path w="367029" h="555625">
                <a:moveTo>
                  <a:pt x="268960" y="83756"/>
                </a:moveTo>
                <a:lnTo>
                  <a:pt x="263004" y="76314"/>
                </a:lnTo>
                <a:lnTo>
                  <a:pt x="270484" y="70332"/>
                </a:lnTo>
                <a:lnTo>
                  <a:pt x="276351" y="77838"/>
                </a:lnTo>
                <a:lnTo>
                  <a:pt x="268960" y="83756"/>
                </a:lnTo>
                <a:close/>
              </a:path>
              <a:path w="367029" h="555625">
                <a:moveTo>
                  <a:pt x="276075" y="78054"/>
                </a:moveTo>
                <a:close/>
              </a:path>
              <a:path w="367029" h="555625">
                <a:moveTo>
                  <a:pt x="283857" y="71970"/>
                </a:moveTo>
                <a:lnTo>
                  <a:pt x="277990" y="64465"/>
                </a:lnTo>
                <a:lnTo>
                  <a:pt x="285508" y="58597"/>
                </a:lnTo>
                <a:lnTo>
                  <a:pt x="291363" y="66116"/>
                </a:lnTo>
                <a:lnTo>
                  <a:pt x="283857" y="71970"/>
                </a:lnTo>
                <a:close/>
              </a:path>
              <a:path w="367029" h="555625">
                <a:moveTo>
                  <a:pt x="298894" y="60337"/>
                </a:moveTo>
                <a:lnTo>
                  <a:pt x="293103" y="52781"/>
                </a:lnTo>
                <a:lnTo>
                  <a:pt x="300659" y="46990"/>
                </a:lnTo>
                <a:lnTo>
                  <a:pt x="306450" y="54559"/>
                </a:lnTo>
                <a:lnTo>
                  <a:pt x="298894" y="60337"/>
                </a:lnTo>
                <a:close/>
              </a:path>
              <a:path w="367029" h="555625">
                <a:moveTo>
                  <a:pt x="314020" y="48768"/>
                </a:moveTo>
                <a:lnTo>
                  <a:pt x="308228" y="41198"/>
                </a:lnTo>
                <a:lnTo>
                  <a:pt x="315785" y="35407"/>
                </a:lnTo>
                <a:lnTo>
                  <a:pt x="321576" y="42976"/>
                </a:lnTo>
                <a:lnTo>
                  <a:pt x="314020" y="48768"/>
                </a:lnTo>
                <a:close/>
              </a:path>
              <a:path w="367029" h="555625">
                <a:moveTo>
                  <a:pt x="329133" y="37134"/>
                </a:moveTo>
                <a:lnTo>
                  <a:pt x="323303" y="29603"/>
                </a:lnTo>
                <a:lnTo>
                  <a:pt x="330847" y="23774"/>
                </a:lnTo>
                <a:lnTo>
                  <a:pt x="336664" y="31305"/>
                </a:lnTo>
                <a:lnTo>
                  <a:pt x="329133" y="37134"/>
                </a:lnTo>
                <a:close/>
              </a:path>
              <a:path w="367029" h="555625">
                <a:moveTo>
                  <a:pt x="347974" y="14833"/>
                </a:moveTo>
                <a:lnTo>
                  <a:pt x="342404" y="14833"/>
                </a:lnTo>
                <a:lnTo>
                  <a:pt x="345770" y="12115"/>
                </a:lnTo>
                <a:lnTo>
                  <a:pt x="347974" y="14833"/>
                </a:lnTo>
                <a:close/>
              </a:path>
              <a:path w="367029" h="555625">
                <a:moveTo>
                  <a:pt x="344208" y="25476"/>
                </a:moveTo>
                <a:lnTo>
                  <a:pt x="338378" y="17945"/>
                </a:lnTo>
                <a:lnTo>
                  <a:pt x="342480" y="14770"/>
                </a:lnTo>
                <a:lnTo>
                  <a:pt x="347974" y="14833"/>
                </a:lnTo>
                <a:lnTo>
                  <a:pt x="351764" y="19507"/>
                </a:lnTo>
                <a:lnTo>
                  <a:pt x="348310" y="22301"/>
                </a:lnTo>
                <a:lnTo>
                  <a:pt x="344208" y="25476"/>
                </a:lnTo>
                <a:close/>
              </a:path>
              <a:path w="367029" h="555625">
                <a:moveTo>
                  <a:pt x="365282" y="5803"/>
                </a:moveTo>
                <a:lnTo>
                  <a:pt x="353555" y="5803"/>
                </a:lnTo>
                <a:lnTo>
                  <a:pt x="360286" y="0"/>
                </a:lnTo>
                <a:lnTo>
                  <a:pt x="365282" y="5803"/>
                </a:lnTo>
                <a:close/>
              </a:path>
              <a:path w="367029" h="555625">
                <a:moveTo>
                  <a:pt x="359155" y="13512"/>
                </a:moveTo>
                <a:lnTo>
                  <a:pt x="353161" y="6108"/>
                </a:lnTo>
                <a:lnTo>
                  <a:pt x="353669" y="5702"/>
                </a:lnTo>
                <a:lnTo>
                  <a:pt x="365282" y="5803"/>
                </a:lnTo>
                <a:lnTo>
                  <a:pt x="366496" y="7213"/>
                </a:lnTo>
                <a:lnTo>
                  <a:pt x="359664" y="13106"/>
                </a:lnTo>
                <a:lnTo>
                  <a:pt x="359155" y="13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278803" y="2616466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357555" y="555091"/>
                </a:moveTo>
                <a:lnTo>
                  <a:pt x="354279" y="546150"/>
                </a:lnTo>
                <a:lnTo>
                  <a:pt x="363220" y="542874"/>
                </a:lnTo>
                <a:lnTo>
                  <a:pt x="366496" y="551815"/>
                </a:lnTo>
                <a:lnTo>
                  <a:pt x="357555" y="555091"/>
                </a:lnTo>
                <a:close/>
              </a:path>
              <a:path w="367029" h="555625">
                <a:moveTo>
                  <a:pt x="351091" y="537057"/>
                </a:moveTo>
                <a:lnTo>
                  <a:pt x="348018" y="528040"/>
                </a:lnTo>
                <a:lnTo>
                  <a:pt x="357035" y="524967"/>
                </a:lnTo>
                <a:lnTo>
                  <a:pt x="360108" y="533984"/>
                </a:lnTo>
                <a:lnTo>
                  <a:pt x="351091" y="537057"/>
                </a:lnTo>
                <a:close/>
              </a:path>
              <a:path w="367029" h="555625">
                <a:moveTo>
                  <a:pt x="345058" y="518909"/>
                </a:moveTo>
                <a:lnTo>
                  <a:pt x="342125" y="509841"/>
                </a:lnTo>
                <a:lnTo>
                  <a:pt x="351193" y="506920"/>
                </a:lnTo>
                <a:lnTo>
                  <a:pt x="354126" y="515975"/>
                </a:lnTo>
                <a:lnTo>
                  <a:pt x="345058" y="518909"/>
                </a:lnTo>
                <a:close/>
              </a:path>
              <a:path w="367029" h="555625">
                <a:moveTo>
                  <a:pt x="339191" y="500786"/>
                </a:moveTo>
                <a:lnTo>
                  <a:pt x="336270" y="491718"/>
                </a:lnTo>
                <a:lnTo>
                  <a:pt x="345325" y="488784"/>
                </a:lnTo>
                <a:lnTo>
                  <a:pt x="348259" y="497852"/>
                </a:lnTo>
                <a:lnTo>
                  <a:pt x="339191" y="500786"/>
                </a:lnTo>
                <a:close/>
              </a:path>
              <a:path w="367029" h="555625">
                <a:moveTo>
                  <a:pt x="333349" y="482650"/>
                </a:moveTo>
                <a:lnTo>
                  <a:pt x="330428" y="473570"/>
                </a:lnTo>
                <a:lnTo>
                  <a:pt x="339496" y="470662"/>
                </a:lnTo>
                <a:lnTo>
                  <a:pt x="342417" y="479729"/>
                </a:lnTo>
                <a:lnTo>
                  <a:pt x="333349" y="482650"/>
                </a:lnTo>
                <a:close/>
              </a:path>
              <a:path w="367029" h="555625">
                <a:moveTo>
                  <a:pt x="327520" y="464502"/>
                </a:moveTo>
                <a:lnTo>
                  <a:pt x="324611" y="455434"/>
                </a:lnTo>
                <a:lnTo>
                  <a:pt x="333679" y="452526"/>
                </a:lnTo>
                <a:lnTo>
                  <a:pt x="336588" y="461594"/>
                </a:lnTo>
                <a:lnTo>
                  <a:pt x="327520" y="464502"/>
                </a:lnTo>
                <a:close/>
              </a:path>
              <a:path w="367029" h="555625">
                <a:moveTo>
                  <a:pt x="324066" y="445604"/>
                </a:moveTo>
                <a:lnTo>
                  <a:pt x="321449" y="445604"/>
                </a:lnTo>
                <a:lnTo>
                  <a:pt x="318731" y="437349"/>
                </a:lnTo>
                <a:lnTo>
                  <a:pt x="327786" y="434378"/>
                </a:lnTo>
                <a:lnTo>
                  <a:pt x="330758" y="443458"/>
                </a:lnTo>
                <a:lnTo>
                  <a:pt x="324066" y="445604"/>
                </a:lnTo>
                <a:close/>
              </a:path>
              <a:path w="367029" h="555625">
                <a:moveTo>
                  <a:pt x="321691" y="446366"/>
                </a:moveTo>
                <a:lnTo>
                  <a:pt x="321436" y="445579"/>
                </a:lnTo>
                <a:lnTo>
                  <a:pt x="324066" y="445604"/>
                </a:lnTo>
                <a:lnTo>
                  <a:pt x="321691" y="446366"/>
                </a:lnTo>
                <a:close/>
              </a:path>
              <a:path w="367029" h="555625">
                <a:moveTo>
                  <a:pt x="323552" y="421513"/>
                </a:moveTo>
                <a:lnTo>
                  <a:pt x="313524" y="421513"/>
                </a:lnTo>
                <a:lnTo>
                  <a:pt x="312775" y="419290"/>
                </a:lnTo>
                <a:lnTo>
                  <a:pt x="321805" y="416242"/>
                </a:lnTo>
                <a:lnTo>
                  <a:pt x="323552" y="421513"/>
                </a:lnTo>
                <a:close/>
              </a:path>
              <a:path w="367029" h="555625">
                <a:moveTo>
                  <a:pt x="315760" y="428307"/>
                </a:moveTo>
                <a:lnTo>
                  <a:pt x="313518" y="421492"/>
                </a:lnTo>
                <a:lnTo>
                  <a:pt x="323552" y="421513"/>
                </a:lnTo>
                <a:lnTo>
                  <a:pt x="324815" y="425323"/>
                </a:lnTo>
                <a:lnTo>
                  <a:pt x="315760" y="428307"/>
                </a:lnTo>
                <a:close/>
              </a:path>
              <a:path w="367029" h="555625">
                <a:moveTo>
                  <a:pt x="309740" y="410273"/>
                </a:moveTo>
                <a:lnTo>
                  <a:pt x="306692" y="401243"/>
                </a:lnTo>
                <a:lnTo>
                  <a:pt x="315709" y="398195"/>
                </a:lnTo>
                <a:lnTo>
                  <a:pt x="318757" y="407225"/>
                </a:lnTo>
                <a:lnTo>
                  <a:pt x="309740" y="410273"/>
                </a:lnTo>
                <a:close/>
              </a:path>
              <a:path w="367029" h="555625">
                <a:moveTo>
                  <a:pt x="303606" y="392290"/>
                </a:moveTo>
                <a:lnTo>
                  <a:pt x="300469" y="383298"/>
                </a:lnTo>
                <a:lnTo>
                  <a:pt x="309448" y="380149"/>
                </a:lnTo>
                <a:lnTo>
                  <a:pt x="312597" y="389140"/>
                </a:lnTo>
                <a:lnTo>
                  <a:pt x="303606" y="392290"/>
                </a:lnTo>
                <a:close/>
              </a:path>
              <a:path w="367029" h="555625">
                <a:moveTo>
                  <a:pt x="305513" y="371436"/>
                </a:moveTo>
                <a:lnTo>
                  <a:pt x="296316" y="371436"/>
                </a:lnTo>
                <a:lnTo>
                  <a:pt x="294106" y="365404"/>
                </a:lnTo>
                <a:lnTo>
                  <a:pt x="303060" y="362140"/>
                </a:lnTo>
                <a:lnTo>
                  <a:pt x="305257" y="368160"/>
                </a:lnTo>
                <a:lnTo>
                  <a:pt x="306311" y="371157"/>
                </a:lnTo>
                <a:lnTo>
                  <a:pt x="305513" y="371436"/>
                </a:lnTo>
                <a:close/>
              </a:path>
              <a:path w="367029" h="555625">
                <a:moveTo>
                  <a:pt x="297319" y="374307"/>
                </a:moveTo>
                <a:lnTo>
                  <a:pt x="296291" y="371373"/>
                </a:lnTo>
                <a:lnTo>
                  <a:pt x="305513" y="371436"/>
                </a:lnTo>
                <a:lnTo>
                  <a:pt x="297319" y="374307"/>
                </a:lnTo>
                <a:close/>
              </a:path>
              <a:path w="367029" h="555625">
                <a:moveTo>
                  <a:pt x="290842" y="356463"/>
                </a:moveTo>
                <a:lnTo>
                  <a:pt x="287566" y="347510"/>
                </a:lnTo>
                <a:lnTo>
                  <a:pt x="296519" y="344246"/>
                </a:lnTo>
                <a:lnTo>
                  <a:pt x="299783" y="353187"/>
                </a:lnTo>
                <a:lnTo>
                  <a:pt x="290842" y="356463"/>
                </a:lnTo>
                <a:close/>
              </a:path>
              <a:path w="367029" h="555625">
                <a:moveTo>
                  <a:pt x="284200" y="338696"/>
                </a:moveTo>
                <a:lnTo>
                  <a:pt x="280771" y="329806"/>
                </a:lnTo>
                <a:lnTo>
                  <a:pt x="289661" y="326377"/>
                </a:lnTo>
                <a:lnTo>
                  <a:pt x="293090" y="335267"/>
                </a:lnTo>
                <a:lnTo>
                  <a:pt x="284200" y="338696"/>
                </a:lnTo>
                <a:close/>
              </a:path>
              <a:path w="367029" h="555625">
                <a:moveTo>
                  <a:pt x="277380" y="320992"/>
                </a:moveTo>
                <a:lnTo>
                  <a:pt x="273811" y="312153"/>
                </a:lnTo>
                <a:lnTo>
                  <a:pt x="282651" y="308597"/>
                </a:lnTo>
                <a:lnTo>
                  <a:pt x="286207" y="317423"/>
                </a:lnTo>
                <a:lnTo>
                  <a:pt x="277380" y="320992"/>
                </a:lnTo>
                <a:close/>
              </a:path>
              <a:path w="367029" h="555625">
                <a:moveTo>
                  <a:pt x="270205" y="303403"/>
                </a:moveTo>
                <a:lnTo>
                  <a:pt x="267436" y="296773"/>
                </a:lnTo>
                <a:lnTo>
                  <a:pt x="266534" y="294678"/>
                </a:lnTo>
                <a:lnTo>
                  <a:pt x="275272" y="290893"/>
                </a:lnTo>
                <a:lnTo>
                  <a:pt x="276212" y="293052"/>
                </a:lnTo>
                <a:lnTo>
                  <a:pt x="278993" y="299732"/>
                </a:lnTo>
                <a:lnTo>
                  <a:pt x="270205" y="303403"/>
                </a:lnTo>
                <a:close/>
              </a:path>
              <a:path w="367029" h="555625">
                <a:moveTo>
                  <a:pt x="262750" y="285940"/>
                </a:moveTo>
                <a:lnTo>
                  <a:pt x="262331" y="284962"/>
                </a:lnTo>
                <a:lnTo>
                  <a:pt x="258876" y="277317"/>
                </a:lnTo>
                <a:lnTo>
                  <a:pt x="267563" y="273405"/>
                </a:lnTo>
                <a:lnTo>
                  <a:pt x="271043" y="281114"/>
                </a:lnTo>
                <a:lnTo>
                  <a:pt x="271487" y="282155"/>
                </a:lnTo>
                <a:lnTo>
                  <a:pt x="262750" y="285940"/>
                </a:lnTo>
                <a:close/>
              </a:path>
              <a:path w="367029" h="555625">
                <a:moveTo>
                  <a:pt x="262441" y="262356"/>
                </a:moveTo>
                <a:lnTo>
                  <a:pt x="251917" y="262356"/>
                </a:lnTo>
                <a:lnTo>
                  <a:pt x="250863" y="260223"/>
                </a:lnTo>
                <a:lnTo>
                  <a:pt x="259397" y="256006"/>
                </a:lnTo>
                <a:lnTo>
                  <a:pt x="260451" y="258140"/>
                </a:lnTo>
                <a:lnTo>
                  <a:pt x="262441" y="262356"/>
                </a:lnTo>
                <a:close/>
              </a:path>
              <a:path w="367029" h="555625">
                <a:moveTo>
                  <a:pt x="254914" y="268744"/>
                </a:moveTo>
                <a:lnTo>
                  <a:pt x="251879" y="262280"/>
                </a:lnTo>
                <a:lnTo>
                  <a:pt x="262441" y="262356"/>
                </a:lnTo>
                <a:lnTo>
                  <a:pt x="263537" y="264680"/>
                </a:lnTo>
                <a:lnTo>
                  <a:pt x="254914" y="268744"/>
                </a:lnTo>
                <a:close/>
              </a:path>
              <a:path w="367029" h="555625">
                <a:moveTo>
                  <a:pt x="246646" y="251688"/>
                </a:moveTo>
                <a:lnTo>
                  <a:pt x="242290" y="243319"/>
                </a:lnTo>
                <a:lnTo>
                  <a:pt x="250736" y="238925"/>
                </a:lnTo>
                <a:lnTo>
                  <a:pt x="255181" y="247459"/>
                </a:lnTo>
                <a:lnTo>
                  <a:pt x="246646" y="251688"/>
                </a:lnTo>
                <a:close/>
              </a:path>
              <a:path w="367029" h="555625">
                <a:moveTo>
                  <a:pt x="244479" y="231368"/>
                </a:moveTo>
                <a:lnTo>
                  <a:pt x="235762" y="231368"/>
                </a:lnTo>
                <a:lnTo>
                  <a:pt x="233133" y="226898"/>
                </a:lnTo>
                <a:lnTo>
                  <a:pt x="241350" y="222072"/>
                </a:lnTo>
                <a:lnTo>
                  <a:pt x="243979" y="226542"/>
                </a:lnTo>
                <a:lnTo>
                  <a:pt x="246138" y="230454"/>
                </a:lnTo>
                <a:lnTo>
                  <a:pt x="244479" y="231368"/>
                </a:lnTo>
                <a:close/>
              </a:path>
              <a:path w="367029" h="555625">
                <a:moveTo>
                  <a:pt x="237794" y="235051"/>
                </a:moveTo>
                <a:lnTo>
                  <a:pt x="235755" y="231356"/>
                </a:lnTo>
                <a:lnTo>
                  <a:pt x="244479" y="231368"/>
                </a:lnTo>
                <a:lnTo>
                  <a:pt x="237794" y="235051"/>
                </a:lnTo>
                <a:close/>
              </a:path>
              <a:path w="367029" h="555625">
                <a:moveTo>
                  <a:pt x="235994" y="213233"/>
                </a:moveTo>
                <a:lnTo>
                  <a:pt x="224739" y="213233"/>
                </a:lnTo>
                <a:lnTo>
                  <a:pt x="223227" y="210997"/>
                </a:lnTo>
                <a:lnTo>
                  <a:pt x="231101" y="205651"/>
                </a:lnTo>
                <a:lnTo>
                  <a:pt x="232613" y="207873"/>
                </a:lnTo>
                <a:lnTo>
                  <a:pt x="235994" y="213233"/>
                </a:lnTo>
                <a:close/>
              </a:path>
              <a:path w="367029" h="555625">
                <a:moveTo>
                  <a:pt x="228295" y="218871"/>
                </a:moveTo>
                <a:lnTo>
                  <a:pt x="224727" y="213215"/>
                </a:lnTo>
                <a:lnTo>
                  <a:pt x="235994" y="213233"/>
                </a:lnTo>
                <a:lnTo>
                  <a:pt x="236347" y="213791"/>
                </a:lnTo>
                <a:lnTo>
                  <a:pt x="228295" y="218871"/>
                </a:lnTo>
                <a:close/>
              </a:path>
              <a:path w="367029" h="555625">
                <a:moveTo>
                  <a:pt x="217906" y="203276"/>
                </a:moveTo>
                <a:lnTo>
                  <a:pt x="212839" y="196291"/>
                </a:lnTo>
                <a:lnTo>
                  <a:pt x="212369" y="195694"/>
                </a:lnTo>
                <a:lnTo>
                  <a:pt x="219913" y="189877"/>
                </a:lnTo>
                <a:lnTo>
                  <a:pt x="220459" y="190588"/>
                </a:lnTo>
                <a:lnTo>
                  <a:pt x="225615" y="197675"/>
                </a:lnTo>
                <a:lnTo>
                  <a:pt x="217906" y="203276"/>
                </a:lnTo>
                <a:close/>
              </a:path>
              <a:path w="367029" h="555625">
                <a:moveTo>
                  <a:pt x="206585" y="188137"/>
                </a:moveTo>
                <a:lnTo>
                  <a:pt x="200609" y="180886"/>
                </a:lnTo>
                <a:lnTo>
                  <a:pt x="207987" y="174853"/>
                </a:lnTo>
                <a:lnTo>
                  <a:pt x="214096" y="182333"/>
                </a:lnTo>
                <a:lnTo>
                  <a:pt x="206585" y="188137"/>
                </a:lnTo>
                <a:close/>
              </a:path>
              <a:path w="367029" h="555625">
                <a:moveTo>
                  <a:pt x="206552" y="188163"/>
                </a:moveTo>
                <a:close/>
              </a:path>
              <a:path w="367029" h="555625">
                <a:moveTo>
                  <a:pt x="196627" y="171907"/>
                </a:moveTo>
                <a:lnTo>
                  <a:pt x="192951" y="171907"/>
                </a:lnTo>
                <a:lnTo>
                  <a:pt x="188252" y="166700"/>
                </a:lnTo>
                <a:lnTo>
                  <a:pt x="195325" y="160324"/>
                </a:lnTo>
                <a:lnTo>
                  <a:pt x="200025" y="165544"/>
                </a:lnTo>
                <a:lnTo>
                  <a:pt x="201726" y="167525"/>
                </a:lnTo>
                <a:lnTo>
                  <a:pt x="196627" y="171907"/>
                </a:lnTo>
                <a:close/>
              </a:path>
              <a:path w="367029" h="555625">
                <a:moveTo>
                  <a:pt x="194513" y="173723"/>
                </a:moveTo>
                <a:lnTo>
                  <a:pt x="192874" y="171831"/>
                </a:lnTo>
                <a:lnTo>
                  <a:pt x="196627" y="171907"/>
                </a:lnTo>
                <a:lnTo>
                  <a:pt x="194513" y="173723"/>
                </a:lnTo>
                <a:close/>
              </a:path>
              <a:path w="367029" h="555625">
                <a:moveTo>
                  <a:pt x="181851" y="159778"/>
                </a:moveTo>
                <a:lnTo>
                  <a:pt x="178358" y="156044"/>
                </a:lnTo>
                <a:lnTo>
                  <a:pt x="175336" y="152958"/>
                </a:lnTo>
                <a:lnTo>
                  <a:pt x="182143" y="146304"/>
                </a:lnTo>
                <a:lnTo>
                  <a:pt x="185229" y="149453"/>
                </a:lnTo>
                <a:lnTo>
                  <a:pt x="188798" y="153250"/>
                </a:lnTo>
                <a:lnTo>
                  <a:pt x="181851" y="159778"/>
                </a:lnTo>
                <a:close/>
              </a:path>
              <a:path w="367029" h="555625">
                <a:moveTo>
                  <a:pt x="168694" y="146253"/>
                </a:moveTo>
                <a:lnTo>
                  <a:pt x="163080" y="140716"/>
                </a:lnTo>
                <a:lnTo>
                  <a:pt x="161950" y="139636"/>
                </a:lnTo>
                <a:lnTo>
                  <a:pt x="168528" y="132740"/>
                </a:lnTo>
                <a:lnTo>
                  <a:pt x="175387" y="139471"/>
                </a:lnTo>
                <a:lnTo>
                  <a:pt x="168694" y="146253"/>
                </a:lnTo>
                <a:close/>
              </a:path>
              <a:path w="367029" h="555625">
                <a:moveTo>
                  <a:pt x="155130" y="133146"/>
                </a:moveTo>
                <a:lnTo>
                  <a:pt x="148094" y="126733"/>
                </a:lnTo>
                <a:lnTo>
                  <a:pt x="154508" y="119684"/>
                </a:lnTo>
                <a:lnTo>
                  <a:pt x="161543" y="126111"/>
                </a:lnTo>
                <a:lnTo>
                  <a:pt x="155130" y="133146"/>
                </a:lnTo>
                <a:close/>
              </a:path>
              <a:path w="367029" h="555625">
                <a:moveTo>
                  <a:pt x="142529" y="118694"/>
                </a:moveTo>
                <a:lnTo>
                  <a:pt x="139280" y="118694"/>
                </a:lnTo>
                <a:lnTo>
                  <a:pt x="133985" y="114109"/>
                </a:lnTo>
                <a:lnTo>
                  <a:pt x="140220" y="106908"/>
                </a:lnTo>
                <a:lnTo>
                  <a:pt x="145503" y="111493"/>
                </a:lnTo>
                <a:lnTo>
                  <a:pt x="147472" y="113271"/>
                </a:lnTo>
                <a:lnTo>
                  <a:pt x="142529" y="118694"/>
                </a:lnTo>
                <a:close/>
              </a:path>
              <a:path w="367029" h="555625">
                <a:moveTo>
                  <a:pt x="141058" y="120307"/>
                </a:moveTo>
                <a:lnTo>
                  <a:pt x="139203" y="118626"/>
                </a:lnTo>
                <a:lnTo>
                  <a:pt x="142529" y="118694"/>
                </a:lnTo>
                <a:lnTo>
                  <a:pt x="141058" y="120307"/>
                </a:lnTo>
                <a:close/>
              </a:path>
              <a:path w="367029" h="555625">
                <a:moveTo>
                  <a:pt x="129627" y="104597"/>
                </a:moveTo>
                <a:lnTo>
                  <a:pt x="122986" y="104597"/>
                </a:lnTo>
                <a:lnTo>
                  <a:pt x="119595" y="101790"/>
                </a:lnTo>
                <a:lnTo>
                  <a:pt x="125679" y="94449"/>
                </a:lnTo>
                <a:lnTo>
                  <a:pt x="129070" y="97256"/>
                </a:lnTo>
                <a:lnTo>
                  <a:pt x="133019" y="100672"/>
                </a:lnTo>
                <a:lnTo>
                  <a:pt x="129627" y="104597"/>
                </a:lnTo>
                <a:close/>
              </a:path>
              <a:path w="367029" h="555625">
                <a:moveTo>
                  <a:pt x="126784" y="107886"/>
                </a:moveTo>
                <a:lnTo>
                  <a:pt x="122921" y="104543"/>
                </a:lnTo>
                <a:lnTo>
                  <a:pt x="129627" y="104597"/>
                </a:lnTo>
                <a:lnTo>
                  <a:pt x="126784" y="107886"/>
                </a:lnTo>
                <a:close/>
              </a:path>
              <a:path w="367029" h="555625">
                <a:moveTo>
                  <a:pt x="116122" y="91046"/>
                </a:moveTo>
                <a:lnTo>
                  <a:pt x="106641" y="91046"/>
                </a:lnTo>
                <a:lnTo>
                  <a:pt x="104965" y="89700"/>
                </a:lnTo>
                <a:lnTo>
                  <a:pt x="110921" y="82270"/>
                </a:lnTo>
                <a:lnTo>
                  <a:pt x="112585" y="83604"/>
                </a:lnTo>
                <a:lnTo>
                  <a:pt x="118338" y="88366"/>
                </a:lnTo>
                <a:lnTo>
                  <a:pt x="116122" y="91046"/>
                </a:lnTo>
                <a:close/>
              </a:path>
              <a:path w="367029" h="555625">
                <a:moveTo>
                  <a:pt x="112267" y="95707"/>
                </a:moveTo>
                <a:lnTo>
                  <a:pt x="106578" y="90995"/>
                </a:lnTo>
                <a:lnTo>
                  <a:pt x="116122" y="91046"/>
                </a:lnTo>
                <a:lnTo>
                  <a:pt x="112267" y="95707"/>
                </a:lnTo>
                <a:close/>
              </a:path>
              <a:path w="367029" h="555625">
                <a:moveTo>
                  <a:pt x="102099" y="78054"/>
                </a:moveTo>
                <a:lnTo>
                  <a:pt x="90424" y="78054"/>
                </a:lnTo>
                <a:lnTo>
                  <a:pt x="90144" y="77838"/>
                </a:lnTo>
                <a:lnTo>
                  <a:pt x="96012" y="70332"/>
                </a:lnTo>
                <a:lnTo>
                  <a:pt x="103492" y="76314"/>
                </a:lnTo>
                <a:lnTo>
                  <a:pt x="102099" y="78054"/>
                </a:lnTo>
                <a:close/>
              </a:path>
              <a:path w="367029" h="555625">
                <a:moveTo>
                  <a:pt x="97536" y="83756"/>
                </a:moveTo>
                <a:lnTo>
                  <a:pt x="90373" y="78016"/>
                </a:lnTo>
                <a:lnTo>
                  <a:pt x="102099" y="78054"/>
                </a:lnTo>
                <a:lnTo>
                  <a:pt x="97536" y="83756"/>
                </a:lnTo>
                <a:close/>
              </a:path>
              <a:path w="367029" h="555625">
                <a:moveTo>
                  <a:pt x="82638" y="71970"/>
                </a:moveTo>
                <a:lnTo>
                  <a:pt x="75133" y="66116"/>
                </a:lnTo>
                <a:lnTo>
                  <a:pt x="80987" y="58597"/>
                </a:lnTo>
                <a:lnTo>
                  <a:pt x="88493" y="64465"/>
                </a:lnTo>
                <a:lnTo>
                  <a:pt x="82638" y="71970"/>
                </a:lnTo>
                <a:close/>
              </a:path>
              <a:path w="367029" h="555625">
                <a:moveTo>
                  <a:pt x="67602" y="60337"/>
                </a:moveTo>
                <a:lnTo>
                  <a:pt x="60045" y="54559"/>
                </a:lnTo>
                <a:lnTo>
                  <a:pt x="65836" y="46990"/>
                </a:lnTo>
                <a:lnTo>
                  <a:pt x="73393" y="52781"/>
                </a:lnTo>
                <a:lnTo>
                  <a:pt x="67602" y="60337"/>
                </a:lnTo>
                <a:close/>
              </a:path>
              <a:path w="367029" h="555625">
                <a:moveTo>
                  <a:pt x="52476" y="48768"/>
                </a:moveTo>
                <a:lnTo>
                  <a:pt x="44919" y="42976"/>
                </a:lnTo>
                <a:lnTo>
                  <a:pt x="50711" y="35407"/>
                </a:lnTo>
                <a:lnTo>
                  <a:pt x="58267" y="41198"/>
                </a:lnTo>
                <a:lnTo>
                  <a:pt x="52476" y="48768"/>
                </a:lnTo>
                <a:close/>
              </a:path>
              <a:path w="367029" h="555625">
                <a:moveTo>
                  <a:pt x="37363" y="37134"/>
                </a:moveTo>
                <a:lnTo>
                  <a:pt x="29832" y="31305"/>
                </a:lnTo>
                <a:lnTo>
                  <a:pt x="35648" y="23774"/>
                </a:lnTo>
                <a:lnTo>
                  <a:pt x="43192" y="29603"/>
                </a:lnTo>
                <a:lnTo>
                  <a:pt x="37363" y="37134"/>
                </a:lnTo>
                <a:close/>
              </a:path>
              <a:path w="367029" h="555625">
                <a:moveTo>
                  <a:pt x="22288" y="25476"/>
                </a:moveTo>
                <a:lnTo>
                  <a:pt x="18186" y="22301"/>
                </a:lnTo>
                <a:lnTo>
                  <a:pt x="14731" y="19507"/>
                </a:lnTo>
                <a:lnTo>
                  <a:pt x="20726" y="12115"/>
                </a:lnTo>
                <a:lnTo>
                  <a:pt x="24097" y="14833"/>
                </a:lnTo>
                <a:lnTo>
                  <a:pt x="28117" y="17945"/>
                </a:lnTo>
                <a:lnTo>
                  <a:pt x="22288" y="25476"/>
                </a:lnTo>
                <a:close/>
              </a:path>
              <a:path w="367029" h="555625">
                <a:moveTo>
                  <a:pt x="7327" y="13512"/>
                </a:moveTo>
                <a:lnTo>
                  <a:pt x="6832" y="13106"/>
                </a:lnTo>
                <a:lnTo>
                  <a:pt x="0" y="7213"/>
                </a:lnTo>
                <a:lnTo>
                  <a:pt x="6210" y="0"/>
                </a:lnTo>
                <a:lnTo>
                  <a:pt x="12941" y="5803"/>
                </a:lnTo>
                <a:lnTo>
                  <a:pt x="13322" y="6108"/>
                </a:lnTo>
                <a:lnTo>
                  <a:pt x="7327" y="13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807809" y="4292231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3276" y="12217"/>
                </a:moveTo>
                <a:lnTo>
                  <a:pt x="0" y="3276"/>
                </a:lnTo>
                <a:lnTo>
                  <a:pt x="8940" y="0"/>
                </a:lnTo>
                <a:lnTo>
                  <a:pt x="12217" y="8940"/>
                </a:lnTo>
                <a:lnTo>
                  <a:pt x="3276" y="12217"/>
                </a:lnTo>
                <a:close/>
              </a:path>
              <a:path w="367029" h="555625">
                <a:moveTo>
                  <a:pt x="9461" y="30124"/>
                </a:moveTo>
                <a:lnTo>
                  <a:pt x="6388" y="21107"/>
                </a:lnTo>
                <a:lnTo>
                  <a:pt x="15405" y="18034"/>
                </a:lnTo>
                <a:lnTo>
                  <a:pt x="18478" y="27050"/>
                </a:lnTo>
                <a:lnTo>
                  <a:pt x="9461" y="30124"/>
                </a:lnTo>
                <a:close/>
              </a:path>
              <a:path w="367029" h="555625">
                <a:moveTo>
                  <a:pt x="15303" y="48171"/>
                </a:moveTo>
                <a:lnTo>
                  <a:pt x="12369" y="39115"/>
                </a:lnTo>
                <a:lnTo>
                  <a:pt x="21437" y="36182"/>
                </a:lnTo>
                <a:lnTo>
                  <a:pt x="24371" y="45250"/>
                </a:lnTo>
                <a:lnTo>
                  <a:pt x="15303" y="48171"/>
                </a:lnTo>
                <a:close/>
              </a:path>
              <a:path w="367029" h="555625">
                <a:moveTo>
                  <a:pt x="21170" y="66306"/>
                </a:moveTo>
                <a:lnTo>
                  <a:pt x="18237" y="57238"/>
                </a:lnTo>
                <a:lnTo>
                  <a:pt x="27304" y="54305"/>
                </a:lnTo>
                <a:lnTo>
                  <a:pt x="30225" y="63373"/>
                </a:lnTo>
                <a:lnTo>
                  <a:pt x="21170" y="66306"/>
                </a:lnTo>
                <a:close/>
              </a:path>
              <a:path w="367029" h="555625">
                <a:moveTo>
                  <a:pt x="27000" y="84429"/>
                </a:moveTo>
                <a:lnTo>
                  <a:pt x="24079" y="75361"/>
                </a:lnTo>
                <a:lnTo>
                  <a:pt x="33147" y="72440"/>
                </a:lnTo>
                <a:lnTo>
                  <a:pt x="36068" y="81508"/>
                </a:lnTo>
                <a:lnTo>
                  <a:pt x="27000" y="84429"/>
                </a:lnTo>
                <a:close/>
              </a:path>
              <a:path w="367029" h="555625">
                <a:moveTo>
                  <a:pt x="32816" y="102565"/>
                </a:moveTo>
                <a:lnTo>
                  <a:pt x="29908" y="93497"/>
                </a:lnTo>
                <a:lnTo>
                  <a:pt x="38976" y="90589"/>
                </a:lnTo>
                <a:lnTo>
                  <a:pt x="41884" y="99656"/>
                </a:lnTo>
                <a:lnTo>
                  <a:pt x="32816" y="102565"/>
                </a:lnTo>
                <a:close/>
              </a:path>
              <a:path w="367029" h="555625">
                <a:moveTo>
                  <a:pt x="38709" y="120713"/>
                </a:moveTo>
                <a:lnTo>
                  <a:pt x="35737" y="111633"/>
                </a:lnTo>
                <a:lnTo>
                  <a:pt x="44805" y="108724"/>
                </a:lnTo>
                <a:lnTo>
                  <a:pt x="45051" y="109486"/>
                </a:lnTo>
                <a:lnTo>
                  <a:pt x="47764" y="117741"/>
                </a:lnTo>
                <a:lnTo>
                  <a:pt x="38709" y="120713"/>
                </a:lnTo>
                <a:close/>
              </a:path>
              <a:path w="367029" h="555625">
                <a:moveTo>
                  <a:pt x="44691" y="138849"/>
                </a:moveTo>
                <a:lnTo>
                  <a:pt x="41681" y="129768"/>
                </a:lnTo>
                <a:lnTo>
                  <a:pt x="50736" y="126784"/>
                </a:lnTo>
                <a:lnTo>
                  <a:pt x="53708" y="135801"/>
                </a:lnTo>
                <a:lnTo>
                  <a:pt x="44691" y="138849"/>
                </a:lnTo>
                <a:close/>
              </a:path>
              <a:path w="367029" h="555625">
                <a:moveTo>
                  <a:pt x="52984" y="133616"/>
                </a:moveTo>
                <a:close/>
              </a:path>
              <a:path w="367029" h="555625">
                <a:moveTo>
                  <a:pt x="50787" y="156895"/>
                </a:moveTo>
                <a:lnTo>
                  <a:pt x="47739" y="147866"/>
                </a:lnTo>
                <a:lnTo>
                  <a:pt x="56756" y="144818"/>
                </a:lnTo>
                <a:lnTo>
                  <a:pt x="59804" y="153847"/>
                </a:lnTo>
                <a:lnTo>
                  <a:pt x="50787" y="156895"/>
                </a:lnTo>
                <a:close/>
              </a:path>
              <a:path w="367029" h="555625">
                <a:moveTo>
                  <a:pt x="57035" y="174942"/>
                </a:moveTo>
                <a:lnTo>
                  <a:pt x="53898" y="165950"/>
                </a:lnTo>
                <a:lnTo>
                  <a:pt x="62890" y="162801"/>
                </a:lnTo>
                <a:lnTo>
                  <a:pt x="66027" y="171792"/>
                </a:lnTo>
                <a:lnTo>
                  <a:pt x="57035" y="174942"/>
                </a:lnTo>
                <a:close/>
              </a:path>
              <a:path w="367029" h="555625">
                <a:moveTo>
                  <a:pt x="63436" y="192951"/>
                </a:moveTo>
                <a:lnTo>
                  <a:pt x="61239" y="186931"/>
                </a:lnTo>
                <a:lnTo>
                  <a:pt x="60185" y="183934"/>
                </a:lnTo>
                <a:lnTo>
                  <a:pt x="69176" y="180784"/>
                </a:lnTo>
                <a:lnTo>
                  <a:pt x="70183" y="183654"/>
                </a:lnTo>
                <a:lnTo>
                  <a:pt x="72390" y="189687"/>
                </a:lnTo>
                <a:lnTo>
                  <a:pt x="63436" y="192951"/>
                </a:lnTo>
                <a:close/>
              </a:path>
              <a:path w="367029" h="555625">
                <a:moveTo>
                  <a:pt x="69976" y="210845"/>
                </a:moveTo>
                <a:lnTo>
                  <a:pt x="66713" y="201904"/>
                </a:lnTo>
                <a:lnTo>
                  <a:pt x="75653" y="198627"/>
                </a:lnTo>
                <a:lnTo>
                  <a:pt x="78930" y="207581"/>
                </a:lnTo>
                <a:lnTo>
                  <a:pt x="69976" y="210845"/>
                </a:lnTo>
                <a:close/>
              </a:path>
              <a:path w="367029" h="555625">
                <a:moveTo>
                  <a:pt x="76834" y="228714"/>
                </a:moveTo>
                <a:lnTo>
                  <a:pt x="73405" y="219824"/>
                </a:lnTo>
                <a:lnTo>
                  <a:pt x="82296" y="216395"/>
                </a:lnTo>
                <a:lnTo>
                  <a:pt x="85725" y="225285"/>
                </a:lnTo>
                <a:lnTo>
                  <a:pt x="76834" y="228714"/>
                </a:lnTo>
                <a:close/>
              </a:path>
              <a:path w="367029" h="555625">
                <a:moveTo>
                  <a:pt x="83845" y="246494"/>
                </a:moveTo>
                <a:lnTo>
                  <a:pt x="80289" y="237667"/>
                </a:lnTo>
                <a:lnTo>
                  <a:pt x="89115" y="234099"/>
                </a:lnTo>
                <a:lnTo>
                  <a:pt x="92684" y="242938"/>
                </a:lnTo>
                <a:lnTo>
                  <a:pt x="83845" y="246494"/>
                </a:lnTo>
                <a:close/>
              </a:path>
              <a:path w="367029" h="555625">
                <a:moveTo>
                  <a:pt x="91224" y="264198"/>
                </a:moveTo>
                <a:lnTo>
                  <a:pt x="90284" y="262039"/>
                </a:lnTo>
                <a:lnTo>
                  <a:pt x="87502" y="255358"/>
                </a:lnTo>
                <a:lnTo>
                  <a:pt x="96291" y="251688"/>
                </a:lnTo>
                <a:lnTo>
                  <a:pt x="99061" y="258317"/>
                </a:lnTo>
                <a:lnTo>
                  <a:pt x="99961" y="260413"/>
                </a:lnTo>
                <a:lnTo>
                  <a:pt x="91224" y="264198"/>
                </a:lnTo>
                <a:close/>
              </a:path>
              <a:path w="367029" h="555625">
                <a:moveTo>
                  <a:pt x="98932" y="281686"/>
                </a:moveTo>
                <a:lnTo>
                  <a:pt x="95453" y="273977"/>
                </a:lnTo>
                <a:lnTo>
                  <a:pt x="95008" y="272935"/>
                </a:lnTo>
                <a:lnTo>
                  <a:pt x="103746" y="269151"/>
                </a:lnTo>
                <a:lnTo>
                  <a:pt x="104168" y="270128"/>
                </a:lnTo>
                <a:lnTo>
                  <a:pt x="107619" y="277774"/>
                </a:lnTo>
                <a:lnTo>
                  <a:pt x="98932" y="281686"/>
                </a:lnTo>
                <a:close/>
              </a:path>
              <a:path w="367029" h="555625">
                <a:moveTo>
                  <a:pt x="107099" y="299085"/>
                </a:moveTo>
                <a:lnTo>
                  <a:pt x="106045" y="296951"/>
                </a:lnTo>
                <a:lnTo>
                  <a:pt x="102958" y="290410"/>
                </a:lnTo>
                <a:lnTo>
                  <a:pt x="111582" y="286346"/>
                </a:lnTo>
                <a:lnTo>
                  <a:pt x="114581" y="292735"/>
                </a:lnTo>
                <a:lnTo>
                  <a:pt x="115633" y="294868"/>
                </a:lnTo>
                <a:lnTo>
                  <a:pt x="107099" y="299085"/>
                </a:lnTo>
                <a:close/>
              </a:path>
              <a:path w="367029" h="555625">
                <a:moveTo>
                  <a:pt x="115760" y="316166"/>
                </a:moveTo>
                <a:lnTo>
                  <a:pt x="111315" y="307632"/>
                </a:lnTo>
                <a:lnTo>
                  <a:pt x="119849" y="303402"/>
                </a:lnTo>
                <a:lnTo>
                  <a:pt x="124205" y="311772"/>
                </a:lnTo>
                <a:lnTo>
                  <a:pt x="115760" y="316166"/>
                </a:lnTo>
                <a:close/>
              </a:path>
              <a:path w="367029" h="555625">
                <a:moveTo>
                  <a:pt x="125145" y="333019"/>
                </a:moveTo>
                <a:lnTo>
                  <a:pt x="122516" y="328549"/>
                </a:lnTo>
                <a:lnTo>
                  <a:pt x="120357" y="324637"/>
                </a:lnTo>
                <a:lnTo>
                  <a:pt x="128701" y="320039"/>
                </a:lnTo>
                <a:lnTo>
                  <a:pt x="130734" y="323723"/>
                </a:lnTo>
                <a:lnTo>
                  <a:pt x="133350" y="328193"/>
                </a:lnTo>
                <a:lnTo>
                  <a:pt x="125145" y="333019"/>
                </a:lnTo>
                <a:close/>
              </a:path>
              <a:path w="367029" h="555625">
                <a:moveTo>
                  <a:pt x="135394" y="349440"/>
                </a:moveTo>
                <a:lnTo>
                  <a:pt x="133883" y="347217"/>
                </a:lnTo>
                <a:lnTo>
                  <a:pt x="130149" y="341299"/>
                </a:lnTo>
                <a:lnTo>
                  <a:pt x="138201" y="336219"/>
                </a:lnTo>
                <a:lnTo>
                  <a:pt x="141758" y="341858"/>
                </a:lnTo>
                <a:lnTo>
                  <a:pt x="143268" y="344093"/>
                </a:lnTo>
                <a:lnTo>
                  <a:pt x="135394" y="349440"/>
                </a:lnTo>
                <a:close/>
              </a:path>
              <a:path w="367029" h="555625">
                <a:moveTo>
                  <a:pt x="146583" y="365213"/>
                </a:moveTo>
                <a:lnTo>
                  <a:pt x="146037" y="364502"/>
                </a:lnTo>
                <a:lnTo>
                  <a:pt x="140881" y="357416"/>
                </a:lnTo>
                <a:lnTo>
                  <a:pt x="148590" y="351815"/>
                </a:lnTo>
                <a:lnTo>
                  <a:pt x="153668" y="358800"/>
                </a:lnTo>
                <a:lnTo>
                  <a:pt x="154127" y="359397"/>
                </a:lnTo>
                <a:lnTo>
                  <a:pt x="146583" y="365213"/>
                </a:lnTo>
                <a:close/>
              </a:path>
              <a:path w="367029" h="555625">
                <a:moveTo>
                  <a:pt x="159961" y="366953"/>
                </a:moveTo>
                <a:close/>
              </a:path>
              <a:path w="367029" h="555625">
                <a:moveTo>
                  <a:pt x="158508" y="380238"/>
                </a:moveTo>
                <a:lnTo>
                  <a:pt x="152400" y="372757"/>
                </a:lnTo>
                <a:lnTo>
                  <a:pt x="159910" y="366953"/>
                </a:lnTo>
                <a:lnTo>
                  <a:pt x="165887" y="374205"/>
                </a:lnTo>
                <a:lnTo>
                  <a:pt x="158508" y="380238"/>
                </a:lnTo>
                <a:close/>
              </a:path>
              <a:path w="367029" h="555625">
                <a:moveTo>
                  <a:pt x="171170" y="394766"/>
                </a:moveTo>
                <a:lnTo>
                  <a:pt x="166471" y="389547"/>
                </a:lnTo>
                <a:lnTo>
                  <a:pt x="164769" y="387565"/>
                </a:lnTo>
                <a:lnTo>
                  <a:pt x="171983" y="381368"/>
                </a:lnTo>
                <a:lnTo>
                  <a:pt x="173555" y="383184"/>
                </a:lnTo>
                <a:lnTo>
                  <a:pt x="178244" y="388391"/>
                </a:lnTo>
                <a:lnTo>
                  <a:pt x="171170" y="394766"/>
                </a:lnTo>
                <a:close/>
              </a:path>
              <a:path w="367029" h="555625">
                <a:moveTo>
                  <a:pt x="184353" y="408787"/>
                </a:moveTo>
                <a:lnTo>
                  <a:pt x="181267" y="405638"/>
                </a:lnTo>
                <a:lnTo>
                  <a:pt x="177698" y="401840"/>
                </a:lnTo>
                <a:lnTo>
                  <a:pt x="184645" y="395312"/>
                </a:lnTo>
                <a:lnTo>
                  <a:pt x="188148" y="399046"/>
                </a:lnTo>
                <a:lnTo>
                  <a:pt x="191160" y="402132"/>
                </a:lnTo>
                <a:lnTo>
                  <a:pt x="184353" y="408787"/>
                </a:lnTo>
                <a:close/>
              </a:path>
              <a:path w="367029" h="555625">
                <a:moveTo>
                  <a:pt x="197967" y="422351"/>
                </a:moveTo>
                <a:lnTo>
                  <a:pt x="191109" y="415620"/>
                </a:lnTo>
                <a:lnTo>
                  <a:pt x="197802" y="408838"/>
                </a:lnTo>
                <a:lnTo>
                  <a:pt x="203418" y="414375"/>
                </a:lnTo>
                <a:lnTo>
                  <a:pt x="204546" y="415455"/>
                </a:lnTo>
                <a:lnTo>
                  <a:pt x="197967" y="422351"/>
                </a:lnTo>
                <a:close/>
              </a:path>
              <a:path w="367029" h="555625">
                <a:moveTo>
                  <a:pt x="211988" y="435406"/>
                </a:moveTo>
                <a:lnTo>
                  <a:pt x="204939" y="428980"/>
                </a:lnTo>
                <a:lnTo>
                  <a:pt x="211366" y="421944"/>
                </a:lnTo>
                <a:lnTo>
                  <a:pt x="218401" y="428358"/>
                </a:lnTo>
                <a:lnTo>
                  <a:pt x="211988" y="435406"/>
                </a:lnTo>
                <a:close/>
              </a:path>
              <a:path w="367029" h="555625">
                <a:moveTo>
                  <a:pt x="226275" y="448183"/>
                </a:moveTo>
                <a:lnTo>
                  <a:pt x="220992" y="443598"/>
                </a:lnTo>
                <a:lnTo>
                  <a:pt x="219024" y="441820"/>
                </a:lnTo>
                <a:lnTo>
                  <a:pt x="225437" y="434784"/>
                </a:lnTo>
                <a:lnTo>
                  <a:pt x="227219" y="436397"/>
                </a:lnTo>
                <a:lnTo>
                  <a:pt x="232511" y="440982"/>
                </a:lnTo>
                <a:lnTo>
                  <a:pt x="226275" y="448183"/>
                </a:lnTo>
                <a:close/>
              </a:path>
              <a:path w="367029" h="555625">
                <a:moveTo>
                  <a:pt x="240817" y="460641"/>
                </a:moveTo>
                <a:lnTo>
                  <a:pt x="237426" y="457835"/>
                </a:lnTo>
                <a:lnTo>
                  <a:pt x="233476" y="454418"/>
                </a:lnTo>
                <a:lnTo>
                  <a:pt x="239712" y="447205"/>
                </a:lnTo>
                <a:lnTo>
                  <a:pt x="243512" y="450494"/>
                </a:lnTo>
                <a:lnTo>
                  <a:pt x="246900" y="453301"/>
                </a:lnTo>
                <a:lnTo>
                  <a:pt x="240817" y="460641"/>
                </a:lnTo>
                <a:close/>
              </a:path>
              <a:path w="367029" h="555625">
                <a:moveTo>
                  <a:pt x="255574" y="472821"/>
                </a:moveTo>
                <a:lnTo>
                  <a:pt x="253911" y="471487"/>
                </a:lnTo>
                <a:lnTo>
                  <a:pt x="248157" y="466725"/>
                </a:lnTo>
                <a:lnTo>
                  <a:pt x="254228" y="459384"/>
                </a:lnTo>
                <a:lnTo>
                  <a:pt x="259856" y="464045"/>
                </a:lnTo>
                <a:lnTo>
                  <a:pt x="261531" y="465391"/>
                </a:lnTo>
                <a:lnTo>
                  <a:pt x="255574" y="472821"/>
                </a:lnTo>
                <a:close/>
              </a:path>
              <a:path w="367029" h="555625">
                <a:moveTo>
                  <a:pt x="270484" y="484759"/>
                </a:moveTo>
                <a:lnTo>
                  <a:pt x="263004" y="478777"/>
                </a:lnTo>
                <a:lnTo>
                  <a:pt x="268960" y="471335"/>
                </a:lnTo>
                <a:lnTo>
                  <a:pt x="276075" y="477037"/>
                </a:lnTo>
                <a:lnTo>
                  <a:pt x="276351" y="477253"/>
                </a:lnTo>
                <a:lnTo>
                  <a:pt x="270484" y="484759"/>
                </a:lnTo>
                <a:close/>
              </a:path>
              <a:path w="367029" h="555625">
                <a:moveTo>
                  <a:pt x="285508" y="496481"/>
                </a:moveTo>
                <a:lnTo>
                  <a:pt x="277990" y="490626"/>
                </a:lnTo>
                <a:lnTo>
                  <a:pt x="283857" y="483120"/>
                </a:lnTo>
                <a:lnTo>
                  <a:pt x="291363" y="488975"/>
                </a:lnTo>
                <a:lnTo>
                  <a:pt x="285508" y="496481"/>
                </a:lnTo>
                <a:close/>
              </a:path>
              <a:path w="367029" h="555625">
                <a:moveTo>
                  <a:pt x="300659" y="508101"/>
                </a:moveTo>
                <a:lnTo>
                  <a:pt x="293103" y="502310"/>
                </a:lnTo>
                <a:lnTo>
                  <a:pt x="298894" y="494753"/>
                </a:lnTo>
                <a:lnTo>
                  <a:pt x="306450" y="500532"/>
                </a:lnTo>
                <a:lnTo>
                  <a:pt x="300659" y="508101"/>
                </a:lnTo>
                <a:close/>
              </a:path>
              <a:path w="367029" h="555625">
                <a:moveTo>
                  <a:pt x="315785" y="519684"/>
                </a:moveTo>
                <a:lnTo>
                  <a:pt x="308228" y="513892"/>
                </a:lnTo>
                <a:lnTo>
                  <a:pt x="314020" y="506323"/>
                </a:lnTo>
                <a:lnTo>
                  <a:pt x="321576" y="512114"/>
                </a:lnTo>
                <a:lnTo>
                  <a:pt x="315785" y="519684"/>
                </a:lnTo>
                <a:close/>
              </a:path>
              <a:path w="367029" h="555625">
                <a:moveTo>
                  <a:pt x="330847" y="531317"/>
                </a:moveTo>
                <a:lnTo>
                  <a:pt x="323303" y="525487"/>
                </a:lnTo>
                <a:lnTo>
                  <a:pt x="329133" y="517956"/>
                </a:lnTo>
                <a:lnTo>
                  <a:pt x="336664" y="523786"/>
                </a:lnTo>
                <a:lnTo>
                  <a:pt x="330847" y="531317"/>
                </a:lnTo>
                <a:close/>
              </a:path>
              <a:path w="367029" h="555625">
                <a:moveTo>
                  <a:pt x="345770" y="542975"/>
                </a:moveTo>
                <a:lnTo>
                  <a:pt x="342404" y="540258"/>
                </a:lnTo>
                <a:lnTo>
                  <a:pt x="338378" y="537146"/>
                </a:lnTo>
                <a:lnTo>
                  <a:pt x="344208" y="529615"/>
                </a:lnTo>
                <a:lnTo>
                  <a:pt x="348310" y="532790"/>
                </a:lnTo>
                <a:lnTo>
                  <a:pt x="351764" y="535584"/>
                </a:lnTo>
                <a:lnTo>
                  <a:pt x="345770" y="542975"/>
                </a:lnTo>
                <a:close/>
              </a:path>
              <a:path w="367029" h="555625">
                <a:moveTo>
                  <a:pt x="360286" y="555091"/>
                </a:moveTo>
                <a:lnTo>
                  <a:pt x="353555" y="549287"/>
                </a:lnTo>
                <a:lnTo>
                  <a:pt x="353161" y="548982"/>
                </a:lnTo>
                <a:lnTo>
                  <a:pt x="359155" y="541578"/>
                </a:lnTo>
                <a:lnTo>
                  <a:pt x="359664" y="541985"/>
                </a:lnTo>
                <a:lnTo>
                  <a:pt x="366496" y="547877"/>
                </a:lnTo>
                <a:lnTo>
                  <a:pt x="360286" y="5550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297853" y="4273181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363220" y="12217"/>
                </a:moveTo>
                <a:lnTo>
                  <a:pt x="354279" y="8940"/>
                </a:lnTo>
                <a:lnTo>
                  <a:pt x="357555" y="0"/>
                </a:lnTo>
                <a:lnTo>
                  <a:pt x="366496" y="3276"/>
                </a:lnTo>
                <a:lnTo>
                  <a:pt x="363220" y="12217"/>
                </a:lnTo>
                <a:close/>
              </a:path>
              <a:path w="367029" h="555625">
                <a:moveTo>
                  <a:pt x="357035" y="30124"/>
                </a:moveTo>
                <a:lnTo>
                  <a:pt x="348018" y="27050"/>
                </a:lnTo>
                <a:lnTo>
                  <a:pt x="351091" y="18034"/>
                </a:lnTo>
                <a:lnTo>
                  <a:pt x="360108" y="21107"/>
                </a:lnTo>
                <a:lnTo>
                  <a:pt x="357035" y="30124"/>
                </a:lnTo>
                <a:close/>
              </a:path>
              <a:path w="367029" h="555625">
                <a:moveTo>
                  <a:pt x="351193" y="48171"/>
                </a:moveTo>
                <a:lnTo>
                  <a:pt x="342125" y="45250"/>
                </a:lnTo>
                <a:lnTo>
                  <a:pt x="345058" y="36182"/>
                </a:lnTo>
                <a:lnTo>
                  <a:pt x="354126" y="39115"/>
                </a:lnTo>
                <a:lnTo>
                  <a:pt x="351193" y="48171"/>
                </a:lnTo>
                <a:close/>
              </a:path>
              <a:path w="367029" h="555625">
                <a:moveTo>
                  <a:pt x="345325" y="66306"/>
                </a:moveTo>
                <a:lnTo>
                  <a:pt x="336270" y="63373"/>
                </a:lnTo>
                <a:lnTo>
                  <a:pt x="339191" y="54305"/>
                </a:lnTo>
                <a:lnTo>
                  <a:pt x="348259" y="57238"/>
                </a:lnTo>
                <a:lnTo>
                  <a:pt x="345325" y="66306"/>
                </a:lnTo>
                <a:close/>
              </a:path>
              <a:path w="367029" h="555625">
                <a:moveTo>
                  <a:pt x="339496" y="84429"/>
                </a:moveTo>
                <a:lnTo>
                  <a:pt x="330428" y="81508"/>
                </a:lnTo>
                <a:lnTo>
                  <a:pt x="333349" y="72440"/>
                </a:lnTo>
                <a:lnTo>
                  <a:pt x="342417" y="75361"/>
                </a:lnTo>
                <a:lnTo>
                  <a:pt x="339496" y="84429"/>
                </a:lnTo>
                <a:close/>
              </a:path>
              <a:path w="367029" h="555625">
                <a:moveTo>
                  <a:pt x="333679" y="102565"/>
                </a:moveTo>
                <a:lnTo>
                  <a:pt x="324611" y="99656"/>
                </a:lnTo>
                <a:lnTo>
                  <a:pt x="327520" y="90589"/>
                </a:lnTo>
                <a:lnTo>
                  <a:pt x="336588" y="93497"/>
                </a:lnTo>
                <a:lnTo>
                  <a:pt x="333679" y="102565"/>
                </a:lnTo>
                <a:close/>
              </a:path>
              <a:path w="367029" h="555625">
                <a:moveTo>
                  <a:pt x="327786" y="120713"/>
                </a:moveTo>
                <a:lnTo>
                  <a:pt x="318731" y="117741"/>
                </a:lnTo>
                <a:lnTo>
                  <a:pt x="321449" y="109486"/>
                </a:lnTo>
                <a:lnTo>
                  <a:pt x="321691" y="108724"/>
                </a:lnTo>
                <a:lnTo>
                  <a:pt x="330758" y="111633"/>
                </a:lnTo>
                <a:lnTo>
                  <a:pt x="327786" y="120713"/>
                </a:lnTo>
                <a:close/>
              </a:path>
              <a:path w="367029" h="555625">
                <a:moveTo>
                  <a:pt x="321436" y="109512"/>
                </a:moveTo>
                <a:close/>
              </a:path>
              <a:path w="367029" h="555625">
                <a:moveTo>
                  <a:pt x="323539" y="133616"/>
                </a:moveTo>
                <a:lnTo>
                  <a:pt x="313512" y="133616"/>
                </a:lnTo>
                <a:lnTo>
                  <a:pt x="315760" y="126784"/>
                </a:lnTo>
                <a:lnTo>
                  <a:pt x="324815" y="129768"/>
                </a:lnTo>
                <a:lnTo>
                  <a:pt x="323539" y="133616"/>
                </a:lnTo>
                <a:close/>
              </a:path>
              <a:path w="367029" h="555625">
                <a:moveTo>
                  <a:pt x="313518" y="133598"/>
                </a:moveTo>
                <a:close/>
              </a:path>
              <a:path w="367029" h="555625">
                <a:moveTo>
                  <a:pt x="321805" y="138849"/>
                </a:moveTo>
                <a:lnTo>
                  <a:pt x="312775" y="135801"/>
                </a:lnTo>
                <a:lnTo>
                  <a:pt x="313518" y="133598"/>
                </a:lnTo>
                <a:lnTo>
                  <a:pt x="323539" y="133616"/>
                </a:lnTo>
                <a:lnTo>
                  <a:pt x="321805" y="138849"/>
                </a:lnTo>
                <a:close/>
              </a:path>
              <a:path w="367029" h="555625">
                <a:moveTo>
                  <a:pt x="315709" y="156895"/>
                </a:moveTo>
                <a:lnTo>
                  <a:pt x="306692" y="153847"/>
                </a:lnTo>
                <a:lnTo>
                  <a:pt x="309740" y="144818"/>
                </a:lnTo>
                <a:lnTo>
                  <a:pt x="318757" y="147866"/>
                </a:lnTo>
                <a:lnTo>
                  <a:pt x="315709" y="156895"/>
                </a:lnTo>
                <a:close/>
              </a:path>
              <a:path w="367029" h="555625">
                <a:moveTo>
                  <a:pt x="309448" y="174942"/>
                </a:moveTo>
                <a:lnTo>
                  <a:pt x="300469" y="171792"/>
                </a:lnTo>
                <a:lnTo>
                  <a:pt x="303606" y="162801"/>
                </a:lnTo>
                <a:lnTo>
                  <a:pt x="312597" y="165950"/>
                </a:lnTo>
                <a:lnTo>
                  <a:pt x="309448" y="174942"/>
                </a:lnTo>
                <a:close/>
              </a:path>
              <a:path w="367029" h="555625">
                <a:moveTo>
                  <a:pt x="303060" y="192951"/>
                </a:moveTo>
                <a:lnTo>
                  <a:pt x="294106" y="189687"/>
                </a:lnTo>
                <a:lnTo>
                  <a:pt x="296316" y="183654"/>
                </a:lnTo>
                <a:lnTo>
                  <a:pt x="297319" y="180784"/>
                </a:lnTo>
                <a:lnTo>
                  <a:pt x="306311" y="183934"/>
                </a:lnTo>
                <a:lnTo>
                  <a:pt x="305257" y="186931"/>
                </a:lnTo>
                <a:lnTo>
                  <a:pt x="303060" y="192951"/>
                </a:lnTo>
                <a:close/>
              </a:path>
              <a:path w="367029" h="555625">
                <a:moveTo>
                  <a:pt x="296291" y="183718"/>
                </a:moveTo>
                <a:close/>
              </a:path>
              <a:path w="367029" h="555625">
                <a:moveTo>
                  <a:pt x="296519" y="210845"/>
                </a:moveTo>
                <a:lnTo>
                  <a:pt x="287566" y="207581"/>
                </a:lnTo>
                <a:lnTo>
                  <a:pt x="290842" y="198627"/>
                </a:lnTo>
                <a:lnTo>
                  <a:pt x="299783" y="201904"/>
                </a:lnTo>
                <a:lnTo>
                  <a:pt x="296519" y="210845"/>
                </a:lnTo>
                <a:close/>
              </a:path>
              <a:path w="367029" h="555625">
                <a:moveTo>
                  <a:pt x="289661" y="228714"/>
                </a:moveTo>
                <a:lnTo>
                  <a:pt x="280771" y="225285"/>
                </a:lnTo>
                <a:lnTo>
                  <a:pt x="284200" y="216395"/>
                </a:lnTo>
                <a:lnTo>
                  <a:pt x="293090" y="219824"/>
                </a:lnTo>
                <a:lnTo>
                  <a:pt x="289661" y="228714"/>
                </a:lnTo>
                <a:close/>
              </a:path>
              <a:path w="367029" h="555625">
                <a:moveTo>
                  <a:pt x="282651" y="246494"/>
                </a:moveTo>
                <a:lnTo>
                  <a:pt x="273811" y="242938"/>
                </a:lnTo>
                <a:lnTo>
                  <a:pt x="277380" y="234099"/>
                </a:lnTo>
                <a:lnTo>
                  <a:pt x="286207" y="237667"/>
                </a:lnTo>
                <a:lnTo>
                  <a:pt x="282651" y="246494"/>
                </a:lnTo>
                <a:close/>
              </a:path>
              <a:path w="367029" h="555625">
                <a:moveTo>
                  <a:pt x="277761" y="258317"/>
                </a:moveTo>
                <a:lnTo>
                  <a:pt x="267436" y="258317"/>
                </a:lnTo>
                <a:lnTo>
                  <a:pt x="270205" y="251688"/>
                </a:lnTo>
                <a:lnTo>
                  <a:pt x="278993" y="255358"/>
                </a:lnTo>
                <a:lnTo>
                  <a:pt x="277761" y="258317"/>
                </a:lnTo>
                <a:close/>
              </a:path>
              <a:path w="367029" h="555625">
                <a:moveTo>
                  <a:pt x="275272" y="264198"/>
                </a:moveTo>
                <a:lnTo>
                  <a:pt x="266534" y="260413"/>
                </a:lnTo>
                <a:lnTo>
                  <a:pt x="267461" y="258254"/>
                </a:lnTo>
                <a:lnTo>
                  <a:pt x="277761" y="258317"/>
                </a:lnTo>
                <a:lnTo>
                  <a:pt x="276212" y="262039"/>
                </a:lnTo>
                <a:lnTo>
                  <a:pt x="275272" y="264198"/>
                </a:lnTo>
                <a:close/>
              </a:path>
              <a:path w="367029" h="555625">
                <a:moveTo>
                  <a:pt x="265008" y="270128"/>
                </a:moveTo>
                <a:lnTo>
                  <a:pt x="262331" y="270128"/>
                </a:lnTo>
                <a:lnTo>
                  <a:pt x="262750" y="269151"/>
                </a:lnTo>
                <a:lnTo>
                  <a:pt x="265008" y="270128"/>
                </a:lnTo>
                <a:close/>
              </a:path>
              <a:path w="367029" h="555625">
                <a:moveTo>
                  <a:pt x="267563" y="281686"/>
                </a:moveTo>
                <a:lnTo>
                  <a:pt x="258876" y="277774"/>
                </a:lnTo>
                <a:lnTo>
                  <a:pt x="262356" y="270065"/>
                </a:lnTo>
                <a:lnTo>
                  <a:pt x="265008" y="270128"/>
                </a:lnTo>
                <a:lnTo>
                  <a:pt x="271487" y="272935"/>
                </a:lnTo>
                <a:lnTo>
                  <a:pt x="271043" y="273977"/>
                </a:lnTo>
                <a:lnTo>
                  <a:pt x="267563" y="281686"/>
                </a:lnTo>
                <a:close/>
              </a:path>
              <a:path w="367029" h="555625">
                <a:moveTo>
                  <a:pt x="259397" y="299085"/>
                </a:moveTo>
                <a:lnTo>
                  <a:pt x="250863" y="294868"/>
                </a:lnTo>
                <a:lnTo>
                  <a:pt x="251917" y="292735"/>
                </a:lnTo>
                <a:lnTo>
                  <a:pt x="254914" y="286346"/>
                </a:lnTo>
                <a:lnTo>
                  <a:pt x="263537" y="290410"/>
                </a:lnTo>
                <a:lnTo>
                  <a:pt x="260451" y="296951"/>
                </a:lnTo>
                <a:lnTo>
                  <a:pt x="259397" y="299085"/>
                </a:lnTo>
                <a:close/>
              </a:path>
              <a:path w="367029" h="555625">
                <a:moveTo>
                  <a:pt x="251879" y="292811"/>
                </a:moveTo>
                <a:close/>
              </a:path>
              <a:path w="367029" h="555625">
                <a:moveTo>
                  <a:pt x="247056" y="303606"/>
                </a:moveTo>
                <a:lnTo>
                  <a:pt x="246545" y="303606"/>
                </a:lnTo>
                <a:lnTo>
                  <a:pt x="246646" y="303402"/>
                </a:lnTo>
                <a:lnTo>
                  <a:pt x="247056" y="303606"/>
                </a:lnTo>
                <a:close/>
              </a:path>
              <a:path w="367029" h="555625">
                <a:moveTo>
                  <a:pt x="250736" y="316166"/>
                </a:moveTo>
                <a:lnTo>
                  <a:pt x="242290" y="311772"/>
                </a:lnTo>
                <a:lnTo>
                  <a:pt x="246583" y="303517"/>
                </a:lnTo>
                <a:lnTo>
                  <a:pt x="247056" y="303606"/>
                </a:lnTo>
                <a:lnTo>
                  <a:pt x="255181" y="307632"/>
                </a:lnTo>
                <a:lnTo>
                  <a:pt x="250736" y="316166"/>
                </a:lnTo>
                <a:close/>
              </a:path>
              <a:path w="367029" h="555625">
                <a:moveTo>
                  <a:pt x="244686" y="323837"/>
                </a:moveTo>
                <a:lnTo>
                  <a:pt x="235699" y="323837"/>
                </a:lnTo>
                <a:lnTo>
                  <a:pt x="237794" y="320039"/>
                </a:lnTo>
                <a:lnTo>
                  <a:pt x="244686" y="323837"/>
                </a:lnTo>
                <a:close/>
              </a:path>
              <a:path w="367029" h="555625">
                <a:moveTo>
                  <a:pt x="235755" y="323734"/>
                </a:moveTo>
                <a:close/>
              </a:path>
              <a:path w="367029" h="555625">
                <a:moveTo>
                  <a:pt x="241350" y="333019"/>
                </a:moveTo>
                <a:lnTo>
                  <a:pt x="233133" y="328193"/>
                </a:lnTo>
                <a:lnTo>
                  <a:pt x="235755" y="323734"/>
                </a:lnTo>
                <a:lnTo>
                  <a:pt x="244686" y="323837"/>
                </a:lnTo>
                <a:lnTo>
                  <a:pt x="246138" y="324637"/>
                </a:lnTo>
                <a:lnTo>
                  <a:pt x="243979" y="328549"/>
                </a:lnTo>
                <a:lnTo>
                  <a:pt x="241350" y="333019"/>
                </a:lnTo>
                <a:close/>
              </a:path>
              <a:path w="367029" h="555625">
                <a:moveTo>
                  <a:pt x="235906" y="341998"/>
                </a:moveTo>
                <a:lnTo>
                  <a:pt x="224650" y="341998"/>
                </a:lnTo>
                <a:lnTo>
                  <a:pt x="224739" y="341858"/>
                </a:lnTo>
                <a:lnTo>
                  <a:pt x="228295" y="336219"/>
                </a:lnTo>
                <a:lnTo>
                  <a:pt x="236347" y="341299"/>
                </a:lnTo>
                <a:lnTo>
                  <a:pt x="235906" y="341998"/>
                </a:lnTo>
                <a:close/>
              </a:path>
              <a:path w="367029" h="555625">
                <a:moveTo>
                  <a:pt x="224727" y="341875"/>
                </a:moveTo>
                <a:close/>
              </a:path>
              <a:path w="367029" h="555625">
                <a:moveTo>
                  <a:pt x="231101" y="349440"/>
                </a:moveTo>
                <a:lnTo>
                  <a:pt x="223227" y="344093"/>
                </a:lnTo>
                <a:lnTo>
                  <a:pt x="224727" y="341875"/>
                </a:lnTo>
                <a:lnTo>
                  <a:pt x="235906" y="341998"/>
                </a:lnTo>
                <a:lnTo>
                  <a:pt x="232613" y="347217"/>
                </a:lnTo>
                <a:lnTo>
                  <a:pt x="231101" y="349440"/>
                </a:lnTo>
                <a:close/>
              </a:path>
              <a:path w="367029" h="555625">
                <a:moveTo>
                  <a:pt x="224608" y="358800"/>
                </a:moveTo>
                <a:lnTo>
                  <a:pt x="212839" y="358800"/>
                </a:lnTo>
                <a:lnTo>
                  <a:pt x="217906" y="351815"/>
                </a:lnTo>
                <a:lnTo>
                  <a:pt x="225615" y="357416"/>
                </a:lnTo>
                <a:lnTo>
                  <a:pt x="224608" y="358800"/>
                </a:lnTo>
                <a:close/>
              </a:path>
              <a:path w="367029" h="555625">
                <a:moveTo>
                  <a:pt x="219913" y="365213"/>
                </a:moveTo>
                <a:lnTo>
                  <a:pt x="212369" y="359397"/>
                </a:lnTo>
                <a:lnTo>
                  <a:pt x="212915" y="358686"/>
                </a:lnTo>
                <a:lnTo>
                  <a:pt x="224608" y="358800"/>
                </a:lnTo>
                <a:lnTo>
                  <a:pt x="220459" y="364502"/>
                </a:lnTo>
                <a:lnTo>
                  <a:pt x="219913" y="365213"/>
                </a:lnTo>
                <a:close/>
              </a:path>
              <a:path w="367029" h="555625">
                <a:moveTo>
                  <a:pt x="206585" y="366953"/>
                </a:moveTo>
                <a:close/>
              </a:path>
              <a:path w="367029" h="555625">
                <a:moveTo>
                  <a:pt x="206504" y="366996"/>
                </a:moveTo>
                <a:close/>
              </a:path>
              <a:path w="367029" h="555625">
                <a:moveTo>
                  <a:pt x="206717" y="367055"/>
                </a:moveTo>
                <a:lnTo>
                  <a:pt x="206463" y="367055"/>
                </a:lnTo>
                <a:lnTo>
                  <a:pt x="206717" y="367055"/>
                </a:lnTo>
                <a:close/>
              </a:path>
              <a:path w="367029" h="555625">
                <a:moveTo>
                  <a:pt x="207987" y="380238"/>
                </a:moveTo>
                <a:lnTo>
                  <a:pt x="200609" y="374205"/>
                </a:lnTo>
                <a:lnTo>
                  <a:pt x="206504" y="366996"/>
                </a:lnTo>
                <a:lnTo>
                  <a:pt x="206717" y="367055"/>
                </a:lnTo>
                <a:lnTo>
                  <a:pt x="214096" y="372757"/>
                </a:lnTo>
                <a:lnTo>
                  <a:pt x="207987" y="380238"/>
                </a:lnTo>
                <a:close/>
              </a:path>
              <a:path w="367029" h="555625">
                <a:moveTo>
                  <a:pt x="195325" y="394766"/>
                </a:moveTo>
                <a:lnTo>
                  <a:pt x="188252" y="388391"/>
                </a:lnTo>
                <a:lnTo>
                  <a:pt x="192951" y="383184"/>
                </a:lnTo>
                <a:lnTo>
                  <a:pt x="194513" y="381368"/>
                </a:lnTo>
                <a:lnTo>
                  <a:pt x="201726" y="387565"/>
                </a:lnTo>
                <a:lnTo>
                  <a:pt x="200025" y="389547"/>
                </a:lnTo>
                <a:lnTo>
                  <a:pt x="195325" y="394766"/>
                </a:lnTo>
                <a:close/>
              </a:path>
              <a:path w="367029" h="555625">
                <a:moveTo>
                  <a:pt x="192874" y="383260"/>
                </a:moveTo>
                <a:close/>
              </a:path>
              <a:path w="367029" h="555625">
                <a:moveTo>
                  <a:pt x="185824" y="399046"/>
                </a:moveTo>
                <a:lnTo>
                  <a:pt x="178358" y="399046"/>
                </a:lnTo>
                <a:lnTo>
                  <a:pt x="181851" y="395312"/>
                </a:lnTo>
                <a:lnTo>
                  <a:pt x="185824" y="399046"/>
                </a:lnTo>
                <a:close/>
              </a:path>
              <a:path w="367029" h="555625">
                <a:moveTo>
                  <a:pt x="182143" y="408787"/>
                </a:moveTo>
                <a:lnTo>
                  <a:pt x="175336" y="402132"/>
                </a:lnTo>
                <a:lnTo>
                  <a:pt x="178422" y="398970"/>
                </a:lnTo>
                <a:lnTo>
                  <a:pt x="185824" y="399046"/>
                </a:lnTo>
                <a:lnTo>
                  <a:pt x="188798" y="401840"/>
                </a:lnTo>
                <a:lnTo>
                  <a:pt x="185229" y="405638"/>
                </a:lnTo>
                <a:lnTo>
                  <a:pt x="182143" y="408787"/>
                </a:lnTo>
                <a:close/>
              </a:path>
              <a:path w="367029" h="555625">
                <a:moveTo>
                  <a:pt x="174158" y="414375"/>
                </a:moveTo>
                <a:lnTo>
                  <a:pt x="163080" y="414375"/>
                </a:lnTo>
                <a:lnTo>
                  <a:pt x="168694" y="408838"/>
                </a:lnTo>
                <a:lnTo>
                  <a:pt x="174158" y="414375"/>
                </a:lnTo>
                <a:close/>
              </a:path>
              <a:path w="367029" h="555625">
                <a:moveTo>
                  <a:pt x="168528" y="422351"/>
                </a:moveTo>
                <a:lnTo>
                  <a:pt x="161950" y="415455"/>
                </a:lnTo>
                <a:lnTo>
                  <a:pt x="163144" y="414312"/>
                </a:lnTo>
                <a:lnTo>
                  <a:pt x="174158" y="414375"/>
                </a:lnTo>
                <a:lnTo>
                  <a:pt x="175387" y="415620"/>
                </a:lnTo>
                <a:lnTo>
                  <a:pt x="168528" y="422351"/>
                </a:lnTo>
                <a:close/>
              </a:path>
              <a:path w="367029" h="555625">
                <a:moveTo>
                  <a:pt x="154508" y="435406"/>
                </a:moveTo>
                <a:lnTo>
                  <a:pt x="148094" y="428358"/>
                </a:lnTo>
                <a:lnTo>
                  <a:pt x="155130" y="421944"/>
                </a:lnTo>
                <a:lnTo>
                  <a:pt x="161543" y="428980"/>
                </a:lnTo>
                <a:lnTo>
                  <a:pt x="154508" y="435406"/>
                </a:lnTo>
                <a:close/>
              </a:path>
              <a:path w="367029" h="555625">
                <a:moveTo>
                  <a:pt x="142610" y="436486"/>
                </a:moveTo>
                <a:lnTo>
                  <a:pt x="139179" y="436486"/>
                </a:lnTo>
                <a:lnTo>
                  <a:pt x="141058" y="434784"/>
                </a:lnTo>
                <a:lnTo>
                  <a:pt x="142610" y="436486"/>
                </a:lnTo>
                <a:close/>
              </a:path>
              <a:path w="367029" h="555625">
                <a:moveTo>
                  <a:pt x="139203" y="436464"/>
                </a:moveTo>
                <a:close/>
              </a:path>
              <a:path w="367029" h="555625">
                <a:moveTo>
                  <a:pt x="140220" y="448183"/>
                </a:moveTo>
                <a:lnTo>
                  <a:pt x="133985" y="440982"/>
                </a:lnTo>
                <a:lnTo>
                  <a:pt x="139203" y="436464"/>
                </a:lnTo>
                <a:lnTo>
                  <a:pt x="142610" y="436486"/>
                </a:lnTo>
                <a:lnTo>
                  <a:pt x="147472" y="441820"/>
                </a:lnTo>
                <a:lnTo>
                  <a:pt x="145503" y="443598"/>
                </a:lnTo>
                <a:lnTo>
                  <a:pt x="140220" y="448183"/>
                </a:lnTo>
                <a:close/>
              </a:path>
              <a:path w="367029" h="555625">
                <a:moveTo>
                  <a:pt x="129682" y="450557"/>
                </a:moveTo>
                <a:lnTo>
                  <a:pt x="122910" y="450557"/>
                </a:lnTo>
                <a:lnTo>
                  <a:pt x="126784" y="447205"/>
                </a:lnTo>
                <a:lnTo>
                  <a:pt x="129682" y="450557"/>
                </a:lnTo>
                <a:close/>
              </a:path>
              <a:path w="367029" h="555625">
                <a:moveTo>
                  <a:pt x="122921" y="450548"/>
                </a:moveTo>
                <a:close/>
              </a:path>
              <a:path w="367029" h="555625">
                <a:moveTo>
                  <a:pt x="125679" y="460641"/>
                </a:moveTo>
                <a:lnTo>
                  <a:pt x="119595" y="453301"/>
                </a:lnTo>
                <a:lnTo>
                  <a:pt x="122921" y="450548"/>
                </a:lnTo>
                <a:lnTo>
                  <a:pt x="129682" y="450557"/>
                </a:lnTo>
                <a:lnTo>
                  <a:pt x="133019" y="454418"/>
                </a:lnTo>
                <a:lnTo>
                  <a:pt x="129070" y="457835"/>
                </a:lnTo>
                <a:lnTo>
                  <a:pt x="125679" y="460641"/>
                </a:lnTo>
                <a:close/>
              </a:path>
              <a:path w="367029" h="555625">
                <a:moveTo>
                  <a:pt x="110921" y="472821"/>
                </a:moveTo>
                <a:lnTo>
                  <a:pt x="104965" y="465391"/>
                </a:lnTo>
                <a:lnTo>
                  <a:pt x="106641" y="464045"/>
                </a:lnTo>
                <a:lnTo>
                  <a:pt x="112267" y="459384"/>
                </a:lnTo>
                <a:lnTo>
                  <a:pt x="118338" y="466725"/>
                </a:lnTo>
                <a:lnTo>
                  <a:pt x="112585" y="471487"/>
                </a:lnTo>
                <a:lnTo>
                  <a:pt x="110921" y="472821"/>
                </a:lnTo>
                <a:close/>
              </a:path>
              <a:path w="367029" h="555625">
                <a:moveTo>
                  <a:pt x="106578" y="464096"/>
                </a:moveTo>
                <a:close/>
              </a:path>
              <a:path w="367029" h="555625">
                <a:moveTo>
                  <a:pt x="96012" y="484759"/>
                </a:moveTo>
                <a:lnTo>
                  <a:pt x="90144" y="477253"/>
                </a:lnTo>
                <a:lnTo>
                  <a:pt x="90424" y="477037"/>
                </a:lnTo>
                <a:lnTo>
                  <a:pt x="97536" y="471335"/>
                </a:lnTo>
                <a:lnTo>
                  <a:pt x="103492" y="478777"/>
                </a:lnTo>
                <a:lnTo>
                  <a:pt x="96012" y="484759"/>
                </a:lnTo>
                <a:close/>
              </a:path>
              <a:path w="367029" h="555625">
                <a:moveTo>
                  <a:pt x="90373" y="477075"/>
                </a:moveTo>
                <a:close/>
              </a:path>
              <a:path w="367029" h="555625">
                <a:moveTo>
                  <a:pt x="80987" y="496481"/>
                </a:moveTo>
                <a:lnTo>
                  <a:pt x="75133" y="488975"/>
                </a:lnTo>
                <a:lnTo>
                  <a:pt x="82638" y="483120"/>
                </a:lnTo>
                <a:lnTo>
                  <a:pt x="88493" y="490626"/>
                </a:lnTo>
                <a:lnTo>
                  <a:pt x="80987" y="496481"/>
                </a:lnTo>
                <a:close/>
              </a:path>
              <a:path w="367029" h="555625">
                <a:moveTo>
                  <a:pt x="65836" y="508101"/>
                </a:moveTo>
                <a:lnTo>
                  <a:pt x="60045" y="500532"/>
                </a:lnTo>
                <a:lnTo>
                  <a:pt x="67602" y="494753"/>
                </a:lnTo>
                <a:lnTo>
                  <a:pt x="73393" y="502310"/>
                </a:lnTo>
                <a:lnTo>
                  <a:pt x="65836" y="508101"/>
                </a:lnTo>
                <a:close/>
              </a:path>
              <a:path w="367029" h="555625">
                <a:moveTo>
                  <a:pt x="50711" y="519684"/>
                </a:moveTo>
                <a:lnTo>
                  <a:pt x="44919" y="512114"/>
                </a:lnTo>
                <a:lnTo>
                  <a:pt x="52476" y="506323"/>
                </a:lnTo>
                <a:lnTo>
                  <a:pt x="58267" y="513892"/>
                </a:lnTo>
                <a:lnTo>
                  <a:pt x="50711" y="519684"/>
                </a:lnTo>
                <a:close/>
              </a:path>
              <a:path w="367029" h="555625">
                <a:moveTo>
                  <a:pt x="35648" y="531317"/>
                </a:moveTo>
                <a:lnTo>
                  <a:pt x="29832" y="523786"/>
                </a:lnTo>
                <a:lnTo>
                  <a:pt x="37363" y="517956"/>
                </a:lnTo>
                <a:lnTo>
                  <a:pt x="43192" y="525487"/>
                </a:lnTo>
                <a:lnTo>
                  <a:pt x="35648" y="531317"/>
                </a:lnTo>
                <a:close/>
              </a:path>
              <a:path w="367029" h="555625">
                <a:moveTo>
                  <a:pt x="20726" y="542975"/>
                </a:moveTo>
                <a:lnTo>
                  <a:pt x="14731" y="535584"/>
                </a:lnTo>
                <a:lnTo>
                  <a:pt x="18186" y="532790"/>
                </a:lnTo>
                <a:lnTo>
                  <a:pt x="22288" y="529615"/>
                </a:lnTo>
                <a:lnTo>
                  <a:pt x="28117" y="537146"/>
                </a:lnTo>
                <a:lnTo>
                  <a:pt x="24013" y="540321"/>
                </a:lnTo>
                <a:lnTo>
                  <a:pt x="20726" y="542975"/>
                </a:lnTo>
                <a:close/>
              </a:path>
              <a:path w="367029" h="555625">
                <a:moveTo>
                  <a:pt x="24015" y="540321"/>
                </a:moveTo>
                <a:close/>
              </a:path>
              <a:path w="367029" h="555625">
                <a:moveTo>
                  <a:pt x="6210" y="555091"/>
                </a:moveTo>
                <a:lnTo>
                  <a:pt x="0" y="547877"/>
                </a:lnTo>
                <a:lnTo>
                  <a:pt x="6832" y="541985"/>
                </a:lnTo>
                <a:lnTo>
                  <a:pt x="7327" y="541578"/>
                </a:lnTo>
                <a:lnTo>
                  <a:pt x="13322" y="548982"/>
                </a:lnTo>
                <a:lnTo>
                  <a:pt x="12823" y="549389"/>
                </a:lnTo>
                <a:lnTo>
                  <a:pt x="6210" y="555091"/>
                </a:lnTo>
                <a:close/>
              </a:path>
              <a:path w="367029" h="555625">
                <a:moveTo>
                  <a:pt x="12826" y="549389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9022080" y="3017520"/>
            <a:ext cx="0" cy="1295400"/>
          </a:xfrm>
          <a:custGeom>
            <a:avLst/>
            <a:gdLst/>
            <a:ahLst/>
            <a:cxnLst/>
            <a:rect l="l" t="t" r="r" b="b"/>
            <a:pathLst>
              <a:path w="0"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941117" y="3031832"/>
            <a:ext cx="161925" cy="1152525"/>
          </a:xfrm>
          <a:custGeom>
            <a:avLst/>
            <a:gdLst/>
            <a:ahLst/>
            <a:cxnLst/>
            <a:rect l="l" t="t" r="r" b="b"/>
            <a:pathLst>
              <a:path w="161925" h="1152525">
                <a:moveTo>
                  <a:pt x="101" y="605663"/>
                </a:moveTo>
                <a:lnTo>
                  <a:pt x="63" y="596138"/>
                </a:lnTo>
                <a:lnTo>
                  <a:pt x="9588" y="596099"/>
                </a:lnTo>
                <a:lnTo>
                  <a:pt x="9626" y="605599"/>
                </a:lnTo>
                <a:lnTo>
                  <a:pt x="101" y="605663"/>
                </a:lnTo>
                <a:close/>
              </a:path>
              <a:path w="161925" h="1152525">
                <a:moveTo>
                  <a:pt x="126" y="607923"/>
                </a:moveTo>
                <a:lnTo>
                  <a:pt x="101" y="605688"/>
                </a:lnTo>
                <a:lnTo>
                  <a:pt x="9626" y="605624"/>
                </a:lnTo>
                <a:lnTo>
                  <a:pt x="9651" y="607822"/>
                </a:lnTo>
                <a:lnTo>
                  <a:pt x="126" y="607923"/>
                </a:lnTo>
                <a:close/>
              </a:path>
              <a:path w="161925" h="1152525">
                <a:moveTo>
                  <a:pt x="4864" y="605643"/>
                </a:moveTo>
                <a:lnTo>
                  <a:pt x="9626" y="605599"/>
                </a:lnTo>
                <a:lnTo>
                  <a:pt x="4864" y="605643"/>
                </a:lnTo>
                <a:close/>
              </a:path>
              <a:path w="161925" h="1152525">
                <a:moveTo>
                  <a:pt x="38" y="586613"/>
                </a:moveTo>
                <a:lnTo>
                  <a:pt x="0" y="577088"/>
                </a:lnTo>
                <a:lnTo>
                  <a:pt x="9525" y="577049"/>
                </a:lnTo>
                <a:lnTo>
                  <a:pt x="9563" y="586574"/>
                </a:lnTo>
                <a:lnTo>
                  <a:pt x="38" y="586613"/>
                </a:lnTo>
                <a:close/>
              </a:path>
              <a:path w="161925" h="1152525">
                <a:moveTo>
                  <a:pt x="9550" y="567563"/>
                </a:moveTo>
                <a:lnTo>
                  <a:pt x="25" y="567524"/>
                </a:lnTo>
                <a:lnTo>
                  <a:pt x="63" y="557999"/>
                </a:lnTo>
                <a:lnTo>
                  <a:pt x="9588" y="558038"/>
                </a:lnTo>
                <a:lnTo>
                  <a:pt x="9550" y="567563"/>
                </a:lnTo>
                <a:close/>
              </a:path>
              <a:path w="161925" h="1152525">
                <a:moveTo>
                  <a:pt x="9613" y="548513"/>
                </a:moveTo>
                <a:lnTo>
                  <a:pt x="88" y="548474"/>
                </a:lnTo>
                <a:lnTo>
                  <a:pt x="177" y="538924"/>
                </a:lnTo>
                <a:lnTo>
                  <a:pt x="9702" y="539026"/>
                </a:lnTo>
                <a:lnTo>
                  <a:pt x="9613" y="548513"/>
                </a:lnTo>
                <a:close/>
              </a:path>
              <a:path w="161925" h="1152525">
                <a:moveTo>
                  <a:pt x="9804" y="529501"/>
                </a:moveTo>
                <a:lnTo>
                  <a:pt x="279" y="529399"/>
                </a:lnTo>
                <a:lnTo>
                  <a:pt x="368" y="519874"/>
                </a:lnTo>
                <a:lnTo>
                  <a:pt x="9893" y="519976"/>
                </a:lnTo>
                <a:lnTo>
                  <a:pt x="9804" y="529501"/>
                </a:lnTo>
                <a:close/>
              </a:path>
              <a:path w="161925" h="1152525">
                <a:moveTo>
                  <a:pt x="10045" y="510476"/>
                </a:moveTo>
                <a:lnTo>
                  <a:pt x="520" y="510324"/>
                </a:lnTo>
                <a:lnTo>
                  <a:pt x="685" y="500799"/>
                </a:lnTo>
                <a:lnTo>
                  <a:pt x="10198" y="500951"/>
                </a:lnTo>
                <a:lnTo>
                  <a:pt x="10045" y="510476"/>
                </a:lnTo>
                <a:close/>
              </a:path>
              <a:path w="161925" h="1152525">
                <a:moveTo>
                  <a:pt x="10363" y="491426"/>
                </a:moveTo>
                <a:lnTo>
                  <a:pt x="838" y="491274"/>
                </a:lnTo>
                <a:lnTo>
                  <a:pt x="1054" y="481711"/>
                </a:lnTo>
                <a:lnTo>
                  <a:pt x="10579" y="481939"/>
                </a:lnTo>
                <a:lnTo>
                  <a:pt x="10363" y="491426"/>
                </a:lnTo>
                <a:close/>
              </a:path>
              <a:path w="161925" h="1152525">
                <a:moveTo>
                  <a:pt x="10807" y="472414"/>
                </a:moveTo>
                <a:lnTo>
                  <a:pt x="1282" y="472198"/>
                </a:lnTo>
                <a:lnTo>
                  <a:pt x="1511" y="462673"/>
                </a:lnTo>
                <a:lnTo>
                  <a:pt x="11023" y="462902"/>
                </a:lnTo>
                <a:lnTo>
                  <a:pt x="10807" y="472414"/>
                </a:lnTo>
                <a:close/>
              </a:path>
              <a:path w="161925" h="1152525">
                <a:moveTo>
                  <a:pt x="11315" y="453415"/>
                </a:moveTo>
                <a:lnTo>
                  <a:pt x="1790" y="453123"/>
                </a:lnTo>
                <a:lnTo>
                  <a:pt x="2082" y="443598"/>
                </a:lnTo>
                <a:lnTo>
                  <a:pt x="11607" y="443890"/>
                </a:lnTo>
                <a:lnTo>
                  <a:pt x="11315" y="453415"/>
                </a:lnTo>
                <a:close/>
              </a:path>
              <a:path w="161925" h="1152525">
                <a:moveTo>
                  <a:pt x="11899" y="434365"/>
                </a:moveTo>
                <a:lnTo>
                  <a:pt x="2374" y="434073"/>
                </a:lnTo>
                <a:lnTo>
                  <a:pt x="2730" y="424522"/>
                </a:lnTo>
                <a:lnTo>
                  <a:pt x="12255" y="424878"/>
                </a:lnTo>
                <a:lnTo>
                  <a:pt x="11899" y="434365"/>
                </a:lnTo>
                <a:close/>
              </a:path>
              <a:path w="161925" h="1152525">
                <a:moveTo>
                  <a:pt x="12611" y="415366"/>
                </a:moveTo>
                <a:lnTo>
                  <a:pt x="3086" y="415010"/>
                </a:lnTo>
                <a:lnTo>
                  <a:pt x="3454" y="405447"/>
                </a:lnTo>
                <a:lnTo>
                  <a:pt x="12979" y="405879"/>
                </a:lnTo>
                <a:lnTo>
                  <a:pt x="12940" y="406501"/>
                </a:lnTo>
                <a:lnTo>
                  <a:pt x="12611" y="415366"/>
                </a:lnTo>
                <a:close/>
              </a:path>
              <a:path w="161925" h="1152525">
                <a:moveTo>
                  <a:pt x="13398" y="396367"/>
                </a:moveTo>
                <a:lnTo>
                  <a:pt x="3886" y="395935"/>
                </a:lnTo>
                <a:lnTo>
                  <a:pt x="4318" y="386422"/>
                </a:lnTo>
                <a:lnTo>
                  <a:pt x="13830" y="386854"/>
                </a:lnTo>
                <a:lnTo>
                  <a:pt x="13398" y="396367"/>
                </a:lnTo>
                <a:close/>
              </a:path>
              <a:path w="161925" h="1152525">
                <a:moveTo>
                  <a:pt x="14274" y="377367"/>
                </a:moveTo>
                <a:lnTo>
                  <a:pt x="4762" y="376872"/>
                </a:lnTo>
                <a:lnTo>
                  <a:pt x="5270" y="367360"/>
                </a:lnTo>
                <a:lnTo>
                  <a:pt x="14782" y="367855"/>
                </a:lnTo>
                <a:lnTo>
                  <a:pt x="14274" y="377367"/>
                </a:lnTo>
                <a:close/>
              </a:path>
              <a:path w="161925" h="1152525">
                <a:moveTo>
                  <a:pt x="15278" y="358355"/>
                </a:moveTo>
                <a:lnTo>
                  <a:pt x="5765" y="357847"/>
                </a:lnTo>
                <a:lnTo>
                  <a:pt x="5994" y="353529"/>
                </a:lnTo>
                <a:lnTo>
                  <a:pt x="6311" y="348297"/>
                </a:lnTo>
                <a:lnTo>
                  <a:pt x="15811" y="348881"/>
                </a:lnTo>
                <a:lnTo>
                  <a:pt x="15504" y="354076"/>
                </a:lnTo>
                <a:lnTo>
                  <a:pt x="15278" y="358355"/>
                </a:lnTo>
                <a:close/>
              </a:path>
              <a:path w="161925" h="1152525">
                <a:moveTo>
                  <a:pt x="16395" y="339369"/>
                </a:moveTo>
                <a:lnTo>
                  <a:pt x="6883" y="338797"/>
                </a:lnTo>
                <a:lnTo>
                  <a:pt x="7454" y="329285"/>
                </a:lnTo>
                <a:lnTo>
                  <a:pt x="16967" y="329857"/>
                </a:lnTo>
                <a:lnTo>
                  <a:pt x="16395" y="339369"/>
                </a:lnTo>
                <a:close/>
              </a:path>
              <a:path w="161925" h="1152525">
                <a:moveTo>
                  <a:pt x="17602" y="320395"/>
                </a:moveTo>
                <a:lnTo>
                  <a:pt x="8102" y="319747"/>
                </a:lnTo>
                <a:lnTo>
                  <a:pt x="8750" y="310248"/>
                </a:lnTo>
                <a:lnTo>
                  <a:pt x="18249" y="310896"/>
                </a:lnTo>
                <a:lnTo>
                  <a:pt x="17602" y="320395"/>
                </a:lnTo>
                <a:close/>
              </a:path>
              <a:path w="161925" h="1152525">
                <a:moveTo>
                  <a:pt x="18923" y="301434"/>
                </a:moveTo>
                <a:lnTo>
                  <a:pt x="9423" y="300697"/>
                </a:lnTo>
                <a:lnTo>
                  <a:pt x="10147" y="291211"/>
                </a:lnTo>
                <a:lnTo>
                  <a:pt x="19646" y="291934"/>
                </a:lnTo>
                <a:lnTo>
                  <a:pt x="18923" y="301434"/>
                </a:lnTo>
                <a:close/>
              </a:path>
              <a:path w="161925" h="1152525">
                <a:moveTo>
                  <a:pt x="20370" y="282435"/>
                </a:moveTo>
                <a:lnTo>
                  <a:pt x="10883" y="281711"/>
                </a:lnTo>
                <a:lnTo>
                  <a:pt x="11049" y="279527"/>
                </a:lnTo>
                <a:lnTo>
                  <a:pt x="11671" y="272173"/>
                </a:lnTo>
                <a:lnTo>
                  <a:pt x="21158" y="272986"/>
                </a:lnTo>
                <a:lnTo>
                  <a:pt x="20370" y="282435"/>
                </a:lnTo>
                <a:close/>
              </a:path>
              <a:path w="161925" h="1152525">
                <a:moveTo>
                  <a:pt x="20545" y="280301"/>
                </a:moveTo>
                <a:close/>
              </a:path>
              <a:path w="161925" h="1152525">
                <a:moveTo>
                  <a:pt x="21971" y="263499"/>
                </a:moveTo>
                <a:lnTo>
                  <a:pt x="12484" y="262686"/>
                </a:lnTo>
                <a:lnTo>
                  <a:pt x="13030" y="256298"/>
                </a:lnTo>
                <a:lnTo>
                  <a:pt x="13335" y="253149"/>
                </a:lnTo>
                <a:lnTo>
                  <a:pt x="22809" y="254050"/>
                </a:lnTo>
                <a:lnTo>
                  <a:pt x="22513" y="257149"/>
                </a:lnTo>
                <a:lnTo>
                  <a:pt x="21971" y="263499"/>
                </a:lnTo>
                <a:close/>
              </a:path>
              <a:path w="161925" h="1152525">
                <a:moveTo>
                  <a:pt x="23710" y="244563"/>
                </a:moveTo>
                <a:lnTo>
                  <a:pt x="14224" y="243674"/>
                </a:lnTo>
                <a:lnTo>
                  <a:pt x="15125" y="234187"/>
                </a:lnTo>
                <a:lnTo>
                  <a:pt x="24612" y="235089"/>
                </a:lnTo>
                <a:lnTo>
                  <a:pt x="23710" y="244563"/>
                </a:lnTo>
                <a:close/>
              </a:path>
              <a:path w="161925" h="1152525">
                <a:moveTo>
                  <a:pt x="25590" y="225666"/>
                </a:moveTo>
                <a:lnTo>
                  <a:pt x="16116" y="224662"/>
                </a:lnTo>
                <a:lnTo>
                  <a:pt x="17106" y="215188"/>
                </a:lnTo>
                <a:lnTo>
                  <a:pt x="26581" y="216192"/>
                </a:lnTo>
                <a:lnTo>
                  <a:pt x="25590" y="225666"/>
                </a:lnTo>
                <a:close/>
              </a:path>
              <a:path w="161925" h="1152525">
                <a:moveTo>
                  <a:pt x="27647" y="206768"/>
                </a:moveTo>
                <a:lnTo>
                  <a:pt x="18186" y="205676"/>
                </a:lnTo>
                <a:lnTo>
                  <a:pt x="19278" y="196215"/>
                </a:lnTo>
                <a:lnTo>
                  <a:pt x="28740" y="197307"/>
                </a:lnTo>
                <a:lnTo>
                  <a:pt x="27647" y="206768"/>
                </a:lnTo>
                <a:close/>
              </a:path>
              <a:path w="161925" h="1152525">
                <a:moveTo>
                  <a:pt x="29870" y="187909"/>
                </a:moveTo>
                <a:lnTo>
                  <a:pt x="20421" y="186702"/>
                </a:lnTo>
                <a:lnTo>
                  <a:pt x="21628" y="177253"/>
                </a:lnTo>
                <a:lnTo>
                  <a:pt x="31076" y="178460"/>
                </a:lnTo>
                <a:lnTo>
                  <a:pt x="29870" y="187909"/>
                </a:lnTo>
                <a:close/>
              </a:path>
              <a:path w="161925" h="1152525">
                <a:moveTo>
                  <a:pt x="32321" y="169075"/>
                </a:moveTo>
                <a:lnTo>
                  <a:pt x="22885" y="167754"/>
                </a:lnTo>
                <a:lnTo>
                  <a:pt x="24206" y="158318"/>
                </a:lnTo>
                <a:lnTo>
                  <a:pt x="33629" y="159639"/>
                </a:lnTo>
                <a:lnTo>
                  <a:pt x="32321" y="169075"/>
                </a:lnTo>
                <a:close/>
              </a:path>
              <a:path w="161925" h="1152525">
                <a:moveTo>
                  <a:pt x="35001" y="150279"/>
                </a:moveTo>
                <a:lnTo>
                  <a:pt x="25577" y="148831"/>
                </a:lnTo>
                <a:lnTo>
                  <a:pt x="27025" y="139420"/>
                </a:lnTo>
                <a:lnTo>
                  <a:pt x="36449" y="140868"/>
                </a:lnTo>
                <a:lnTo>
                  <a:pt x="35001" y="150279"/>
                </a:lnTo>
                <a:close/>
              </a:path>
              <a:path w="161925" h="1152525">
                <a:moveTo>
                  <a:pt x="37947" y="131533"/>
                </a:moveTo>
                <a:lnTo>
                  <a:pt x="28562" y="129946"/>
                </a:lnTo>
                <a:lnTo>
                  <a:pt x="30149" y="120548"/>
                </a:lnTo>
                <a:lnTo>
                  <a:pt x="39547" y="122148"/>
                </a:lnTo>
                <a:lnTo>
                  <a:pt x="37947" y="131533"/>
                </a:lnTo>
                <a:close/>
              </a:path>
              <a:path w="161925" h="1152525">
                <a:moveTo>
                  <a:pt x="41236" y="112852"/>
                </a:moveTo>
                <a:lnTo>
                  <a:pt x="31864" y="111099"/>
                </a:lnTo>
                <a:lnTo>
                  <a:pt x="33629" y="101739"/>
                </a:lnTo>
                <a:lnTo>
                  <a:pt x="42989" y="103492"/>
                </a:lnTo>
                <a:lnTo>
                  <a:pt x="41236" y="112852"/>
                </a:lnTo>
                <a:close/>
              </a:path>
              <a:path w="161925" h="1152525">
                <a:moveTo>
                  <a:pt x="44907" y="94259"/>
                </a:moveTo>
                <a:lnTo>
                  <a:pt x="35572" y="92316"/>
                </a:lnTo>
                <a:lnTo>
                  <a:pt x="36804" y="86398"/>
                </a:lnTo>
                <a:lnTo>
                  <a:pt x="37617" y="82905"/>
                </a:lnTo>
                <a:lnTo>
                  <a:pt x="46901" y="85051"/>
                </a:lnTo>
                <a:lnTo>
                  <a:pt x="46089" y="88557"/>
                </a:lnTo>
                <a:lnTo>
                  <a:pt x="44907" y="94259"/>
                </a:lnTo>
                <a:close/>
              </a:path>
              <a:path w="161925" h="1152525">
                <a:moveTo>
                  <a:pt x="46104" y="88487"/>
                </a:moveTo>
                <a:close/>
              </a:path>
              <a:path w="161925" h="1152525">
                <a:moveTo>
                  <a:pt x="46089" y="88557"/>
                </a:moveTo>
                <a:close/>
              </a:path>
              <a:path w="161925" h="1152525">
                <a:moveTo>
                  <a:pt x="49047" y="75780"/>
                </a:moveTo>
                <a:lnTo>
                  <a:pt x="39776" y="73621"/>
                </a:lnTo>
                <a:lnTo>
                  <a:pt x="40030" y="72517"/>
                </a:lnTo>
                <a:lnTo>
                  <a:pt x="42176" y="64274"/>
                </a:lnTo>
                <a:lnTo>
                  <a:pt x="51396" y="66675"/>
                </a:lnTo>
                <a:lnTo>
                  <a:pt x="49246" y="74917"/>
                </a:lnTo>
                <a:lnTo>
                  <a:pt x="49047" y="75780"/>
                </a:lnTo>
                <a:close/>
              </a:path>
              <a:path w="161925" h="1152525">
                <a:moveTo>
                  <a:pt x="49250" y="74917"/>
                </a:moveTo>
                <a:close/>
              </a:path>
              <a:path w="161925" h="1152525">
                <a:moveTo>
                  <a:pt x="53911" y="57645"/>
                </a:moveTo>
                <a:lnTo>
                  <a:pt x="44767" y="54952"/>
                </a:lnTo>
                <a:lnTo>
                  <a:pt x="46786" y="48120"/>
                </a:lnTo>
                <a:lnTo>
                  <a:pt x="47612" y="45669"/>
                </a:lnTo>
                <a:lnTo>
                  <a:pt x="56642" y="48729"/>
                </a:lnTo>
                <a:lnTo>
                  <a:pt x="55815" y="51168"/>
                </a:lnTo>
                <a:lnTo>
                  <a:pt x="53911" y="57645"/>
                </a:lnTo>
                <a:close/>
              </a:path>
              <a:path w="161925" h="1152525">
                <a:moveTo>
                  <a:pt x="55816" y="51168"/>
                </a:moveTo>
                <a:lnTo>
                  <a:pt x="55867" y="50990"/>
                </a:lnTo>
                <a:lnTo>
                  <a:pt x="55816" y="51168"/>
                </a:lnTo>
                <a:close/>
              </a:path>
              <a:path w="161925" h="1152525">
                <a:moveTo>
                  <a:pt x="59677" y="39941"/>
                </a:moveTo>
                <a:lnTo>
                  <a:pt x="50812" y="36449"/>
                </a:lnTo>
                <a:lnTo>
                  <a:pt x="53987" y="28409"/>
                </a:lnTo>
                <a:lnTo>
                  <a:pt x="54495" y="27343"/>
                </a:lnTo>
                <a:lnTo>
                  <a:pt x="63119" y="31394"/>
                </a:lnTo>
                <a:lnTo>
                  <a:pt x="62739" y="32181"/>
                </a:lnTo>
                <a:lnTo>
                  <a:pt x="59677" y="39941"/>
                </a:lnTo>
                <a:close/>
              </a:path>
              <a:path w="161925" h="1152525">
                <a:moveTo>
                  <a:pt x="62731" y="32199"/>
                </a:moveTo>
                <a:close/>
              </a:path>
              <a:path w="161925" h="1152525">
                <a:moveTo>
                  <a:pt x="62632" y="32448"/>
                </a:moveTo>
                <a:lnTo>
                  <a:pt x="62731" y="32199"/>
                </a:lnTo>
                <a:lnTo>
                  <a:pt x="62632" y="32448"/>
                </a:lnTo>
                <a:close/>
              </a:path>
              <a:path w="161925" h="1152525">
                <a:moveTo>
                  <a:pt x="67144" y="23088"/>
                </a:moveTo>
                <a:lnTo>
                  <a:pt x="58788" y="18516"/>
                </a:lnTo>
                <a:lnTo>
                  <a:pt x="59995" y="16383"/>
                </a:lnTo>
                <a:lnTo>
                  <a:pt x="61696" y="13627"/>
                </a:lnTo>
                <a:lnTo>
                  <a:pt x="63563" y="10947"/>
                </a:lnTo>
                <a:lnTo>
                  <a:pt x="64439" y="9842"/>
                </a:lnTo>
                <a:lnTo>
                  <a:pt x="71856" y="15811"/>
                </a:lnTo>
                <a:lnTo>
                  <a:pt x="71308" y="16486"/>
                </a:lnTo>
                <a:lnTo>
                  <a:pt x="69617" y="18916"/>
                </a:lnTo>
                <a:lnTo>
                  <a:pt x="67820" y="21856"/>
                </a:lnTo>
                <a:lnTo>
                  <a:pt x="67144" y="23088"/>
                </a:lnTo>
                <a:close/>
              </a:path>
              <a:path w="161925" h="1152525">
                <a:moveTo>
                  <a:pt x="71314" y="16486"/>
                </a:moveTo>
                <a:close/>
              </a:path>
              <a:path w="161925" h="1152525">
                <a:moveTo>
                  <a:pt x="71200" y="16649"/>
                </a:moveTo>
                <a:lnTo>
                  <a:pt x="71314" y="16486"/>
                </a:lnTo>
                <a:lnTo>
                  <a:pt x="71200" y="16649"/>
                </a:lnTo>
                <a:close/>
              </a:path>
              <a:path w="161925" h="1152525">
                <a:moveTo>
                  <a:pt x="69621" y="18916"/>
                </a:moveTo>
                <a:close/>
              </a:path>
              <a:path w="161925" h="1152525">
                <a:moveTo>
                  <a:pt x="69531" y="19062"/>
                </a:moveTo>
                <a:lnTo>
                  <a:pt x="69621" y="18916"/>
                </a:lnTo>
                <a:lnTo>
                  <a:pt x="69531" y="19062"/>
                </a:lnTo>
                <a:close/>
              </a:path>
              <a:path w="161925" h="1152525">
                <a:moveTo>
                  <a:pt x="67844" y="21813"/>
                </a:moveTo>
                <a:lnTo>
                  <a:pt x="67932" y="21653"/>
                </a:lnTo>
                <a:lnTo>
                  <a:pt x="67844" y="21813"/>
                </a:lnTo>
                <a:close/>
              </a:path>
              <a:path w="161925" h="1152525">
                <a:moveTo>
                  <a:pt x="67820" y="21856"/>
                </a:moveTo>
                <a:close/>
              </a:path>
              <a:path w="161925" h="1152525">
                <a:moveTo>
                  <a:pt x="77152" y="10706"/>
                </a:moveTo>
                <a:lnTo>
                  <a:pt x="73063" y="2095"/>
                </a:lnTo>
                <a:lnTo>
                  <a:pt x="74993" y="1181"/>
                </a:lnTo>
                <a:lnTo>
                  <a:pt x="75730" y="901"/>
                </a:lnTo>
                <a:lnTo>
                  <a:pt x="77685" y="342"/>
                </a:lnTo>
                <a:lnTo>
                  <a:pt x="78549" y="177"/>
                </a:lnTo>
                <a:lnTo>
                  <a:pt x="80518" y="0"/>
                </a:lnTo>
                <a:lnTo>
                  <a:pt x="81406" y="0"/>
                </a:lnTo>
                <a:lnTo>
                  <a:pt x="83375" y="177"/>
                </a:lnTo>
                <a:lnTo>
                  <a:pt x="84239" y="342"/>
                </a:lnTo>
                <a:lnTo>
                  <a:pt x="85572" y="723"/>
                </a:lnTo>
                <a:lnTo>
                  <a:pt x="83084" y="9474"/>
                </a:lnTo>
                <a:lnTo>
                  <a:pt x="80518" y="9474"/>
                </a:lnTo>
                <a:lnTo>
                  <a:pt x="80778" y="9499"/>
                </a:lnTo>
                <a:lnTo>
                  <a:pt x="80302" y="9499"/>
                </a:lnTo>
                <a:lnTo>
                  <a:pt x="79451" y="9664"/>
                </a:lnTo>
                <a:lnTo>
                  <a:pt x="79724" y="9664"/>
                </a:lnTo>
                <a:lnTo>
                  <a:pt x="79324" y="9779"/>
                </a:lnTo>
                <a:lnTo>
                  <a:pt x="79082" y="9779"/>
                </a:lnTo>
                <a:lnTo>
                  <a:pt x="78346" y="10058"/>
                </a:lnTo>
                <a:lnTo>
                  <a:pt x="78501" y="10058"/>
                </a:lnTo>
                <a:lnTo>
                  <a:pt x="77152" y="10706"/>
                </a:lnTo>
                <a:close/>
              </a:path>
              <a:path w="161925" h="1152525">
                <a:moveTo>
                  <a:pt x="80962" y="9517"/>
                </a:moveTo>
                <a:lnTo>
                  <a:pt x="80518" y="9474"/>
                </a:lnTo>
                <a:lnTo>
                  <a:pt x="81406" y="9474"/>
                </a:lnTo>
                <a:lnTo>
                  <a:pt x="80962" y="9517"/>
                </a:lnTo>
                <a:close/>
              </a:path>
              <a:path w="161925" h="1152525">
                <a:moveTo>
                  <a:pt x="82065" y="9624"/>
                </a:moveTo>
                <a:lnTo>
                  <a:pt x="80962" y="9517"/>
                </a:lnTo>
                <a:lnTo>
                  <a:pt x="81406" y="9474"/>
                </a:lnTo>
                <a:lnTo>
                  <a:pt x="83084" y="9474"/>
                </a:lnTo>
                <a:lnTo>
                  <a:pt x="81622" y="9499"/>
                </a:lnTo>
                <a:lnTo>
                  <a:pt x="82065" y="9624"/>
                </a:lnTo>
                <a:close/>
              </a:path>
              <a:path w="161925" h="1152525">
                <a:moveTo>
                  <a:pt x="79451" y="9664"/>
                </a:moveTo>
                <a:lnTo>
                  <a:pt x="80302" y="9499"/>
                </a:lnTo>
                <a:lnTo>
                  <a:pt x="79859" y="9624"/>
                </a:lnTo>
                <a:lnTo>
                  <a:pt x="79451" y="9664"/>
                </a:lnTo>
                <a:close/>
              </a:path>
              <a:path w="161925" h="1152525">
                <a:moveTo>
                  <a:pt x="79865" y="9624"/>
                </a:moveTo>
                <a:lnTo>
                  <a:pt x="80302" y="9499"/>
                </a:lnTo>
                <a:lnTo>
                  <a:pt x="80778" y="9499"/>
                </a:lnTo>
                <a:lnTo>
                  <a:pt x="80962" y="9517"/>
                </a:lnTo>
                <a:lnTo>
                  <a:pt x="79865" y="9624"/>
                </a:lnTo>
                <a:close/>
              </a:path>
              <a:path w="161925" h="1152525">
                <a:moveTo>
                  <a:pt x="82473" y="9664"/>
                </a:moveTo>
                <a:lnTo>
                  <a:pt x="82063" y="9624"/>
                </a:lnTo>
                <a:lnTo>
                  <a:pt x="81622" y="9499"/>
                </a:lnTo>
                <a:lnTo>
                  <a:pt x="82473" y="9664"/>
                </a:lnTo>
                <a:close/>
              </a:path>
              <a:path w="161925" h="1152525">
                <a:moveTo>
                  <a:pt x="83030" y="9664"/>
                </a:moveTo>
                <a:lnTo>
                  <a:pt x="82473" y="9664"/>
                </a:lnTo>
                <a:lnTo>
                  <a:pt x="81622" y="9499"/>
                </a:lnTo>
                <a:lnTo>
                  <a:pt x="83077" y="9499"/>
                </a:lnTo>
                <a:lnTo>
                  <a:pt x="83030" y="9664"/>
                </a:lnTo>
                <a:close/>
              </a:path>
              <a:path w="161925" h="1152525">
                <a:moveTo>
                  <a:pt x="79724" y="9664"/>
                </a:moveTo>
                <a:lnTo>
                  <a:pt x="79451" y="9664"/>
                </a:lnTo>
                <a:lnTo>
                  <a:pt x="79865" y="9624"/>
                </a:lnTo>
                <a:lnTo>
                  <a:pt x="79724" y="9664"/>
                </a:lnTo>
                <a:close/>
              </a:path>
              <a:path w="161925" h="1152525">
                <a:moveTo>
                  <a:pt x="82969" y="9880"/>
                </a:moveTo>
                <a:lnTo>
                  <a:pt x="82065" y="9624"/>
                </a:lnTo>
                <a:lnTo>
                  <a:pt x="82473" y="9664"/>
                </a:lnTo>
                <a:lnTo>
                  <a:pt x="83030" y="9664"/>
                </a:lnTo>
                <a:lnTo>
                  <a:pt x="82969" y="9880"/>
                </a:lnTo>
                <a:close/>
              </a:path>
              <a:path w="161925" h="1152525">
                <a:moveTo>
                  <a:pt x="78346" y="10058"/>
                </a:moveTo>
                <a:lnTo>
                  <a:pt x="79082" y="9779"/>
                </a:lnTo>
                <a:lnTo>
                  <a:pt x="78728" y="9949"/>
                </a:lnTo>
                <a:lnTo>
                  <a:pt x="78346" y="10058"/>
                </a:lnTo>
                <a:close/>
              </a:path>
              <a:path w="161925" h="1152525">
                <a:moveTo>
                  <a:pt x="78728" y="9949"/>
                </a:moveTo>
                <a:lnTo>
                  <a:pt x="79082" y="9779"/>
                </a:lnTo>
                <a:lnTo>
                  <a:pt x="79324" y="9779"/>
                </a:lnTo>
                <a:lnTo>
                  <a:pt x="78728" y="9949"/>
                </a:lnTo>
                <a:close/>
              </a:path>
              <a:path w="161925" h="1152525">
                <a:moveTo>
                  <a:pt x="78501" y="10058"/>
                </a:moveTo>
                <a:lnTo>
                  <a:pt x="78346" y="10058"/>
                </a:lnTo>
                <a:lnTo>
                  <a:pt x="78728" y="9949"/>
                </a:lnTo>
                <a:lnTo>
                  <a:pt x="78501" y="10058"/>
                </a:lnTo>
                <a:close/>
              </a:path>
              <a:path w="161925" h="1152525">
                <a:moveTo>
                  <a:pt x="100841" y="14605"/>
                </a:moveTo>
                <a:lnTo>
                  <a:pt x="89115" y="14605"/>
                </a:lnTo>
                <a:lnTo>
                  <a:pt x="88861" y="14312"/>
                </a:lnTo>
                <a:lnTo>
                  <a:pt x="88531" y="13995"/>
                </a:lnTo>
                <a:lnTo>
                  <a:pt x="95427" y="7416"/>
                </a:lnTo>
                <a:lnTo>
                  <a:pt x="96278" y="8331"/>
                </a:lnTo>
                <a:lnTo>
                  <a:pt x="98361" y="10947"/>
                </a:lnTo>
                <a:lnTo>
                  <a:pt x="100466" y="13995"/>
                </a:lnTo>
                <a:lnTo>
                  <a:pt x="100841" y="14605"/>
                </a:lnTo>
                <a:close/>
              </a:path>
              <a:path w="161925" h="1152525">
                <a:moveTo>
                  <a:pt x="88997" y="14481"/>
                </a:moveTo>
                <a:lnTo>
                  <a:pt x="88835" y="14312"/>
                </a:lnTo>
                <a:lnTo>
                  <a:pt x="88997" y="14481"/>
                </a:lnTo>
                <a:close/>
              </a:path>
              <a:path w="161925" h="1152525">
                <a:moveTo>
                  <a:pt x="100414" y="16649"/>
                </a:moveTo>
                <a:lnTo>
                  <a:pt x="90741" y="16649"/>
                </a:lnTo>
                <a:lnTo>
                  <a:pt x="88997" y="14481"/>
                </a:lnTo>
                <a:lnTo>
                  <a:pt x="100841" y="14605"/>
                </a:lnTo>
                <a:lnTo>
                  <a:pt x="101638" y="15900"/>
                </a:lnTo>
                <a:lnTo>
                  <a:pt x="100414" y="16649"/>
                </a:lnTo>
                <a:close/>
              </a:path>
              <a:path w="161925" h="1152525">
                <a:moveTo>
                  <a:pt x="96475" y="19062"/>
                </a:moveTo>
                <a:lnTo>
                  <a:pt x="92405" y="19062"/>
                </a:lnTo>
                <a:lnTo>
                  <a:pt x="90611" y="16488"/>
                </a:lnTo>
                <a:lnTo>
                  <a:pt x="90741" y="16649"/>
                </a:lnTo>
                <a:lnTo>
                  <a:pt x="100414" y="16649"/>
                </a:lnTo>
                <a:lnTo>
                  <a:pt x="96475" y="19062"/>
                </a:lnTo>
                <a:close/>
              </a:path>
              <a:path w="161925" h="1152525">
                <a:moveTo>
                  <a:pt x="93510" y="20878"/>
                </a:moveTo>
                <a:lnTo>
                  <a:pt x="92304" y="18918"/>
                </a:lnTo>
                <a:lnTo>
                  <a:pt x="92405" y="19062"/>
                </a:lnTo>
                <a:lnTo>
                  <a:pt x="96475" y="19062"/>
                </a:lnTo>
                <a:lnTo>
                  <a:pt x="93510" y="20878"/>
                </a:lnTo>
                <a:close/>
              </a:path>
              <a:path w="161925" h="1152525">
                <a:moveTo>
                  <a:pt x="109537" y="32448"/>
                </a:moveTo>
                <a:lnTo>
                  <a:pt x="99314" y="32448"/>
                </a:lnTo>
                <a:lnTo>
                  <a:pt x="97624" y="28867"/>
                </a:lnTo>
                <a:lnTo>
                  <a:pt x="106248" y="24828"/>
                </a:lnTo>
                <a:lnTo>
                  <a:pt x="107937" y="28409"/>
                </a:lnTo>
                <a:lnTo>
                  <a:pt x="109537" y="32448"/>
                </a:lnTo>
                <a:close/>
              </a:path>
              <a:path w="161925" h="1152525">
                <a:moveTo>
                  <a:pt x="101231" y="37350"/>
                </a:moveTo>
                <a:lnTo>
                  <a:pt x="99187" y="32181"/>
                </a:lnTo>
                <a:lnTo>
                  <a:pt x="99314" y="32448"/>
                </a:lnTo>
                <a:lnTo>
                  <a:pt x="109537" y="32448"/>
                </a:lnTo>
                <a:lnTo>
                  <a:pt x="110096" y="33858"/>
                </a:lnTo>
                <a:lnTo>
                  <a:pt x="101231" y="37350"/>
                </a:lnTo>
                <a:close/>
              </a:path>
              <a:path w="161925" h="1152525">
                <a:moveTo>
                  <a:pt x="107226" y="54978"/>
                </a:moveTo>
                <a:lnTo>
                  <a:pt x="106057" y="50990"/>
                </a:lnTo>
                <a:lnTo>
                  <a:pt x="104394" y="46088"/>
                </a:lnTo>
                <a:lnTo>
                  <a:pt x="113411" y="43040"/>
                </a:lnTo>
                <a:lnTo>
                  <a:pt x="115189" y="48298"/>
                </a:lnTo>
                <a:lnTo>
                  <a:pt x="116370" y="52285"/>
                </a:lnTo>
                <a:lnTo>
                  <a:pt x="107226" y="54978"/>
                </a:lnTo>
                <a:close/>
              </a:path>
              <a:path w="161925" h="1152525">
                <a:moveTo>
                  <a:pt x="112229" y="73202"/>
                </a:moveTo>
                <a:lnTo>
                  <a:pt x="109829" y="63982"/>
                </a:lnTo>
                <a:lnTo>
                  <a:pt x="119049" y="61582"/>
                </a:lnTo>
                <a:lnTo>
                  <a:pt x="121450" y="70802"/>
                </a:lnTo>
                <a:lnTo>
                  <a:pt x="112229" y="73202"/>
                </a:lnTo>
                <a:close/>
              </a:path>
              <a:path w="161925" h="1152525">
                <a:moveTo>
                  <a:pt x="125563" y="88557"/>
                </a:moveTo>
                <a:lnTo>
                  <a:pt x="115836" y="88557"/>
                </a:lnTo>
                <a:lnTo>
                  <a:pt x="114401" y="82346"/>
                </a:lnTo>
                <a:lnTo>
                  <a:pt x="123672" y="80200"/>
                </a:lnTo>
                <a:lnTo>
                  <a:pt x="125133" y="86499"/>
                </a:lnTo>
                <a:lnTo>
                  <a:pt x="125563" y="88557"/>
                </a:lnTo>
                <a:close/>
              </a:path>
              <a:path w="161925" h="1152525">
                <a:moveTo>
                  <a:pt x="116459" y="91541"/>
                </a:moveTo>
                <a:lnTo>
                  <a:pt x="115820" y="88488"/>
                </a:lnTo>
                <a:lnTo>
                  <a:pt x="125563" y="88557"/>
                </a:lnTo>
                <a:lnTo>
                  <a:pt x="125780" y="89598"/>
                </a:lnTo>
                <a:lnTo>
                  <a:pt x="116459" y="91541"/>
                </a:lnTo>
                <a:close/>
              </a:path>
              <a:path w="161925" h="1152525">
                <a:moveTo>
                  <a:pt x="120180" y="110121"/>
                </a:moveTo>
                <a:lnTo>
                  <a:pt x="118884" y="103212"/>
                </a:lnTo>
                <a:lnTo>
                  <a:pt x="118389" y="100863"/>
                </a:lnTo>
                <a:lnTo>
                  <a:pt x="127723" y="98920"/>
                </a:lnTo>
                <a:lnTo>
                  <a:pt x="128244" y="101460"/>
                </a:lnTo>
                <a:lnTo>
                  <a:pt x="129540" y="108369"/>
                </a:lnTo>
                <a:lnTo>
                  <a:pt x="120180" y="110121"/>
                </a:lnTo>
                <a:close/>
              </a:path>
              <a:path w="161925" h="1152525">
                <a:moveTo>
                  <a:pt x="123507" y="128790"/>
                </a:moveTo>
                <a:lnTo>
                  <a:pt x="121920" y="119405"/>
                </a:lnTo>
                <a:lnTo>
                  <a:pt x="131305" y="117805"/>
                </a:lnTo>
                <a:lnTo>
                  <a:pt x="132905" y="127203"/>
                </a:lnTo>
                <a:lnTo>
                  <a:pt x="123507" y="128790"/>
                </a:lnTo>
                <a:close/>
              </a:path>
              <a:path w="161925" h="1152525">
                <a:moveTo>
                  <a:pt x="126504" y="147535"/>
                </a:moveTo>
                <a:lnTo>
                  <a:pt x="125056" y="138112"/>
                </a:lnTo>
                <a:lnTo>
                  <a:pt x="134467" y="136664"/>
                </a:lnTo>
                <a:lnTo>
                  <a:pt x="135915" y="146088"/>
                </a:lnTo>
                <a:lnTo>
                  <a:pt x="126504" y="147535"/>
                </a:lnTo>
                <a:close/>
              </a:path>
              <a:path w="161925" h="1152525">
                <a:moveTo>
                  <a:pt x="129222" y="166319"/>
                </a:moveTo>
                <a:lnTo>
                  <a:pt x="127901" y="156883"/>
                </a:lnTo>
                <a:lnTo>
                  <a:pt x="137337" y="155575"/>
                </a:lnTo>
                <a:lnTo>
                  <a:pt x="138658" y="164998"/>
                </a:lnTo>
                <a:lnTo>
                  <a:pt x="129222" y="166319"/>
                </a:lnTo>
                <a:close/>
              </a:path>
              <a:path w="161925" h="1152525">
                <a:moveTo>
                  <a:pt x="131699" y="185153"/>
                </a:moveTo>
                <a:lnTo>
                  <a:pt x="130492" y="175704"/>
                </a:lnTo>
                <a:lnTo>
                  <a:pt x="139941" y="174498"/>
                </a:lnTo>
                <a:lnTo>
                  <a:pt x="141147" y="183946"/>
                </a:lnTo>
                <a:lnTo>
                  <a:pt x="131699" y="185153"/>
                </a:lnTo>
                <a:close/>
              </a:path>
              <a:path w="161925" h="1152525">
                <a:moveTo>
                  <a:pt x="133959" y="204012"/>
                </a:moveTo>
                <a:lnTo>
                  <a:pt x="132867" y="194551"/>
                </a:lnTo>
                <a:lnTo>
                  <a:pt x="142328" y="193459"/>
                </a:lnTo>
                <a:lnTo>
                  <a:pt x="143421" y="202920"/>
                </a:lnTo>
                <a:lnTo>
                  <a:pt x="133959" y="204012"/>
                </a:lnTo>
                <a:close/>
              </a:path>
              <a:path w="161925" h="1152525">
                <a:moveTo>
                  <a:pt x="136042" y="222897"/>
                </a:moveTo>
                <a:lnTo>
                  <a:pt x="135051" y="213423"/>
                </a:lnTo>
                <a:lnTo>
                  <a:pt x="144525" y="212432"/>
                </a:lnTo>
                <a:lnTo>
                  <a:pt x="145516" y="221907"/>
                </a:lnTo>
                <a:lnTo>
                  <a:pt x="136042" y="222897"/>
                </a:lnTo>
                <a:close/>
              </a:path>
              <a:path w="161925" h="1152525">
                <a:moveTo>
                  <a:pt x="137947" y="241795"/>
                </a:moveTo>
                <a:lnTo>
                  <a:pt x="137287" y="234746"/>
                </a:lnTo>
                <a:lnTo>
                  <a:pt x="137033" y="232371"/>
                </a:lnTo>
                <a:lnTo>
                  <a:pt x="146507" y="231368"/>
                </a:lnTo>
                <a:lnTo>
                  <a:pt x="146855" y="234797"/>
                </a:lnTo>
                <a:lnTo>
                  <a:pt x="147434" y="240906"/>
                </a:lnTo>
                <a:lnTo>
                  <a:pt x="137947" y="241795"/>
                </a:lnTo>
                <a:close/>
              </a:path>
              <a:path w="161925" h="1152525">
                <a:moveTo>
                  <a:pt x="137287" y="234797"/>
                </a:moveTo>
                <a:close/>
              </a:path>
              <a:path w="161925" h="1152525">
                <a:moveTo>
                  <a:pt x="139712" y="260731"/>
                </a:moveTo>
                <a:lnTo>
                  <a:pt x="139323" y="256260"/>
                </a:lnTo>
                <a:lnTo>
                  <a:pt x="138849" y="251282"/>
                </a:lnTo>
                <a:lnTo>
                  <a:pt x="148336" y="250380"/>
                </a:lnTo>
                <a:lnTo>
                  <a:pt x="148968" y="257149"/>
                </a:lnTo>
                <a:lnTo>
                  <a:pt x="149199" y="259918"/>
                </a:lnTo>
                <a:lnTo>
                  <a:pt x="139712" y="260731"/>
                </a:lnTo>
                <a:close/>
              </a:path>
              <a:path w="161925" h="1152525">
                <a:moveTo>
                  <a:pt x="139407" y="257149"/>
                </a:moveTo>
                <a:close/>
              </a:path>
              <a:path w="161925" h="1152525">
                <a:moveTo>
                  <a:pt x="141338" y="279704"/>
                </a:moveTo>
                <a:lnTo>
                  <a:pt x="140525" y="270217"/>
                </a:lnTo>
                <a:lnTo>
                  <a:pt x="150012" y="269405"/>
                </a:lnTo>
                <a:lnTo>
                  <a:pt x="150825" y="278892"/>
                </a:lnTo>
                <a:lnTo>
                  <a:pt x="141338" y="279704"/>
                </a:lnTo>
                <a:close/>
              </a:path>
              <a:path w="161925" h="1152525">
                <a:moveTo>
                  <a:pt x="142786" y="298653"/>
                </a:moveTo>
                <a:lnTo>
                  <a:pt x="142062" y="289166"/>
                </a:lnTo>
                <a:lnTo>
                  <a:pt x="151561" y="288429"/>
                </a:lnTo>
                <a:lnTo>
                  <a:pt x="152285" y="297929"/>
                </a:lnTo>
                <a:lnTo>
                  <a:pt x="142786" y="298653"/>
                </a:lnTo>
                <a:close/>
              </a:path>
              <a:path w="161925" h="1152525">
                <a:moveTo>
                  <a:pt x="144132" y="317627"/>
                </a:moveTo>
                <a:lnTo>
                  <a:pt x="143484" y="308114"/>
                </a:lnTo>
                <a:lnTo>
                  <a:pt x="152984" y="307467"/>
                </a:lnTo>
                <a:lnTo>
                  <a:pt x="153631" y="316966"/>
                </a:lnTo>
                <a:lnTo>
                  <a:pt x="144132" y="317627"/>
                </a:lnTo>
                <a:close/>
              </a:path>
              <a:path w="161925" h="1152525">
                <a:moveTo>
                  <a:pt x="145364" y="336588"/>
                </a:moveTo>
                <a:lnTo>
                  <a:pt x="144894" y="328752"/>
                </a:lnTo>
                <a:lnTo>
                  <a:pt x="144779" y="327126"/>
                </a:lnTo>
                <a:lnTo>
                  <a:pt x="154279" y="326478"/>
                </a:lnTo>
                <a:lnTo>
                  <a:pt x="154443" y="328790"/>
                </a:lnTo>
                <a:lnTo>
                  <a:pt x="154876" y="336016"/>
                </a:lnTo>
                <a:lnTo>
                  <a:pt x="145364" y="336588"/>
                </a:lnTo>
                <a:close/>
              </a:path>
              <a:path w="161925" h="1152525">
                <a:moveTo>
                  <a:pt x="144894" y="328790"/>
                </a:moveTo>
                <a:close/>
              </a:path>
              <a:path w="161925" h="1152525">
                <a:moveTo>
                  <a:pt x="146494" y="355574"/>
                </a:moveTo>
                <a:lnTo>
                  <a:pt x="145935" y="346100"/>
                </a:lnTo>
                <a:lnTo>
                  <a:pt x="155448" y="345528"/>
                </a:lnTo>
                <a:lnTo>
                  <a:pt x="155930" y="353491"/>
                </a:lnTo>
                <a:lnTo>
                  <a:pt x="156006" y="355066"/>
                </a:lnTo>
                <a:lnTo>
                  <a:pt x="146494" y="355574"/>
                </a:lnTo>
                <a:close/>
              </a:path>
              <a:path w="161925" h="1152525">
                <a:moveTo>
                  <a:pt x="146418" y="354076"/>
                </a:moveTo>
                <a:close/>
              </a:path>
              <a:path w="161925" h="1152525">
                <a:moveTo>
                  <a:pt x="147497" y="374599"/>
                </a:moveTo>
                <a:lnTo>
                  <a:pt x="147002" y="365086"/>
                </a:lnTo>
                <a:lnTo>
                  <a:pt x="156514" y="364578"/>
                </a:lnTo>
                <a:lnTo>
                  <a:pt x="157010" y="374091"/>
                </a:lnTo>
                <a:lnTo>
                  <a:pt x="147497" y="374599"/>
                </a:lnTo>
                <a:close/>
              </a:path>
              <a:path w="161925" h="1152525">
                <a:moveTo>
                  <a:pt x="148399" y="393585"/>
                </a:moveTo>
                <a:lnTo>
                  <a:pt x="147967" y="384073"/>
                </a:lnTo>
                <a:lnTo>
                  <a:pt x="157479" y="383641"/>
                </a:lnTo>
                <a:lnTo>
                  <a:pt x="157911" y="393153"/>
                </a:lnTo>
                <a:lnTo>
                  <a:pt x="148399" y="393585"/>
                </a:lnTo>
                <a:close/>
              </a:path>
              <a:path w="161925" h="1152525">
                <a:moveTo>
                  <a:pt x="158512" y="406501"/>
                </a:moveTo>
                <a:lnTo>
                  <a:pt x="148983" y="406501"/>
                </a:lnTo>
                <a:lnTo>
                  <a:pt x="148831" y="403110"/>
                </a:lnTo>
                <a:lnTo>
                  <a:pt x="158343" y="402678"/>
                </a:lnTo>
                <a:lnTo>
                  <a:pt x="158512" y="406501"/>
                </a:lnTo>
                <a:close/>
              </a:path>
              <a:path w="161925" h="1152525">
                <a:moveTo>
                  <a:pt x="149212" y="412584"/>
                </a:moveTo>
                <a:lnTo>
                  <a:pt x="148971" y="406476"/>
                </a:lnTo>
                <a:lnTo>
                  <a:pt x="158512" y="406501"/>
                </a:lnTo>
                <a:lnTo>
                  <a:pt x="158724" y="412229"/>
                </a:lnTo>
                <a:lnTo>
                  <a:pt x="149212" y="412584"/>
                </a:lnTo>
                <a:close/>
              </a:path>
              <a:path w="161925" h="1152525">
                <a:moveTo>
                  <a:pt x="149923" y="431622"/>
                </a:moveTo>
                <a:lnTo>
                  <a:pt x="149567" y="422109"/>
                </a:lnTo>
                <a:lnTo>
                  <a:pt x="159092" y="421741"/>
                </a:lnTo>
                <a:lnTo>
                  <a:pt x="159448" y="431266"/>
                </a:lnTo>
                <a:lnTo>
                  <a:pt x="149923" y="431622"/>
                </a:lnTo>
                <a:close/>
              </a:path>
              <a:path w="161925" h="1152525">
                <a:moveTo>
                  <a:pt x="150533" y="450634"/>
                </a:moveTo>
                <a:lnTo>
                  <a:pt x="150241" y="441109"/>
                </a:lnTo>
                <a:lnTo>
                  <a:pt x="159753" y="440817"/>
                </a:lnTo>
                <a:lnTo>
                  <a:pt x="160045" y="450342"/>
                </a:lnTo>
                <a:lnTo>
                  <a:pt x="150533" y="450634"/>
                </a:lnTo>
                <a:close/>
              </a:path>
              <a:path w="161925" h="1152525">
                <a:moveTo>
                  <a:pt x="151053" y="469646"/>
                </a:moveTo>
                <a:lnTo>
                  <a:pt x="150825" y="460146"/>
                </a:lnTo>
                <a:lnTo>
                  <a:pt x="160337" y="459854"/>
                </a:lnTo>
                <a:lnTo>
                  <a:pt x="160578" y="469417"/>
                </a:lnTo>
                <a:lnTo>
                  <a:pt x="151053" y="469646"/>
                </a:lnTo>
                <a:close/>
              </a:path>
              <a:path w="161925" h="1152525">
                <a:moveTo>
                  <a:pt x="150850" y="461200"/>
                </a:moveTo>
                <a:close/>
              </a:path>
              <a:path w="161925" h="1152525">
                <a:moveTo>
                  <a:pt x="151511" y="488683"/>
                </a:moveTo>
                <a:lnTo>
                  <a:pt x="151282" y="479158"/>
                </a:lnTo>
                <a:lnTo>
                  <a:pt x="160807" y="478929"/>
                </a:lnTo>
                <a:lnTo>
                  <a:pt x="161036" y="488454"/>
                </a:lnTo>
                <a:lnTo>
                  <a:pt x="151511" y="488683"/>
                </a:lnTo>
                <a:close/>
              </a:path>
              <a:path w="161925" h="1152525">
                <a:moveTo>
                  <a:pt x="151828" y="507695"/>
                </a:moveTo>
                <a:lnTo>
                  <a:pt x="151676" y="498170"/>
                </a:lnTo>
                <a:lnTo>
                  <a:pt x="161201" y="498017"/>
                </a:lnTo>
                <a:lnTo>
                  <a:pt x="161353" y="507542"/>
                </a:lnTo>
                <a:lnTo>
                  <a:pt x="151828" y="507695"/>
                </a:lnTo>
                <a:close/>
              </a:path>
              <a:path w="161925" h="1152525">
                <a:moveTo>
                  <a:pt x="152095" y="526719"/>
                </a:moveTo>
                <a:lnTo>
                  <a:pt x="151993" y="517220"/>
                </a:lnTo>
                <a:lnTo>
                  <a:pt x="161518" y="517055"/>
                </a:lnTo>
                <a:lnTo>
                  <a:pt x="161620" y="526618"/>
                </a:lnTo>
                <a:lnTo>
                  <a:pt x="152095" y="526719"/>
                </a:lnTo>
                <a:close/>
              </a:path>
              <a:path w="161925" h="1152525">
                <a:moveTo>
                  <a:pt x="152006" y="517880"/>
                </a:moveTo>
                <a:close/>
              </a:path>
              <a:path w="161925" h="1152525">
                <a:moveTo>
                  <a:pt x="152285" y="545769"/>
                </a:moveTo>
                <a:lnTo>
                  <a:pt x="152196" y="536244"/>
                </a:lnTo>
                <a:lnTo>
                  <a:pt x="161721" y="536143"/>
                </a:lnTo>
                <a:lnTo>
                  <a:pt x="161810" y="545668"/>
                </a:lnTo>
                <a:lnTo>
                  <a:pt x="152285" y="545769"/>
                </a:lnTo>
                <a:close/>
              </a:path>
              <a:path w="161925" h="1152525">
                <a:moveTo>
                  <a:pt x="152361" y="564781"/>
                </a:moveTo>
                <a:lnTo>
                  <a:pt x="152323" y="555256"/>
                </a:lnTo>
                <a:lnTo>
                  <a:pt x="161848" y="555218"/>
                </a:lnTo>
                <a:lnTo>
                  <a:pt x="161886" y="564743"/>
                </a:lnTo>
                <a:lnTo>
                  <a:pt x="152361" y="564781"/>
                </a:lnTo>
                <a:close/>
              </a:path>
              <a:path w="161925" h="1152525">
                <a:moveTo>
                  <a:pt x="161924" y="576249"/>
                </a:moveTo>
                <a:lnTo>
                  <a:pt x="152400" y="576249"/>
                </a:lnTo>
                <a:lnTo>
                  <a:pt x="152387" y="574306"/>
                </a:lnTo>
                <a:lnTo>
                  <a:pt x="161912" y="574268"/>
                </a:lnTo>
                <a:lnTo>
                  <a:pt x="161924" y="576249"/>
                </a:lnTo>
                <a:close/>
              </a:path>
              <a:path w="161925" h="1152525">
                <a:moveTo>
                  <a:pt x="161899" y="583831"/>
                </a:moveTo>
                <a:lnTo>
                  <a:pt x="152374" y="583793"/>
                </a:lnTo>
                <a:lnTo>
                  <a:pt x="152399" y="576241"/>
                </a:lnTo>
                <a:lnTo>
                  <a:pt x="161924" y="576249"/>
                </a:lnTo>
                <a:lnTo>
                  <a:pt x="161899" y="583831"/>
                </a:lnTo>
                <a:close/>
              </a:path>
              <a:path w="161925" h="1152525">
                <a:moveTo>
                  <a:pt x="161836" y="602881"/>
                </a:moveTo>
                <a:lnTo>
                  <a:pt x="152311" y="602843"/>
                </a:lnTo>
                <a:lnTo>
                  <a:pt x="152336" y="593318"/>
                </a:lnTo>
                <a:lnTo>
                  <a:pt x="161861" y="593356"/>
                </a:lnTo>
                <a:lnTo>
                  <a:pt x="161836" y="602881"/>
                </a:lnTo>
                <a:close/>
              </a:path>
              <a:path w="161925" h="1152525">
                <a:moveTo>
                  <a:pt x="161658" y="621957"/>
                </a:moveTo>
                <a:lnTo>
                  <a:pt x="152133" y="621868"/>
                </a:lnTo>
                <a:lnTo>
                  <a:pt x="152234" y="612343"/>
                </a:lnTo>
                <a:lnTo>
                  <a:pt x="161759" y="612432"/>
                </a:lnTo>
                <a:lnTo>
                  <a:pt x="161658" y="621957"/>
                </a:lnTo>
                <a:close/>
              </a:path>
              <a:path w="161925" h="1152525">
                <a:moveTo>
                  <a:pt x="161523" y="634619"/>
                </a:moveTo>
                <a:lnTo>
                  <a:pt x="152006" y="634619"/>
                </a:lnTo>
                <a:lnTo>
                  <a:pt x="152044" y="631393"/>
                </a:lnTo>
                <a:lnTo>
                  <a:pt x="161569" y="631482"/>
                </a:lnTo>
                <a:lnTo>
                  <a:pt x="161523" y="634619"/>
                </a:lnTo>
                <a:close/>
              </a:path>
              <a:path w="161925" h="1152525">
                <a:moveTo>
                  <a:pt x="161429" y="641045"/>
                </a:moveTo>
                <a:lnTo>
                  <a:pt x="151904" y="640880"/>
                </a:lnTo>
                <a:lnTo>
                  <a:pt x="152006" y="634593"/>
                </a:lnTo>
                <a:lnTo>
                  <a:pt x="161523" y="634619"/>
                </a:lnTo>
                <a:lnTo>
                  <a:pt x="161429" y="641045"/>
                </a:lnTo>
                <a:close/>
              </a:path>
              <a:path w="161925" h="1152525">
                <a:moveTo>
                  <a:pt x="161099" y="660095"/>
                </a:moveTo>
                <a:lnTo>
                  <a:pt x="151574" y="659930"/>
                </a:lnTo>
                <a:lnTo>
                  <a:pt x="151739" y="650405"/>
                </a:lnTo>
                <a:lnTo>
                  <a:pt x="161264" y="650570"/>
                </a:lnTo>
                <a:lnTo>
                  <a:pt x="161099" y="660095"/>
                </a:lnTo>
                <a:close/>
              </a:path>
              <a:path w="161925" h="1152525">
                <a:moveTo>
                  <a:pt x="160667" y="679170"/>
                </a:moveTo>
                <a:lnTo>
                  <a:pt x="151142" y="678942"/>
                </a:lnTo>
                <a:lnTo>
                  <a:pt x="151371" y="669417"/>
                </a:lnTo>
                <a:lnTo>
                  <a:pt x="160896" y="669645"/>
                </a:lnTo>
                <a:lnTo>
                  <a:pt x="160667" y="679170"/>
                </a:lnTo>
                <a:close/>
              </a:path>
              <a:path w="161925" h="1152525">
                <a:moveTo>
                  <a:pt x="160380" y="691299"/>
                </a:moveTo>
                <a:lnTo>
                  <a:pt x="150850" y="691299"/>
                </a:lnTo>
                <a:lnTo>
                  <a:pt x="150926" y="688467"/>
                </a:lnTo>
                <a:lnTo>
                  <a:pt x="160439" y="688695"/>
                </a:lnTo>
                <a:lnTo>
                  <a:pt x="160380" y="691299"/>
                </a:lnTo>
                <a:close/>
              </a:path>
              <a:path w="161925" h="1152525">
                <a:moveTo>
                  <a:pt x="160172" y="698246"/>
                </a:moveTo>
                <a:lnTo>
                  <a:pt x="150647" y="697953"/>
                </a:lnTo>
                <a:lnTo>
                  <a:pt x="150850" y="691273"/>
                </a:lnTo>
                <a:lnTo>
                  <a:pt x="160380" y="691299"/>
                </a:lnTo>
                <a:lnTo>
                  <a:pt x="160172" y="698246"/>
                </a:lnTo>
                <a:close/>
              </a:path>
              <a:path w="161925" h="1152525">
                <a:moveTo>
                  <a:pt x="159588" y="717283"/>
                </a:moveTo>
                <a:lnTo>
                  <a:pt x="150063" y="716991"/>
                </a:lnTo>
                <a:lnTo>
                  <a:pt x="150355" y="707466"/>
                </a:lnTo>
                <a:lnTo>
                  <a:pt x="159880" y="707771"/>
                </a:lnTo>
                <a:lnTo>
                  <a:pt x="159588" y="717283"/>
                </a:lnTo>
                <a:close/>
              </a:path>
              <a:path w="161925" h="1152525">
                <a:moveTo>
                  <a:pt x="158876" y="736358"/>
                </a:moveTo>
                <a:lnTo>
                  <a:pt x="149351" y="735990"/>
                </a:lnTo>
                <a:lnTo>
                  <a:pt x="149720" y="726478"/>
                </a:lnTo>
                <a:lnTo>
                  <a:pt x="159232" y="726833"/>
                </a:lnTo>
                <a:lnTo>
                  <a:pt x="158876" y="736358"/>
                </a:lnTo>
                <a:close/>
              </a:path>
              <a:path w="161925" h="1152525">
                <a:moveTo>
                  <a:pt x="158089" y="755421"/>
                </a:moveTo>
                <a:lnTo>
                  <a:pt x="148577" y="754989"/>
                </a:lnTo>
                <a:lnTo>
                  <a:pt x="148996" y="745515"/>
                </a:lnTo>
                <a:lnTo>
                  <a:pt x="158508" y="745871"/>
                </a:lnTo>
                <a:lnTo>
                  <a:pt x="158089" y="755421"/>
                </a:lnTo>
                <a:close/>
              </a:path>
              <a:path w="161925" h="1152525">
                <a:moveTo>
                  <a:pt x="148971" y="745998"/>
                </a:moveTo>
                <a:close/>
              </a:path>
              <a:path w="161925" h="1152525">
                <a:moveTo>
                  <a:pt x="157304" y="772528"/>
                </a:moveTo>
                <a:lnTo>
                  <a:pt x="147777" y="772528"/>
                </a:lnTo>
                <a:lnTo>
                  <a:pt x="148145" y="764514"/>
                </a:lnTo>
                <a:lnTo>
                  <a:pt x="157657" y="764933"/>
                </a:lnTo>
                <a:lnTo>
                  <a:pt x="157304" y="772528"/>
                </a:lnTo>
                <a:close/>
              </a:path>
              <a:path w="161925" h="1152525">
                <a:moveTo>
                  <a:pt x="157213" y="774484"/>
                </a:moveTo>
                <a:lnTo>
                  <a:pt x="147700" y="773988"/>
                </a:lnTo>
                <a:lnTo>
                  <a:pt x="147777" y="772490"/>
                </a:lnTo>
                <a:lnTo>
                  <a:pt x="157304" y="772528"/>
                </a:lnTo>
                <a:lnTo>
                  <a:pt x="157213" y="774484"/>
                </a:lnTo>
                <a:close/>
              </a:path>
              <a:path w="161925" h="1152525">
                <a:moveTo>
                  <a:pt x="156210" y="793508"/>
                </a:moveTo>
                <a:lnTo>
                  <a:pt x="146697" y="793013"/>
                </a:lnTo>
                <a:lnTo>
                  <a:pt x="147205" y="783501"/>
                </a:lnTo>
                <a:lnTo>
                  <a:pt x="156718" y="783996"/>
                </a:lnTo>
                <a:lnTo>
                  <a:pt x="156210" y="793508"/>
                </a:lnTo>
                <a:close/>
              </a:path>
              <a:path w="161925" h="1152525">
                <a:moveTo>
                  <a:pt x="155105" y="812571"/>
                </a:moveTo>
                <a:lnTo>
                  <a:pt x="145605" y="811999"/>
                </a:lnTo>
                <a:lnTo>
                  <a:pt x="146176" y="802487"/>
                </a:lnTo>
                <a:lnTo>
                  <a:pt x="155676" y="803059"/>
                </a:lnTo>
                <a:lnTo>
                  <a:pt x="155105" y="812571"/>
                </a:lnTo>
                <a:close/>
              </a:path>
              <a:path w="161925" h="1152525">
                <a:moveTo>
                  <a:pt x="154423" y="823722"/>
                </a:moveTo>
                <a:lnTo>
                  <a:pt x="144894" y="823722"/>
                </a:lnTo>
                <a:lnTo>
                  <a:pt x="145034" y="821499"/>
                </a:lnTo>
                <a:lnTo>
                  <a:pt x="154533" y="822071"/>
                </a:lnTo>
                <a:lnTo>
                  <a:pt x="154423" y="823722"/>
                </a:lnTo>
                <a:close/>
              </a:path>
              <a:path w="161925" h="1152525">
                <a:moveTo>
                  <a:pt x="153898" y="831621"/>
                </a:moveTo>
                <a:lnTo>
                  <a:pt x="144399" y="830973"/>
                </a:lnTo>
                <a:lnTo>
                  <a:pt x="144894" y="823683"/>
                </a:lnTo>
                <a:lnTo>
                  <a:pt x="154423" y="823722"/>
                </a:lnTo>
                <a:lnTo>
                  <a:pt x="153898" y="831621"/>
                </a:lnTo>
                <a:close/>
              </a:path>
              <a:path w="161925" h="1152525">
                <a:moveTo>
                  <a:pt x="152752" y="848321"/>
                </a:moveTo>
                <a:lnTo>
                  <a:pt x="143217" y="848321"/>
                </a:lnTo>
                <a:lnTo>
                  <a:pt x="143751" y="840473"/>
                </a:lnTo>
                <a:lnTo>
                  <a:pt x="153250" y="841121"/>
                </a:lnTo>
                <a:lnTo>
                  <a:pt x="152752" y="848321"/>
                </a:lnTo>
                <a:close/>
              </a:path>
              <a:path w="161925" h="1152525">
                <a:moveTo>
                  <a:pt x="152590" y="850658"/>
                </a:moveTo>
                <a:lnTo>
                  <a:pt x="143090" y="849934"/>
                </a:lnTo>
                <a:lnTo>
                  <a:pt x="143217" y="848283"/>
                </a:lnTo>
                <a:lnTo>
                  <a:pt x="152752" y="848321"/>
                </a:lnTo>
                <a:lnTo>
                  <a:pt x="152590" y="850658"/>
                </a:lnTo>
                <a:close/>
              </a:path>
              <a:path w="161925" h="1152525">
                <a:moveTo>
                  <a:pt x="151129" y="869657"/>
                </a:moveTo>
                <a:lnTo>
                  <a:pt x="141630" y="868934"/>
                </a:lnTo>
                <a:lnTo>
                  <a:pt x="142367" y="859434"/>
                </a:lnTo>
                <a:lnTo>
                  <a:pt x="151853" y="860158"/>
                </a:lnTo>
                <a:lnTo>
                  <a:pt x="151129" y="869657"/>
                </a:lnTo>
                <a:close/>
              </a:path>
              <a:path w="161925" h="1152525">
                <a:moveTo>
                  <a:pt x="149529" y="888682"/>
                </a:moveTo>
                <a:lnTo>
                  <a:pt x="140042" y="887869"/>
                </a:lnTo>
                <a:lnTo>
                  <a:pt x="140855" y="878382"/>
                </a:lnTo>
                <a:lnTo>
                  <a:pt x="150342" y="879195"/>
                </a:lnTo>
                <a:lnTo>
                  <a:pt x="149529" y="888682"/>
                </a:lnTo>
                <a:close/>
              </a:path>
              <a:path w="161925" h="1152525">
                <a:moveTo>
                  <a:pt x="147802" y="907694"/>
                </a:moveTo>
                <a:lnTo>
                  <a:pt x="138315" y="906792"/>
                </a:lnTo>
                <a:lnTo>
                  <a:pt x="139217" y="897318"/>
                </a:lnTo>
                <a:lnTo>
                  <a:pt x="148704" y="898207"/>
                </a:lnTo>
                <a:lnTo>
                  <a:pt x="147802" y="907694"/>
                </a:lnTo>
                <a:close/>
              </a:path>
              <a:path w="161925" h="1152525">
                <a:moveTo>
                  <a:pt x="146844" y="917727"/>
                </a:moveTo>
                <a:lnTo>
                  <a:pt x="137287" y="917727"/>
                </a:lnTo>
                <a:lnTo>
                  <a:pt x="137414" y="916279"/>
                </a:lnTo>
                <a:lnTo>
                  <a:pt x="146900" y="917181"/>
                </a:lnTo>
                <a:lnTo>
                  <a:pt x="146844" y="917727"/>
                </a:lnTo>
                <a:close/>
              </a:path>
              <a:path w="161925" h="1152525">
                <a:moveTo>
                  <a:pt x="145923" y="926693"/>
                </a:moveTo>
                <a:lnTo>
                  <a:pt x="136448" y="925703"/>
                </a:lnTo>
                <a:lnTo>
                  <a:pt x="137287" y="917676"/>
                </a:lnTo>
                <a:lnTo>
                  <a:pt x="146844" y="917727"/>
                </a:lnTo>
                <a:lnTo>
                  <a:pt x="145923" y="926693"/>
                </a:lnTo>
                <a:close/>
              </a:path>
              <a:path w="161925" h="1152525">
                <a:moveTo>
                  <a:pt x="144599" y="939266"/>
                </a:moveTo>
                <a:lnTo>
                  <a:pt x="135026" y="939266"/>
                </a:lnTo>
                <a:lnTo>
                  <a:pt x="135458" y="935177"/>
                </a:lnTo>
                <a:lnTo>
                  <a:pt x="144932" y="936167"/>
                </a:lnTo>
                <a:lnTo>
                  <a:pt x="144599" y="939266"/>
                </a:lnTo>
                <a:close/>
              </a:path>
              <a:path w="161925" h="1152525">
                <a:moveTo>
                  <a:pt x="143865" y="945692"/>
                </a:moveTo>
                <a:lnTo>
                  <a:pt x="134404" y="944600"/>
                </a:lnTo>
                <a:lnTo>
                  <a:pt x="135026" y="939215"/>
                </a:lnTo>
                <a:lnTo>
                  <a:pt x="144599" y="939266"/>
                </a:lnTo>
                <a:lnTo>
                  <a:pt x="143865" y="945692"/>
                </a:lnTo>
                <a:close/>
              </a:path>
              <a:path w="161925" h="1152525">
                <a:moveTo>
                  <a:pt x="142219" y="959954"/>
                </a:moveTo>
                <a:lnTo>
                  <a:pt x="132638" y="959954"/>
                </a:lnTo>
                <a:lnTo>
                  <a:pt x="133311" y="954062"/>
                </a:lnTo>
                <a:lnTo>
                  <a:pt x="142773" y="955154"/>
                </a:lnTo>
                <a:lnTo>
                  <a:pt x="142219" y="959954"/>
                </a:lnTo>
                <a:close/>
              </a:path>
              <a:path w="161925" h="1152525">
                <a:moveTo>
                  <a:pt x="141643" y="964666"/>
                </a:moveTo>
                <a:lnTo>
                  <a:pt x="132194" y="963460"/>
                </a:lnTo>
                <a:lnTo>
                  <a:pt x="132638" y="959904"/>
                </a:lnTo>
                <a:lnTo>
                  <a:pt x="142219" y="959954"/>
                </a:lnTo>
                <a:lnTo>
                  <a:pt x="141643" y="964666"/>
                </a:lnTo>
                <a:close/>
              </a:path>
              <a:path w="161925" h="1152525">
                <a:moveTo>
                  <a:pt x="139721" y="979741"/>
                </a:moveTo>
                <a:lnTo>
                  <a:pt x="130124" y="979741"/>
                </a:lnTo>
                <a:lnTo>
                  <a:pt x="130987" y="972908"/>
                </a:lnTo>
                <a:lnTo>
                  <a:pt x="140436" y="974115"/>
                </a:lnTo>
                <a:lnTo>
                  <a:pt x="139721" y="979741"/>
                </a:lnTo>
                <a:close/>
              </a:path>
              <a:path w="161925" h="1152525">
                <a:moveTo>
                  <a:pt x="139192" y="983615"/>
                </a:moveTo>
                <a:lnTo>
                  <a:pt x="129755" y="982294"/>
                </a:lnTo>
                <a:lnTo>
                  <a:pt x="130124" y="979690"/>
                </a:lnTo>
                <a:lnTo>
                  <a:pt x="139721" y="979741"/>
                </a:lnTo>
                <a:lnTo>
                  <a:pt x="139192" y="983615"/>
                </a:lnTo>
                <a:close/>
              </a:path>
              <a:path w="161925" h="1152525">
                <a:moveTo>
                  <a:pt x="136512" y="1002538"/>
                </a:moveTo>
                <a:lnTo>
                  <a:pt x="127101" y="1001090"/>
                </a:lnTo>
                <a:lnTo>
                  <a:pt x="127495" y="998550"/>
                </a:lnTo>
                <a:lnTo>
                  <a:pt x="128447" y="991730"/>
                </a:lnTo>
                <a:lnTo>
                  <a:pt x="137871" y="993051"/>
                </a:lnTo>
                <a:lnTo>
                  <a:pt x="136905" y="999998"/>
                </a:lnTo>
                <a:lnTo>
                  <a:pt x="136512" y="1002538"/>
                </a:lnTo>
                <a:close/>
              </a:path>
              <a:path w="161925" h="1152525">
                <a:moveTo>
                  <a:pt x="127482" y="998613"/>
                </a:moveTo>
                <a:close/>
              </a:path>
              <a:path w="161925" h="1152525">
                <a:moveTo>
                  <a:pt x="134360" y="1016508"/>
                </a:moveTo>
                <a:lnTo>
                  <a:pt x="124726" y="1016508"/>
                </a:lnTo>
                <a:lnTo>
                  <a:pt x="125653" y="1010500"/>
                </a:lnTo>
                <a:lnTo>
                  <a:pt x="135064" y="1011961"/>
                </a:lnTo>
                <a:lnTo>
                  <a:pt x="134360" y="1016508"/>
                </a:lnTo>
                <a:close/>
              </a:path>
              <a:path w="161925" h="1152525">
                <a:moveTo>
                  <a:pt x="124730" y="1016486"/>
                </a:moveTo>
                <a:close/>
              </a:path>
              <a:path w="161925" h="1152525">
                <a:moveTo>
                  <a:pt x="133553" y="1021435"/>
                </a:moveTo>
                <a:lnTo>
                  <a:pt x="124155" y="1019835"/>
                </a:lnTo>
                <a:lnTo>
                  <a:pt x="124730" y="1016486"/>
                </a:lnTo>
                <a:lnTo>
                  <a:pt x="134360" y="1016508"/>
                </a:lnTo>
                <a:lnTo>
                  <a:pt x="134124" y="1018032"/>
                </a:lnTo>
                <a:lnTo>
                  <a:pt x="133553" y="1021435"/>
                </a:lnTo>
                <a:close/>
              </a:path>
              <a:path w="161925" h="1152525">
                <a:moveTo>
                  <a:pt x="131514" y="1033399"/>
                </a:moveTo>
                <a:lnTo>
                  <a:pt x="121856" y="1033399"/>
                </a:lnTo>
                <a:lnTo>
                  <a:pt x="122567" y="1029233"/>
                </a:lnTo>
                <a:lnTo>
                  <a:pt x="131952" y="1030820"/>
                </a:lnTo>
                <a:lnTo>
                  <a:pt x="131514" y="1033399"/>
                </a:lnTo>
                <a:close/>
              </a:path>
              <a:path w="161925" h="1152525">
                <a:moveTo>
                  <a:pt x="130263" y="1040282"/>
                </a:moveTo>
                <a:lnTo>
                  <a:pt x="120891" y="1038529"/>
                </a:lnTo>
                <a:lnTo>
                  <a:pt x="121869" y="1033322"/>
                </a:lnTo>
                <a:lnTo>
                  <a:pt x="131514" y="1033399"/>
                </a:lnTo>
                <a:lnTo>
                  <a:pt x="131229" y="1035075"/>
                </a:lnTo>
                <a:lnTo>
                  <a:pt x="130263" y="1040282"/>
                </a:lnTo>
                <a:close/>
              </a:path>
              <a:path w="161925" h="1152525">
                <a:moveTo>
                  <a:pt x="126463" y="1049261"/>
                </a:moveTo>
                <a:lnTo>
                  <a:pt x="118884" y="1049261"/>
                </a:lnTo>
                <a:lnTo>
                  <a:pt x="119138" y="1047889"/>
                </a:lnTo>
                <a:lnTo>
                  <a:pt x="126463" y="1049261"/>
                </a:lnTo>
                <a:close/>
              </a:path>
              <a:path w="161925" h="1152525">
                <a:moveTo>
                  <a:pt x="126568" y="1059065"/>
                </a:moveTo>
                <a:lnTo>
                  <a:pt x="117246" y="1057122"/>
                </a:lnTo>
                <a:lnTo>
                  <a:pt x="118897" y="1049159"/>
                </a:lnTo>
                <a:lnTo>
                  <a:pt x="126463" y="1049261"/>
                </a:lnTo>
                <a:lnTo>
                  <a:pt x="128498" y="1049642"/>
                </a:lnTo>
                <a:lnTo>
                  <a:pt x="128231" y="1051102"/>
                </a:lnTo>
                <a:lnTo>
                  <a:pt x="126568" y="1059065"/>
                </a:lnTo>
                <a:close/>
              </a:path>
              <a:path w="161925" h="1152525">
                <a:moveTo>
                  <a:pt x="122402" y="1077760"/>
                </a:moveTo>
                <a:lnTo>
                  <a:pt x="113118" y="1075613"/>
                </a:lnTo>
                <a:lnTo>
                  <a:pt x="115277" y="1066330"/>
                </a:lnTo>
                <a:lnTo>
                  <a:pt x="124548" y="1068489"/>
                </a:lnTo>
                <a:lnTo>
                  <a:pt x="122402" y="1077760"/>
                </a:lnTo>
                <a:close/>
              </a:path>
              <a:path w="161925" h="1152525">
                <a:moveTo>
                  <a:pt x="117462" y="1096454"/>
                </a:moveTo>
                <a:lnTo>
                  <a:pt x="108330" y="1093762"/>
                </a:lnTo>
                <a:lnTo>
                  <a:pt x="109435" y="1090028"/>
                </a:lnTo>
                <a:lnTo>
                  <a:pt x="110807" y="1084719"/>
                </a:lnTo>
                <a:lnTo>
                  <a:pt x="120027" y="1087120"/>
                </a:lnTo>
                <a:lnTo>
                  <a:pt x="118567" y="1092733"/>
                </a:lnTo>
                <a:lnTo>
                  <a:pt x="117462" y="1096454"/>
                </a:lnTo>
                <a:close/>
              </a:path>
              <a:path w="161925" h="1152525">
                <a:moveTo>
                  <a:pt x="109385" y="1090180"/>
                </a:moveTo>
                <a:lnTo>
                  <a:pt x="109424" y="1090028"/>
                </a:lnTo>
                <a:lnTo>
                  <a:pt x="109385" y="1090180"/>
                </a:lnTo>
                <a:close/>
              </a:path>
              <a:path w="161925" h="1152525">
                <a:moveTo>
                  <a:pt x="111518" y="1114983"/>
                </a:moveTo>
                <a:lnTo>
                  <a:pt x="102750" y="1111529"/>
                </a:lnTo>
                <a:lnTo>
                  <a:pt x="102730" y="1111313"/>
                </a:lnTo>
                <a:lnTo>
                  <a:pt x="105638" y="1102690"/>
                </a:lnTo>
                <a:lnTo>
                  <a:pt x="114655" y="1105750"/>
                </a:lnTo>
                <a:lnTo>
                  <a:pt x="111594" y="1114806"/>
                </a:lnTo>
                <a:lnTo>
                  <a:pt x="111518" y="1114983"/>
                </a:lnTo>
                <a:close/>
              </a:path>
              <a:path w="161925" h="1152525">
                <a:moveTo>
                  <a:pt x="102714" y="1111349"/>
                </a:moveTo>
                <a:close/>
              </a:path>
              <a:path w="161925" h="1152525">
                <a:moveTo>
                  <a:pt x="106211" y="1127721"/>
                </a:moveTo>
                <a:lnTo>
                  <a:pt x="95694" y="1127721"/>
                </a:lnTo>
                <a:lnTo>
                  <a:pt x="95821" y="1127455"/>
                </a:lnTo>
                <a:lnTo>
                  <a:pt x="99288" y="1120076"/>
                </a:lnTo>
                <a:lnTo>
                  <a:pt x="107899" y="1124127"/>
                </a:lnTo>
                <a:lnTo>
                  <a:pt x="106211" y="1127721"/>
                </a:lnTo>
                <a:close/>
              </a:path>
              <a:path w="161925" h="1152525">
                <a:moveTo>
                  <a:pt x="95807" y="1127480"/>
                </a:moveTo>
                <a:close/>
              </a:path>
              <a:path w="161925" h="1152525">
                <a:moveTo>
                  <a:pt x="103670" y="1132979"/>
                </a:moveTo>
                <a:lnTo>
                  <a:pt x="95313" y="1128407"/>
                </a:lnTo>
                <a:lnTo>
                  <a:pt x="95807" y="1127480"/>
                </a:lnTo>
                <a:lnTo>
                  <a:pt x="95694" y="1127721"/>
                </a:lnTo>
                <a:lnTo>
                  <a:pt x="106211" y="1127721"/>
                </a:lnTo>
                <a:lnTo>
                  <a:pt x="104190" y="1132027"/>
                </a:lnTo>
                <a:lnTo>
                  <a:pt x="103670" y="1132979"/>
                </a:lnTo>
                <a:close/>
              </a:path>
              <a:path w="161925" h="1152525">
                <a:moveTo>
                  <a:pt x="90644" y="1135951"/>
                </a:moveTo>
                <a:lnTo>
                  <a:pt x="90741" y="1135824"/>
                </a:lnTo>
                <a:lnTo>
                  <a:pt x="90644" y="1135951"/>
                </a:lnTo>
                <a:close/>
              </a:path>
              <a:path w="161925" h="1152525">
                <a:moveTo>
                  <a:pt x="90538" y="1136091"/>
                </a:moveTo>
                <a:lnTo>
                  <a:pt x="90639" y="1135951"/>
                </a:lnTo>
                <a:lnTo>
                  <a:pt x="90538" y="1136091"/>
                </a:lnTo>
                <a:close/>
              </a:path>
              <a:path w="161925" h="1152525">
                <a:moveTo>
                  <a:pt x="90606" y="1136002"/>
                </a:moveTo>
                <a:close/>
              </a:path>
              <a:path w="161925" h="1152525">
                <a:moveTo>
                  <a:pt x="90600" y="1136091"/>
                </a:moveTo>
                <a:close/>
              </a:path>
              <a:path w="161925" h="1152525">
                <a:moveTo>
                  <a:pt x="93574" y="1138161"/>
                </a:moveTo>
                <a:lnTo>
                  <a:pt x="88861" y="1138161"/>
                </a:lnTo>
                <a:lnTo>
                  <a:pt x="89115" y="1137869"/>
                </a:lnTo>
                <a:lnTo>
                  <a:pt x="90526" y="1136091"/>
                </a:lnTo>
                <a:lnTo>
                  <a:pt x="93574" y="1138161"/>
                </a:lnTo>
                <a:close/>
              </a:path>
              <a:path w="161925" h="1152525">
                <a:moveTo>
                  <a:pt x="88990" y="1138000"/>
                </a:moveTo>
                <a:lnTo>
                  <a:pt x="89096" y="1137869"/>
                </a:lnTo>
                <a:lnTo>
                  <a:pt x="88990" y="1138000"/>
                </a:lnTo>
                <a:close/>
              </a:path>
              <a:path w="161925" h="1152525">
                <a:moveTo>
                  <a:pt x="96020" y="1139863"/>
                </a:moveTo>
                <a:lnTo>
                  <a:pt x="87223" y="1139863"/>
                </a:lnTo>
                <a:lnTo>
                  <a:pt x="87566" y="1139532"/>
                </a:lnTo>
                <a:lnTo>
                  <a:pt x="88990" y="1138000"/>
                </a:lnTo>
                <a:lnTo>
                  <a:pt x="88861" y="1138161"/>
                </a:lnTo>
                <a:lnTo>
                  <a:pt x="93574" y="1138161"/>
                </a:lnTo>
                <a:lnTo>
                  <a:pt x="96020" y="1139863"/>
                </a:lnTo>
                <a:close/>
              </a:path>
              <a:path w="161925" h="1152525">
                <a:moveTo>
                  <a:pt x="87410" y="1139666"/>
                </a:moveTo>
                <a:lnTo>
                  <a:pt x="87536" y="1139532"/>
                </a:lnTo>
                <a:lnTo>
                  <a:pt x="87410" y="1139666"/>
                </a:lnTo>
                <a:close/>
              </a:path>
              <a:path w="161925" h="1152525">
                <a:moveTo>
                  <a:pt x="97899" y="1141171"/>
                </a:moveTo>
                <a:lnTo>
                  <a:pt x="85648" y="1141171"/>
                </a:lnTo>
                <a:lnTo>
                  <a:pt x="86118" y="1140828"/>
                </a:lnTo>
                <a:lnTo>
                  <a:pt x="87410" y="1139666"/>
                </a:lnTo>
                <a:lnTo>
                  <a:pt x="87223" y="1139863"/>
                </a:lnTo>
                <a:lnTo>
                  <a:pt x="96020" y="1139863"/>
                </a:lnTo>
                <a:lnTo>
                  <a:pt x="97899" y="1141171"/>
                </a:lnTo>
                <a:close/>
              </a:path>
              <a:path w="161925" h="1152525">
                <a:moveTo>
                  <a:pt x="85832" y="1141014"/>
                </a:moveTo>
                <a:lnTo>
                  <a:pt x="86050" y="1140828"/>
                </a:lnTo>
                <a:lnTo>
                  <a:pt x="85832" y="1141014"/>
                </a:lnTo>
                <a:close/>
              </a:path>
              <a:path w="161925" h="1152525">
                <a:moveTo>
                  <a:pt x="85648" y="1141171"/>
                </a:moveTo>
                <a:lnTo>
                  <a:pt x="85832" y="1141014"/>
                </a:lnTo>
                <a:lnTo>
                  <a:pt x="86118" y="1140828"/>
                </a:lnTo>
                <a:lnTo>
                  <a:pt x="85648" y="1141171"/>
                </a:lnTo>
                <a:close/>
              </a:path>
              <a:path w="161925" h="1152525">
                <a:moveTo>
                  <a:pt x="90385" y="1149426"/>
                </a:moveTo>
                <a:lnTo>
                  <a:pt x="85102" y="1141488"/>
                </a:lnTo>
                <a:lnTo>
                  <a:pt x="85832" y="1141014"/>
                </a:lnTo>
                <a:lnTo>
                  <a:pt x="85648" y="1141171"/>
                </a:lnTo>
                <a:lnTo>
                  <a:pt x="97899" y="1141171"/>
                </a:lnTo>
                <a:lnTo>
                  <a:pt x="91389" y="1148753"/>
                </a:lnTo>
                <a:lnTo>
                  <a:pt x="90385" y="1149426"/>
                </a:lnTo>
                <a:close/>
              </a:path>
              <a:path w="161925" h="1152525">
                <a:moveTo>
                  <a:pt x="77419" y="1152055"/>
                </a:moveTo>
                <a:lnTo>
                  <a:pt x="67259" y="1145857"/>
                </a:lnTo>
                <a:lnTo>
                  <a:pt x="74155" y="1139291"/>
                </a:lnTo>
                <a:lnTo>
                  <a:pt x="74385" y="1139532"/>
                </a:lnTo>
                <a:lnTo>
                  <a:pt x="74701" y="1139863"/>
                </a:lnTo>
                <a:lnTo>
                  <a:pt x="75874" y="1140828"/>
                </a:lnTo>
                <a:lnTo>
                  <a:pt x="76276" y="1141171"/>
                </a:lnTo>
                <a:lnTo>
                  <a:pt x="77220" y="1141768"/>
                </a:lnTo>
                <a:lnTo>
                  <a:pt x="77736" y="1142111"/>
                </a:lnTo>
                <a:lnTo>
                  <a:pt x="78497" y="1142415"/>
                </a:lnTo>
                <a:lnTo>
                  <a:pt x="78346" y="1142415"/>
                </a:lnTo>
                <a:lnTo>
                  <a:pt x="79082" y="1142695"/>
                </a:lnTo>
                <a:lnTo>
                  <a:pt x="79316" y="1142695"/>
                </a:lnTo>
                <a:lnTo>
                  <a:pt x="80022" y="1142898"/>
                </a:lnTo>
                <a:lnTo>
                  <a:pt x="77419" y="1152055"/>
                </a:lnTo>
                <a:close/>
              </a:path>
              <a:path w="161925" h="1152525">
                <a:moveTo>
                  <a:pt x="74507" y="1139660"/>
                </a:moveTo>
                <a:lnTo>
                  <a:pt x="74358" y="1139532"/>
                </a:lnTo>
                <a:lnTo>
                  <a:pt x="74507" y="1139660"/>
                </a:lnTo>
                <a:close/>
              </a:path>
              <a:path w="161925" h="1152525">
                <a:moveTo>
                  <a:pt x="74745" y="1139863"/>
                </a:moveTo>
                <a:lnTo>
                  <a:pt x="74507" y="1139660"/>
                </a:lnTo>
                <a:lnTo>
                  <a:pt x="74745" y="1139863"/>
                </a:lnTo>
                <a:close/>
              </a:path>
              <a:path w="161925" h="1152525">
                <a:moveTo>
                  <a:pt x="76276" y="1141171"/>
                </a:moveTo>
                <a:lnTo>
                  <a:pt x="75806" y="1140828"/>
                </a:lnTo>
                <a:lnTo>
                  <a:pt x="76114" y="1141033"/>
                </a:lnTo>
                <a:lnTo>
                  <a:pt x="76276" y="1141171"/>
                </a:lnTo>
                <a:close/>
              </a:path>
              <a:path w="161925" h="1152525">
                <a:moveTo>
                  <a:pt x="76114" y="1141033"/>
                </a:moveTo>
                <a:lnTo>
                  <a:pt x="75806" y="1140828"/>
                </a:lnTo>
                <a:lnTo>
                  <a:pt x="76114" y="1141033"/>
                </a:lnTo>
                <a:close/>
              </a:path>
              <a:path w="161925" h="1152525">
                <a:moveTo>
                  <a:pt x="76322" y="1141171"/>
                </a:moveTo>
                <a:lnTo>
                  <a:pt x="76114" y="1141033"/>
                </a:lnTo>
                <a:lnTo>
                  <a:pt x="76322" y="1141171"/>
                </a:lnTo>
                <a:close/>
              </a:path>
              <a:path w="161925" h="1152525">
                <a:moveTo>
                  <a:pt x="77736" y="1142111"/>
                </a:moveTo>
                <a:lnTo>
                  <a:pt x="77139" y="1141768"/>
                </a:lnTo>
                <a:lnTo>
                  <a:pt x="77426" y="1141904"/>
                </a:lnTo>
                <a:lnTo>
                  <a:pt x="77736" y="1142111"/>
                </a:lnTo>
                <a:close/>
              </a:path>
              <a:path w="161925" h="1152525">
                <a:moveTo>
                  <a:pt x="77426" y="1141904"/>
                </a:moveTo>
                <a:lnTo>
                  <a:pt x="77139" y="1141768"/>
                </a:lnTo>
                <a:lnTo>
                  <a:pt x="77426" y="1141904"/>
                </a:lnTo>
                <a:close/>
              </a:path>
              <a:path w="161925" h="1152525">
                <a:moveTo>
                  <a:pt x="77858" y="1142111"/>
                </a:moveTo>
                <a:lnTo>
                  <a:pt x="77426" y="1141904"/>
                </a:lnTo>
                <a:lnTo>
                  <a:pt x="77858" y="1142111"/>
                </a:lnTo>
                <a:close/>
              </a:path>
              <a:path w="161925" h="1152525">
                <a:moveTo>
                  <a:pt x="79082" y="1142695"/>
                </a:moveTo>
                <a:lnTo>
                  <a:pt x="78346" y="1142415"/>
                </a:lnTo>
                <a:lnTo>
                  <a:pt x="78727" y="1142525"/>
                </a:lnTo>
                <a:lnTo>
                  <a:pt x="79082" y="1142695"/>
                </a:lnTo>
                <a:close/>
              </a:path>
              <a:path w="161925" h="1152525">
                <a:moveTo>
                  <a:pt x="78727" y="1142525"/>
                </a:moveTo>
                <a:lnTo>
                  <a:pt x="78346" y="1142415"/>
                </a:lnTo>
                <a:lnTo>
                  <a:pt x="78497" y="1142415"/>
                </a:lnTo>
                <a:lnTo>
                  <a:pt x="78727" y="1142525"/>
                </a:lnTo>
                <a:close/>
              </a:path>
              <a:path w="161925" h="1152525">
                <a:moveTo>
                  <a:pt x="79316" y="1142695"/>
                </a:moveTo>
                <a:lnTo>
                  <a:pt x="79082" y="1142695"/>
                </a:lnTo>
                <a:lnTo>
                  <a:pt x="78727" y="1142525"/>
                </a:lnTo>
                <a:lnTo>
                  <a:pt x="79316" y="1142695"/>
                </a:lnTo>
                <a:close/>
              </a:path>
              <a:path w="161925" h="1152525">
                <a:moveTo>
                  <a:pt x="60871" y="1137513"/>
                </a:moveTo>
                <a:lnTo>
                  <a:pt x="59690" y="1135595"/>
                </a:lnTo>
                <a:lnTo>
                  <a:pt x="57607" y="1131773"/>
                </a:lnTo>
                <a:lnTo>
                  <a:pt x="56146" y="1128661"/>
                </a:lnTo>
                <a:lnTo>
                  <a:pt x="64770" y="1124610"/>
                </a:lnTo>
                <a:lnTo>
                  <a:pt x="66105" y="1127455"/>
                </a:lnTo>
                <a:lnTo>
                  <a:pt x="66230" y="1127721"/>
                </a:lnTo>
                <a:lnTo>
                  <a:pt x="67821" y="1130617"/>
                </a:lnTo>
                <a:lnTo>
                  <a:pt x="68999" y="1132547"/>
                </a:lnTo>
                <a:lnTo>
                  <a:pt x="60871" y="1137513"/>
                </a:lnTo>
                <a:close/>
              </a:path>
              <a:path w="161925" h="1152525">
                <a:moveTo>
                  <a:pt x="66248" y="1127721"/>
                </a:moveTo>
                <a:lnTo>
                  <a:pt x="66116" y="1127479"/>
                </a:lnTo>
                <a:lnTo>
                  <a:pt x="66248" y="1127721"/>
                </a:lnTo>
                <a:close/>
              </a:path>
              <a:path w="161925" h="1152525">
                <a:moveTo>
                  <a:pt x="52235" y="1119644"/>
                </a:moveTo>
                <a:lnTo>
                  <a:pt x="50253" y="1114590"/>
                </a:lnTo>
                <a:lnTo>
                  <a:pt x="48869" y="1110488"/>
                </a:lnTo>
                <a:lnTo>
                  <a:pt x="57886" y="1107440"/>
                </a:lnTo>
                <a:lnTo>
                  <a:pt x="59197" y="1111313"/>
                </a:lnTo>
                <a:lnTo>
                  <a:pt x="61099" y="1116152"/>
                </a:lnTo>
                <a:lnTo>
                  <a:pt x="52235" y="1119644"/>
                </a:lnTo>
                <a:close/>
              </a:path>
              <a:path w="161925" h="1152525">
                <a:moveTo>
                  <a:pt x="45872" y="1101255"/>
                </a:moveTo>
                <a:lnTo>
                  <a:pt x="43319" y="1092581"/>
                </a:lnTo>
                <a:lnTo>
                  <a:pt x="43154" y="1091958"/>
                </a:lnTo>
                <a:lnTo>
                  <a:pt x="52374" y="1089558"/>
                </a:lnTo>
                <a:lnTo>
                  <a:pt x="52534" y="1090180"/>
                </a:lnTo>
                <a:lnTo>
                  <a:pt x="55003" y="1098562"/>
                </a:lnTo>
                <a:lnTo>
                  <a:pt x="45872" y="1101255"/>
                </a:lnTo>
                <a:close/>
              </a:path>
              <a:path w="161925" h="1152525">
                <a:moveTo>
                  <a:pt x="40754" y="1082751"/>
                </a:moveTo>
                <a:lnTo>
                  <a:pt x="40004" y="1079830"/>
                </a:lnTo>
                <a:lnTo>
                  <a:pt x="38493" y="1073365"/>
                </a:lnTo>
                <a:lnTo>
                  <a:pt x="47777" y="1071206"/>
                </a:lnTo>
                <a:lnTo>
                  <a:pt x="49283" y="1077683"/>
                </a:lnTo>
                <a:lnTo>
                  <a:pt x="49974" y="1080350"/>
                </a:lnTo>
                <a:lnTo>
                  <a:pt x="40754" y="1082751"/>
                </a:lnTo>
                <a:close/>
              </a:path>
              <a:path w="161925" h="1152525">
                <a:moveTo>
                  <a:pt x="36372" y="1063967"/>
                </a:moveTo>
                <a:lnTo>
                  <a:pt x="34429" y="1054646"/>
                </a:lnTo>
                <a:lnTo>
                  <a:pt x="43751" y="1052703"/>
                </a:lnTo>
                <a:lnTo>
                  <a:pt x="45694" y="1062024"/>
                </a:lnTo>
                <a:lnTo>
                  <a:pt x="36372" y="1063967"/>
                </a:lnTo>
                <a:close/>
              </a:path>
              <a:path w="161925" h="1152525">
                <a:moveTo>
                  <a:pt x="32588" y="1045197"/>
                </a:moveTo>
                <a:lnTo>
                  <a:pt x="30835" y="1035837"/>
                </a:lnTo>
                <a:lnTo>
                  <a:pt x="40195" y="1034084"/>
                </a:lnTo>
                <a:lnTo>
                  <a:pt x="41948" y="1043444"/>
                </a:lnTo>
                <a:lnTo>
                  <a:pt x="32588" y="1045197"/>
                </a:lnTo>
                <a:close/>
              </a:path>
              <a:path w="161925" h="1152525">
                <a:moveTo>
                  <a:pt x="29210" y="1026363"/>
                </a:moveTo>
                <a:lnTo>
                  <a:pt x="27622" y="1016901"/>
                </a:lnTo>
                <a:lnTo>
                  <a:pt x="37033" y="1015453"/>
                </a:lnTo>
                <a:lnTo>
                  <a:pt x="37186" y="1016431"/>
                </a:lnTo>
                <a:lnTo>
                  <a:pt x="38608" y="1024775"/>
                </a:lnTo>
                <a:lnTo>
                  <a:pt x="29210" y="1026363"/>
                </a:lnTo>
                <a:close/>
              </a:path>
              <a:path w="161925" h="1152525">
                <a:moveTo>
                  <a:pt x="26174" y="1007491"/>
                </a:moveTo>
                <a:lnTo>
                  <a:pt x="25006" y="999934"/>
                </a:lnTo>
                <a:lnTo>
                  <a:pt x="24739" y="998004"/>
                </a:lnTo>
                <a:lnTo>
                  <a:pt x="34175" y="996683"/>
                </a:lnTo>
                <a:lnTo>
                  <a:pt x="34439" y="998613"/>
                </a:lnTo>
                <a:lnTo>
                  <a:pt x="35585" y="1006043"/>
                </a:lnTo>
                <a:lnTo>
                  <a:pt x="26174" y="1007491"/>
                </a:lnTo>
                <a:close/>
              </a:path>
              <a:path w="161925" h="1152525">
                <a:moveTo>
                  <a:pt x="23418" y="988568"/>
                </a:moveTo>
                <a:lnTo>
                  <a:pt x="22351" y="980948"/>
                </a:lnTo>
                <a:lnTo>
                  <a:pt x="22123" y="979081"/>
                </a:lnTo>
                <a:lnTo>
                  <a:pt x="31572" y="977874"/>
                </a:lnTo>
                <a:lnTo>
                  <a:pt x="31807" y="979741"/>
                </a:lnTo>
                <a:lnTo>
                  <a:pt x="32854" y="987259"/>
                </a:lnTo>
                <a:lnTo>
                  <a:pt x="23418" y="988568"/>
                </a:lnTo>
                <a:close/>
              </a:path>
              <a:path w="161925" h="1152525">
                <a:moveTo>
                  <a:pt x="31807" y="979741"/>
                </a:moveTo>
                <a:close/>
              </a:path>
              <a:path w="161925" h="1152525">
                <a:moveTo>
                  <a:pt x="20916" y="969632"/>
                </a:moveTo>
                <a:lnTo>
                  <a:pt x="19824" y="961047"/>
                </a:lnTo>
                <a:lnTo>
                  <a:pt x="19723" y="960120"/>
                </a:lnTo>
                <a:lnTo>
                  <a:pt x="29184" y="959027"/>
                </a:lnTo>
                <a:lnTo>
                  <a:pt x="30365" y="968425"/>
                </a:lnTo>
                <a:lnTo>
                  <a:pt x="20916" y="969632"/>
                </a:lnTo>
                <a:close/>
              </a:path>
              <a:path w="161925" h="1152525">
                <a:moveTo>
                  <a:pt x="29292" y="959954"/>
                </a:moveTo>
                <a:close/>
              </a:path>
              <a:path w="161925" h="1152525">
                <a:moveTo>
                  <a:pt x="18630" y="950658"/>
                </a:moveTo>
                <a:lnTo>
                  <a:pt x="17538" y="941197"/>
                </a:lnTo>
                <a:lnTo>
                  <a:pt x="27000" y="940104"/>
                </a:lnTo>
                <a:lnTo>
                  <a:pt x="28092" y="949566"/>
                </a:lnTo>
                <a:lnTo>
                  <a:pt x="18630" y="950658"/>
                </a:lnTo>
                <a:close/>
              </a:path>
              <a:path w="161925" h="1152525">
                <a:moveTo>
                  <a:pt x="16522" y="931672"/>
                </a:moveTo>
                <a:lnTo>
                  <a:pt x="15532" y="922210"/>
                </a:lnTo>
                <a:lnTo>
                  <a:pt x="25006" y="921207"/>
                </a:lnTo>
                <a:lnTo>
                  <a:pt x="25996" y="930681"/>
                </a:lnTo>
                <a:lnTo>
                  <a:pt x="16522" y="931672"/>
                </a:lnTo>
                <a:close/>
              </a:path>
              <a:path w="161925" h="1152525">
                <a:moveTo>
                  <a:pt x="14592" y="912685"/>
                </a:moveTo>
                <a:lnTo>
                  <a:pt x="13690" y="903198"/>
                </a:lnTo>
                <a:lnTo>
                  <a:pt x="23177" y="902296"/>
                </a:lnTo>
                <a:lnTo>
                  <a:pt x="24079" y="911783"/>
                </a:lnTo>
                <a:lnTo>
                  <a:pt x="14592" y="912685"/>
                </a:lnTo>
                <a:close/>
              </a:path>
              <a:path w="161925" h="1152525">
                <a:moveTo>
                  <a:pt x="12814" y="893673"/>
                </a:moveTo>
                <a:lnTo>
                  <a:pt x="12001" y="884174"/>
                </a:lnTo>
                <a:lnTo>
                  <a:pt x="21501" y="883361"/>
                </a:lnTo>
                <a:lnTo>
                  <a:pt x="22301" y="892860"/>
                </a:lnTo>
                <a:lnTo>
                  <a:pt x="12814" y="893673"/>
                </a:lnTo>
                <a:close/>
              </a:path>
              <a:path w="161925" h="1152525">
                <a:moveTo>
                  <a:pt x="11188" y="874687"/>
                </a:moveTo>
                <a:lnTo>
                  <a:pt x="10452" y="865149"/>
                </a:lnTo>
                <a:lnTo>
                  <a:pt x="19939" y="864425"/>
                </a:lnTo>
                <a:lnTo>
                  <a:pt x="20539" y="872210"/>
                </a:lnTo>
                <a:lnTo>
                  <a:pt x="20688" y="873874"/>
                </a:lnTo>
                <a:lnTo>
                  <a:pt x="11188" y="874687"/>
                </a:lnTo>
                <a:close/>
              </a:path>
              <a:path w="161925" h="1152525">
                <a:moveTo>
                  <a:pt x="9715" y="855649"/>
                </a:moveTo>
                <a:lnTo>
                  <a:pt x="9159" y="848283"/>
                </a:lnTo>
                <a:lnTo>
                  <a:pt x="9017" y="846112"/>
                </a:lnTo>
                <a:lnTo>
                  <a:pt x="18516" y="845464"/>
                </a:lnTo>
                <a:lnTo>
                  <a:pt x="18762" y="849007"/>
                </a:lnTo>
                <a:lnTo>
                  <a:pt x="19215" y="854925"/>
                </a:lnTo>
                <a:lnTo>
                  <a:pt x="9715" y="855649"/>
                </a:lnTo>
                <a:close/>
              </a:path>
              <a:path w="161925" h="1152525">
                <a:moveTo>
                  <a:pt x="18710" y="848321"/>
                </a:moveTo>
                <a:close/>
              </a:path>
              <a:path w="161925" h="1152525">
                <a:moveTo>
                  <a:pt x="8369" y="836612"/>
                </a:moveTo>
                <a:lnTo>
                  <a:pt x="7708" y="827112"/>
                </a:lnTo>
                <a:lnTo>
                  <a:pt x="17221" y="826465"/>
                </a:lnTo>
                <a:lnTo>
                  <a:pt x="17868" y="835964"/>
                </a:lnTo>
                <a:lnTo>
                  <a:pt x="8369" y="836612"/>
                </a:lnTo>
                <a:close/>
              </a:path>
              <a:path w="161925" h="1152525">
                <a:moveTo>
                  <a:pt x="7112" y="817562"/>
                </a:moveTo>
                <a:lnTo>
                  <a:pt x="6540" y="808062"/>
                </a:lnTo>
                <a:lnTo>
                  <a:pt x="16052" y="807478"/>
                </a:lnTo>
                <a:lnTo>
                  <a:pt x="16624" y="816991"/>
                </a:lnTo>
                <a:lnTo>
                  <a:pt x="7112" y="817562"/>
                </a:lnTo>
                <a:close/>
              </a:path>
              <a:path w="161925" h="1152525">
                <a:moveTo>
                  <a:pt x="5969" y="798512"/>
                </a:moveTo>
                <a:lnTo>
                  <a:pt x="5473" y="789000"/>
                </a:lnTo>
                <a:lnTo>
                  <a:pt x="14986" y="788504"/>
                </a:lnTo>
                <a:lnTo>
                  <a:pt x="15481" y="798017"/>
                </a:lnTo>
                <a:lnTo>
                  <a:pt x="5969" y="798512"/>
                </a:lnTo>
                <a:close/>
              </a:path>
              <a:path w="161925" h="1152525">
                <a:moveTo>
                  <a:pt x="4965" y="779487"/>
                </a:moveTo>
                <a:lnTo>
                  <a:pt x="4622" y="772947"/>
                </a:lnTo>
                <a:lnTo>
                  <a:pt x="4495" y="769937"/>
                </a:lnTo>
                <a:lnTo>
                  <a:pt x="14008" y="769505"/>
                </a:lnTo>
                <a:lnTo>
                  <a:pt x="14477" y="778992"/>
                </a:lnTo>
                <a:lnTo>
                  <a:pt x="4965" y="779487"/>
                </a:lnTo>
                <a:close/>
              </a:path>
              <a:path w="161925" h="1152525">
                <a:moveTo>
                  <a:pt x="14149" y="772528"/>
                </a:moveTo>
                <a:close/>
              </a:path>
              <a:path w="161925" h="1152525">
                <a:moveTo>
                  <a:pt x="4064" y="760425"/>
                </a:moveTo>
                <a:lnTo>
                  <a:pt x="3632" y="750912"/>
                </a:lnTo>
                <a:lnTo>
                  <a:pt x="13144" y="750481"/>
                </a:lnTo>
                <a:lnTo>
                  <a:pt x="13576" y="759993"/>
                </a:lnTo>
                <a:lnTo>
                  <a:pt x="4064" y="760425"/>
                </a:lnTo>
                <a:close/>
              </a:path>
              <a:path w="161925" h="1152525">
                <a:moveTo>
                  <a:pt x="3238" y="741362"/>
                </a:moveTo>
                <a:lnTo>
                  <a:pt x="2882" y="731837"/>
                </a:lnTo>
                <a:lnTo>
                  <a:pt x="12395" y="731481"/>
                </a:lnTo>
                <a:lnTo>
                  <a:pt x="12763" y="740994"/>
                </a:lnTo>
                <a:lnTo>
                  <a:pt x="3238" y="741362"/>
                </a:lnTo>
                <a:close/>
              </a:path>
              <a:path w="161925" h="1152525">
                <a:moveTo>
                  <a:pt x="2514" y="722325"/>
                </a:moveTo>
                <a:lnTo>
                  <a:pt x="2197" y="712762"/>
                </a:lnTo>
                <a:lnTo>
                  <a:pt x="11722" y="712470"/>
                </a:lnTo>
                <a:lnTo>
                  <a:pt x="12039" y="721956"/>
                </a:lnTo>
                <a:lnTo>
                  <a:pt x="2514" y="722325"/>
                </a:lnTo>
                <a:close/>
              </a:path>
              <a:path w="161925" h="1152525">
                <a:moveTo>
                  <a:pt x="11926" y="718921"/>
                </a:moveTo>
                <a:close/>
              </a:path>
              <a:path w="161925" h="1152525">
                <a:moveTo>
                  <a:pt x="1904" y="703249"/>
                </a:moveTo>
                <a:lnTo>
                  <a:pt x="1612" y="693724"/>
                </a:lnTo>
                <a:lnTo>
                  <a:pt x="11137" y="693432"/>
                </a:lnTo>
                <a:lnTo>
                  <a:pt x="11429" y="702957"/>
                </a:lnTo>
                <a:lnTo>
                  <a:pt x="1904" y="703249"/>
                </a:lnTo>
                <a:close/>
              </a:path>
              <a:path w="161925" h="1152525">
                <a:moveTo>
                  <a:pt x="1371" y="684174"/>
                </a:moveTo>
                <a:lnTo>
                  <a:pt x="1143" y="674649"/>
                </a:lnTo>
                <a:lnTo>
                  <a:pt x="10668" y="674420"/>
                </a:lnTo>
                <a:lnTo>
                  <a:pt x="10896" y="683945"/>
                </a:lnTo>
                <a:lnTo>
                  <a:pt x="1371" y="684174"/>
                </a:lnTo>
                <a:close/>
              </a:path>
              <a:path w="161925" h="1152525">
                <a:moveTo>
                  <a:pt x="914" y="665124"/>
                </a:moveTo>
                <a:lnTo>
                  <a:pt x="749" y="655574"/>
                </a:lnTo>
                <a:lnTo>
                  <a:pt x="10274" y="655408"/>
                </a:lnTo>
                <a:lnTo>
                  <a:pt x="10439" y="664895"/>
                </a:lnTo>
                <a:lnTo>
                  <a:pt x="914" y="665124"/>
                </a:lnTo>
                <a:close/>
              </a:path>
              <a:path w="161925" h="1152525">
                <a:moveTo>
                  <a:pt x="10402" y="663194"/>
                </a:moveTo>
                <a:close/>
              </a:path>
              <a:path w="161925" h="1152525">
                <a:moveTo>
                  <a:pt x="584" y="646049"/>
                </a:moveTo>
                <a:lnTo>
                  <a:pt x="419" y="636524"/>
                </a:lnTo>
                <a:lnTo>
                  <a:pt x="9944" y="636358"/>
                </a:lnTo>
                <a:lnTo>
                  <a:pt x="10109" y="645883"/>
                </a:lnTo>
                <a:lnTo>
                  <a:pt x="584" y="646049"/>
                </a:lnTo>
                <a:close/>
              </a:path>
              <a:path w="161925" h="1152525">
                <a:moveTo>
                  <a:pt x="317" y="626973"/>
                </a:moveTo>
                <a:lnTo>
                  <a:pt x="215" y="617448"/>
                </a:lnTo>
                <a:lnTo>
                  <a:pt x="9740" y="617347"/>
                </a:lnTo>
                <a:lnTo>
                  <a:pt x="9842" y="626872"/>
                </a:lnTo>
                <a:lnTo>
                  <a:pt x="317" y="626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989262" y="2657017"/>
            <a:ext cx="770890" cy="1724660"/>
          </a:xfrm>
          <a:custGeom>
            <a:avLst/>
            <a:gdLst/>
            <a:ahLst/>
            <a:cxnLst/>
            <a:rect l="l" t="t" r="r" b="b"/>
            <a:pathLst>
              <a:path w="770890" h="1724660">
                <a:moveTo>
                  <a:pt x="8483" y="388073"/>
                </a:moveTo>
                <a:lnTo>
                  <a:pt x="0" y="383730"/>
                </a:lnTo>
                <a:lnTo>
                  <a:pt x="4343" y="375259"/>
                </a:lnTo>
                <a:lnTo>
                  <a:pt x="12814" y="379590"/>
                </a:lnTo>
                <a:lnTo>
                  <a:pt x="8483" y="388073"/>
                </a:lnTo>
                <a:close/>
              </a:path>
              <a:path w="770890" h="1724660">
                <a:moveTo>
                  <a:pt x="17157" y="371106"/>
                </a:moveTo>
                <a:lnTo>
                  <a:pt x="8674" y="366775"/>
                </a:lnTo>
                <a:lnTo>
                  <a:pt x="13004" y="358292"/>
                </a:lnTo>
                <a:lnTo>
                  <a:pt x="21488" y="362623"/>
                </a:lnTo>
                <a:lnTo>
                  <a:pt x="17157" y="371106"/>
                </a:lnTo>
                <a:close/>
              </a:path>
              <a:path w="770890" h="1724660">
                <a:moveTo>
                  <a:pt x="25831" y="354152"/>
                </a:moveTo>
                <a:lnTo>
                  <a:pt x="17348" y="349808"/>
                </a:lnTo>
                <a:lnTo>
                  <a:pt x="21678" y="341325"/>
                </a:lnTo>
                <a:lnTo>
                  <a:pt x="30162" y="345668"/>
                </a:lnTo>
                <a:lnTo>
                  <a:pt x="25831" y="354152"/>
                </a:lnTo>
                <a:close/>
              </a:path>
              <a:path w="770890" h="1724660">
                <a:moveTo>
                  <a:pt x="34493" y="337185"/>
                </a:moveTo>
                <a:lnTo>
                  <a:pt x="26022" y="332854"/>
                </a:lnTo>
                <a:lnTo>
                  <a:pt x="30352" y="324370"/>
                </a:lnTo>
                <a:lnTo>
                  <a:pt x="38836" y="328701"/>
                </a:lnTo>
                <a:lnTo>
                  <a:pt x="34493" y="337185"/>
                </a:lnTo>
                <a:close/>
              </a:path>
              <a:path w="770890" h="1724660">
                <a:moveTo>
                  <a:pt x="43167" y="320217"/>
                </a:moveTo>
                <a:lnTo>
                  <a:pt x="34683" y="315887"/>
                </a:lnTo>
                <a:lnTo>
                  <a:pt x="39027" y="307403"/>
                </a:lnTo>
                <a:lnTo>
                  <a:pt x="47510" y="311746"/>
                </a:lnTo>
                <a:lnTo>
                  <a:pt x="43167" y="320217"/>
                </a:lnTo>
                <a:close/>
              </a:path>
              <a:path w="770890" h="1724660">
                <a:moveTo>
                  <a:pt x="51841" y="303263"/>
                </a:moveTo>
                <a:lnTo>
                  <a:pt x="43357" y="298919"/>
                </a:lnTo>
                <a:lnTo>
                  <a:pt x="47688" y="290449"/>
                </a:lnTo>
                <a:lnTo>
                  <a:pt x="56172" y="294779"/>
                </a:lnTo>
                <a:lnTo>
                  <a:pt x="51841" y="303263"/>
                </a:lnTo>
                <a:close/>
              </a:path>
              <a:path w="770890" h="1724660">
                <a:moveTo>
                  <a:pt x="60515" y="286334"/>
                </a:moveTo>
                <a:lnTo>
                  <a:pt x="52057" y="281939"/>
                </a:lnTo>
                <a:lnTo>
                  <a:pt x="56451" y="273494"/>
                </a:lnTo>
                <a:lnTo>
                  <a:pt x="64909" y="277888"/>
                </a:lnTo>
                <a:lnTo>
                  <a:pt x="60515" y="286334"/>
                </a:lnTo>
                <a:close/>
              </a:path>
              <a:path w="770890" h="1724660">
                <a:moveTo>
                  <a:pt x="69303" y="269430"/>
                </a:moveTo>
                <a:lnTo>
                  <a:pt x="60845" y="265036"/>
                </a:lnTo>
                <a:lnTo>
                  <a:pt x="65239" y="256590"/>
                </a:lnTo>
                <a:lnTo>
                  <a:pt x="73698" y="260985"/>
                </a:lnTo>
                <a:lnTo>
                  <a:pt x="69303" y="269430"/>
                </a:lnTo>
                <a:close/>
              </a:path>
              <a:path w="770890" h="1724660">
                <a:moveTo>
                  <a:pt x="78104" y="252603"/>
                </a:moveTo>
                <a:lnTo>
                  <a:pt x="69710" y="248107"/>
                </a:lnTo>
                <a:lnTo>
                  <a:pt x="74206" y="239712"/>
                </a:lnTo>
                <a:lnTo>
                  <a:pt x="82600" y="244208"/>
                </a:lnTo>
                <a:lnTo>
                  <a:pt x="78104" y="252603"/>
                </a:lnTo>
                <a:close/>
              </a:path>
              <a:path w="770890" h="1724660">
                <a:moveTo>
                  <a:pt x="87096" y="235813"/>
                </a:moveTo>
                <a:lnTo>
                  <a:pt x="78701" y="231317"/>
                </a:lnTo>
                <a:lnTo>
                  <a:pt x="83210" y="222923"/>
                </a:lnTo>
                <a:lnTo>
                  <a:pt x="91605" y="227418"/>
                </a:lnTo>
                <a:lnTo>
                  <a:pt x="87096" y="235813"/>
                </a:lnTo>
                <a:close/>
              </a:path>
              <a:path w="770890" h="1724660">
                <a:moveTo>
                  <a:pt x="96126" y="219113"/>
                </a:moveTo>
                <a:lnTo>
                  <a:pt x="87782" y="214503"/>
                </a:lnTo>
                <a:lnTo>
                  <a:pt x="92392" y="206159"/>
                </a:lnTo>
                <a:lnTo>
                  <a:pt x="100736" y="210781"/>
                </a:lnTo>
                <a:lnTo>
                  <a:pt x="96126" y="219113"/>
                </a:lnTo>
                <a:close/>
              </a:path>
              <a:path w="770890" h="1724660">
                <a:moveTo>
                  <a:pt x="105359" y="202514"/>
                </a:moveTo>
                <a:lnTo>
                  <a:pt x="97078" y="197802"/>
                </a:lnTo>
                <a:lnTo>
                  <a:pt x="101777" y="189522"/>
                </a:lnTo>
                <a:lnTo>
                  <a:pt x="110070" y="194233"/>
                </a:lnTo>
                <a:lnTo>
                  <a:pt x="105359" y="202514"/>
                </a:lnTo>
                <a:close/>
              </a:path>
              <a:path w="770890" h="1724660">
                <a:moveTo>
                  <a:pt x="114795" y="186029"/>
                </a:moveTo>
                <a:lnTo>
                  <a:pt x="106578" y="181229"/>
                </a:lnTo>
                <a:lnTo>
                  <a:pt x="111391" y="172999"/>
                </a:lnTo>
                <a:lnTo>
                  <a:pt x="119608" y="177812"/>
                </a:lnTo>
                <a:lnTo>
                  <a:pt x="114795" y="186029"/>
                </a:lnTo>
                <a:close/>
              </a:path>
              <a:path w="770890" h="1724660">
                <a:moveTo>
                  <a:pt x="124459" y="169697"/>
                </a:moveTo>
                <a:lnTo>
                  <a:pt x="116306" y="164769"/>
                </a:lnTo>
                <a:lnTo>
                  <a:pt x="121246" y="156616"/>
                </a:lnTo>
                <a:lnTo>
                  <a:pt x="129387" y="161544"/>
                </a:lnTo>
                <a:lnTo>
                  <a:pt x="124459" y="169697"/>
                </a:lnTo>
                <a:close/>
              </a:path>
              <a:path w="770890" h="1724660">
                <a:moveTo>
                  <a:pt x="134391" y="153530"/>
                </a:moveTo>
                <a:lnTo>
                  <a:pt x="126326" y="148475"/>
                </a:lnTo>
                <a:lnTo>
                  <a:pt x="131445" y="140322"/>
                </a:lnTo>
                <a:lnTo>
                  <a:pt x="139349" y="145503"/>
                </a:lnTo>
                <a:lnTo>
                  <a:pt x="134391" y="153530"/>
                </a:lnTo>
                <a:close/>
              </a:path>
              <a:path w="770890" h="1724660">
                <a:moveTo>
                  <a:pt x="144627" y="137579"/>
                </a:moveTo>
                <a:lnTo>
                  <a:pt x="136664" y="132359"/>
                </a:lnTo>
                <a:lnTo>
                  <a:pt x="140804" y="126034"/>
                </a:lnTo>
                <a:lnTo>
                  <a:pt x="141973" y="124332"/>
                </a:lnTo>
                <a:lnTo>
                  <a:pt x="149821" y="129717"/>
                </a:lnTo>
                <a:lnTo>
                  <a:pt x="148658" y="131419"/>
                </a:lnTo>
                <a:lnTo>
                  <a:pt x="144627" y="137579"/>
                </a:lnTo>
                <a:close/>
              </a:path>
              <a:path w="770890" h="1724660">
                <a:moveTo>
                  <a:pt x="148666" y="131419"/>
                </a:moveTo>
                <a:close/>
              </a:path>
              <a:path w="770890" h="1724660">
                <a:moveTo>
                  <a:pt x="155219" y="121869"/>
                </a:moveTo>
                <a:lnTo>
                  <a:pt x="147370" y="116484"/>
                </a:lnTo>
                <a:lnTo>
                  <a:pt x="150304" y="112217"/>
                </a:lnTo>
                <a:lnTo>
                  <a:pt x="152920" y="108597"/>
                </a:lnTo>
                <a:lnTo>
                  <a:pt x="160629" y="114185"/>
                </a:lnTo>
                <a:lnTo>
                  <a:pt x="158028" y="117792"/>
                </a:lnTo>
                <a:lnTo>
                  <a:pt x="155219" y="121869"/>
                </a:lnTo>
                <a:close/>
              </a:path>
              <a:path w="770890" h="1724660">
                <a:moveTo>
                  <a:pt x="158028" y="117792"/>
                </a:moveTo>
                <a:close/>
              </a:path>
              <a:path w="770890" h="1724660">
                <a:moveTo>
                  <a:pt x="166217" y="106464"/>
                </a:moveTo>
                <a:lnTo>
                  <a:pt x="158508" y="100876"/>
                </a:lnTo>
                <a:lnTo>
                  <a:pt x="159905" y="98958"/>
                </a:lnTo>
                <a:lnTo>
                  <a:pt x="164337" y="93179"/>
                </a:lnTo>
                <a:lnTo>
                  <a:pt x="171894" y="98983"/>
                </a:lnTo>
                <a:lnTo>
                  <a:pt x="167464" y="104749"/>
                </a:lnTo>
                <a:lnTo>
                  <a:pt x="166217" y="106464"/>
                </a:lnTo>
                <a:close/>
              </a:path>
              <a:path w="770890" h="1724660">
                <a:moveTo>
                  <a:pt x="167505" y="104693"/>
                </a:moveTo>
                <a:close/>
              </a:path>
              <a:path w="770890" h="1724660">
                <a:moveTo>
                  <a:pt x="167464" y="104749"/>
                </a:moveTo>
                <a:close/>
              </a:path>
              <a:path w="770890" h="1724660">
                <a:moveTo>
                  <a:pt x="177622" y="91567"/>
                </a:moveTo>
                <a:lnTo>
                  <a:pt x="170256" y="85521"/>
                </a:lnTo>
                <a:lnTo>
                  <a:pt x="176288" y="78155"/>
                </a:lnTo>
                <a:lnTo>
                  <a:pt x="183654" y="84188"/>
                </a:lnTo>
                <a:lnTo>
                  <a:pt x="177622" y="91567"/>
                </a:lnTo>
                <a:close/>
              </a:path>
              <a:path w="770890" h="1724660">
                <a:moveTo>
                  <a:pt x="189712" y="77063"/>
                </a:moveTo>
                <a:lnTo>
                  <a:pt x="182562" y="70764"/>
                </a:lnTo>
                <a:lnTo>
                  <a:pt x="188861" y="63626"/>
                </a:lnTo>
                <a:lnTo>
                  <a:pt x="196011" y="69926"/>
                </a:lnTo>
                <a:lnTo>
                  <a:pt x="189712" y="77063"/>
                </a:lnTo>
                <a:close/>
              </a:path>
              <a:path w="770890" h="1724660">
                <a:moveTo>
                  <a:pt x="202450" y="63169"/>
                </a:moveTo>
                <a:lnTo>
                  <a:pt x="195567" y="56578"/>
                </a:lnTo>
                <a:lnTo>
                  <a:pt x="199466" y="52514"/>
                </a:lnTo>
                <a:lnTo>
                  <a:pt x="202361" y="49682"/>
                </a:lnTo>
                <a:lnTo>
                  <a:pt x="209016" y="56502"/>
                </a:lnTo>
                <a:lnTo>
                  <a:pt x="206125" y="59334"/>
                </a:lnTo>
                <a:lnTo>
                  <a:pt x="202450" y="63169"/>
                </a:lnTo>
                <a:close/>
              </a:path>
              <a:path w="770890" h="1724660">
                <a:moveTo>
                  <a:pt x="206197" y="59260"/>
                </a:moveTo>
                <a:close/>
              </a:path>
              <a:path w="770890" h="1724660">
                <a:moveTo>
                  <a:pt x="206125" y="59334"/>
                </a:moveTo>
                <a:close/>
              </a:path>
              <a:path w="770890" h="1724660">
                <a:moveTo>
                  <a:pt x="215861" y="50050"/>
                </a:moveTo>
                <a:lnTo>
                  <a:pt x="209384" y="43065"/>
                </a:lnTo>
                <a:lnTo>
                  <a:pt x="214871" y="38226"/>
                </a:lnTo>
                <a:lnTo>
                  <a:pt x="216763" y="36652"/>
                </a:lnTo>
                <a:lnTo>
                  <a:pt x="222859" y="43967"/>
                </a:lnTo>
                <a:lnTo>
                  <a:pt x="220967" y="45554"/>
                </a:lnTo>
                <a:lnTo>
                  <a:pt x="215861" y="50050"/>
                </a:lnTo>
                <a:close/>
              </a:path>
              <a:path w="770890" h="1724660">
                <a:moveTo>
                  <a:pt x="220973" y="45549"/>
                </a:moveTo>
                <a:close/>
              </a:path>
              <a:path w="770890" h="1724660">
                <a:moveTo>
                  <a:pt x="220967" y="45554"/>
                </a:moveTo>
                <a:close/>
              </a:path>
              <a:path w="770890" h="1724660">
                <a:moveTo>
                  <a:pt x="216004" y="49923"/>
                </a:moveTo>
                <a:close/>
              </a:path>
              <a:path w="770890" h="1724660">
                <a:moveTo>
                  <a:pt x="230174" y="38100"/>
                </a:moveTo>
                <a:lnTo>
                  <a:pt x="224294" y="30594"/>
                </a:lnTo>
                <a:lnTo>
                  <a:pt x="225336" y="29781"/>
                </a:lnTo>
                <a:lnTo>
                  <a:pt x="230631" y="25907"/>
                </a:lnTo>
                <a:lnTo>
                  <a:pt x="232257" y="24803"/>
                </a:lnTo>
                <a:lnTo>
                  <a:pt x="237616" y="32677"/>
                </a:lnTo>
                <a:lnTo>
                  <a:pt x="235991" y="33781"/>
                </a:lnTo>
                <a:lnTo>
                  <a:pt x="230976" y="37464"/>
                </a:lnTo>
                <a:lnTo>
                  <a:pt x="230174" y="38100"/>
                </a:lnTo>
                <a:close/>
              </a:path>
              <a:path w="770890" h="1724660">
                <a:moveTo>
                  <a:pt x="236009" y="33781"/>
                </a:moveTo>
                <a:close/>
              </a:path>
              <a:path w="770890" h="1724660">
                <a:moveTo>
                  <a:pt x="230976" y="37464"/>
                </a:moveTo>
                <a:close/>
              </a:path>
              <a:path w="770890" h="1724660">
                <a:moveTo>
                  <a:pt x="245452" y="27558"/>
                </a:moveTo>
                <a:lnTo>
                  <a:pt x="240360" y="19507"/>
                </a:lnTo>
                <a:lnTo>
                  <a:pt x="241338" y="18884"/>
                </a:lnTo>
                <a:lnTo>
                  <a:pt x="246760" y="15760"/>
                </a:lnTo>
                <a:lnTo>
                  <a:pt x="248958" y="14605"/>
                </a:lnTo>
                <a:lnTo>
                  <a:pt x="253403" y="23025"/>
                </a:lnTo>
                <a:lnTo>
                  <a:pt x="251217" y="24180"/>
                </a:lnTo>
                <a:lnTo>
                  <a:pt x="246288" y="27038"/>
                </a:lnTo>
                <a:lnTo>
                  <a:pt x="245452" y="27558"/>
                </a:lnTo>
                <a:close/>
              </a:path>
              <a:path w="770890" h="1724660">
                <a:moveTo>
                  <a:pt x="251332" y="24114"/>
                </a:moveTo>
                <a:close/>
              </a:path>
              <a:path w="770890" h="1724660">
                <a:moveTo>
                  <a:pt x="251217" y="24180"/>
                </a:moveTo>
                <a:close/>
              </a:path>
              <a:path w="770890" h="1724660">
                <a:moveTo>
                  <a:pt x="246113" y="27139"/>
                </a:moveTo>
                <a:lnTo>
                  <a:pt x="246265" y="27038"/>
                </a:lnTo>
                <a:lnTo>
                  <a:pt x="246113" y="27139"/>
                </a:lnTo>
                <a:close/>
              </a:path>
              <a:path w="770890" h="1724660">
                <a:moveTo>
                  <a:pt x="261569" y="18999"/>
                </a:moveTo>
                <a:lnTo>
                  <a:pt x="257886" y="10223"/>
                </a:lnTo>
                <a:lnTo>
                  <a:pt x="263309" y="7950"/>
                </a:lnTo>
                <a:lnTo>
                  <a:pt x="266941" y="6616"/>
                </a:lnTo>
                <a:lnTo>
                  <a:pt x="270205" y="15570"/>
                </a:lnTo>
                <a:lnTo>
                  <a:pt x="266585" y="16891"/>
                </a:lnTo>
                <a:lnTo>
                  <a:pt x="261569" y="18999"/>
                </a:lnTo>
                <a:close/>
              </a:path>
              <a:path w="770890" h="1724660">
                <a:moveTo>
                  <a:pt x="266750" y="16830"/>
                </a:moveTo>
                <a:close/>
              </a:path>
              <a:path w="770890" h="1724660">
                <a:moveTo>
                  <a:pt x="266606" y="16891"/>
                </a:moveTo>
                <a:lnTo>
                  <a:pt x="266750" y="16830"/>
                </a:lnTo>
                <a:lnTo>
                  <a:pt x="266606" y="16891"/>
                </a:lnTo>
                <a:close/>
              </a:path>
              <a:path w="770890" h="1724660">
                <a:moveTo>
                  <a:pt x="278853" y="12877"/>
                </a:moveTo>
                <a:lnTo>
                  <a:pt x="276478" y="3657"/>
                </a:lnTo>
                <a:lnTo>
                  <a:pt x="280276" y="2692"/>
                </a:lnTo>
                <a:lnTo>
                  <a:pt x="286270" y="1498"/>
                </a:lnTo>
                <a:lnTo>
                  <a:pt x="287642" y="10922"/>
                </a:lnTo>
                <a:lnTo>
                  <a:pt x="287400" y="10960"/>
                </a:lnTo>
                <a:lnTo>
                  <a:pt x="282471" y="11963"/>
                </a:lnTo>
                <a:lnTo>
                  <a:pt x="278853" y="12877"/>
                </a:lnTo>
                <a:close/>
              </a:path>
              <a:path w="770890" h="1724660">
                <a:moveTo>
                  <a:pt x="287465" y="10960"/>
                </a:moveTo>
                <a:lnTo>
                  <a:pt x="287654" y="10922"/>
                </a:lnTo>
                <a:lnTo>
                  <a:pt x="287465" y="10960"/>
                </a:lnTo>
                <a:close/>
              </a:path>
              <a:path w="770890" h="1724660">
                <a:moveTo>
                  <a:pt x="282155" y="12026"/>
                </a:moveTo>
                <a:lnTo>
                  <a:pt x="282397" y="11963"/>
                </a:lnTo>
                <a:lnTo>
                  <a:pt x="282155" y="12026"/>
                </a:lnTo>
                <a:close/>
              </a:path>
              <a:path w="770890" h="1724660">
                <a:moveTo>
                  <a:pt x="296837" y="9817"/>
                </a:moveTo>
                <a:lnTo>
                  <a:pt x="295986" y="330"/>
                </a:lnTo>
                <a:lnTo>
                  <a:pt x="297649" y="190"/>
                </a:lnTo>
                <a:lnTo>
                  <a:pt x="303250" y="0"/>
                </a:lnTo>
                <a:lnTo>
                  <a:pt x="306044" y="63"/>
                </a:lnTo>
                <a:lnTo>
                  <a:pt x="305817" y="9525"/>
                </a:lnTo>
                <a:lnTo>
                  <a:pt x="303288" y="9525"/>
                </a:lnTo>
                <a:lnTo>
                  <a:pt x="303442" y="9528"/>
                </a:lnTo>
                <a:lnTo>
                  <a:pt x="298701" y="9690"/>
                </a:lnTo>
                <a:lnTo>
                  <a:pt x="298234" y="9690"/>
                </a:lnTo>
                <a:lnTo>
                  <a:pt x="296837" y="9817"/>
                </a:lnTo>
                <a:close/>
              </a:path>
              <a:path w="770890" h="1724660">
                <a:moveTo>
                  <a:pt x="303442" y="9528"/>
                </a:moveTo>
                <a:lnTo>
                  <a:pt x="303288" y="9525"/>
                </a:lnTo>
                <a:lnTo>
                  <a:pt x="303555" y="9525"/>
                </a:lnTo>
                <a:close/>
              </a:path>
              <a:path w="770890" h="1724660">
                <a:moveTo>
                  <a:pt x="305815" y="9588"/>
                </a:moveTo>
                <a:lnTo>
                  <a:pt x="303442" y="9528"/>
                </a:lnTo>
                <a:lnTo>
                  <a:pt x="305817" y="9525"/>
                </a:lnTo>
                <a:close/>
              </a:path>
              <a:path w="770890" h="1724660">
                <a:moveTo>
                  <a:pt x="297954" y="9715"/>
                </a:moveTo>
                <a:lnTo>
                  <a:pt x="298234" y="9690"/>
                </a:lnTo>
                <a:lnTo>
                  <a:pt x="298701" y="9690"/>
                </a:lnTo>
                <a:lnTo>
                  <a:pt x="297954" y="9715"/>
                </a:lnTo>
                <a:close/>
              </a:path>
              <a:path w="770890" h="1724660">
                <a:moveTo>
                  <a:pt x="324192" y="11303"/>
                </a:moveTo>
                <a:lnTo>
                  <a:pt x="319976" y="10680"/>
                </a:lnTo>
                <a:lnTo>
                  <a:pt x="314909" y="10121"/>
                </a:lnTo>
                <a:lnTo>
                  <a:pt x="315963" y="660"/>
                </a:lnTo>
                <a:lnTo>
                  <a:pt x="321360" y="1257"/>
                </a:lnTo>
                <a:lnTo>
                  <a:pt x="325577" y="1879"/>
                </a:lnTo>
                <a:lnTo>
                  <a:pt x="324192" y="11303"/>
                </a:lnTo>
                <a:close/>
              </a:path>
              <a:path w="770890" h="1724660">
                <a:moveTo>
                  <a:pt x="342668" y="13969"/>
                </a:moveTo>
                <a:lnTo>
                  <a:pt x="338226" y="13969"/>
                </a:lnTo>
                <a:lnTo>
                  <a:pt x="333260" y="12915"/>
                </a:lnTo>
                <a:lnTo>
                  <a:pt x="335254" y="3594"/>
                </a:lnTo>
                <a:lnTo>
                  <a:pt x="340347" y="4686"/>
                </a:lnTo>
                <a:lnTo>
                  <a:pt x="344677" y="5740"/>
                </a:lnTo>
                <a:lnTo>
                  <a:pt x="342668" y="13969"/>
                </a:lnTo>
                <a:close/>
              </a:path>
              <a:path w="770890" h="1724660">
                <a:moveTo>
                  <a:pt x="342417" y="14998"/>
                </a:moveTo>
                <a:lnTo>
                  <a:pt x="338099" y="13944"/>
                </a:lnTo>
                <a:lnTo>
                  <a:pt x="342668" y="13969"/>
                </a:lnTo>
                <a:lnTo>
                  <a:pt x="342417" y="14998"/>
                </a:lnTo>
                <a:close/>
              </a:path>
              <a:path w="770890" h="1724660">
                <a:moveTo>
                  <a:pt x="360349" y="20180"/>
                </a:moveTo>
                <a:lnTo>
                  <a:pt x="357466" y="19227"/>
                </a:lnTo>
                <a:lnTo>
                  <a:pt x="351370" y="17386"/>
                </a:lnTo>
                <a:lnTo>
                  <a:pt x="354126" y="8267"/>
                </a:lnTo>
                <a:lnTo>
                  <a:pt x="360438" y="10185"/>
                </a:lnTo>
                <a:lnTo>
                  <a:pt x="363334" y="11137"/>
                </a:lnTo>
                <a:lnTo>
                  <a:pt x="360349" y="20180"/>
                </a:lnTo>
                <a:close/>
              </a:path>
              <a:path w="770890" h="1724660">
                <a:moveTo>
                  <a:pt x="379035" y="23901"/>
                </a:moveTo>
                <a:lnTo>
                  <a:pt x="371081" y="23901"/>
                </a:lnTo>
                <a:lnTo>
                  <a:pt x="369252" y="23241"/>
                </a:lnTo>
                <a:lnTo>
                  <a:pt x="372440" y="14274"/>
                </a:lnTo>
                <a:lnTo>
                  <a:pt x="374383" y="14960"/>
                </a:lnTo>
                <a:lnTo>
                  <a:pt x="381558" y="17703"/>
                </a:lnTo>
                <a:lnTo>
                  <a:pt x="379035" y="23901"/>
                </a:lnTo>
                <a:close/>
              </a:path>
              <a:path w="770890" h="1724660">
                <a:moveTo>
                  <a:pt x="377965" y="26528"/>
                </a:moveTo>
                <a:lnTo>
                  <a:pt x="371048" y="23889"/>
                </a:lnTo>
                <a:lnTo>
                  <a:pt x="379035" y="23901"/>
                </a:lnTo>
                <a:lnTo>
                  <a:pt x="377965" y="26528"/>
                </a:lnTo>
                <a:close/>
              </a:path>
              <a:path w="770890" h="1724660">
                <a:moveTo>
                  <a:pt x="395300" y="33921"/>
                </a:moveTo>
                <a:lnTo>
                  <a:pt x="392023" y="32423"/>
                </a:lnTo>
                <a:lnTo>
                  <a:pt x="386676" y="30124"/>
                </a:lnTo>
                <a:lnTo>
                  <a:pt x="390448" y="21374"/>
                </a:lnTo>
                <a:lnTo>
                  <a:pt x="395973" y="23761"/>
                </a:lnTo>
                <a:lnTo>
                  <a:pt x="399262" y="25260"/>
                </a:lnTo>
                <a:lnTo>
                  <a:pt x="395300" y="33921"/>
                </a:lnTo>
                <a:close/>
              </a:path>
              <a:path w="770890" h="1724660">
                <a:moveTo>
                  <a:pt x="412318" y="42163"/>
                </a:moveTo>
                <a:lnTo>
                  <a:pt x="403771" y="37960"/>
                </a:lnTo>
                <a:lnTo>
                  <a:pt x="407987" y="29413"/>
                </a:lnTo>
                <a:lnTo>
                  <a:pt x="416534" y="33616"/>
                </a:lnTo>
                <a:lnTo>
                  <a:pt x="412318" y="42163"/>
                </a:lnTo>
                <a:close/>
              </a:path>
              <a:path w="770890" h="1724660">
                <a:moveTo>
                  <a:pt x="428822" y="50965"/>
                </a:moveTo>
                <a:lnTo>
                  <a:pt x="420585" y="46545"/>
                </a:lnTo>
                <a:lnTo>
                  <a:pt x="425107" y="38150"/>
                </a:lnTo>
                <a:lnTo>
                  <a:pt x="433628" y="42760"/>
                </a:lnTo>
                <a:lnTo>
                  <a:pt x="428822" y="50965"/>
                </a:lnTo>
                <a:close/>
              </a:path>
              <a:path w="770890" h="1724660">
                <a:moveTo>
                  <a:pt x="428815" y="50977"/>
                </a:moveTo>
                <a:close/>
              </a:path>
              <a:path w="770890" h="1724660">
                <a:moveTo>
                  <a:pt x="445096" y="60566"/>
                </a:moveTo>
                <a:lnTo>
                  <a:pt x="443737" y="59702"/>
                </a:lnTo>
                <a:lnTo>
                  <a:pt x="437045" y="55791"/>
                </a:lnTo>
                <a:lnTo>
                  <a:pt x="441845" y="47574"/>
                </a:lnTo>
                <a:lnTo>
                  <a:pt x="448817" y="51650"/>
                </a:lnTo>
                <a:lnTo>
                  <a:pt x="450176" y="52514"/>
                </a:lnTo>
                <a:lnTo>
                  <a:pt x="445096" y="60566"/>
                </a:lnTo>
                <a:close/>
              </a:path>
              <a:path w="770890" h="1724660">
                <a:moveTo>
                  <a:pt x="461928" y="69392"/>
                </a:moveTo>
                <a:lnTo>
                  <a:pt x="459092" y="69392"/>
                </a:lnTo>
                <a:lnTo>
                  <a:pt x="453148" y="65646"/>
                </a:lnTo>
                <a:lnTo>
                  <a:pt x="458241" y="57594"/>
                </a:lnTo>
                <a:lnTo>
                  <a:pt x="464299" y="61429"/>
                </a:lnTo>
                <a:lnTo>
                  <a:pt x="466369" y="62826"/>
                </a:lnTo>
                <a:lnTo>
                  <a:pt x="461928" y="69392"/>
                </a:lnTo>
                <a:close/>
              </a:path>
              <a:path w="770890" h="1724660">
                <a:moveTo>
                  <a:pt x="461035" y="70713"/>
                </a:moveTo>
                <a:lnTo>
                  <a:pt x="458965" y="69316"/>
                </a:lnTo>
                <a:lnTo>
                  <a:pt x="461928" y="69392"/>
                </a:lnTo>
                <a:lnTo>
                  <a:pt x="461035" y="70713"/>
                </a:lnTo>
                <a:close/>
              </a:path>
              <a:path w="770890" h="1724660">
                <a:moveTo>
                  <a:pt x="477790" y="79781"/>
                </a:moveTo>
                <a:lnTo>
                  <a:pt x="474421" y="79781"/>
                </a:lnTo>
                <a:lnTo>
                  <a:pt x="468922" y="76060"/>
                </a:lnTo>
                <a:lnTo>
                  <a:pt x="474256" y="68173"/>
                </a:lnTo>
                <a:lnTo>
                  <a:pt x="479882" y="71983"/>
                </a:lnTo>
                <a:lnTo>
                  <a:pt x="482218" y="73672"/>
                </a:lnTo>
                <a:lnTo>
                  <a:pt x="477790" y="79781"/>
                </a:lnTo>
                <a:close/>
              </a:path>
              <a:path w="770890" h="1724660">
                <a:moveTo>
                  <a:pt x="476630" y="81381"/>
                </a:moveTo>
                <a:lnTo>
                  <a:pt x="474358" y="79738"/>
                </a:lnTo>
                <a:lnTo>
                  <a:pt x="477790" y="79781"/>
                </a:lnTo>
                <a:lnTo>
                  <a:pt x="476630" y="81381"/>
                </a:lnTo>
                <a:close/>
              </a:path>
              <a:path w="770890" h="1724660">
                <a:moveTo>
                  <a:pt x="491883" y="92544"/>
                </a:moveTo>
                <a:lnTo>
                  <a:pt x="489673" y="90830"/>
                </a:lnTo>
                <a:lnTo>
                  <a:pt x="484339" y="86969"/>
                </a:lnTo>
                <a:lnTo>
                  <a:pt x="489927" y="79260"/>
                </a:lnTo>
                <a:lnTo>
                  <a:pt x="495490" y="83299"/>
                </a:lnTo>
                <a:lnTo>
                  <a:pt x="497712" y="85013"/>
                </a:lnTo>
                <a:lnTo>
                  <a:pt x="491883" y="92544"/>
                </a:lnTo>
                <a:close/>
              </a:path>
              <a:path w="770890" h="1724660">
                <a:moveTo>
                  <a:pt x="507912" y="102806"/>
                </a:moveTo>
                <a:lnTo>
                  <a:pt x="505155" y="102806"/>
                </a:lnTo>
                <a:lnTo>
                  <a:pt x="499427" y="98374"/>
                </a:lnTo>
                <a:lnTo>
                  <a:pt x="505244" y="90830"/>
                </a:lnTo>
                <a:lnTo>
                  <a:pt x="511098" y="95364"/>
                </a:lnTo>
                <a:lnTo>
                  <a:pt x="512851" y="96799"/>
                </a:lnTo>
                <a:lnTo>
                  <a:pt x="507912" y="102806"/>
                </a:lnTo>
                <a:close/>
              </a:path>
              <a:path w="770890" h="1724660">
                <a:moveTo>
                  <a:pt x="506806" y="104152"/>
                </a:moveTo>
                <a:lnTo>
                  <a:pt x="505052" y="102726"/>
                </a:lnTo>
                <a:lnTo>
                  <a:pt x="507912" y="102806"/>
                </a:lnTo>
                <a:lnTo>
                  <a:pt x="506806" y="104152"/>
                </a:lnTo>
                <a:close/>
              </a:path>
              <a:path w="770890" h="1724660">
                <a:moveTo>
                  <a:pt x="522061" y="115417"/>
                </a:moveTo>
                <a:lnTo>
                  <a:pt x="520484" y="115417"/>
                </a:lnTo>
                <a:lnTo>
                  <a:pt x="514159" y="110210"/>
                </a:lnTo>
                <a:lnTo>
                  <a:pt x="520204" y="102857"/>
                </a:lnTo>
                <a:lnTo>
                  <a:pt x="526643" y="108153"/>
                </a:lnTo>
                <a:lnTo>
                  <a:pt x="527646" y="109029"/>
                </a:lnTo>
                <a:lnTo>
                  <a:pt x="522061" y="115417"/>
                </a:lnTo>
                <a:close/>
              </a:path>
              <a:path w="770890" h="1724660">
                <a:moveTo>
                  <a:pt x="521373" y="116205"/>
                </a:moveTo>
                <a:lnTo>
                  <a:pt x="520369" y="115328"/>
                </a:lnTo>
                <a:lnTo>
                  <a:pt x="522061" y="115417"/>
                </a:lnTo>
                <a:lnTo>
                  <a:pt x="521373" y="116205"/>
                </a:lnTo>
                <a:close/>
              </a:path>
              <a:path w="770890" h="1724660">
                <a:moveTo>
                  <a:pt x="535608" y="128638"/>
                </a:moveTo>
                <a:lnTo>
                  <a:pt x="528535" y="122478"/>
                </a:lnTo>
                <a:lnTo>
                  <a:pt x="534809" y="115303"/>
                </a:lnTo>
                <a:lnTo>
                  <a:pt x="542086" y="121678"/>
                </a:lnTo>
                <a:lnTo>
                  <a:pt x="535608" y="128638"/>
                </a:lnTo>
                <a:close/>
              </a:path>
              <a:path w="770890" h="1724660">
                <a:moveTo>
                  <a:pt x="535597" y="128650"/>
                </a:moveTo>
                <a:close/>
              </a:path>
              <a:path w="770890" h="1724660">
                <a:moveTo>
                  <a:pt x="549541" y="141630"/>
                </a:moveTo>
                <a:lnTo>
                  <a:pt x="542569" y="135140"/>
                </a:lnTo>
                <a:lnTo>
                  <a:pt x="549059" y="128168"/>
                </a:lnTo>
                <a:lnTo>
                  <a:pt x="556031" y="134658"/>
                </a:lnTo>
                <a:lnTo>
                  <a:pt x="549541" y="141630"/>
                </a:lnTo>
                <a:close/>
              </a:path>
              <a:path w="770890" h="1724660">
                <a:moveTo>
                  <a:pt x="563016" y="154889"/>
                </a:moveTo>
                <a:lnTo>
                  <a:pt x="556247" y="148196"/>
                </a:lnTo>
                <a:lnTo>
                  <a:pt x="562940" y="141414"/>
                </a:lnTo>
                <a:lnTo>
                  <a:pt x="569722" y="148120"/>
                </a:lnTo>
                <a:lnTo>
                  <a:pt x="563016" y="154889"/>
                </a:lnTo>
                <a:close/>
              </a:path>
              <a:path w="770890" h="1724660">
                <a:moveTo>
                  <a:pt x="576122" y="168516"/>
                </a:moveTo>
                <a:lnTo>
                  <a:pt x="569556" y="161607"/>
                </a:lnTo>
                <a:lnTo>
                  <a:pt x="576465" y="155041"/>
                </a:lnTo>
                <a:lnTo>
                  <a:pt x="583031" y="161950"/>
                </a:lnTo>
                <a:lnTo>
                  <a:pt x="576122" y="168516"/>
                </a:lnTo>
                <a:close/>
              </a:path>
              <a:path w="770890" h="1724660">
                <a:moveTo>
                  <a:pt x="590823" y="180695"/>
                </a:moveTo>
                <a:lnTo>
                  <a:pt x="587362" y="180695"/>
                </a:lnTo>
                <a:lnTo>
                  <a:pt x="582549" y="175387"/>
                </a:lnTo>
                <a:lnTo>
                  <a:pt x="589610" y="168986"/>
                </a:lnTo>
                <a:lnTo>
                  <a:pt x="594474" y="174358"/>
                </a:lnTo>
                <a:lnTo>
                  <a:pt x="596023" y="176123"/>
                </a:lnTo>
                <a:lnTo>
                  <a:pt x="590823" y="180695"/>
                </a:lnTo>
                <a:close/>
              </a:path>
              <a:path w="770890" h="1724660">
                <a:moveTo>
                  <a:pt x="588873" y="182410"/>
                </a:moveTo>
                <a:lnTo>
                  <a:pt x="587311" y="180644"/>
                </a:lnTo>
                <a:lnTo>
                  <a:pt x="590823" y="180695"/>
                </a:lnTo>
                <a:lnTo>
                  <a:pt x="588873" y="182410"/>
                </a:lnTo>
                <a:close/>
              </a:path>
              <a:path w="770890" h="1724660">
                <a:moveTo>
                  <a:pt x="601281" y="196773"/>
                </a:moveTo>
                <a:lnTo>
                  <a:pt x="595096" y="189522"/>
                </a:lnTo>
                <a:lnTo>
                  <a:pt x="602348" y="183349"/>
                </a:lnTo>
                <a:lnTo>
                  <a:pt x="608533" y="190601"/>
                </a:lnTo>
                <a:lnTo>
                  <a:pt x="601281" y="196773"/>
                </a:lnTo>
                <a:close/>
              </a:path>
              <a:path w="770890" h="1724660">
                <a:moveTo>
                  <a:pt x="620588" y="205409"/>
                </a:moveTo>
                <a:lnTo>
                  <a:pt x="608406" y="205409"/>
                </a:lnTo>
                <a:lnTo>
                  <a:pt x="607288" y="204063"/>
                </a:lnTo>
                <a:lnTo>
                  <a:pt x="614641" y="198005"/>
                </a:lnTo>
                <a:lnTo>
                  <a:pt x="615797" y="199415"/>
                </a:lnTo>
                <a:lnTo>
                  <a:pt x="620588" y="205409"/>
                </a:lnTo>
                <a:close/>
              </a:path>
              <a:path w="770890" h="1724660">
                <a:moveTo>
                  <a:pt x="613206" y="211429"/>
                </a:moveTo>
                <a:lnTo>
                  <a:pt x="608402" y="205404"/>
                </a:lnTo>
                <a:lnTo>
                  <a:pt x="620588" y="205409"/>
                </a:lnTo>
                <a:lnTo>
                  <a:pt x="613206" y="211429"/>
                </a:lnTo>
                <a:close/>
              </a:path>
              <a:path w="770890" h="1724660">
                <a:moveTo>
                  <a:pt x="624712" y="226402"/>
                </a:moveTo>
                <a:lnTo>
                  <a:pt x="621880" y="222592"/>
                </a:lnTo>
                <a:lnTo>
                  <a:pt x="619010" y="218884"/>
                </a:lnTo>
                <a:lnTo>
                  <a:pt x="626554" y="213067"/>
                </a:lnTo>
                <a:lnTo>
                  <a:pt x="629513" y="216903"/>
                </a:lnTo>
                <a:lnTo>
                  <a:pt x="632358" y="220713"/>
                </a:lnTo>
                <a:lnTo>
                  <a:pt x="624712" y="226402"/>
                </a:lnTo>
                <a:close/>
              </a:path>
              <a:path w="770890" h="1724660">
                <a:moveTo>
                  <a:pt x="637530" y="240499"/>
                </a:moveTo>
                <a:lnTo>
                  <a:pt x="634987" y="240499"/>
                </a:lnTo>
                <a:lnTo>
                  <a:pt x="630313" y="234010"/>
                </a:lnTo>
                <a:lnTo>
                  <a:pt x="638048" y="228447"/>
                </a:lnTo>
                <a:lnTo>
                  <a:pt x="642759" y="235000"/>
                </a:lnTo>
                <a:lnTo>
                  <a:pt x="643635" y="236258"/>
                </a:lnTo>
                <a:lnTo>
                  <a:pt x="637530" y="240499"/>
                </a:lnTo>
                <a:close/>
              </a:path>
              <a:path w="770890" h="1724660">
                <a:moveTo>
                  <a:pt x="635812" y="241693"/>
                </a:moveTo>
                <a:lnTo>
                  <a:pt x="634936" y="240436"/>
                </a:lnTo>
                <a:lnTo>
                  <a:pt x="637530" y="240499"/>
                </a:lnTo>
                <a:lnTo>
                  <a:pt x="635812" y="241693"/>
                </a:lnTo>
                <a:close/>
              </a:path>
              <a:path w="770890" h="1724660">
                <a:moveTo>
                  <a:pt x="646493" y="257365"/>
                </a:moveTo>
                <a:lnTo>
                  <a:pt x="641248" y="249516"/>
                </a:lnTo>
                <a:lnTo>
                  <a:pt x="649071" y="244081"/>
                </a:lnTo>
                <a:lnTo>
                  <a:pt x="654418" y="252069"/>
                </a:lnTo>
                <a:lnTo>
                  <a:pt x="646493" y="257365"/>
                </a:lnTo>
                <a:close/>
              </a:path>
              <a:path w="770890" h="1724660">
                <a:moveTo>
                  <a:pt x="664612" y="268350"/>
                </a:moveTo>
                <a:lnTo>
                  <a:pt x="653605" y="268350"/>
                </a:lnTo>
                <a:lnTo>
                  <a:pt x="651636" y="265290"/>
                </a:lnTo>
                <a:lnTo>
                  <a:pt x="659637" y="260134"/>
                </a:lnTo>
                <a:lnTo>
                  <a:pt x="661657" y="263258"/>
                </a:lnTo>
                <a:lnTo>
                  <a:pt x="664756" y="268262"/>
                </a:lnTo>
                <a:lnTo>
                  <a:pt x="664612" y="268350"/>
                </a:lnTo>
                <a:close/>
              </a:path>
              <a:path w="770890" h="1724660">
                <a:moveTo>
                  <a:pt x="656666" y="273278"/>
                </a:moveTo>
                <a:lnTo>
                  <a:pt x="653554" y="268274"/>
                </a:lnTo>
                <a:lnTo>
                  <a:pt x="664612" y="268350"/>
                </a:lnTo>
                <a:lnTo>
                  <a:pt x="656666" y="273278"/>
                </a:lnTo>
                <a:close/>
              </a:path>
              <a:path w="770890" h="1724660">
                <a:moveTo>
                  <a:pt x="669637" y="287604"/>
                </a:moveTo>
                <a:lnTo>
                  <a:pt x="665302" y="287604"/>
                </a:lnTo>
                <a:lnTo>
                  <a:pt x="661568" y="281343"/>
                </a:lnTo>
                <a:lnTo>
                  <a:pt x="669759" y="276479"/>
                </a:lnTo>
                <a:lnTo>
                  <a:pt x="673531" y="282816"/>
                </a:lnTo>
                <a:lnTo>
                  <a:pt x="674636" y="284759"/>
                </a:lnTo>
                <a:lnTo>
                  <a:pt x="669637" y="287604"/>
                </a:lnTo>
                <a:close/>
              </a:path>
              <a:path w="770890" h="1724660">
                <a:moveTo>
                  <a:pt x="666356" y="289471"/>
                </a:moveTo>
                <a:lnTo>
                  <a:pt x="665251" y="287540"/>
                </a:lnTo>
                <a:lnTo>
                  <a:pt x="669637" y="287604"/>
                </a:lnTo>
                <a:lnTo>
                  <a:pt x="666356" y="289471"/>
                </a:lnTo>
                <a:close/>
              </a:path>
              <a:path w="770890" h="1724660">
                <a:moveTo>
                  <a:pt x="675601" y="306031"/>
                </a:moveTo>
                <a:lnTo>
                  <a:pt x="671029" y="297675"/>
                </a:lnTo>
                <a:lnTo>
                  <a:pt x="679386" y="293103"/>
                </a:lnTo>
                <a:lnTo>
                  <a:pt x="683958" y="301472"/>
                </a:lnTo>
                <a:lnTo>
                  <a:pt x="675601" y="306031"/>
                </a:lnTo>
                <a:close/>
              </a:path>
              <a:path w="770890" h="1724660">
                <a:moveTo>
                  <a:pt x="684263" y="322795"/>
                </a:moveTo>
                <a:lnTo>
                  <a:pt x="681583" y="317436"/>
                </a:lnTo>
                <a:lnTo>
                  <a:pt x="679996" y="314388"/>
                </a:lnTo>
                <a:lnTo>
                  <a:pt x="688428" y="309968"/>
                </a:lnTo>
                <a:lnTo>
                  <a:pt x="690117" y="313194"/>
                </a:lnTo>
                <a:lnTo>
                  <a:pt x="692784" y="318554"/>
                </a:lnTo>
                <a:lnTo>
                  <a:pt x="684263" y="322795"/>
                </a:lnTo>
                <a:close/>
              </a:path>
              <a:path w="770890" h="1724660">
                <a:moveTo>
                  <a:pt x="696211" y="338099"/>
                </a:moveTo>
                <a:lnTo>
                  <a:pt x="691641" y="338099"/>
                </a:lnTo>
                <a:lnTo>
                  <a:pt x="688390" y="331279"/>
                </a:lnTo>
                <a:lnTo>
                  <a:pt x="697001" y="327190"/>
                </a:lnTo>
                <a:lnTo>
                  <a:pt x="700277" y="334111"/>
                </a:lnTo>
                <a:lnTo>
                  <a:pt x="701090" y="335902"/>
                </a:lnTo>
                <a:lnTo>
                  <a:pt x="696211" y="338099"/>
                </a:lnTo>
                <a:close/>
              </a:path>
              <a:path w="770890" h="1724660">
                <a:moveTo>
                  <a:pt x="692403" y="339813"/>
                </a:moveTo>
                <a:lnTo>
                  <a:pt x="691591" y="338023"/>
                </a:lnTo>
                <a:lnTo>
                  <a:pt x="696211" y="338099"/>
                </a:lnTo>
                <a:lnTo>
                  <a:pt x="692403" y="339813"/>
                </a:lnTo>
                <a:close/>
              </a:path>
              <a:path w="770890" h="1724660">
                <a:moveTo>
                  <a:pt x="706712" y="348589"/>
                </a:moveTo>
                <a:lnTo>
                  <a:pt x="696353" y="348589"/>
                </a:lnTo>
                <a:lnTo>
                  <a:pt x="705002" y="344576"/>
                </a:lnTo>
                <a:lnTo>
                  <a:pt x="706712" y="348589"/>
                </a:lnTo>
                <a:close/>
              </a:path>
              <a:path w="770890" h="1724660">
                <a:moveTo>
                  <a:pt x="700024" y="357162"/>
                </a:moveTo>
                <a:lnTo>
                  <a:pt x="696315" y="348500"/>
                </a:lnTo>
                <a:lnTo>
                  <a:pt x="706712" y="348589"/>
                </a:lnTo>
                <a:lnTo>
                  <a:pt x="708774" y="353428"/>
                </a:lnTo>
                <a:lnTo>
                  <a:pt x="700024" y="357162"/>
                </a:lnTo>
                <a:close/>
              </a:path>
              <a:path w="770890" h="1724660">
                <a:moveTo>
                  <a:pt x="707008" y="374675"/>
                </a:moveTo>
                <a:lnTo>
                  <a:pt x="705167" y="369824"/>
                </a:lnTo>
                <a:lnTo>
                  <a:pt x="703579" y="365899"/>
                </a:lnTo>
                <a:lnTo>
                  <a:pt x="712419" y="362331"/>
                </a:lnTo>
                <a:lnTo>
                  <a:pt x="714070" y="366445"/>
                </a:lnTo>
                <a:lnTo>
                  <a:pt x="715911" y="371297"/>
                </a:lnTo>
                <a:lnTo>
                  <a:pt x="707008" y="374675"/>
                </a:lnTo>
                <a:close/>
              </a:path>
              <a:path w="770890" h="1724660">
                <a:moveTo>
                  <a:pt x="715427" y="391731"/>
                </a:moveTo>
                <a:lnTo>
                  <a:pt x="713219" y="391731"/>
                </a:lnTo>
                <a:lnTo>
                  <a:pt x="710298" y="383514"/>
                </a:lnTo>
                <a:lnTo>
                  <a:pt x="719264" y="380314"/>
                </a:lnTo>
                <a:lnTo>
                  <a:pt x="722223" y="388632"/>
                </a:lnTo>
                <a:lnTo>
                  <a:pt x="722477" y="389394"/>
                </a:lnTo>
                <a:lnTo>
                  <a:pt x="715427" y="391731"/>
                </a:lnTo>
                <a:close/>
              </a:path>
              <a:path w="770890" h="1724660">
                <a:moveTo>
                  <a:pt x="713435" y="392391"/>
                </a:moveTo>
                <a:lnTo>
                  <a:pt x="713181" y="391629"/>
                </a:lnTo>
                <a:lnTo>
                  <a:pt x="715427" y="391731"/>
                </a:lnTo>
                <a:lnTo>
                  <a:pt x="713435" y="392391"/>
                </a:lnTo>
                <a:close/>
              </a:path>
              <a:path w="770890" h="1724660">
                <a:moveTo>
                  <a:pt x="719239" y="410425"/>
                </a:moveTo>
                <a:lnTo>
                  <a:pt x="716864" y="402717"/>
                </a:lnTo>
                <a:lnTo>
                  <a:pt x="716445" y="401434"/>
                </a:lnTo>
                <a:lnTo>
                  <a:pt x="725474" y="398437"/>
                </a:lnTo>
                <a:lnTo>
                  <a:pt x="725970" y="399910"/>
                </a:lnTo>
                <a:lnTo>
                  <a:pt x="728345" y="407631"/>
                </a:lnTo>
                <a:lnTo>
                  <a:pt x="719239" y="410425"/>
                </a:lnTo>
                <a:close/>
              </a:path>
              <a:path w="770890" h="1724660">
                <a:moveTo>
                  <a:pt x="724407" y="428548"/>
                </a:moveTo>
                <a:lnTo>
                  <a:pt x="723531" y="425208"/>
                </a:lnTo>
                <a:lnTo>
                  <a:pt x="721906" y="419468"/>
                </a:lnTo>
                <a:lnTo>
                  <a:pt x="731062" y="416864"/>
                </a:lnTo>
                <a:lnTo>
                  <a:pt x="732751" y="422795"/>
                </a:lnTo>
                <a:lnTo>
                  <a:pt x="733628" y="426148"/>
                </a:lnTo>
                <a:lnTo>
                  <a:pt x="724407" y="428548"/>
                </a:lnTo>
                <a:close/>
              </a:path>
              <a:path w="770890" h="1724660">
                <a:moveTo>
                  <a:pt x="728979" y="446938"/>
                </a:moveTo>
                <a:lnTo>
                  <a:pt x="726770" y="437680"/>
                </a:lnTo>
                <a:lnTo>
                  <a:pt x="736028" y="435457"/>
                </a:lnTo>
                <a:lnTo>
                  <a:pt x="738238" y="444728"/>
                </a:lnTo>
                <a:lnTo>
                  <a:pt x="728979" y="446938"/>
                </a:lnTo>
                <a:close/>
              </a:path>
              <a:path w="770890" h="1724660">
                <a:moveTo>
                  <a:pt x="732980" y="465391"/>
                </a:moveTo>
                <a:lnTo>
                  <a:pt x="732205" y="461505"/>
                </a:lnTo>
                <a:lnTo>
                  <a:pt x="731037" y="456145"/>
                </a:lnTo>
                <a:lnTo>
                  <a:pt x="740333" y="454113"/>
                </a:lnTo>
                <a:lnTo>
                  <a:pt x="741540" y="459625"/>
                </a:lnTo>
                <a:lnTo>
                  <a:pt x="742327" y="463511"/>
                </a:lnTo>
                <a:lnTo>
                  <a:pt x="732980" y="465391"/>
                </a:lnTo>
                <a:close/>
              </a:path>
              <a:path w="770890" h="1724660">
                <a:moveTo>
                  <a:pt x="736561" y="484022"/>
                </a:moveTo>
                <a:lnTo>
                  <a:pt x="734847" y="474649"/>
                </a:lnTo>
                <a:lnTo>
                  <a:pt x="744207" y="472922"/>
                </a:lnTo>
                <a:lnTo>
                  <a:pt x="745934" y="482295"/>
                </a:lnTo>
                <a:lnTo>
                  <a:pt x="736561" y="484022"/>
                </a:lnTo>
                <a:close/>
              </a:path>
              <a:path w="770890" h="1724660">
                <a:moveTo>
                  <a:pt x="739762" y="502653"/>
                </a:moveTo>
                <a:lnTo>
                  <a:pt x="739660" y="501942"/>
                </a:lnTo>
                <a:lnTo>
                  <a:pt x="738200" y="493331"/>
                </a:lnTo>
                <a:lnTo>
                  <a:pt x="747598" y="491744"/>
                </a:lnTo>
                <a:lnTo>
                  <a:pt x="749071" y="500481"/>
                </a:lnTo>
                <a:lnTo>
                  <a:pt x="749173" y="501205"/>
                </a:lnTo>
                <a:lnTo>
                  <a:pt x="739762" y="502653"/>
                </a:lnTo>
                <a:close/>
              </a:path>
              <a:path w="770890" h="1724660">
                <a:moveTo>
                  <a:pt x="739660" y="502005"/>
                </a:moveTo>
                <a:close/>
              </a:path>
              <a:path w="770890" h="1724660">
                <a:moveTo>
                  <a:pt x="751501" y="516318"/>
                </a:moveTo>
                <a:lnTo>
                  <a:pt x="741883" y="516318"/>
                </a:lnTo>
                <a:lnTo>
                  <a:pt x="741222" y="512076"/>
                </a:lnTo>
                <a:lnTo>
                  <a:pt x="750633" y="510616"/>
                </a:lnTo>
                <a:lnTo>
                  <a:pt x="751306" y="514921"/>
                </a:lnTo>
                <a:lnTo>
                  <a:pt x="751501" y="516318"/>
                </a:lnTo>
                <a:close/>
              </a:path>
              <a:path w="770890" h="1724660">
                <a:moveTo>
                  <a:pt x="742607" y="521436"/>
                </a:moveTo>
                <a:lnTo>
                  <a:pt x="741870" y="516255"/>
                </a:lnTo>
                <a:lnTo>
                  <a:pt x="751501" y="516318"/>
                </a:lnTo>
                <a:lnTo>
                  <a:pt x="752030" y="520103"/>
                </a:lnTo>
                <a:lnTo>
                  <a:pt x="742607" y="521436"/>
                </a:lnTo>
                <a:close/>
              </a:path>
              <a:path w="770890" h="1724660">
                <a:moveTo>
                  <a:pt x="753571" y="531025"/>
                </a:moveTo>
                <a:lnTo>
                  <a:pt x="743965" y="531025"/>
                </a:lnTo>
                <a:lnTo>
                  <a:pt x="743940" y="530860"/>
                </a:lnTo>
                <a:lnTo>
                  <a:pt x="753376" y="529526"/>
                </a:lnTo>
                <a:lnTo>
                  <a:pt x="753571" y="531025"/>
                </a:lnTo>
                <a:close/>
              </a:path>
              <a:path w="770890" h="1724660">
                <a:moveTo>
                  <a:pt x="745159" y="540257"/>
                </a:moveTo>
                <a:lnTo>
                  <a:pt x="743953" y="530974"/>
                </a:lnTo>
                <a:lnTo>
                  <a:pt x="753571" y="531025"/>
                </a:lnTo>
                <a:lnTo>
                  <a:pt x="754608" y="539026"/>
                </a:lnTo>
                <a:lnTo>
                  <a:pt x="745159" y="540257"/>
                </a:lnTo>
                <a:close/>
              </a:path>
              <a:path w="770890" h="1724660">
                <a:moveTo>
                  <a:pt x="747458" y="559117"/>
                </a:moveTo>
                <a:lnTo>
                  <a:pt x="746340" y="549656"/>
                </a:lnTo>
                <a:lnTo>
                  <a:pt x="755802" y="548538"/>
                </a:lnTo>
                <a:lnTo>
                  <a:pt x="756920" y="557987"/>
                </a:lnTo>
                <a:lnTo>
                  <a:pt x="747458" y="559117"/>
                </a:lnTo>
                <a:close/>
              </a:path>
              <a:path w="770890" h="1724660">
                <a:moveTo>
                  <a:pt x="755875" y="577329"/>
                </a:moveTo>
                <a:lnTo>
                  <a:pt x="749452" y="577329"/>
                </a:lnTo>
                <a:lnTo>
                  <a:pt x="748499" y="568528"/>
                </a:lnTo>
                <a:lnTo>
                  <a:pt x="757974" y="567512"/>
                </a:lnTo>
                <a:lnTo>
                  <a:pt x="758990" y="577024"/>
                </a:lnTo>
                <a:lnTo>
                  <a:pt x="755875" y="577329"/>
                </a:lnTo>
                <a:close/>
              </a:path>
              <a:path w="770890" h="1724660">
                <a:moveTo>
                  <a:pt x="749515" y="577951"/>
                </a:moveTo>
                <a:lnTo>
                  <a:pt x="749439" y="577291"/>
                </a:lnTo>
                <a:lnTo>
                  <a:pt x="755875" y="577329"/>
                </a:lnTo>
                <a:lnTo>
                  <a:pt x="749515" y="577951"/>
                </a:lnTo>
                <a:close/>
              </a:path>
              <a:path w="770890" h="1724660">
                <a:moveTo>
                  <a:pt x="751331" y="596874"/>
                </a:moveTo>
                <a:lnTo>
                  <a:pt x="750940" y="592556"/>
                </a:lnTo>
                <a:lnTo>
                  <a:pt x="750442" y="587438"/>
                </a:lnTo>
                <a:lnTo>
                  <a:pt x="759917" y="586511"/>
                </a:lnTo>
                <a:lnTo>
                  <a:pt x="760591" y="593445"/>
                </a:lnTo>
                <a:lnTo>
                  <a:pt x="760818" y="596036"/>
                </a:lnTo>
                <a:lnTo>
                  <a:pt x="751331" y="596874"/>
                </a:lnTo>
                <a:close/>
              </a:path>
              <a:path w="770890" h="1724660">
                <a:moveTo>
                  <a:pt x="751027" y="593445"/>
                </a:moveTo>
                <a:close/>
              </a:path>
              <a:path w="770890" h="1724660">
                <a:moveTo>
                  <a:pt x="762041" y="609853"/>
                </a:moveTo>
                <a:lnTo>
                  <a:pt x="752487" y="609853"/>
                </a:lnTo>
                <a:lnTo>
                  <a:pt x="752170" y="606361"/>
                </a:lnTo>
                <a:lnTo>
                  <a:pt x="761657" y="605523"/>
                </a:lnTo>
                <a:lnTo>
                  <a:pt x="762041" y="609853"/>
                </a:lnTo>
                <a:close/>
              </a:path>
              <a:path w="770890" h="1724660">
                <a:moveTo>
                  <a:pt x="752957" y="615810"/>
                </a:moveTo>
                <a:lnTo>
                  <a:pt x="752475" y="609815"/>
                </a:lnTo>
                <a:lnTo>
                  <a:pt x="762041" y="609853"/>
                </a:lnTo>
                <a:lnTo>
                  <a:pt x="762457" y="615048"/>
                </a:lnTo>
                <a:lnTo>
                  <a:pt x="752957" y="615810"/>
                </a:lnTo>
                <a:close/>
              </a:path>
              <a:path w="770890" h="1724660">
                <a:moveTo>
                  <a:pt x="754405" y="634771"/>
                </a:moveTo>
                <a:lnTo>
                  <a:pt x="753821" y="626529"/>
                </a:lnTo>
                <a:lnTo>
                  <a:pt x="753719" y="625309"/>
                </a:lnTo>
                <a:lnTo>
                  <a:pt x="763206" y="624547"/>
                </a:lnTo>
                <a:lnTo>
                  <a:pt x="763372" y="626567"/>
                </a:lnTo>
                <a:lnTo>
                  <a:pt x="763904" y="634085"/>
                </a:lnTo>
                <a:lnTo>
                  <a:pt x="754405" y="634771"/>
                </a:lnTo>
                <a:close/>
              </a:path>
              <a:path w="770890" h="1724660">
                <a:moveTo>
                  <a:pt x="753821" y="626567"/>
                </a:moveTo>
                <a:close/>
              </a:path>
              <a:path w="770890" h="1724660">
                <a:moveTo>
                  <a:pt x="755675" y="653732"/>
                </a:moveTo>
                <a:lnTo>
                  <a:pt x="755078" y="644232"/>
                </a:lnTo>
                <a:lnTo>
                  <a:pt x="764578" y="643623"/>
                </a:lnTo>
                <a:lnTo>
                  <a:pt x="765187" y="653135"/>
                </a:lnTo>
                <a:lnTo>
                  <a:pt x="755675" y="653732"/>
                </a:lnTo>
                <a:close/>
              </a:path>
              <a:path w="770890" h="1724660">
                <a:moveTo>
                  <a:pt x="756805" y="672719"/>
                </a:moveTo>
                <a:lnTo>
                  <a:pt x="756272" y="663206"/>
                </a:lnTo>
                <a:lnTo>
                  <a:pt x="765771" y="662673"/>
                </a:lnTo>
                <a:lnTo>
                  <a:pt x="766305" y="672185"/>
                </a:lnTo>
                <a:lnTo>
                  <a:pt x="756805" y="672719"/>
                </a:lnTo>
                <a:close/>
              </a:path>
              <a:path w="770890" h="1724660">
                <a:moveTo>
                  <a:pt x="757770" y="691705"/>
                </a:moveTo>
                <a:lnTo>
                  <a:pt x="757301" y="682193"/>
                </a:lnTo>
                <a:lnTo>
                  <a:pt x="766813" y="681736"/>
                </a:lnTo>
                <a:lnTo>
                  <a:pt x="767283" y="691248"/>
                </a:lnTo>
                <a:lnTo>
                  <a:pt x="757770" y="691705"/>
                </a:lnTo>
                <a:close/>
              </a:path>
              <a:path w="770890" h="1724660">
                <a:moveTo>
                  <a:pt x="758545" y="710691"/>
                </a:moveTo>
                <a:lnTo>
                  <a:pt x="758177" y="701179"/>
                </a:lnTo>
                <a:lnTo>
                  <a:pt x="767702" y="700811"/>
                </a:lnTo>
                <a:lnTo>
                  <a:pt x="768070" y="710323"/>
                </a:lnTo>
                <a:lnTo>
                  <a:pt x="758545" y="710691"/>
                </a:lnTo>
                <a:close/>
              </a:path>
              <a:path w="770890" h="1724660">
                <a:moveTo>
                  <a:pt x="759294" y="729729"/>
                </a:moveTo>
                <a:lnTo>
                  <a:pt x="758926" y="720216"/>
                </a:lnTo>
                <a:lnTo>
                  <a:pt x="768438" y="719848"/>
                </a:lnTo>
                <a:lnTo>
                  <a:pt x="768807" y="729361"/>
                </a:lnTo>
                <a:lnTo>
                  <a:pt x="759294" y="729729"/>
                </a:lnTo>
                <a:close/>
              </a:path>
              <a:path w="770890" h="1724660">
                <a:moveTo>
                  <a:pt x="759815" y="748715"/>
                </a:moveTo>
                <a:lnTo>
                  <a:pt x="759561" y="739190"/>
                </a:lnTo>
                <a:lnTo>
                  <a:pt x="769086" y="738936"/>
                </a:lnTo>
                <a:lnTo>
                  <a:pt x="769340" y="748461"/>
                </a:lnTo>
                <a:lnTo>
                  <a:pt x="759815" y="748715"/>
                </a:lnTo>
                <a:close/>
              </a:path>
              <a:path w="770890" h="1724660">
                <a:moveTo>
                  <a:pt x="760310" y="767753"/>
                </a:moveTo>
                <a:lnTo>
                  <a:pt x="760069" y="758240"/>
                </a:lnTo>
                <a:lnTo>
                  <a:pt x="769594" y="757986"/>
                </a:lnTo>
                <a:lnTo>
                  <a:pt x="769835" y="767511"/>
                </a:lnTo>
                <a:lnTo>
                  <a:pt x="760310" y="767753"/>
                </a:lnTo>
                <a:close/>
              </a:path>
              <a:path w="770890" h="1724660">
                <a:moveTo>
                  <a:pt x="760602" y="786752"/>
                </a:moveTo>
                <a:lnTo>
                  <a:pt x="760463" y="777227"/>
                </a:lnTo>
                <a:lnTo>
                  <a:pt x="769988" y="777087"/>
                </a:lnTo>
                <a:lnTo>
                  <a:pt x="770127" y="786612"/>
                </a:lnTo>
                <a:lnTo>
                  <a:pt x="760602" y="786752"/>
                </a:lnTo>
                <a:close/>
              </a:path>
              <a:path w="770890" h="1724660">
                <a:moveTo>
                  <a:pt x="760882" y="805802"/>
                </a:moveTo>
                <a:lnTo>
                  <a:pt x="760742" y="796277"/>
                </a:lnTo>
                <a:lnTo>
                  <a:pt x="770267" y="796137"/>
                </a:lnTo>
                <a:lnTo>
                  <a:pt x="770407" y="805662"/>
                </a:lnTo>
                <a:lnTo>
                  <a:pt x="760882" y="805802"/>
                </a:lnTo>
                <a:close/>
              </a:path>
              <a:path w="770890" h="1724660">
                <a:moveTo>
                  <a:pt x="760945" y="824788"/>
                </a:moveTo>
                <a:lnTo>
                  <a:pt x="760920" y="815263"/>
                </a:lnTo>
                <a:lnTo>
                  <a:pt x="770445" y="815238"/>
                </a:lnTo>
                <a:lnTo>
                  <a:pt x="770470" y="824763"/>
                </a:lnTo>
                <a:lnTo>
                  <a:pt x="760945" y="824788"/>
                </a:lnTo>
                <a:close/>
              </a:path>
              <a:path w="770890" h="1724660">
                <a:moveTo>
                  <a:pt x="761022" y="843838"/>
                </a:moveTo>
                <a:lnTo>
                  <a:pt x="760983" y="834313"/>
                </a:lnTo>
                <a:lnTo>
                  <a:pt x="770508" y="834288"/>
                </a:lnTo>
                <a:lnTo>
                  <a:pt x="770547" y="843813"/>
                </a:lnTo>
                <a:lnTo>
                  <a:pt x="761022" y="843838"/>
                </a:lnTo>
                <a:close/>
              </a:path>
              <a:path w="770890" h="1724660">
                <a:moveTo>
                  <a:pt x="770407" y="862914"/>
                </a:moveTo>
                <a:lnTo>
                  <a:pt x="760882" y="862838"/>
                </a:lnTo>
                <a:lnTo>
                  <a:pt x="760945" y="853313"/>
                </a:lnTo>
                <a:lnTo>
                  <a:pt x="770470" y="853389"/>
                </a:lnTo>
                <a:lnTo>
                  <a:pt x="770407" y="862914"/>
                </a:lnTo>
                <a:close/>
              </a:path>
              <a:path w="770890" h="1724660">
                <a:moveTo>
                  <a:pt x="770280" y="881964"/>
                </a:moveTo>
                <a:lnTo>
                  <a:pt x="760755" y="881888"/>
                </a:lnTo>
                <a:lnTo>
                  <a:pt x="760818" y="872363"/>
                </a:lnTo>
                <a:lnTo>
                  <a:pt x="770343" y="872439"/>
                </a:lnTo>
                <a:lnTo>
                  <a:pt x="770280" y="881964"/>
                </a:lnTo>
                <a:close/>
              </a:path>
              <a:path w="770890" h="1724660">
                <a:moveTo>
                  <a:pt x="769962" y="901052"/>
                </a:moveTo>
                <a:lnTo>
                  <a:pt x="760437" y="900899"/>
                </a:lnTo>
                <a:lnTo>
                  <a:pt x="760590" y="891374"/>
                </a:lnTo>
                <a:lnTo>
                  <a:pt x="770115" y="891527"/>
                </a:lnTo>
                <a:lnTo>
                  <a:pt x="769962" y="901052"/>
                </a:lnTo>
                <a:close/>
              </a:path>
              <a:path w="770890" h="1724660">
                <a:moveTo>
                  <a:pt x="769632" y="920102"/>
                </a:moveTo>
                <a:lnTo>
                  <a:pt x="760107" y="919937"/>
                </a:lnTo>
                <a:lnTo>
                  <a:pt x="760272" y="910412"/>
                </a:lnTo>
                <a:lnTo>
                  <a:pt x="769797" y="910577"/>
                </a:lnTo>
                <a:lnTo>
                  <a:pt x="769632" y="920102"/>
                </a:lnTo>
                <a:close/>
              </a:path>
              <a:path w="770890" h="1724660">
                <a:moveTo>
                  <a:pt x="769137" y="939190"/>
                </a:moveTo>
                <a:lnTo>
                  <a:pt x="759612" y="938936"/>
                </a:lnTo>
                <a:lnTo>
                  <a:pt x="759866" y="929411"/>
                </a:lnTo>
                <a:lnTo>
                  <a:pt x="769391" y="929665"/>
                </a:lnTo>
                <a:lnTo>
                  <a:pt x="769137" y="939190"/>
                </a:lnTo>
                <a:close/>
              </a:path>
              <a:path w="770890" h="1724660">
                <a:moveTo>
                  <a:pt x="768629" y="958227"/>
                </a:moveTo>
                <a:lnTo>
                  <a:pt x="759117" y="957986"/>
                </a:lnTo>
                <a:lnTo>
                  <a:pt x="759358" y="948461"/>
                </a:lnTo>
                <a:lnTo>
                  <a:pt x="768883" y="948715"/>
                </a:lnTo>
                <a:lnTo>
                  <a:pt x="768629" y="958227"/>
                </a:lnTo>
                <a:close/>
              </a:path>
              <a:path w="770890" h="1724660">
                <a:moveTo>
                  <a:pt x="767956" y="977315"/>
                </a:moveTo>
                <a:lnTo>
                  <a:pt x="758443" y="976972"/>
                </a:lnTo>
                <a:lnTo>
                  <a:pt x="758774" y="967460"/>
                </a:lnTo>
                <a:lnTo>
                  <a:pt x="768299" y="967790"/>
                </a:lnTo>
                <a:lnTo>
                  <a:pt x="767956" y="977315"/>
                </a:lnTo>
                <a:close/>
              </a:path>
              <a:path w="770890" h="1724660">
                <a:moveTo>
                  <a:pt x="767283" y="996353"/>
                </a:moveTo>
                <a:lnTo>
                  <a:pt x="757758" y="996010"/>
                </a:lnTo>
                <a:lnTo>
                  <a:pt x="758101" y="986497"/>
                </a:lnTo>
                <a:lnTo>
                  <a:pt x="767613" y="986840"/>
                </a:lnTo>
                <a:lnTo>
                  <a:pt x="767283" y="996353"/>
                </a:lnTo>
                <a:close/>
              </a:path>
              <a:path w="770890" h="1724660">
                <a:moveTo>
                  <a:pt x="766432" y="1015428"/>
                </a:moveTo>
                <a:lnTo>
                  <a:pt x="756920" y="1014996"/>
                </a:lnTo>
                <a:lnTo>
                  <a:pt x="757339" y="1005484"/>
                </a:lnTo>
                <a:lnTo>
                  <a:pt x="766851" y="1005916"/>
                </a:lnTo>
                <a:lnTo>
                  <a:pt x="766432" y="1015428"/>
                </a:lnTo>
                <a:close/>
              </a:path>
              <a:path w="770890" h="1724660">
                <a:moveTo>
                  <a:pt x="765581" y="1034453"/>
                </a:moveTo>
                <a:lnTo>
                  <a:pt x="756056" y="1034034"/>
                </a:lnTo>
                <a:lnTo>
                  <a:pt x="756488" y="1024521"/>
                </a:lnTo>
                <a:lnTo>
                  <a:pt x="766000" y="1024940"/>
                </a:lnTo>
                <a:lnTo>
                  <a:pt x="765581" y="1034453"/>
                </a:lnTo>
                <a:close/>
              </a:path>
              <a:path w="770890" h="1724660">
                <a:moveTo>
                  <a:pt x="764552" y="1053528"/>
                </a:moveTo>
                <a:lnTo>
                  <a:pt x="755040" y="1053007"/>
                </a:lnTo>
                <a:lnTo>
                  <a:pt x="755561" y="1043495"/>
                </a:lnTo>
                <a:lnTo>
                  <a:pt x="765073" y="1044016"/>
                </a:lnTo>
                <a:lnTo>
                  <a:pt x="764552" y="1053528"/>
                </a:lnTo>
                <a:close/>
              </a:path>
              <a:path w="770890" h="1724660">
                <a:moveTo>
                  <a:pt x="763536" y="1072553"/>
                </a:moveTo>
                <a:lnTo>
                  <a:pt x="754024" y="1072032"/>
                </a:lnTo>
                <a:lnTo>
                  <a:pt x="754532" y="1062520"/>
                </a:lnTo>
                <a:lnTo>
                  <a:pt x="764044" y="1063040"/>
                </a:lnTo>
                <a:lnTo>
                  <a:pt x="763536" y="1072553"/>
                </a:lnTo>
                <a:close/>
              </a:path>
              <a:path w="770890" h="1724660">
                <a:moveTo>
                  <a:pt x="762342" y="1091603"/>
                </a:moveTo>
                <a:lnTo>
                  <a:pt x="752830" y="1091006"/>
                </a:lnTo>
                <a:lnTo>
                  <a:pt x="753427" y="1081493"/>
                </a:lnTo>
                <a:lnTo>
                  <a:pt x="762939" y="1082090"/>
                </a:lnTo>
                <a:lnTo>
                  <a:pt x="762342" y="1091603"/>
                </a:lnTo>
                <a:close/>
              </a:path>
              <a:path w="770890" h="1724660">
                <a:moveTo>
                  <a:pt x="761136" y="1110653"/>
                </a:moveTo>
                <a:lnTo>
                  <a:pt x="751636" y="1109967"/>
                </a:lnTo>
                <a:lnTo>
                  <a:pt x="751674" y="1109472"/>
                </a:lnTo>
                <a:lnTo>
                  <a:pt x="752233" y="1100505"/>
                </a:lnTo>
                <a:lnTo>
                  <a:pt x="761733" y="1101102"/>
                </a:lnTo>
                <a:lnTo>
                  <a:pt x="761136" y="1110653"/>
                </a:lnTo>
                <a:close/>
              </a:path>
              <a:path w="770890" h="1724660">
                <a:moveTo>
                  <a:pt x="751662" y="1109522"/>
                </a:moveTo>
                <a:close/>
              </a:path>
              <a:path w="770890" h="1724660">
                <a:moveTo>
                  <a:pt x="759764" y="1129664"/>
                </a:moveTo>
                <a:lnTo>
                  <a:pt x="750265" y="1128979"/>
                </a:lnTo>
                <a:lnTo>
                  <a:pt x="750951" y="1119479"/>
                </a:lnTo>
                <a:lnTo>
                  <a:pt x="760450" y="1120152"/>
                </a:lnTo>
                <a:lnTo>
                  <a:pt x="759764" y="1129664"/>
                </a:lnTo>
                <a:close/>
              </a:path>
              <a:path w="770890" h="1724660">
                <a:moveTo>
                  <a:pt x="758561" y="1146098"/>
                </a:moveTo>
                <a:lnTo>
                  <a:pt x="749033" y="1146098"/>
                </a:lnTo>
                <a:lnTo>
                  <a:pt x="749579" y="1138478"/>
                </a:lnTo>
                <a:lnTo>
                  <a:pt x="759078" y="1139164"/>
                </a:lnTo>
                <a:lnTo>
                  <a:pt x="758561" y="1146098"/>
                </a:lnTo>
                <a:close/>
              </a:path>
              <a:path w="770890" h="1724660">
                <a:moveTo>
                  <a:pt x="758367" y="1148702"/>
                </a:moveTo>
                <a:lnTo>
                  <a:pt x="748880" y="1147927"/>
                </a:lnTo>
                <a:lnTo>
                  <a:pt x="749033" y="1146048"/>
                </a:lnTo>
                <a:lnTo>
                  <a:pt x="758561" y="1146098"/>
                </a:lnTo>
                <a:lnTo>
                  <a:pt x="758367" y="1148702"/>
                </a:lnTo>
                <a:close/>
              </a:path>
              <a:path w="770890" h="1724660">
                <a:moveTo>
                  <a:pt x="756831" y="1167688"/>
                </a:moveTo>
                <a:lnTo>
                  <a:pt x="747331" y="1166914"/>
                </a:lnTo>
                <a:lnTo>
                  <a:pt x="748106" y="1157427"/>
                </a:lnTo>
                <a:lnTo>
                  <a:pt x="757593" y="1158201"/>
                </a:lnTo>
                <a:lnTo>
                  <a:pt x="756831" y="1167688"/>
                </a:lnTo>
                <a:close/>
              </a:path>
              <a:path w="770890" h="1724660">
                <a:moveTo>
                  <a:pt x="755663" y="1181925"/>
                </a:moveTo>
                <a:lnTo>
                  <a:pt x="746112" y="1181925"/>
                </a:lnTo>
                <a:lnTo>
                  <a:pt x="746556" y="1176413"/>
                </a:lnTo>
                <a:lnTo>
                  <a:pt x="756056" y="1177188"/>
                </a:lnTo>
                <a:lnTo>
                  <a:pt x="755663" y="1181925"/>
                </a:lnTo>
                <a:close/>
              </a:path>
              <a:path w="770890" h="1724660">
                <a:moveTo>
                  <a:pt x="755230" y="1186713"/>
                </a:moveTo>
                <a:lnTo>
                  <a:pt x="745756" y="1185849"/>
                </a:lnTo>
                <a:lnTo>
                  <a:pt x="746112" y="1181887"/>
                </a:lnTo>
                <a:lnTo>
                  <a:pt x="755663" y="1181925"/>
                </a:lnTo>
                <a:lnTo>
                  <a:pt x="755230" y="1186713"/>
                </a:lnTo>
                <a:close/>
              </a:path>
              <a:path w="770890" h="1724660">
                <a:moveTo>
                  <a:pt x="753503" y="1205687"/>
                </a:moveTo>
                <a:lnTo>
                  <a:pt x="744016" y="1204823"/>
                </a:lnTo>
                <a:lnTo>
                  <a:pt x="744880" y="1195336"/>
                </a:lnTo>
                <a:lnTo>
                  <a:pt x="754367" y="1196200"/>
                </a:lnTo>
                <a:lnTo>
                  <a:pt x="753503" y="1205687"/>
                </a:lnTo>
                <a:close/>
              </a:path>
              <a:path w="770890" h="1724660">
                <a:moveTo>
                  <a:pt x="752482" y="1216888"/>
                </a:moveTo>
                <a:lnTo>
                  <a:pt x="742924" y="1216888"/>
                </a:lnTo>
                <a:lnTo>
                  <a:pt x="743153" y="1214310"/>
                </a:lnTo>
                <a:lnTo>
                  <a:pt x="752640" y="1215174"/>
                </a:lnTo>
                <a:lnTo>
                  <a:pt x="752482" y="1216888"/>
                </a:lnTo>
                <a:close/>
              </a:path>
              <a:path w="770890" h="1724660">
                <a:moveTo>
                  <a:pt x="751700" y="1224699"/>
                </a:moveTo>
                <a:lnTo>
                  <a:pt x="742226" y="1223746"/>
                </a:lnTo>
                <a:lnTo>
                  <a:pt x="742924" y="1216850"/>
                </a:lnTo>
                <a:lnTo>
                  <a:pt x="752482" y="1216888"/>
                </a:lnTo>
                <a:lnTo>
                  <a:pt x="751700" y="1224699"/>
                </a:lnTo>
                <a:close/>
              </a:path>
              <a:path w="770890" h="1724660">
                <a:moveTo>
                  <a:pt x="749782" y="1243660"/>
                </a:moveTo>
                <a:lnTo>
                  <a:pt x="740308" y="1242695"/>
                </a:lnTo>
                <a:lnTo>
                  <a:pt x="741260" y="1233220"/>
                </a:lnTo>
                <a:lnTo>
                  <a:pt x="750747" y="1234173"/>
                </a:lnTo>
                <a:lnTo>
                  <a:pt x="749782" y="1243660"/>
                </a:lnTo>
                <a:close/>
              </a:path>
              <a:path w="770890" h="1724660">
                <a:moveTo>
                  <a:pt x="747737" y="1262646"/>
                </a:moveTo>
                <a:lnTo>
                  <a:pt x="738276" y="1261579"/>
                </a:lnTo>
                <a:lnTo>
                  <a:pt x="739330" y="1252118"/>
                </a:lnTo>
                <a:lnTo>
                  <a:pt x="748804" y="1253185"/>
                </a:lnTo>
                <a:lnTo>
                  <a:pt x="747737" y="1262646"/>
                </a:lnTo>
                <a:close/>
              </a:path>
              <a:path w="770890" h="1724660">
                <a:moveTo>
                  <a:pt x="745616" y="1281582"/>
                </a:moveTo>
                <a:lnTo>
                  <a:pt x="736142" y="1280515"/>
                </a:lnTo>
                <a:lnTo>
                  <a:pt x="737209" y="1271054"/>
                </a:lnTo>
                <a:lnTo>
                  <a:pt x="746671" y="1272108"/>
                </a:lnTo>
                <a:lnTo>
                  <a:pt x="745616" y="1281582"/>
                </a:lnTo>
                <a:close/>
              </a:path>
              <a:path w="770890" h="1724660">
                <a:moveTo>
                  <a:pt x="743305" y="1300543"/>
                </a:moveTo>
                <a:lnTo>
                  <a:pt x="733844" y="1299375"/>
                </a:lnTo>
                <a:lnTo>
                  <a:pt x="735025" y="1289913"/>
                </a:lnTo>
                <a:lnTo>
                  <a:pt x="744474" y="1291094"/>
                </a:lnTo>
                <a:lnTo>
                  <a:pt x="743305" y="1300543"/>
                </a:lnTo>
                <a:close/>
              </a:path>
              <a:path w="770890" h="1724660">
                <a:moveTo>
                  <a:pt x="740917" y="1319504"/>
                </a:moveTo>
                <a:lnTo>
                  <a:pt x="731469" y="1318209"/>
                </a:lnTo>
                <a:lnTo>
                  <a:pt x="731888" y="1315199"/>
                </a:lnTo>
                <a:lnTo>
                  <a:pt x="732675" y="1308823"/>
                </a:lnTo>
                <a:lnTo>
                  <a:pt x="742124" y="1309992"/>
                </a:lnTo>
                <a:lnTo>
                  <a:pt x="741324" y="1316482"/>
                </a:lnTo>
                <a:lnTo>
                  <a:pt x="740917" y="1319504"/>
                </a:lnTo>
                <a:close/>
              </a:path>
              <a:path w="770890" h="1724660">
                <a:moveTo>
                  <a:pt x="731875" y="1315250"/>
                </a:moveTo>
                <a:close/>
              </a:path>
              <a:path w="770890" h="1724660">
                <a:moveTo>
                  <a:pt x="738327" y="1338376"/>
                </a:moveTo>
                <a:lnTo>
                  <a:pt x="728891" y="1337081"/>
                </a:lnTo>
                <a:lnTo>
                  <a:pt x="730186" y="1327645"/>
                </a:lnTo>
                <a:lnTo>
                  <a:pt x="739622" y="1328940"/>
                </a:lnTo>
                <a:lnTo>
                  <a:pt x="738327" y="1338376"/>
                </a:lnTo>
                <a:close/>
              </a:path>
              <a:path w="770890" h="1724660">
                <a:moveTo>
                  <a:pt x="735596" y="1357299"/>
                </a:moveTo>
                <a:lnTo>
                  <a:pt x="726173" y="1355877"/>
                </a:lnTo>
                <a:lnTo>
                  <a:pt x="727595" y="1346453"/>
                </a:lnTo>
                <a:lnTo>
                  <a:pt x="737019" y="1347876"/>
                </a:lnTo>
                <a:lnTo>
                  <a:pt x="735596" y="1357299"/>
                </a:lnTo>
                <a:close/>
              </a:path>
              <a:path w="770890" h="1724660">
                <a:moveTo>
                  <a:pt x="732726" y="1376210"/>
                </a:moveTo>
                <a:lnTo>
                  <a:pt x="723341" y="1374635"/>
                </a:lnTo>
                <a:lnTo>
                  <a:pt x="723442" y="1373987"/>
                </a:lnTo>
                <a:lnTo>
                  <a:pt x="724750" y="1365288"/>
                </a:lnTo>
                <a:lnTo>
                  <a:pt x="734174" y="1366710"/>
                </a:lnTo>
                <a:lnTo>
                  <a:pt x="732840" y="1375562"/>
                </a:lnTo>
                <a:lnTo>
                  <a:pt x="732726" y="1376210"/>
                </a:lnTo>
                <a:close/>
              </a:path>
              <a:path w="770890" h="1724660">
                <a:moveTo>
                  <a:pt x="723430" y="1374063"/>
                </a:moveTo>
                <a:close/>
              </a:path>
              <a:path w="770890" h="1724660">
                <a:moveTo>
                  <a:pt x="729589" y="1394993"/>
                </a:moveTo>
                <a:lnTo>
                  <a:pt x="720191" y="1393418"/>
                </a:lnTo>
                <a:lnTo>
                  <a:pt x="721766" y="1384033"/>
                </a:lnTo>
                <a:lnTo>
                  <a:pt x="731164" y="1385595"/>
                </a:lnTo>
                <a:lnTo>
                  <a:pt x="729589" y="1394993"/>
                </a:lnTo>
                <a:close/>
              </a:path>
              <a:path w="770890" h="1724660">
                <a:moveTo>
                  <a:pt x="726236" y="1413827"/>
                </a:moveTo>
                <a:lnTo>
                  <a:pt x="716876" y="1412100"/>
                </a:lnTo>
                <a:lnTo>
                  <a:pt x="718616" y="1402727"/>
                </a:lnTo>
                <a:lnTo>
                  <a:pt x="727976" y="1404467"/>
                </a:lnTo>
                <a:lnTo>
                  <a:pt x="726236" y="1413827"/>
                </a:lnTo>
                <a:close/>
              </a:path>
              <a:path w="770890" h="1724660">
                <a:moveTo>
                  <a:pt x="722642" y="1432648"/>
                </a:moveTo>
                <a:lnTo>
                  <a:pt x="713320" y="1430705"/>
                </a:lnTo>
                <a:lnTo>
                  <a:pt x="714273" y="1426121"/>
                </a:lnTo>
                <a:lnTo>
                  <a:pt x="715136" y="1421460"/>
                </a:lnTo>
                <a:lnTo>
                  <a:pt x="724496" y="1423200"/>
                </a:lnTo>
                <a:lnTo>
                  <a:pt x="723595" y="1428064"/>
                </a:lnTo>
                <a:lnTo>
                  <a:pt x="722642" y="1432648"/>
                </a:lnTo>
                <a:close/>
              </a:path>
              <a:path w="770890" h="1724660">
                <a:moveTo>
                  <a:pt x="714248" y="1426222"/>
                </a:moveTo>
                <a:close/>
              </a:path>
              <a:path w="770890" h="1724660">
                <a:moveTo>
                  <a:pt x="718769" y="1451292"/>
                </a:moveTo>
                <a:lnTo>
                  <a:pt x="709447" y="1449362"/>
                </a:lnTo>
                <a:lnTo>
                  <a:pt x="711377" y="1440027"/>
                </a:lnTo>
                <a:lnTo>
                  <a:pt x="720712" y="1441970"/>
                </a:lnTo>
                <a:lnTo>
                  <a:pt x="718769" y="1451292"/>
                </a:lnTo>
                <a:close/>
              </a:path>
              <a:path w="770890" h="1724660">
                <a:moveTo>
                  <a:pt x="715080" y="1460309"/>
                </a:moveTo>
                <a:lnTo>
                  <a:pt x="706958" y="1460309"/>
                </a:lnTo>
                <a:lnTo>
                  <a:pt x="707351" y="1458556"/>
                </a:lnTo>
                <a:lnTo>
                  <a:pt x="715080" y="1460309"/>
                </a:lnTo>
                <a:close/>
              </a:path>
              <a:path w="770890" h="1724660">
                <a:moveTo>
                  <a:pt x="714413" y="1469999"/>
                </a:moveTo>
                <a:lnTo>
                  <a:pt x="705154" y="1467764"/>
                </a:lnTo>
                <a:lnTo>
                  <a:pt x="706970" y="1460246"/>
                </a:lnTo>
                <a:lnTo>
                  <a:pt x="715080" y="1460309"/>
                </a:lnTo>
                <a:lnTo>
                  <a:pt x="716648" y="1460665"/>
                </a:lnTo>
                <a:lnTo>
                  <a:pt x="716229" y="1462481"/>
                </a:lnTo>
                <a:lnTo>
                  <a:pt x="714413" y="1469999"/>
                </a:lnTo>
                <a:close/>
              </a:path>
              <a:path w="770890" h="1724660">
                <a:moveTo>
                  <a:pt x="709536" y="1488579"/>
                </a:moveTo>
                <a:lnTo>
                  <a:pt x="700366" y="1486027"/>
                </a:lnTo>
                <a:lnTo>
                  <a:pt x="701916" y="1480451"/>
                </a:lnTo>
                <a:lnTo>
                  <a:pt x="702830" y="1476921"/>
                </a:lnTo>
                <a:lnTo>
                  <a:pt x="712050" y="1479308"/>
                </a:lnTo>
                <a:lnTo>
                  <a:pt x="711085" y="1483004"/>
                </a:lnTo>
                <a:lnTo>
                  <a:pt x="709536" y="1488579"/>
                </a:lnTo>
                <a:close/>
              </a:path>
              <a:path w="770890" h="1724660">
                <a:moveTo>
                  <a:pt x="701890" y="1480540"/>
                </a:moveTo>
                <a:close/>
              </a:path>
              <a:path w="770890" h="1724660">
                <a:moveTo>
                  <a:pt x="706367" y="1499489"/>
                </a:moveTo>
                <a:lnTo>
                  <a:pt x="696429" y="1499489"/>
                </a:lnTo>
                <a:lnTo>
                  <a:pt x="697737" y="1495094"/>
                </a:lnTo>
                <a:lnTo>
                  <a:pt x="706869" y="1497812"/>
                </a:lnTo>
                <a:lnTo>
                  <a:pt x="706367" y="1499489"/>
                </a:lnTo>
                <a:close/>
              </a:path>
              <a:path w="770890" h="1724660">
                <a:moveTo>
                  <a:pt x="704024" y="1507007"/>
                </a:moveTo>
                <a:lnTo>
                  <a:pt x="694943" y="1504099"/>
                </a:lnTo>
                <a:lnTo>
                  <a:pt x="696455" y="1499400"/>
                </a:lnTo>
                <a:lnTo>
                  <a:pt x="706367" y="1499489"/>
                </a:lnTo>
                <a:lnTo>
                  <a:pt x="705523" y="1502308"/>
                </a:lnTo>
                <a:lnTo>
                  <a:pt x="704024" y="1507007"/>
                </a:lnTo>
                <a:close/>
              </a:path>
              <a:path w="770890" h="1724660">
                <a:moveTo>
                  <a:pt x="697801" y="1525206"/>
                </a:moveTo>
                <a:lnTo>
                  <a:pt x="688848" y="1521955"/>
                </a:lnTo>
                <a:lnTo>
                  <a:pt x="690562" y="1517269"/>
                </a:lnTo>
                <a:lnTo>
                  <a:pt x="691997" y="1513052"/>
                </a:lnTo>
                <a:lnTo>
                  <a:pt x="701001" y="1516138"/>
                </a:lnTo>
                <a:lnTo>
                  <a:pt x="699503" y="1520520"/>
                </a:lnTo>
                <a:lnTo>
                  <a:pt x="697801" y="1525206"/>
                </a:lnTo>
                <a:close/>
              </a:path>
              <a:path w="770890" h="1724660">
                <a:moveTo>
                  <a:pt x="690524" y="1517357"/>
                </a:moveTo>
                <a:close/>
              </a:path>
              <a:path w="770890" h="1724660">
                <a:moveTo>
                  <a:pt x="690816" y="1543138"/>
                </a:moveTo>
                <a:lnTo>
                  <a:pt x="682015" y="1539506"/>
                </a:lnTo>
                <a:lnTo>
                  <a:pt x="684250" y="1534071"/>
                </a:lnTo>
                <a:lnTo>
                  <a:pt x="685533" y="1530769"/>
                </a:lnTo>
                <a:lnTo>
                  <a:pt x="694410" y="1534210"/>
                </a:lnTo>
                <a:lnTo>
                  <a:pt x="693064" y="1537690"/>
                </a:lnTo>
                <a:lnTo>
                  <a:pt x="690816" y="1543138"/>
                </a:lnTo>
                <a:close/>
              </a:path>
              <a:path w="770890" h="1724660">
                <a:moveTo>
                  <a:pt x="684212" y="1534160"/>
                </a:moveTo>
                <a:close/>
              </a:path>
              <a:path w="770890" h="1724660">
                <a:moveTo>
                  <a:pt x="682323" y="1549933"/>
                </a:moveTo>
                <a:lnTo>
                  <a:pt x="677519" y="1549933"/>
                </a:lnTo>
                <a:lnTo>
                  <a:pt x="678294" y="1548168"/>
                </a:lnTo>
                <a:lnTo>
                  <a:pt x="682323" y="1549933"/>
                </a:lnTo>
                <a:close/>
              </a:path>
              <a:path w="770890" h="1724660">
                <a:moveTo>
                  <a:pt x="682993" y="1560741"/>
                </a:moveTo>
                <a:lnTo>
                  <a:pt x="674357" y="1556727"/>
                </a:lnTo>
                <a:lnTo>
                  <a:pt x="677557" y="1549844"/>
                </a:lnTo>
                <a:lnTo>
                  <a:pt x="682323" y="1549933"/>
                </a:lnTo>
                <a:lnTo>
                  <a:pt x="687019" y="1551990"/>
                </a:lnTo>
                <a:lnTo>
                  <a:pt x="686193" y="1553857"/>
                </a:lnTo>
                <a:lnTo>
                  <a:pt x="682993" y="1560741"/>
                </a:lnTo>
                <a:close/>
              </a:path>
              <a:path w="770890" h="1724660">
                <a:moveTo>
                  <a:pt x="674192" y="1578000"/>
                </a:moveTo>
                <a:lnTo>
                  <a:pt x="665860" y="1573390"/>
                </a:lnTo>
                <a:lnTo>
                  <a:pt x="666813" y="1571663"/>
                </a:lnTo>
                <a:lnTo>
                  <a:pt x="670255" y="1565071"/>
                </a:lnTo>
                <a:lnTo>
                  <a:pt x="678700" y="1569478"/>
                </a:lnTo>
                <a:lnTo>
                  <a:pt x="675157" y="1576260"/>
                </a:lnTo>
                <a:lnTo>
                  <a:pt x="674192" y="1578000"/>
                </a:lnTo>
                <a:close/>
              </a:path>
              <a:path w="770890" h="1724660">
                <a:moveTo>
                  <a:pt x="666762" y="1571752"/>
                </a:moveTo>
                <a:close/>
              </a:path>
              <a:path w="770890" h="1724660">
                <a:moveTo>
                  <a:pt x="667283" y="1585125"/>
                </a:moveTo>
                <a:lnTo>
                  <a:pt x="659168" y="1585125"/>
                </a:lnTo>
                <a:lnTo>
                  <a:pt x="661225" y="1581581"/>
                </a:lnTo>
                <a:lnTo>
                  <a:pt x="667283" y="1585125"/>
                </a:lnTo>
                <a:close/>
              </a:path>
              <a:path w="770890" h="1724660">
                <a:moveTo>
                  <a:pt x="664463" y="1594650"/>
                </a:moveTo>
                <a:lnTo>
                  <a:pt x="656361" y="1589633"/>
                </a:lnTo>
                <a:lnTo>
                  <a:pt x="659218" y="1585023"/>
                </a:lnTo>
                <a:lnTo>
                  <a:pt x="667283" y="1585125"/>
                </a:lnTo>
                <a:lnTo>
                  <a:pt x="669455" y="1586395"/>
                </a:lnTo>
                <a:lnTo>
                  <a:pt x="667321" y="1590039"/>
                </a:lnTo>
                <a:lnTo>
                  <a:pt x="664463" y="1594650"/>
                </a:lnTo>
                <a:close/>
              </a:path>
              <a:path w="770890" h="1724660">
                <a:moveTo>
                  <a:pt x="651262" y="1597533"/>
                </a:moveTo>
                <a:close/>
              </a:path>
              <a:path w="770890" h="1724660">
                <a:moveTo>
                  <a:pt x="651258" y="1597534"/>
                </a:moveTo>
                <a:close/>
              </a:path>
              <a:path w="770890" h="1724660">
                <a:moveTo>
                  <a:pt x="651230" y="1597583"/>
                </a:moveTo>
                <a:close/>
              </a:path>
              <a:path w="770890" h="1724660">
                <a:moveTo>
                  <a:pt x="651333" y="1597583"/>
                </a:moveTo>
                <a:close/>
              </a:path>
              <a:path w="770890" h="1724660">
                <a:moveTo>
                  <a:pt x="653630" y="1610753"/>
                </a:moveTo>
                <a:lnTo>
                  <a:pt x="645934" y="1605140"/>
                </a:lnTo>
                <a:lnTo>
                  <a:pt x="647217" y="1603387"/>
                </a:lnTo>
                <a:lnTo>
                  <a:pt x="651223" y="1597583"/>
                </a:lnTo>
                <a:lnTo>
                  <a:pt x="659231" y="1602752"/>
                </a:lnTo>
                <a:lnTo>
                  <a:pt x="654913" y="1609001"/>
                </a:lnTo>
                <a:lnTo>
                  <a:pt x="653630" y="1610753"/>
                </a:lnTo>
                <a:close/>
              </a:path>
              <a:path w="770890" h="1724660">
                <a:moveTo>
                  <a:pt x="647141" y="1603489"/>
                </a:moveTo>
                <a:close/>
              </a:path>
              <a:path w="770890" h="1724660">
                <a:moveTo>
                  <a:pt x="642881" y="1614652"/>
                </a:moveTo>
                <a:lnTo>
                  <a:pt x="638759" y="1614652"/>
                </a:lnTo>
                <a:lnTo>
                  <a:pt x="640295" y="1612658"/>
                </a:lnTo>
                <a:lnTo>
                  <a:pt x="642881" y="1614652"/>
                </a:lnTo>
                <a:close/>
              </a:path>
              <a:path w="770890" h="1724660">
                <a:moveTo>
                  <a:pt x="641705" y="1626095"/>
                </a:moveTo>
                <a:lnTo>
                  <a:pt x="634551" y="1619935"/>
                </a:lnTo>
                <a:lnTo>
                  <a:pt x="638835" y="1614551"/>
                </a:lnTo>
                <a:lnTo>
                  <a:pt x="642881" y="1614652"/>
                </a:lnTo>
                <a:lnTo>
                  <a:pt x="647839" y="1618475"/>
                </a:lnTo>
                <a:lnTo>
                  <a:pt x="646214" y="1620570"/>
                </a:lnTo>
                <a:lnTo>
                  <a:pt x="641705" y="1626095"/>
                </a:lnTo>
                <a:close/>
              </a:path>
              <a:path w="770890" h="1724660">
                <a:moveTo>
                  <a:pt x="631537" y="1629892"/>
                </a:moveTo>
                <a:lnTo>
                  <a:pt x="625640" y="1629892"/>
                </a:lnTo>
                <a:lnTo>
                  <a:pt x="628307" y="1626958"/>
                </a:lnTo>
                <a:lnTo>
                  <a:pt x="631537" y="1629892"/>
                </a:lnTo>
                <a:close/>
              </a:path>
              <a:path w="770890" h="1724660">
                <a:moveTo>
                  <a:pt x="628751" y="1640395"/>
                </a:moveTo>
                <a:lnTo>
                  <a:pt x="621880" y="1633804"/>
                </a:lnTo>
                <a:lnTo>
                  <a:pt x="625728" y="1629790"/>
                </a:lnTo>
                <a:lnTo>
                  <a:pt x="631537" y="1629892"/>
                </a:lnTo>
                <a:lnTo>
                  <a:pt x="635355" y="1633359"/>
                </a:lnTo>
                <a:lnTo>
                  <a:pt x="632599" y="1636395"/>
                </a:lnTo>
                <a:lnTo>
                  <a:pt x="628751" y="1640395"/>
                </a:lnTo>
                <a:close/>
              </a:path>
              <a:path w="770890" h="1724660">
                <a:moveTo>
                  <a:pt x="618171" y="1643405"/>
                </a:moveTo>
                <a:lnTo>
                  <a:pt x="611936" y="1643405"/>
                </a:lnTo>
                <a:lnTo>
                  <a:pt x="615264" y="1640293"/>
                </a:lnTo>
                <a:lnTo>
                  <a:pt x="618171" y="1643405"/>
                </a:lnTo>
                <a:close/>
              </a:path>
              <a:path w="770890" h="1724660">
                <a:moveTo>
                  <a:pt x="614616" y="1653743"/>
                </a:moveTo>
                <a:lnTo>
                  <a:pt x="608304" y="1646605"/>
                </a:lnTo>
                <a:lnTo>
                  <a:pt x="612025" y="1643316"/>
                </a:lnTo>
                <a:lnTo>
                  <a:pt x="618171" y="1643405"/>
                </a:lnTo>
                <a:lnTo>
                  <a:pt x="621766" y="1647253"/>
                </a:lnTo>
                <a:lnTo>
                  <a:pt x="618337" y="1650453"/>
                </a:lnTo>
                <a:lnTo>
                  <a:pt x="614616" y="1653743"/>
                </a:lnTo>
                <a:close/>
              </a:path>
              <a:path w="770890" h="1724660">
                <a:moveTo>
                  <a:pt x="603396" y="1655330"/>
                </a:moveTo>
                <a:lnTo>
                  <a:pt x="597687" y="1655330"/>
                </a:lnTo>
                <a:lnTo>
                  <a:pt x="597839" y="1655216"/>
                </a:lnTo>
                <a:lnTo>
                  <a:pt x="601192" y="1652549"/>
                </a:lnTo>
                <a:lnTo>
                  <a:pt x="603396" y="1655330"/>
                </a:lnTo>
                <a:close/>
              </a:path>
              <a:path w="770890" h="1724660">
                <a:moveTo>
                  <a:pt x="597737" y="1655291"/>
                </a:moveTo>
                <a:close/>
              </a:path>
              <a:path w="770890" h="1724660">
                <a:moveTo>
                  <a:pt x="599376" y="1665884"/>
                </a:moveTo>
                <a:lnTo>
                  <a:pt x="593763" y="1658188"/>
                </a:lnTo>
                <a:lnTo>
                  <a:pt x="597737" y="1655291"/>
                </a:lnTo>
                <a:lnTo>
                  <a:pt x="603396" y="1655330"/>
                </a:lnTo>
                <a:lnTo>
                  <a:pt x="607110" y="1660016"/>
                </a:lnTo>
                <a:lnTo>
                  <a:pt x="603453" y="1662912"/>
                </a:lnTo>
                <a:lnTo>
                  <a:pt x="599376" y="1665884"/>
                </a:lnTo>
                <a:close/>
              </a:path>
              <a:path w="770890" h="1724660">
                <a:moveTo>
                  <a:pt x="583425" y="1676742"/>
                </a:moveTo>
                <a:lnTo>
                  <a:pt x="578230" y="1668767"/>
                </a:lnTo>
                <a:lnTo>
                  <a:pt x="586206" y="1663560"/>
                </a:lnTo>
                <a:lnTo>
                  <a:pt x="591413" y="1671548"/>
                </a:lnTo>
                <a:lnTo>
                  <a:pt x="583425" y="1676742"/>
                </a:lnTo>
                <a:close/>
              </a:path>
              <a:path w="770890" h="1724660">
                <a:moveTo>
                  <a:pt x="571034" y="1674876"/>
                </a:moveTo>
                <a:lnTo>
                  <a:pt x="567753" y="1674876"/>
                </a:lnTo>
                <a:lnTo>
                  <a:pt x="567956" y="1674761"/>
                </a:lnTo>
                <a:lnTo>
                  <a:pt x="570204" y="1673453"/>
                </a:lnTo>
                <a:lnTo>
                  <a:pt x="571034" y="1674876"/>
                </a:lnTo>
                <a:close/>
              </a:path>
              <a:path w="770890" h="1724660">
                <a:moveTo>
                  <a:pt x="567898" y="1674791"/>
                </a:moveTo>
                <a:close/>
              </a:path>
              <a:path w="770890" h="1724660">
                <a:moveTo>
                  <a:pt x="566407" y="1686293"/>
                </a:moveTo>
                <a:lnTo>
                  <a:pt x="562025" y="1677835"/>
                </a:lnTo>
                <a:lnTo>
                  <a:pt x="567898" y="1674791"/>
                </a:lnTo>
                <a:lnTo>
                  <a:pt x="567753" y="1674876"/>
                </a:lnTo>
                <a:lnTo>
                  <a:pt x="571034" y="1674876"/>
                </a:lnTo>
                <a:lnTo>
                  <a:pt x="575005" y="1681683"/>
                </a:lnTo>
                <a:lnTo>
                  <a:pt x="572541" y="1683118"/>
                </a:lnTo>
                <a:lnTo>
                  <a:pt x="566407" y="1686293"/>
                </a:lnTo>
                <a:close/>
              </a:path>
              <a:path w="770890" h="1724660">
                <a:moveTo>
                  <a:pt x="555110" y="1685048"/>
                </a:moveTo>
                <a:lnTo>
                  <a:pt x="546950" y="1685048"/>
                </a:lnTo>
                <a:lnTo>
                  <a:pt x="553681" y="1681949"/>
                </a:lnTo>
                <a:lnTo>
                  <a:pt x="555110" y="1685048"/>
                </a:lnTo>
                <a:close/>
              </a:path>
              <a:path w="770890" h="1724660">
                <a:moveTo>
                  <a:pt x="548779" y="1694573"/>
                </a:moveTo>
                <a:lnTo>
                  <a:pt x="545185" y="1685759"/>
                </a:lnTo>
                <a:lnTo>
                  <a:pt x="547141" y="1684959"/>
                </a:lnTo>
                <a:lnTo>
                  <a:pt x="546950" y="1685048"/>
                </a:lnTo>
                <a:lnTo>
                  <a:pt x="555110" y="1685048"/>
                </a:lnTo>
                <a:lnTo>
                  <a:pt x="557669" y="1690598"/>
                </a:lnTo>
                <a:lnTo>
                  <a:pt x="550735" y="1693786"/>
                </a:lnTo>
                <a:lnTo>
                  <a:pt x="548779" y="1694573"/>
                </a:lnTo>
                <a:close/>
              </a:path>
              <a:path w="770890" h="1724660">
                <a:moveTo>
                  <a:pt x="536321" y="1689379"/>
                </a:moveTo>
                <a:close/>
              </a:path>
              <a:path w="770890" h="1724660">
                <a:moveTo>
                  <a:pt x="536369" y="1689379"/>
                </a:moveTo>
                <a:close/>
              </a:path>
              <a:path w="770890" h="1724660">
                <a:moveTo>
                  <a:pt x="530821" y="1701482"/>
                </a:moveTo>
                <a:lnTo>
                  <a:pt x="527583" y="1692516"/>
                </a:lnTo>
                <a:lnTo>
                  <a:pt x="536299" y="1689379"/>
                </a:lnTo>
                <a:lnTo>
                  <a:pt x="539965" y="1698180"/>
                </a:lnTo>
                <a:lnTo>
                  <a:pt x="530821" y="1701482"/>
                </a:lnTo>
                <a:close/>
              </a:path>
              <a:path w="770890" h="1724660">
                <a:moveTo>
                  <a:pt x="519109" y="1696694"/>
                </a:moveTo>
                <a:lnTo>
                  <a:pt x="514730" y="1696694"/>
                </a:lnTo>
                <a:lnTo>
                  <a:pt x="518706" y="1695424"/>
                </a:lnTo>
                <a:lnTo>
                  <a:pt x="519109" y="1696694"/>
                </a:lnTo>
                <a:close/>
              </a:path>
              <a:path w="770890" h="1724660">
                <a:moveTo>
                  <a:pt x="512292" y="1707248"/>
                </a:moveTo>
                <a:lnTo>
                  <a:pt x="509739" y="1698078"/>
                </a:lnTo>
                <a:lnTo>
                  <a:pt x="514883" y="1696643"/>
                </a:lnTo>
                <a:lnTo>
                  <a:pt x="514730" y="1696694"/>
                </a:lnTo>
                <a:lnTo>
                  <a:pt x="519109" y="1696694"/>
                </a:lnTo>
                <a:lnTo>
                  <a:pt x="521588" y="1704505"/>
                </a:lnTo>
                <a:lnTo>
                  <a:pt x="517448" y="1705813"/>
                </a:lnTo>
                <a:lnTo>
                  <a:pt x="512292" y="1707248"/>
                </a:lnTo>
                <a:close/>
              </a:path>
              <a:path w="770890" h="1724660">
                <a:moveTo>
                  <a:pt x="501156" y="1702422"/>
                </a:moveTo>
                <a:lnTo>
                  <a:pt x="492759" y="1702422"/>
                </a:lnTo>
                <a:lnTo>
                  <a:pt x="500684" y="1700491"/>
                </a:lnTo>
                <a:lnTo>
                  <a:pt x="501156" y="1702422"/>
                </a:lnTo>
                <a:close/>
              </a:path>
              <a:path w="770890" h="1724660">
                <a:moveTo>
                  <a:pt x="493547" y="1711985"/>
                </a:moveTo>
                <a:lnTo>
                  <a:pt x="491566" y="1702676"/>
                </a:lnTo>
                <a:lnTo>
                  <a:pt x="492899" y="1702384"/>
                </a:lnTo>
                <a:lnTo>
                  <a:pt x="492759" y="1702422"/>
                </a:lnTo>
                <a:lnTo>
                  <a:pt x="501156" y="1702422"/>
                </a:lnTo>
                <a:lnTo>
                  <a:pt x="502945" y="1709737"/>
                </a:lnTo>
                <a:lnTo>
                  <a:pt x="494880" y="1711706"/>
                </a:lnTo>
                <a:lnTo>
                  <a:pt x="493547" y="1711985"/>
                </a:lnTo>
                <a:close/>
              </a:path>
              <a:path w="770890" h="1724660">
                <a:moveTo>
                  <a:pt x="482268" y="1704771"/>
                </a:moveTo>
                <a:lnTo>
                  <a:pt x="481672" y="1704771"/>
                </a:lnTo>
                <a:lnTo>
                  <a:pt x="482244" y="1704657"/>
                </a:lnTo>
                <a:close/>
              </a:path>
              <a:path w="770890" h="1724660">
                <a:moveTo>
                  <a:pt x="474738" y="1715744"/>
                </a:moveTo>
                <a:lnTo>
                  <a:pt x="473011" y="1706372"/>
                </a:lnTo>
                <a:lnTo>
                  <a:pt x="481799" y="1704746"/>
                </a:lnTo>
                <a:lnTo>
                  <a:pt x="482268" y="1704771"/>
                </a:lnTo>
                <a:lnTo>
                  <a:pt x="484225" y="1713966"/>
                </a:lnTo>
                <a:lnTo>
                  <a:pt x="483527" y="1714119"/>
                </a:lnTo>
                <a:lnTo>
                  <a:pt x="474738" y="1715744"/>
                </a:lnTo>
                <a:close/>
              </a:path>
              <a:path w="770890" h="1724660">
                <a:moveTo>
                  <a:pt x="463839" y="1708619"/>
                </a:moveTo>
                <a:lnTo>
                  <a:pt x="459409" y="1708619"/>
                </a:lnTo>
                <a:lnTo>
                  <a:pt x="463727" y="1707921"/>
                </a:lnTo>
                <a:lnTo>
                  <a:pt x="463839" y="1708619"/>
                </a:lnTo>
                <a:close/>
              </a:path>
              <a:path w="770890" h="1724660">
                <a:moveTo>
                  <a:pt x="455714" y="1718741"/>
                </a:moveTo>
                <a:lnTo>
                  <a:pt x="454405" y="1709305"/>
                </a:lnTo>
                <a:lnTo>
                  <a:pt x="459498" y="1708594"/>
                </a:lnTo>
                <a:lnTo>
                  <a:pt x="463839" y="1708619"/>
                </a:lnTo>
                <a:lnTo>
                  <a:pt x="465226" y="1717332"/>
                </a:lnTo>
                <a:lnTo>
                  <a:pt x="460806" y="1718030"/>
                </a:lnTo>
                <a:lnTo>
                  <a:pt x="455714" y="1718741"/>
                </a:lnTo>
                <a:close/>
              </a:path>
              <a:path w="770890" h="1724660">
                <a:moveTo>
                  <a:pt x="445162" y="1711515"/>
                </a:moveTo>
                <a:lnTo>
                  <a:pt x="437095" y="1711515"/>
                </a:lnTo>
                <a:lnTo>
                  <a:pt x="445046" y="1710550"/>
                </a:lnTo>
                <a:lnTo>
                  <a:pt x="445162" y="1711515"/>
                </a:lnTo>
                <a:close/>
              </a:path>
              <a:path w="770890" h="1724660">
                <a:moveTo>
                  <a:pt x="436664" y="1721129"/>
                </a:moveTo>
                <a:lnTo>
                  <a:pt x="435660" y="1711667"/>
                </a:lnTo>
                <a:lnTo>
                  <a:pt x="437172" y="1711502"/>
                </a:lnTo>
                <a:lnTo>
                  <a:pt x="445162" y="1711515"/>
                </a:lnTo>
                <a:lnTo>
                  <a:pt x="446189" y="1720011"/>
                </a:lnTo>
                <a:lnTo>
                  <a:pt x="438175" y="1720977"/>
                </a:lnTo>
                <a:lnTo>
                  <a:pt x="436664" y="1721129"/>
                </a:lnTo>
                <a:close/>
              </a:path>
              <a:path w="770890" h="1724660">
                <a:moveTo>
                  <a:pt x="417626" y="1722996"/>
                </a:moveTo>
                <a:lnTo>
                  <a:pt x="416775" y="1713509"/>
                </a:lnTo>
                <a:lnTo>
                  <a:pt x="426059" y="1712683"/>
                </a:lnTo>
                <a:lnTo>
                  <a:pt x="427189" y="1722132"/>
                </a:lnTo>
                <a:lnTo>
                  <a:pt x="417626" y="1722996"/>
                </a:lnTo>
                <a:close/>
              </a:path>
              <a:path w="770890" h="1724660">
                <a:moveTo>
                  <a:pt x="407344" y="1714969"/>
                </a:moveTo>
                <a:lnTo>
                  <a:pt x="398449" y="1714969"/>
                </a:lnTo>
                <a:lnTo>
                  <a:pt x="404012" y="1714652"/>
                </a:lnTo>
                <a:lnTo>
                  <a:pt x="403872" y="1714652"/>
                </a:lnTo>
                <a:lnTo>
                  <a:pt x="407288" y="1714347"/>
                </a:lnTo>
                <a:lnTo>
                  <a:pt x="407344" y="1714969"/>
                </a:lnTo>
                <a:close/>
              </a:path>
              <a:path w="770890" h="1724660">
                <a:moveTo>
                  <a:pt x="398272" y="1724494"/>
                </a:moveTo>
                <a:lnTo>
                  <a:pt x="398145" y="1714969"/>
                </a:lnTo>
                <a:lnTo>
                  <a:pt x="398652" y="1714957"/>
                </a:lnTo>
                <a:lnTo>
                  <a:pt x="398449" y="1714969"/>
                </a:lnTo>
                <a:lnTo>
                  <a:pt x="407344" y="1714969"/>
                </a:lnTo>
                <a:lnTo>
                  <a:pt x="408139" y="1723834"/>
                </a:lnTo>
                <a:lnTo>
                  <a:pt x="404710" y="1724152"/>
                </a:lnTo>
                <a:lnTo>
                  <a:pt x="398995" y="1724482"/>
                </a:lnTo>
                <a:lnTo>
                  <a:pt x="398272" y="1724494"/>
                </a:lnTo>
                <a:close/>
              </a:path>
              <a:path w="770890" h="1724660">
                <a:moveTo>
                  <a:pt x="388556" y="1724456"/>
                </a:moveTo>
                <a:lnTo>
                  <a:pt x="386943" y="1724406"/>
                </a:lnTo>
                <a:lnTo>
                  <a:pt x="380873" y="1724012"/>
                </a:lnTo>
                <a:lnTo>
                  <a:pt x="378701" y="1723783"/>
                </a:lnTo>
                <a:lnTo>
                  <a:pt x="379666" y="1714309"/>
                </a:lnTo>
                <a:lnTo>
                  <a:pt x="381698" y="1714512"/>
                </a:lnTo>
                <a:lnTo>
                  <a:pt x="387553" y="1714893"/>
                </a:lnTo>
                <a:lnTo>
                  <a:pt x="387375" y="1714893"/>
                </a:lnTo>
                <a:lnTo>
                  <a:pt x="388810" y="1714931"/>
                </a:lnTo>
                <a:lnTo>
                  <a:pt x="388556" y="1724456"/>
                </a:lnTo>
                <a:close/>
              </a:path>
              <a:path w="770890" h="1724660">
                <a:moveTo>
                  <a:pt x="369100" y="1722627"/>
                </a:moveTo>
                <a:lnTo>
                  <a:pt x="368452" y="1722539"/>
                </a:lnTo>
                <a:lnTo>
                  <a:pt x="362127" y="1721485"/>
                </a:lnTo>
                <a:lnTo>
                  <a:pt x="359435" y="1720951"/>
                </a:lnTo>
                <a:lnTo>
                  <a:pt x="361264" y="1711604"/>
                </a:lnTo>
                <a:lnTo>
                  <a:pt x="363956" y="1712137"/>
                </a:lnTo>
                <a:lnTo>
                  <a:pt x="370370" y="1713191"/>
                </a:lnTo>
                <a:lnTo>
                  <a:pt x="369100" y="1722627"/>
                </a:lnTo>
                <a:close/>
              </a:path>
              <a:path w="770890" h="1724660">
                <a:moveTo>
                  <a:pt x="349986" y="1718945"/>
                </a:moveTo>
                <a:lnTo>
                  <a:pt x="342671" y="1717128"/>
                </a:lnTo>
                <a:lnTo>
                  <a:pt x="340537" y="1716532"/>
                </a:lnTo>
                <a:lnTo>
                  <a:pt x="343065" y="1707349"/>
                </a:lnTo>
                <a:lnTo>
                  <a:pt x="345211" y="1707946"/>
                </a:lnTo>
                <a:lnTo>
                  <a:pt x="351447" y="1709508"/>
                </a:lnTo>
                <a:lnTo>
                  <a:pt x="352069" y="1709648"/>
                </a:lnTo>
                <a:lnTo>
                  <a:pt x="349986" y="1718945"/>
                </a:lnTo>
                <a:close/>
              </a:path>
              <a:path w="770890" h="1724660">
                <a:moveTo>
                  <a:pt x="331279" y="1713864"/>
                </a:moveTo>
                <a:lnTo>
                  <a:pt x="329323" y="1713280"/>
                </a:lnTo>
                <a:lnTo>
                  <a:pt x="322084" y="1710880"/>
                </a:lnTo>
                <a:lnTo>
                  <a:pt x="325094" y="1701838"/>
                </a:lnTo>
                <a:lnTo>
                  <a:pt x="332206" y="1704200"/>
                </a:lnTo>
                <a:lnTo>
                  <a:pt x="334022" y="1704746"/>
                </a:lnTo>
                <a:lnTo>
                  <a:pt x="331279" y="1713864"/>
                </a:lnTo>
                <a:close/>
              </a:path>
              <a:path w="770890" h="1724660">
                <a:moveTo>
                  <a:pt x="312927" y="1707705"/>
                </a:moveTo>
                <a:lnTo>
                  <a:pt x="303999" y="1704378"/>
                </a:lnTo>
                <a:lnTo>
                  <a:pt x="307327" y="1695462"/>
                </a:lnTo>
                <a:lnTo>
                  <a:pt x="316255" y="1698790"/>
                </a:lnTo>
                <a:lnTo>
                  <a:pt x="312927" y="1707705"/>
                </a:lnTo>
                <a:close/>
              </a:path>
              <a:path w="770890" h="1724660">
                <a:moveTo>
                  <a:pt x="295021" y="1700784"/>
                </a:moveTo>
                <a:lnTo>
                  <a:pt x="288112" y="1697951"/>
                </a:lnTo>
                <a:lnTo>
                  <a:pt x="286118" y="1697062"/>
                </a:lnTo>
                <a:lnTo>
                  <a:pt x="289953" y="1688350"/>
                </a:lnTo>
                <a:lnTo>
                  <a:pt x="291845" y="1689188"/>
                </a:lnTo>
                <a:lnTo>
                  <a:pt x="298627" y="1691957"/>
                </a:lnTo>
                <a:lnTo>
                  <a:pt x="295021" y="1700784"/>
                </a:lnTo>
                <a:close/>
              </a:path>
              <a:path w="770890" h="1724660">
                <a:moveTo>
                  <a:pt x="277393" y="1693227"/>
                </a:moveTo>
                <a:lnTo>
                  <a:pt x="274053" y="1691741"/>
                </a:lnTo>
                <a:lnTo>
                  <a:pt x="268643" y="1689201"/>
                </a:lnTo>
                <a:lnTo>
                  <a:pt x="272694" y="1680578"/>
                </a:lnTo>
                <a:lnTo>
                  <a:pt x="278023" y="1683080"/>
                </a:lnTo>
                <a:lnTo>
                  <a:pt x="281241" y="1684502"/>
                </a:lnTo>
                <a:lnTo>
                  <a:pt x="277393" y="1693227"/>
                </a:lnTo>
                <a:close/>
              </a:path>
              <a:path w="770890" h="1724660">
                <a:moveTo>
                  <a:pt x="260019" y="1685137"/>
                </a:moveTo>
                <a:lnTo>
                  <a:pt x="251396" y="1680857"/>
                </a:lnTo>
                <a:lnTo>
                  <a:pt x="255638" y="1672323"/>
                </a:lnTo>
                <a:lnTo>
                  <a:pt x="264045" y="1676501"/>
                </a:lnTo>
                <a:lnTo>
                  <a:pt x="260019" y="1685137"/>
                </a:lnTo>
                <a:close/>
              </a:path>
              <a:path w="770890" h="1724660">
                <a:moveTo>
                  <a:pt x="242824" y="1676527"/>
                </a:moveTo>
                <a:lnTo>
                  <a:pt x="234365" y="1672132"/>
                </a:lnTo>
                <a:lnTo>
                  <a:pt x="238772" y="1663674"/>
                </a:lnTo>
                <a:lnTo>
                  <a:pt x="247218" y="1668081"/>
                </a:lnTo>
                <a:lnTo>
                  <a:pt x="242824" y="1676527"/>
                </a:lnTo>
                <a:close/>
              </a:path>
              <a:path w="770890" h="1724660">
                <a:moveTo>
                  <a:pt x="225894" y="1667598"/>
                </a:moveTo>
                <a:lnTo>
                  <a:pt x="217525" y="1663064"/>
                </a:lnTo>
                <a:lnTo>
                  <a:pt x="222059" y="1654683"/>
                </a:lnTo>
                <a:lnTo>
                  <a:pt x="230441" y="1659229"/>
                </a:lnTo>
                <a:lnTo>
                  <a:pt x="225894" y="1667598"/>
                </a:lnTo>
                <a:close/>
              </a:path>
              <a:path w="770890" h="1724660">
                <a:moveTo>
                  <a:pt x="209156" y="1658378"/>
                </a:moveTo>
                <a:lnTo>
                  <a:pt x="202895" y="1654873"/>
                </a:lnTo>
                <a:lnTo>
                  <a:pt x="200812" y="1653666"/>
                </a:lnTo>
                <a:lnTo>
                  <a:pt x="205562" y="1645412"/>
                </a:lnTo>
                <a:lnTo>
                  <a:pt x="207613" y="1646593"/>
                </a:lnTo>
                <a:lnTo>
                  <a:pt x="213804" y="1650072"/>
                </a:lnTo>
                <a:lnTo>
                  <a:pt x="209156" y="1658378"/>
                </a:lnTo>
                <a:close/>
              </a:path>
              <a:path w="770890" h="1724660">
                <a:moveTo>
                  <a:pt x="192557" y="1648904"/>
                </a:moveTo>
                <a:lnTo>
                  <a:pt x="188722" y="1646694"/>
                </a:lnTo>
                <a:lnTo>
                  <a:pt x="184289" y="1644040"/>
                </a:lnTo>
                <a:lnTo>
                  <a:pt x="189166" y="1635861"/>
                </a:lnTo>
                <a:lnTo>
                  <a:pt x="193614" y="1638515"/>
                </a:lnTo>
                <a:lnTo>
                  <a:pt x="197319" y="1640649"/>
                </a:lnTo>
                <a:lnTo>
                  <a:pt x="192557" y="1648904"/>
                </a:lnTo>
                <a:close/>
              </a:path>
              <a:path w="770890" h="1724660">
                <a:moveTo>
                  <a:pt x="176110" y="1639150"/>
                </a:moveTo>
                <a:lnTo>
                  <a:pt x="167932" y="1634261"/>
                </a:lnTo>
                <a:lnTo>
                  <a:pt x="172821" y="1626095"/>
                </a:lnTo>
                <a:lnTo>
                  <a:pt x="181000" y="1630972"/>
                </a:lnTo>
                <a:lnTo>
                  <a:pt x="176110" y="1639150"/>
                </a:lnTo>
                <a:close/>
              </a:path>
              <a:path w="770890" h="1724660">
                <a:moveTo>
                  <a:pt x="159702" y="1629321"/>
                </a:moveTo>
                <a:lnTo>
                  <a:pt x="151599" y="1624304"/>
                </a:lnTo>
                <a:lnTo>
                  <a:pt x="156616" y="1616214"/>
                </a:lnTo>
                <a:lnTo>
                  <a:pt x="164718" y="1621218"/>
                </a:lnTo>
                <a:lnTo>
                  <a:pt x="159702" y="1629321"/>
                </a:lnTo>
                <a:close/>
              </a:path>
              <a:path w="770890" h="1724660">
                <a:moveTo>
                  <a:pt x="143509" y="1619300"/>
                </a:moveTo>
                <a:lnTo>
                  <a:pt x="135407" y="1614284"/>
                </a:lnTo>
                <a:lnTo>
                  <a:pt x="140411" y="1606181"/>
                </a:lnTo>
                <a:lnTo>
                  <a:pt x="148513" y="1611198"/>
                </a:lnTo>
                <a:lnTo>
                  <a:pt x="143509" y="1619300"/>
                </a:lnTo>
                <a:close/>
              </a:path>
              <a:path w="770890" h="1724660">
                <a:moveTo>
                  <a:pt x="127304" y="1609178"/>
                </a:moveTo>
                <a:lnTo>
                  <a:pt x="119265" y="1604073"/>
                </a:lnTo>
                <a:lnTo>
                  <a:pt x="124358" y="1596034"/>
                </a:lnTo>
                <a:lnTo>
                  <a:pt x="132410" y="1601139"/>
                </a:lnTo>
                <a:lnTo>
                  <a:pt x="127304" y="1609178"/>
                </a:lnTo>
                <a:close/>
              </a:path>
              <a:path w="770890" h="1724660">
                <a:moveTo>
                  <a:pt x="111213" y="1598980"/>
                </a:moveTo>
                <a:lnTo>
                  <a:pt x="103174" y="1593875"/>
                </a:lnTo>
                <a:lnTo>
                  <a:pt x="108267" y="1585836"/>
                </a:lnTo>
                <a:lnTo>
                  <a:pt x="116319" y="1590928"/>
                </a:lnTo>
                <a:lnTo>
                  <a:pt x="111213" y="1598980"/>
                </a:lnTo>
                <a:close/>
              </a:path>
              <a:path w="770890" h="1724660">
                <a:moveTo>
                  <a:pt x="95123" y="1588770"/>
                </a:moveTo>
                <a:lnTo>
                  <a:pt x="87083" y="1583677"/>
                </a:lnTo>
                <a:lnTo>
                  <a:pt x="92189" y="1575625"/>
                </a:lnTo>
                <a:lnTo>
                  <a:pt x="100228" y="1580730"/>
                </a:lnTo>
                <a:lnTo>
                  <a:pt x="95123" y="1588770"/>
                </a:lnTo>
                <a:close/>
              </a:path>
              <a:path w="770890" h="1724660">
                <a:moveTo>
                  <a:pt x="79044" y="1578584"/>
                </a:moveTo>
                <a:lnTo>
                  <a:pt x="70992" y="1573504"/>
                </a:lnTo>
                <a:lnTo>
                  <a:pt x="76073" y="1565452"/>
                </a:lnTo>
                <a:lnTo>
                  <a:pt x="84124" y="1570532"/>
                </a:lnTo>
                <a:lnTo>
                  <a:pt x="79044" y="1578584"/>
                </a:lnTo>
                <a:close/>
              </a:path>
              <a:path w="770890" h="1724660">
                <a:moveTo>
                  <a:pt x="62928" y="1568411"/>
                </a:moveTo>
                <a:lnTo>
                  <a:pt x="59207" y="1566062"/>
                </a:lnTo>
                <a:lnTo>
                  <a:pt x="54902" y="1563420"/>
                </a:lnTo>
                <a:lnTo>
                  <a:pt x="59880" y="1555305"/>
                </a:lnTo>
                <a:lnTo>
                  <a:pt x="64287" y="1558010"/>
                </a:lnTo>
                <a:lnTo>
                  <a:pt x="68021" y="1560360"/>
                </a:lnTo>
                <a:lnTo>
                  <a:pt x="62928" y="1568411"/>
                </a:lnTo>
                <a:close/>
              </a:path>
              <a:path w="770890" h="1724660">
                <a:moveTo>
                  <a:pt x="46774" y="1558429"/>
                </a:moveTo>
                <a:lnTo>
                  <a:pt x="38658" y="1553451"/>
                </a:lnTo>
                <a:lnTo>
                  <a:pt x="43649" y="1545336"/>
                </a:lnTo>
                <a:lnTo>
                  <a:pt x="51765" y="1550314"/>
                </a:lnTo>
                <a:lnTo>
                  <a:pt x="46774" y="1558429"/>
                </a:lnTo>
                <a:close/>
              </a:path>
              <a:path w="770890" h="1724660">
                <a:moveTo>
                  <a:pt x="30543" y="1548625"/>
                </a:moveTo>
                <a:lnTo>
                  <a:pt x="27965" y="1547101"/>
                </a:lnTo>
                <a:lnTo>
                  <a:pt x="22351" y="1543913"/>
                </a:lnTo>
                <a:lnTo>
                  <a:pt x="27063" y="1535633"/>
                </a:lnTo>
                <a:lnTo>
                  <a:pt x="32816" y="1538909"/>
                </a:lnTo>
                <a:lnTo>
                  <a:pt x="35394" y="1540433"/>
                </a:lnTo>
                <a:lnTo>
                  <a:pt x="30543" y="1548625"/>
                </a:lnTo>
                <a:close/>
              </a:path>
              <a:path w="770890" h="1724660">
                <a:moveTo>
                  <a:pt x="14109" y="1539354"/>
                </a:moveTo>
                <a:lnTo>
                  <a:pt x="10058" y="1537157"/>
                </a:lnTo>
                <a:lnTo>
                  <a:pt x="5791" y="1535010"/>
                </a:lnTo>
                <a:lnTo>
                  <a:pt x="10071" y="1526501"/>
                </a:lnTo>
                <a:lnTo>
                  <a:pt x="14579" y="1528775"/>
                </a:lnTo>
                <a:lnTo>
                  <a:pt x="18643" y="1530972"/>
                </a:lnTo>
                <a:lnTo>
                  <a:pt x="14109" y="1539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8284349" y="2733217"/>
            <a:ext cx="770890" cy="1724660"/>
          </a:xfrm>
          <a:custGeom>
            <a:avLst/>
            <a:gdLst/>
            <a:ahLst/>
            <a:cxnLst/>
            <a:rect l="l" t="t" r="r" b="b"/>
            <a:pathLst>
              <a:path w="770890" h="1724660">
                <a:moveTo>
                  <a:pt x="762063" y="388073"/>
                </a:moveTo>
                <a:lnTo>
                  <a:pt x="757732" y="379590"/>
                </a:lnTo>
                <a:lnTo>
                  <a:pt x="766203" y="375259"/>
                </a:lnTo>
                <a:lnTo>
                  <a:pt x="770547" y="383730"/>
                </a:lnTo>
                <a:lnTo>
                  <a:pt x="762063" y="388073"/>
                </a:lnTo>
                <a:close/>
              </a:path>
              <a:path w="770890" h="1724660">
                <a:moveTo>
                  <a:pt x="753389" y="371106"/>
                </a:moveTo>
                <a:lnTo>
                  <a:pt x="749058" y="362623"/>
                </a:lnTo>
                <a:lnTo>
                  <a:pt x="757542" y="358292"/>
                </a:lnTo>
                <a:lnTo>
                  <a:pt x="761873" y="366775"/>
                </a:lnTo>
                <a:lnTo>
                  <a:pt x="753389" y="371106"/>
                </a:lnTo>
                <a:close/>
              </a:path>
              <a:path w="770890" h="1724660">
                <a:moveTo>
                  <a:pt x="744715" y="354152"/>
                </a:moveTo>
                <a:lnTo>
                  <a:pt x="740384" y="345668"/>
                </a:lnTo>
                <a:lnTo>
                  <a:pt x="748868" y="341325"/>
                </a:lnTo>
                <a:lnTo>
                  <a:pt x="753198" y="349808"/>
                </a:lnTo>
                <a:lnTo>
                  <a:pt x="744715" y="354152"/>
                </a:lnTo>
                <a:close/>
              </a:path>
              <a:path w="770890" h="1724660">
                <a:moveTo>
                  <a:pt x="736041" y="337185"/>
                </a:moveTo>
                <a:lnTo>
                  <a:pt x="731710" y="328701"/>
                </a:lnTo>
                <a:lnTo>
                  <a:pt x="740194" y="324370"/>
                </a:lnTo>
                <a:lnTo>
                  <a:pt x="744524" y="332854"/>
                </a:lnTo>
                <a:lnTo>
                  <a:pt x="736041" y="337185"/>
                </a:lnTo>
                <a:close/>
              </a:path>
              <a:path w="770890" h="1724660">
                <a:moveTo>
                  <a:pt x="727379" y="320217"/>
                </a:moveTo>
                <a:lnTo>
                  <a:pt x="723036" y="311746"/>
                </a:lnTo>
                <a:lnTo>
                  <a:pt x="731519" y="307403"/>
                </a:lnTo>
                <a:lnTo>
                  <a:pt x="735850" y="315887"/>
                </a:lnTo>
                <a:lnTo>
                  <a:pt x="727379" y="320217"/>
                </a:lnTo>
                <a:close/>
              </a:path>
              <a:path w="770890" h="1724660">
                <a:moveTo>
                  <a:pt x="718705" y="303263"/>
                </a:moveTo>
                <a:lnTo>
                  <a:pt x="714375" y="294779"/>
                </a:lnTo>
                <a:lnTo>
                  <a:pt x="722845" y="290449"/>
                </a:lnTo>
                <a:lnTo>
                  <a:pt x="727189" y="298919"/>
                </a:lnTo>
                <a:lnTo>
                  <a:pt x="718705" y="303263"/>
                </a:lnTo>
                <a:close/>
              </a:path>
              <a:path w="770890" h="1724660">
                <a:moveTo>
                  <a:pt x="710031" y="286334"/>
                </a:moveTo>
                <a:lnTo>
                  <a:pt x="705637" y="277888"/>
                </a:lnTo>
                <a:lnTo>
                  <a:pt x="714095" y="273494"/>
                </a:lnTo>
                <a:lnTo>
                  <a:pt x="718489" y="281939"/>
                </a:lnTo>
                <a:lnTo>
                  <a:pt x="710031" y="286334"/>
                </a:lnTo>
                <a:close/>
              </a:path>
              <a:path w="770890" h="1724660">
                <a:moveTo>
                  <a:pt x="701243" y="269430"/>
                </a:moveTo>
                <a:lnTo>
                  <a:pt x="696849" y="260985"/>
                </a:lnTo>
                <a:lnTo>
                  <a:pt x="705294" y="256590"/>
                </a:lnTo>
                <a:lnTo>
                  <a:pt x="709701" y="265036"/>
                </a:lnTo>
                <a:lnTo>
                  <a:pt x="701243" y="269430"/>
                </a:lnTo>
                <a:close/>
              </a:path>
              <a:path w="770890" h="1724660">
                <a:moveTo>
                  <a:pt x="692442" y="252603"/>
                </a:moveTo>
                <a:lnTo>
                  <a:pt x="687946" y="244208"/>
                </a:lnTo>
                <a:lnTo>
                  <a:pt x="696340" y="239712"/>
                </a:lnTo>
                <a:lnTo>
                  <a:pt x="700836" y="248107"/>
                </a:lnTo>
                <a:lnTo>
                  <a:pt x="692442" y="252603"/>
                </a:lnTo>
                <a:close/>
              </a:path>
              <a:path w="770890" h="1724660">
                <a:moveTo>
                  <a:pt x="683450" y="235813"/>
                </a:moveTo>
                <a:lnTo>
                  <a:pt x="678941" y="227418"/>
                </a:lnTo>
                <a:lnTo>
                  <a:pt x="687336" y="222923"/>
                </a:lnTo>
                <a:lnTo>
                  <a:pt x="691832" y="231317"/>
                </a:lnTo>
                <a:lnTo>
                  <a:pt x="683450" y="235813"/>
                </a:lnTo>
                <a:close/>
              </a:path>
              <a:path w="770890" h="1724660">
                <a:moveTo>
                  <a:pt x="674420" y="219113"/>
                </a:moveTo>
                <a:lnTo>
                  <a:pt x="669810" y="210781"/>
                </a:lnTo>
                <a:lnTo>
                  <a:pt x="678141" y="206159"/>
                </a:lnTo>
                <a:lnTo>
                  <a:pt x="682764" y="214503"/>
                </a:lnTo>
                <a:lnTo>
                  <a:pt x="674420" y="219113"/>
                </a:lnTo>
                <a:close/>
              </a:path>
              <a:path w="770890" h="1724660">
                <a:moveTo>
                  <a:pt x="665187" y="202514"/>
                </a:moveTo>
                <a:lnTo>
                  <a:pt x="660476" y="194233"/>
                </a:lnTo>
                <a:lnTo>
                  <a:pt x="668769" y="189522"/>
                </a:lnTo>
                <a:lnTo>
                  <a:pt x="673468" y="197802"/>
                </a:lnTo>
                <a:lnTo>
                  <a:pt x="665187" y="202514"/>
                </a:lnTo>
                <a:close/>
              </a:path>
              <a:path w="770890" h="1724660">
                <a:moveTo>
                  <a:pt x="655751" y="186029"/>
                </a:moveTo>
                <a:lnTo>
                  <a:pt x="650938" y="177812"/>
                </a:lnTo>
                <a:lnTo>
                  <a:pt x="659155" y="172999"/>
                </a:lnTo>
                <a:lnTo>
                  <a:pt x="663968" y="181229"/>
                </a:lnTo>
                <a:lnTo>
                  <a:pt x="655751" y="186029"/>
                </a:lnTo>
                <a:close/>
              </a:path>
              <a:path w="770890" h="1724660">
                <a:moveTo>
                  <a:pt x="646087" y="169697"/>
                </a:moveTo>
                <a:lnTo>
                  <a:pt x="641159" y="161544"/>
                </a:lnTo>
                <a:lnTo>
                  <a:pt x="649300" y="156616"/>
                </a:lnTo>
                <a:lnTo>
                  <a:pt x="654227" y="164769"/>
                </a:lnTo>
                <a:lnTo>
                  <a:pt x="646087" y="169697"/>
                </a:lnTo>
                <a:close/>
              </a:path>
              <a:path w="770890" h="1724660">
                <a:moveTo>
                  <a:pt x="636155" y="153530"/>
                </a:moveTo>
                <a:lnTo>
                  <a:pt x="631137" y="145542"/>
                </a:lnTo>
                <a:lnTo>
                  <a:pt x="639102" y="140322"/>
                </a:lnTo>
                <a:lnTo>
                  <a:pt x="644220" y="148475"/>
                </a:lnTo>
                <a:lnTo>
                  <a:pt x="636155" y="153530"/>
                </a:lnTo>
                <a:close/>
              </a:path>
              <a:path w="770890" h="1724660">
                <a:moveTo>
                  <a:pt x="625919" y="137579"/>
                </a:moveTo>
                <a:lnTo>
                  <a:pt x="621830" y="131330"/>
                </a:lnTo>
                <a:lnTo>
                  <a:pt x="620712" y="129717"/>
                </a:lnTo>
                <a:lnTo>
                  <a:pt x="628573" y="124332"/>
                </a:lnTo>
                <a:lnTo>
                  <a:pt x="629742" y="126034"/>
                </a:lnTo>
                <a:lnTo>
                  <a:pt x="633882" y="132359"/>
                </a:lnTo>
                <a:lnTo>
                  <a:pt x="625919" y="137579"/>
                </a:lnTo>
                <a:close/>
              </a:path>
              <a:path w="770890" h="1724660">
                <a:moveTo>
                  <a:pt x="621269" y="117792"/>
                </a:moveTo>
                <a:lnTo>
                  <a:pt x="612533" y="117792"/>
                </a:lnTo>
                <a:lnTo>
                  <a:pt x="609917" y="114185"/>
                </a:lnTo>
                <a:lnTo>
                  <a:pt x="617626" y="108597"/>
                </a:lnTo>
                <a:lnTo>
                  <a:pt x="620242" y="112217"/>
                </a:lnTo>
                <a:lnTo>
                  <a:pt x="623176" y="116484"/>
                </a:lnTo>
                <a:lnTo>
                  <a:pt x="621269" y="117792"/>
                </a:lnTo>
                <a:close/>
              </a:path>
              <a:path w="770890" h="1724660">
                <a:moveTo>
                  <a:pt x="615327" y="121869"/>
                </a:moveTo>
                <a:lnTo>
                  <a:pt x="612457" y="117703"/>
                </a:lnTo>
                <a:lnTo>
                  <a:pt x="621269" y="117792"/>
                </a:lnTo>
                <a:lnTo>
                  <a:pt x="615327" y="121869"/>
                </a:lnTo>
                <a:close/>
              </a:path>
              <a:path w="770890" h="1724660">
                <a:moveTo>
                  <a:pt x="606694" y="104749"/>
                </a:moveTo>
                <a:lnTo>
                  <a:pt x="603084" y="104749"/>
                </a:lnTo>
                <a:lnTo>
                  <a:pt x="598652" y="98983"/>
                </a:lnTo>
                <a:lnTo>
                  <a:pt x="606209" y="93179"/>
                </a:lnTo>
                <a:lnTo>
                  <a:pt x="610659" y="98983"/>
                </a:lnTo>
                <a:lnTo>
                  <a:pt x="612038" y="100876"/>
                </a:lnTo>
                <a:lnTo>
                  <a:pt x="606694" y="104749"/>
                </a:lnTo>
                <a:close/>
              </a:path>
              <a:path w="770890" h="1724660">
                <a:moveTo>
                  <a:pt x="604329" y="106464"/>
                </a:moveTo>
                <a:lnTo>
                  <a:pt x="603042" y="104693"/>
                </a:lnTo>
                <a:lnTo>
                  <a:pt x="606694" y="104749"/>
                </a:lnTo>
                <a:lnTo>
                  <a:pt x="604329" y="106464"/>
                </a:lnTo>
                <a:close/>
              </a:path>
              <a:path w="770890" h="1724660">
                <a:moveTo>
                  <a:pt x="592924" y="91567"/>
                </a:moveTo>
                <a:lnTo>
                  <a:pt x="586892" y="84188"/>
                </a:lnTo>
                <a:lnTo>
                  <a:pt x="594258" y="78155"/>
                </a:lnTo>
                <a:lnTo>
                  <a:pt x="600290" y="85521"/>
                </a:lnTo>
                <a:lnTo>
                  <a:pt x="592924" y="91567"/>
                </a:lnTo>
                <a:close/>
              </a:path>
              <a:path w="770890" h="1724660">
                <a:moveTo>
                  <a:pt x="580834" y="77063"/>
                </a:moveTo>
                <a:lnTo>
                  <a:pt x="574535" y="69926"/>
                </a:lnTo>
                <a:lnTo>
                  <a:pt x="581672" y="63626"/>
                </a:lnTo>
                <a:lnTo>
                  <a:pt x="587984" y="70764"/>
                </a:lnTo>
                <a:lnTo>
                  <a:pt x="580834" y="77063"/>
                </a:lnTo>
                <a:close/>
              </a:path>
              <a:path w="770890" h="1724660">
                <a:moveTo>
                  <a:pt x="572101" y="59334"/>
                </a:moveTo>
                <a:lnTo>
                  <a:pt x="564426" y="59334"/>
                </a:lnTo>
                <a:lnTo>
                  <a:pt x="561530" y="56502"/>
                </a:lnTo>
                <a:lnTo>
                  <a:pt x="568185" y="49682"/>
                </a:lnTo>
                <a:lnTo>
                  <a:pt x="571080" y="52514"/>
                </a:lnTo>
                <a:lnTo>
                  <a:pt x="574979" y="56578"/>
                </a:lnTo>
                <a:lnTo>
                  <a:pt x="572101" y="59334"/>
                </a:lnTo>
                <a:close/>
              </a:path>
              <a:path w="770890" h="1724660">
                <a:moveTo>
                  <a:pt x="568096" y="63169"/>
                </a:moveTo>
                <a:lnTo>
                  <a:pt x="564350" y="59260"/>
                </a:lnTo>
                <a:lnTo>
                  <a:pt x="572101" y="59334"/>
                </a:lnTo>
                <a:lnTo>
                  <a:pt x="568096" y="63169"/>
                </a:lnTo>
                <a:close/>
              </a:path>
              <a:path w="770890" h="1724660">
                <a:moveTo>
                  <a:pt x="558854" y="45554"/>
                </a:moveTo>
                <a:lnTo>
                  <a:pt x="549579" y="45554"/>
                </a:lnTo>
                <a:lnTo>
                  <a:pt x="547687" y="43967"/>
                </a:lnTo>
                <a:lnTo>
                  <a:pt x="553783" y="36652"/>
                </a:lnTo>
                <a:lnTo>
                  <a:pt x="555675" y="38226"/>
                </a:lnTo>
                <a:lnTo>
                  <a:pt x="561162" y="43065"/>
                </a:lnTo>
                <a:lnTo>
                  <a:pt x="558854" y="45554"/>
                </a:lnTo>
                <a:close/>
              </a:path>
              <a:path w="770890" h="1724660">
                <a:moveTo>
                  <a:pt x="554802" y="49923"/>
                </a:moveTo>
                <a:lnTo>
                  <a:pt x="554558" y="49923"/>
                </a:lnTo>
                <a:lnTo>
                  <a:pt x="549573" y="45549"/>
                </a:lnTo>
                <a:lnTo>
                  <a:pt x="558854" y="45554"/>
                </a:lnTo>
                <a:lnTo>
                  <a:pt x="554802" y="49923"/>
                </a:lnTo>
                <a:close/>
              </a:path>
              <a:path w="770890" h="1724660">
                <a:moveTo>
                  <a:pt x="554685" y="50050"/>
                </a:moveTo>
                <a:lnTo>
                  <a:pt x="554456" y="49847"/>
                </a:lnTo>
                <a:lnTo>
                  <a:pt x="554802" y="49923"/>
                </a:lnTo>
                <a:close/>
              </a:path>
              <a:path w="770890" h="1724660">
                <a:moveTo>
                  <a:pt x="543755" y="33781"/>
                </a:moveTo>
                <a:lnTo>
                  <a:pt x="534555" y="33781"/>
                </a:lnTo>
                <a:lnTo>
                  <a:pt x="532930" y="32677"/>
                </a:lnTo>
                <a:lnTo>
                  <a:pt x="538289" y="24803"/>
                </a:lnTo>
                <a:lnTo>
                  <a:pt x="539915" y="25907"/>
                </a:lnTo>
                <a:lnTo>
                  <a:pt x="545210" y="29781"/>
                </a:lnTo>
                <a:lnTo>
                  <a:pt x="546252" y="30594"/>
                </a:lnTo>
                <a:lnTo>
                  <a:pt x="543755" y="33781"/>
                </a:lnTo>
                <a:close/>
              </a:path>
              <a:path w="770890" h="1724660">
                <a:moveTo>
                  <a:pt x="540869" y="37464"/>
                </a:moveTo>
                <a:lnTo>
                  <a:pt x="539584" y="37464"/>
                </a:lnTo>
                <a:lnTo>
                  <a:pt x="534415" y="33693"/>
                </a:lnTo>
                <a:lnTo>
                  <a:pt x="534555" y="33781"/>
                </a:lnTo>
                <a:lnTo>
                  <a:pt x="543755" y="33781"/>
                </a:lnTo>
                <a:lnTo>
                  <a:pt x="540869" y="37464"/>
                </a:lnTo>
                <a:close/>
              </a:path>
              <a:path w="770890" h="1724660">
                <a:moveTo>
                  <a:pt x="540372" y="38100"/>
                </a:moveTo>
                <a:lnTo>
                  <a:pt x="539457" y="37376"/>
                </a:lnTo>
                <a:lnTo>
                  <a:pt x="540869" y="37464"/>
                </a:lnTo>
                <a:lnTo>
                  <a:pt x="540372" y="38100"/>
                </a:lnTo>
                <a:close/>
              </a:path>
              <a:path w="770890" h="1724660">
                <a:moveTo>
                  <a:pt x="527225" y="24180"/>
                </a:moveTo>
                <a:lnTo>
                  <a:pt x="519341" y="24180"/>
                </a:lnTo>
                <a:lnTo>
                  <a:pt x="517143" y="23025"/>
                </a:lnTo>
                <a:lnTo>
                  <a:pt x="521588" y="14605"/>
                </a:lnTo>
                <a:lnTo>
                  <a:pt x="523773" y="15760"/>
                </a:lnTo>
                <a:lnTo>
                  <a:pt x="529208" y="18884"/>
                </a:lnTo>
                <a:lnTo>
                  <a:pt x="530174" y="19507"/>
                </a:lnTo>
                <a:lnTo>
                  <a:pt x="527225" y="24180"/>
                </a:lnTo>
                <a:close/>
              </a:path>
              <a:path w="770890" h="1724660">
                <a:moveTo>
                  <a:pt x="525094" y="27558"/>
                </a:moveTo>
                <a:lnTo>
                  <a:pt x="524281" y="27038"/>
                </a:lnTo>
                <a:lnTo>
                  <a:pt x="519214" y="24114"/>
                </a:lnTo>
                <a:lnTo>
                  <a:pt x="527225" y="24180"/>
                </a:lnTo>
                <a:lnTo>
                  <a:pt x="525094" y="27558"/>
                </a:lnTo>
                <a:close/>
              </a:path>
              <a:path w="770890" h="1724660">
                <a:moveTo>
                  <a:pt x="509862" y="16891"/>
                </a:moveTo>
                <a:lnTo>
                  <a:pt x="503961" y="16891"/>
                </a:lnTo>
                <a:lnTo>
                  <a:pt x="500341" y="15570"/>
                </a:lnTo>
                <a:lnTo>
                  <a:pt x="503605" y="6616"/>
                </a:lnTo>
                <a:lnTo>
                  <a:pt x="507237" y="7950"/>
                </a:lnTo>
                <a:lnTo>
                  <a:pt x="512660" y="10223"/>
                </a:lnTo>
                <a:lnTo>
                  <a:pt x="509862" y="16891"/>
                </a:lnTo>
                <a:close/>
              </a:path>
              <a:path w="770890" h="1724660">
                <a:moveTo>
                  <a:pt x="508977" y="18999"/>
                </a:moveTo>
                <a:lnTo>
                  <a:pt x="503745" y="16814"/>
                </a:lnTo>
                <a:lnTo>
                  <a:pt x="503961" y="16891"/>
                </a:lnTo>
                <a:lnTo>
                  <a:pt x="509862" y="16891"/>
                </a:lnTo>
                <a:lnTo>
                  <a:pt x="508977" y="18999"/>
                </a:lnTo>
                <a:close/>
              </a:path>
              <a:path w="770890" h="1724660">
                <a:moveTo>
                  <a:pt x="492187" y="10960"/>
                </a:moveTo>
                <a:lnTo>
                  <a:pt x="483146" y="10960"/>
                </a:lnTo>
                <a:lnTo>
                  <a:pt x="482904" y="10922"/>
                </a:lnTo>
                <a:lnTo>
                  <a:pt x="484276" y="1498"/>
                </a:lnTo>
                <a:lnTo>
                  <a:pt x="490270" y="2692"/>
                </a:lnTo>
                <a:lnTo>
                  <a:pt x="494068" y="3657"/>
                </a:lnTo>
                <a:lnTo>
                  <a:pt x="492187" y="10960"/>
                </a:lnTo>
                <a:close/>
              </a:path>
              <a:path w="770890" h="1724660">
                <a:moveTo>
                  <a:pt x="491912" y="12026"/>
                </a:moveTo>
                <a:lnTo>
                  <a:pt x="488365" y="12020"/>
                </a:lnTo>
                <a:lnTo>
                  <a:pt x="482892" y="10922"/>
                </a:lnTo>
                <a:lnTo>
                  <a:pt x="483146" y="10960"/>
                </a:lnTo>
                <a:lnTo>
                  <a:pt x="492187" y="10960"/>
                </a:lnTo>
                <a:lnTo>
                  <a:pt x="491912" y="12026"/>
                </a:lnTo>
                <a:close/>
              </a:path>
              <a:path w="770890" h="1724660">
                <a:moveTo>
                  <a:pt x="491693" y="12877"/>
                </a:moveTo>
                <a:lnTo>
                  <a:pt x="488358" y="12020"/>
                </a:lnTo>
                <a:lnTo>
                  <a:pt x="491912" y="12026"/>
                </a:lnTo>
                <a:lnTo>
                  <a:pt x="491693" y="12877"/>
                </a:lnTo>
                <a:close/>
              </a:path>
              <a:path w="770890" h="1724660">
                <a:moveTo>
                  <a:pt x="464731" y="9588"/>
                </a:moveTo>
                <a:lnTo>
                  <a:pt x="464502" y="63"/>
                </a:lnTo>
                <a:lnTo>
                  <a:pt x="467296" y="0"/>
                </a:lnTo>
                <a:lnTo>
                  <a:pt x="472897" y="190"/>
                </a:lnTo>
                <a:lnTo>
                  <a:pt x="474560" y="330"/>
                </a:lnTo>
                <a:lnTo>
                  <a:pt x="473736" y="9525"/>
                </a:lnTo>
                <a:lnTo>
                  <a:pt x="466991" y="9525"/>
                </a:lnTo>
                <a:lnTo>
                  <a:pt x="464731" y="9588"/>
                </a:lnTo>
                <a:close/>
              </a:path>
              <a:path w="770890" h="1724660">
                <a:moveTo>
                  <a:pt x="467104" y="9528"/>
                </a:moveTo>
                <a:lnTo>
                  <a:pt x="467258" y="9525"/>
                </a:lnTo>
                <a:lnTo>
                  <a:pt x="467104" y="9528"/>
                </a:lnTo>
                <a:close/>
              </a:path>
              <a:path w="770890" h="1724660">
                <a:moveTo>
                  <a:pt x="472579" y="9715"/>
                </a:moveTo>
                <a:lnTo>
                  <a:pt x="467104" y="9528"/>
                </a:lnTo>
                <a:lnTo>
                  <a:pt x="467258" y="9525"/>
                </a:lnTo>
                <a:lnTo>
                  <a:pt x="473736" y="9525"/>
                </a:lnTo>
                <a:lnTo>
                  <a:pt x="473721" y="9690"/>
                </a:lnTo>
                <a:lnTo>
                  <a:pt x="472312" y="9690"/>
                </a:lnTo>
                <a:lnTo>
                  <a:pt x="472579" y="9715"/>
                </a:lnTo>
                <a:close/>
              </a:path>
              <a:path w="770890" h="1724660">
                <a:moveTo>
                  <a:pt x="473709" y="9817"/>
                </a:moveTo>
                <a:lnTo>
                  <a:pt x="472312" y="9690"/>
                </a:lnTo>
                <a:lnTo>
                  <a:pt x="473721" y="9690"/>
                </a:lnTo>
                <a:close/>
              </a:path>
              <a:path w="770890" h="1724660">
                <a:moveTo>
                  <a:pt x="446354" y="11303"/>
                </a:moveTo>
                <a:lnTo>
                  <a:pt x="444969" y="1879"/>
                </a:lnTo>
                <a:lnTo>
                  <a:pt x="449186" y="1257"/>
                </a:lnTo>
                <a:lnTo>
                  <a:pt x="454583" y="660"/>
                </a:lnTo>
                <a:lnTo>
                  <a:pt x="455637" y="10121"/>
                </a:lnTo>
                <a:lnTo>
                  <a:pt x="450632" y="10680"/>
                </a:lnTo>
                <a:lnTo>
                  <a:pt x="446354" y="11303"/>
                </a:lnTo>
                <a:close/>
              </a:path>
              <a:path w="770890" h="1724660">
                <a:moveTo>
                  <a:pt x="450405" y="10706"/>
                </a:moveTo>
                <a:lnTo>
                  <a:pt x="450570" y="10680"/>
                </a:lnTo>
                <a:lnTo>
                  <a:pt x="450405" y="10706"/>
                </a:lnTo>
                <a:close/>
              </a:path>
              <a:path w="770890" h="1724660">
                <a:moveTo>
                  <a:pt x="428129" y="14998"/>
                </a:moveTo>
                <a:lnTo>
                  <a:pt x="425869" y="5740"/>
                </a:lnTo>
                <a:lnTo>
                  <a:pt x="430199" y="4686"/>
                </a:lnTo>
                <a:lnTo>
                  <a:pt x="435292" y="3594"/>
                </a:lnTo>
                <a:lnTo>
                  <a:pt x="437273" y="12915"/>
                </a:lnTo>
                <a:lnTo>
                  <a:pt x="432343" y="13969"/>
                </a:lnTo>
                <a:lnTo>
                  <a:pt x="428129" y="14998"/>
                </a:lnTo>
                <a:close/>
              </a:path>
              <a:path w="770890" h="1724660">
                <a:moveTo>
                  <a:pt x="432343" y="13969"/>
                </a:moveTo>
                <a:close/>
              </a:path>
              <a:path w="770890" h="1724660">
                <a:moveTo>
                  <a:pt x="410197" y="20180"/>
                </a:moveTo>
                <a:lnTo>
                  <a:pt x="407212" y="11137"/>
                </a:lnTo>
                <a:lnTo>
                  <a:pt x="410095" y="10185"/>
                </a:lnTo>
                <a:lnTo>
                  <a:pt x="416420" y="8267"/>
                </a:lnTo>
                <a:lnTo>
                  <a:pt x="419176" y="17386"/>
                </a:lnTo>
                <a:lnTo>
                  <a:pt x="412964" y="19265"/>
                </a:lnTo>
                <a:lnTo>
                  <a:pt x="410197" y="20180"/>
                </a:lnTo>
                <a:close/>
              </a:path>
              <a:path w="770890" h="1724660">
                <a:moveTo>
                  <a:pt x="412965" y="19265"/>
                </a:moveTo>
                <a:close/>
              </a:path>
              <a:path w="770890" h="1724660">
                <a:moveTo>
                  <a:pt x="392581" y="26528"/>
                </a:moveTo>
                <a:lnTo>
                  <a:pt x="388988" y="17703"/>
                </a:lnTo>
                <a:lnTo>
                  <a:pt x="396163" y="14960"/>
                </a:lnTo>
                <a:lnTo>
                  <a:pt x="398106" y="14274"/>
                </a:lnTo>
                <a:lnTo>
                  <a:pt x="401294" y="23241"/>
                </a:lnTo>
                <a:lnTo>
                  <a:pt x="399467" y="23901"/>
                </a:lnTo>
                <a:lnTo>
                  <a:pt x="392581" y="26528"/>
                </a:lnTo>
                <a:close/>
              </a:path>
              <a:path w="770890" h="1724660">
                <a:moveTo>
                  <a:pt x="399498" y="23889"/>
                </a:moveTo>
                <a:close/>
              </a:path>
              <a:path w="770890" h="1724660">
                <a:moveTo>
                  <a:pt x="399467" y="23901"/>
                </a:moveTo>
                <a:close/>
              </a:path>
              <a:path w="770890" h="1724660">
                <a:moveTo>
                  <a:pt x="375246" y="33921"/>
                </a:moveTo>
                <a:lnTo>
                  <a:pt x="371284" y="25260"/>
                </a:lnTo>
                <a:lnTo>
                  <a:pt x="374561" y="23761"/>
                </a:lnTo>
                <a:lnTo>
                  <a:pt x="380098" y="21374"/>
                </a:lnTo>
                <a:lnTo>
                  <a:pt x="383870" y="30124"/>
                </a:lnTo>
                <a:lnTo>
                  <a:pt x="378412" y="32473"/>
                </a:lnTo>
                <a:lnTo>
                  <a:pt x="375246" y="33921"/>
                </a:lnTo>
                <a:close/>
              </a:path>
              <a:path w="770890" h="1724660">
                <a:moveTo>
                  <a:pt x="378434" y="32473"/>
                </a:moveTo>
                <a:close/>
              </a:path>
              <a:path w="770890" h="1724660">
                <a:moveTo>
                  <a:pt x="358228" y="42163"/>
                </a:moveTo>
                <a:lnTo>
                  <a:pt x="354012" y="33616"/>
                </a:lnTo>
                <a:lnTo>
                  <a:pt x="362559" y="29413"/>
                </a:lnTo>
                <a:lnTo>
                  <a:pt x="366763" y="37960"/>
                </a:lnTo>
                <a:lnTo>
                  <a:pt x="358228" y="42163"/>
                </a:lnTo>
                <a:close/>
              </a:path>
              <a:path w="770890" h="1724660">
                <a:moveTo>
                  <a:pt x="341744" y="50965"/>
                </a:moveTo>
                <a:lnTo>
                  <a:pt x="336918" y="42760"/>
                </a:lnTo>
                <a:lnTo>
                  <a:pt x="345439" y="38150"/>
                </a:lnTo>
                <a:lnTo>
                  <a:pt x="349961" y="46545"/>
                </a:lnTo>
                <a:lnTo>
                  <a:pt x="341744" y="50965"/>
                </a:lnTo>
                <a:close/>
              </a:path>
              <a:path w="770890" h="1724660">
                <a:moveTo>
                  <a:pt x="341860" y="50902"/>
                </a:moveTo>
                <a:close/>
              </a:path>
              <a:path w="770890" h="1724660">
                <a:moveTo>
                  <a:pt x="341753" y="50965"/>
                </a:moveTo>
                <a:close/>
              </a:path>
              <a:path w="770890" h="1724660">
                <a:moveTo>
                  <a:pt x="341731" y="50977"/>
                </a:moveTo>
                <a:close/>
              </a:path>
              <a:path w="770890" h="1724660">
                <a:moveTo>
                  <a:pt x="325450" y="60566"/>
                </a:moveTo>
                <a:lnTo>
                  <a:pt x="320370" y="52514"/>
                </a:lnTo>
                <a:lnTo>
                  <a:pt x="321729" y="51650"/>
                </a:lnTo>
                <a:lnTo>
                  <a:pt x="328701" y="47574"/>
                </a:lnTo>
                <a:lnTo>
                  <a:pt x="333501" y="55791"/>
                </a:lnTo>
                <a:lnTo>
                  <a:pt x="326821" y="59702"/>
                </a:lnTo>
                <a:lnTo>
                  <a:pt x="325450" y="60566"/>
                </a:lnTo>
                <a:close/>
              </a:path>
              <a:path w="770890" h="1724660">
                <a:moveTo>
                  <a:pt x="326669" y="59791"/>
                </a:moveTo>
                <a:lnTo>
                  <a:pt x="326809" y="59702"/>
                </a:lnTo>
                <a:lnTo>
                  <a:pt x="326669" y="59791"/>
                </a:lnTo>
                <a:close/>
              </a:path>
              <a:path w="770890" h="1724660">
                <a:moveTo>
                  <a:pt x="309511" y="70713"/>
                </a:moveTo>
                <a:lnTo>
                  <a:pt x="304164" y="62826"/>
                </a:lnTo>
                <a:lnTo>
                  <a:pt x="306235" y="61429"/>
                </a:lnTo>
                <a:lnTo>
                  <a:pt x="312305" y="57594"/>
                </a:lnTo>
                <a:lnTo>
                  <a:pt x="317398" y="65646"/>
                </a:lnTo>
                <a:lnTo>
                  <a:pt x="311468" y="69392"/>
                </a:lnTo>
                <a:lnTo>
                  <a:pt x="309511" y="70713"/>
                </a:lnTo>
                <a:close/>
              </a:path>
              <a:path w="770890" h="1724660">
                <a:moveTo>
                  <a:pt x="311468" y="69392"/>
                </a:moveTo>
                <a:close/>
              </a:path>
              <a:path w="770890" h="1724660">
                <a:moveTo>
                  <a:pt x="293916" y="81381"/>
                </a:moveTo>
                <a:lnTo>
                  <a:pt x="288328" y="73672"/>
                </a:lnTo>
                <a:lnTo>
                  <a:pt x="290664" y="71983"/>
                </a:lnTo>
                <a:lnTo>
                  <a:pt x="296290" y="68173"/>
                </a:lnTo>
                <a:lnTo>
                  <a:pt x="301625" y="76060"/>
                </a:lnTo>
                <a:lnTo>
                  <a:pt x="296129" y="79781"/>
                </a:lnTo>
                <a:lnTo>
                  <a:pt x="293916" y="81381"/>
                </a:lnTo>
                <a:close/>
              </a:path>
              <a:path w="770890" h="1724660">
                <a:moveTo>
                  <a:pt x="296188" y="79738"/>
                </a:moveTo>
                <a:close/>
              </a:path>
              <a:path w="770890" h="1724660">
                <a:moveTo>
                  <a:pt x="296129" y="79781"/>
                </a:moveTo>
                <a:close/>
              </a:path>
              <a:path w="770890" h="1724660">
                <a:moveTo>
                  <a:pt x="278663" y="92544"/>
                </a:moveTo>
                <a:lnTo>
                  <a:pt x="272834" y="85013"/>
                </a:lnTo>
                <a:lnTo>
                  <a:pt x="275056" y="83299"/>
                </a:lnTo>
                <a:lnTo>
                  <a:pt x="280619" y="79260"/>
                </a:lnTo>
                <a:lnTo>
                  <a:pt x="286207" y="86969"/>
                </a:lnTo>
                <a:lnTo>
                  <a:pt x="280758" y="90919"/>
                </a:lnTo>
                <a:lnTo>
                  <a:pt x="278663" y="92544"/>
                </a:lnTo>
                <a:close/>
              </a:path>
              <a:path w="770890" h="1724660">
                <a:moveTo>
                  <a:pt x="280758" y="90919"/>
                </a:moveTo>
                <a:close/>
              </a:path>
              <a:path w="770890" h="1724660">
                <a:moveTo>
                  <a:pt x="263740" y="104152"/>
                </a:moveTo>
                <a:lnTo>
                  <a:pt x="257695" y="96799"/>
                </a:lnTo>
                <a:lnTo>
                  <a:pt x="259448" y="95364"/>
                </a:lnTo>
                <a:lnTo>
                  <a:pt x="265302" y="90830"/>
                </a:lnTo>
                <a:lnTo>
                  <a:pt x="271119" y="98374"/>
                </a:lnTo>
                <a:lnTo>
                  <a:pt x="265384" y="102806"/>
                </a:lnTo>
                <a:lnTo>
                  <a:pt x="263740" y="104152"/>
                </a:lnTo>
                <a:close/>
              </a:path>
              <a:path w="770890" h="1724660">
                <a:moveTo>
                  <a:pt x="265479" y="102728"/>
                </a:moveTo>
                <a:close/>
              </a:path>
              <a:path w="770890" h="1724660">
                <a:moveTo>
                  <a:pt x="265384" y="102806"/>
                </a:moveTo>
                <a:close/>
              </a:path>
              <a:path w="770890" h="1724660">
                <a:moveTo>
                  <a:pt x="249174" y="116205"/>
                </a:moveTo>
                <a:lnTo>
                  <a:pt x="242900" y="109029"/>
                </a:lnTo>
                <a:lnTo>
                  <a:pt x="243903" y="108153"/>
                </a:lnTo>
                <a:lnTo>
                  <a:pt x="250342" y="102857"/>
                </a:lnTo>
                <a:lnTo>
                  <a:pt x="256387" y="110210"/>
                </a:lnTo>
                <a:lnTo>
                  <a:pt x="250075" y="115417"/>
                </a:lnTo>
                <a:lnTo>
                  <a:pt x="249174" y="116205"/>
                </a:lnTo>
                <a:close/>
              </a:path>
              <a:path w="770890" h="1724660">
                <a:moveTo>
                  <a:pt x="250075" y="115417"/>
                </a:moveTo>
                <a:close/>
              </a:path>
              <a:path w="770890" h="1724660">
                <a:moveTo>
                  <a:pt x="234964" y="128638"/>
                </a:moveTo>
                <a:lnTo>
                  <a:pt x="228460" y="121678"/>
                </a:lnTo>
                <a:lnTo>
                  <a:pt x="235737" y="115303"/>
                </a:lnTo>
                <a:lnTo>
                  <a:pt x="242011" y="122478"/>
                </a:lnTo>
                <a:lnTo>
                  <a:pt x="234964" y="128638"/>
                </a:lnTo>
                <a:close/>
              </a:path>
              <a:path w="770890" h="1724660">
                <a:moveTo>
                  <a:pt x="234948" y="128649"/>
                </a:moveTo>
                <a:close/>
              </a:path>
              <a:path w="770890" h="1724660">
                <a:moveTo>
                  <a:pt x="234848" y="128739"/>
                </a:moveTo>
                <a:close/>
              </a:path>
              <a:path w="770890" h="1724660">
                <a:moveTo>
                  <a:pt x="221005" y="141630"/>
                </a:moveTo>
                <a:lnTo>
                  <a:pt x="214515" y="134658"/>
                </a:lnTo>
                <a:lnTo>
                  <a:pt x="221487" y="128168"/>
                </a:lnTo>
                <a:lnTo>
                  <a:pt x="227977" y="135140"/>
                </a:lnTo>
                <a:lnTo>
                  <a:pt x="221005" y="141630"/>
                </a:lnTo>
                <a:close/>
              </a:path>
              <a:path w="770890" h="1724660">
                <a:moveTo>
                  <a:pt x="207530" y="154889"/>
                </a:moveTo>
                <a:lnTo>
                  <a:pt x="200825" y="148120"/>
                </a:lnTo>
                <a:lnTo>
                  <a:pt x="207594" y="141414"/>
                </a:lnTo>
                <a:lnTo>
                  <a:pt x="214299" y="148196"/>
                </a:lnTo>
                <a:lnTo>
                  <a:pt x="207530" y="154889"/>
                </a:lnTo>
                <a:close/>
              </a:path>
              <a:path w="770890" h="1724660">
                <a:moveTo>
                  <a:pt x="194424" y="168516"/>
                </a:moveTo>
                <a:lnTo>
                  <a:pt x="187515" y="161950"/>
                </a:lnTo>
                <a:lnTo>
                  <a:pt x="194081" y="155041"/>
                </a:lnTo>
                <a:lnTo>
                  <a:pt x="200990" y="161607"/>
                </a:lnTo>
                <a:lnTo>
                  <a:pt x="194424" y="168516"/>
                </a:lnTo>
                <a:close/>
              </a:path>
              <a:path w="770890" h="1724660">
                <a:moveTo>
                  <a:pt x="181673" y="182410"/>
                </a:moveTo>
                <a:lnTo>
                  <a:pt x="174523" y="176123"/>
                </a:lnTo>
                <a:lnTo>
                  <a:pt x="176072" y="174358"/>
                </a:lnTo>
                <a:lnTo>
                  <a:pt x="180936" y="168986"/>
                </a:lnTo>
                <a:lnTo>
                  <a:pt x="187998" y="175387"/>
                </a:lnTo>
                <a:lnTo>
                  <a:pt x="183178" y="180695"/>
                </a:lnTo>
                <a:lnTo>
                  <a:pt x="181673" y="182410"/>
                </a:lnTo>
                <a:close/>
              </a:path>
              <a:path w="770890" h="1724660">
                <a:moveTo>
                  <a:pt x="183184" y="180695"/>
                </a:moveTo>
                <a:close/>
              </a:path>
              <a:path w="770890" h="1724660">
                <a:moveTo>
                  <a:pt x="169265" y="196773"/>
                </a:moveTo>
                <a:lnTo>
                  <a:pt x="162013" y="190601"/>
                </a:lnTo>
                <a:lnTo>
                  <a:pt x="168198" y="183349"/>
                </a:lnTo>
                <a:lnTo>
                  <a:pt x="175450" y="189522"/>
                </a:lnTo>
                <a:lnTo>
                  <a:pt x="169265" y="196773"/>
                </a:lnTo>
                <a:close/>
              </a:path>
              <a:path w="770890" h="1724660">
                <a:moveTo>
                  <a:pt x="157340" y="211429"/>
                </a:moveTo>
                <a:lnTo>
                  <a:pt x="149898" y="205486"/>
                </a:lnTo>
                <a:lnTo>
                  <a:pt x="154749" y="199415"/>
                </a:lnTo>
                <a:lnTo>
                  <a:pt x="155905" y="198005"/>
                </a:lnTo>
                <a:lnTo>
                  <a:pt x="163258" y="204063"/>
                </a:lnTo>
                <a:lnTo>
                  <a:pt x="162080" y="205486"/>
                </a:lnTo>
                <a:lnTo>
                  <a:pt x="157340" y="211429"/>
                </a:lnTo>
                <a:close/>
              </a:path>
              <a:path w="770890" h="1724660">
                <a:moveTo>
                  <a:pt x="162144" y="205404"/>
                </a:moveTo>
                <a:close/>
              </a:path>
              <a:path w="770890" h="1724660">
                <a:moveTo>
                  <a:pt x="162141" y="205409"/>
                </a:moveTo>
                <a:close/>
              </a:path>
              <a:path w="770890" h="1724660">
                <a:moveTo>
                  <a:pt x="145834" y="226402"/>
                </a:moveTo>
                <a:lnTo>
                  <a:pt x="138188" y="220713"/>
                </a:lnTo>
                <a:lnTo>
                  <a:pt x="141033" y="216903"/>
                </a:lnTo>
                <a:lnTo>
                  <a:pt x="143992" y="213067"/>
                </a:lnTo>
                <a:lnTo>
                  <a:pt x="151536" y="218884"/>
                </a:lnTo>
                <a:lnTo>
                  <a:pt x="148618" y="222656"/>
                </a:lnTo>
                <a:lnTo>
                  <a:pt x="145834" y="226402"/>
                </a:lnTo>
                <a:close/>
              </a:path>
              <a:path w="770890" h="1724660">
                <a:moveTo>
                  <a:pt x="148628" y="222656"/>
                </a:moveTo>
                <a:close/>
              </a:path>
              <a:path w="770890" h="1724660">
                <a:moveTo>
                  <a:pt x="134734" y="241693"/>
                </a:moveTo>
                <a:lnTo>
                  <a:pt x="126911" y="236258"/>
                </a:lnTo>
                <a:lnTo>
                  <a:pt x="127787" y="235000"/>
                </a:lnTo>
                <a:lnTo>
                  <a:pt x="132499" y="228447"/>
                </a:lnTo>
                <a:lnTo>
                  <a:pt x="140233" y="234010"/>
                </a:lnTo>
                <a:lnTo>
                  <a:pt x="135566" y="240499"/>
                </a:lnTo>
                <a:lnTo>
                  <a:pt x="134734" y="241693"/>
                </a:lnTo>
                <a:close/>
              </a:path>
              <a:path w="770890" h="1724660">
                <a:moveTo>
                  <a:pt x="135566" y="240499"/>
                </a:moveTo>
                <a:close/>
              </a:path>
              <a:path w="770890" h="1724660">
                <a:moveTo>
                  <a:pt x="124053" y="257365"/>
                </a:moveTo>
                <a:lnTo>
                  <a:pt x="116128" y="252069"/>
                </a:lnTo>
                <a:lnTo>
                  <a:pt x="121475" y="244081"/>
                </a:lnTo>
                <a:lnTo>
                  <a:pt x="129298" y="249516"/>
                </a:lnTo>
                <a:lnTo>
                  <a:pt x="124053" y="257365"/>
                </a:lnTo>
                <a:close/>
              </a:path>
              <a:path w="770890" h="1724660">
                <a:moveTo>
                  <a:pt x="129222" y="249631"/>
                </a:moveTo>
                <a:close/>
              </a:path>
              <a:path w="770890" h="1724660">
                <a:moveTo>
                  <a:pt x="113880" y="273278"/>
                </a:moveTo>
                <a:lnTo>
                  <a:pt x="105790" y="268262"/>
                </a:lnTo>
                <a:lnTo>
                  <a:pt x="108889" y="263258"/>
                </a:lnTo>
                <a:lnTo>
                  <a:pt x="110909" y="260134"/>
                </a:lnTo>
                <a:lnTo>
                  <a:pt x="118910" y="265290"/>
                </a:lnTo>
                <a:lnTo>
                  <a:pt x="116932" y="268350"/>
                </a:lnTo>
                <a:lnTo>
                  <a:pt x="113880" y="273278"/>
                </a:lnTo>
                <a:close/>
              </a:path>
              <a:path w="770890" h="1724660">
                <a:moveTo>
                  <a:pt x="116941" y="268350"/>
                </a:moveTo>
                <a:close/>
              </a:path>
              <a:path w="770890" h="1724660">
                <a:moveTo>
                  <a:pt x="104190" y="289471"/>
                </a:moveTo>
                <a:lnTo>
                  <a:pt x="95910" y="284759"/>
                </a:lnTo>
                <a:lnTo>
                  <a:pt x="97015" y="282816"/>
                </a:lnTo>
                <a:lnTo>
                  <a:pt x="100787" y="276479"/>
                </a:lnTo>
                <a:lnTo>
                  <a:pt x="108978" y="281343"/>
                </a:lnTo>
                <a:lnTo>
                  <a:pt x="105259" y="287604"/>
                </a:lnTo>
                <a:lnTo>
                  <a:pt x="104190" y="289471"/>
                </a:lnTo>
                <a:close/>
              </a:path>
              <a:path w="770890" h="1724660">
                <a:moveTo>
                  <a:pt x="105259" y="287604"/>
                </a:moveTo>
                <a:close/>
              </a:path>
              <a:path w="770890" h="1724660">
                <a:moveTo>
                  <a:pt x="94945" y="306031"/>
                </a:moveTo>
                <a:lnTo>
                  <a:pt x="86588" y="301472"/>
                </a:lnTo>
                <a:lnTo>
                  <a:pt x="91160" y="293103"/>
                </a:lnTo>
                <a:lnTo>
                  <a:pt x="99517" y="297675"/>
                </a:lnTo>
                <a:lnTo>
                  <a:pt x="94945" y="306031"/>
                </a:lnTo>
                <a:close/>
              </a:path>
              <a:path w="770890" h="1724660">
                <a:moveTo>
                  <a:pt x="86283" y="322795"/>
                </a:moveTo>
                <a:lnTo>
                  <a:pt x="77762" y="318554"/>
                </a:lnTo>
                <a:lnTo>
                  <a:pt x="80429" y="313194"/>
                </a:lnTo>
                <a:lnTo>
                  <a:pt x="82118" y="309968"/>
                </a:lnTo>
                <a:lnTo>
                  <a:pt x="90550" y="314388"/>
                </a:lnTo>
                <a:lnTo>
                  <a:pt x="88925" y="317512"/>
                </a:lnTo>
                <a:lnTo>
                  <a:pt x="86283" y="322795"/>
                </a:lnTo>
                <a:close/>
              </a:path>
              <a:path w="770890" h="1724660">
                <a:moveTo>
                  <a:pt x="88925" y="317512"/>
                </a:moveTo>
                <a:close/>
              </a:path>
              <a:path w="770890" h="1724660">
                <a:moveTo>
                  <a:pt x="78143" y="339813"/>
                </a:moveTo>
                <a:lnTo>
                  <a:pt x="69456" y="335902"/>
                </a:lnTo>
                <a:lnTo>
                  <a:pt x="70269" y="334111"/>
                </a:lnTo>
                <a:lnTo>
                  <a:pt x="73545" y="327190"/>
                </a:lnTo>
                <a:lnTo>
                  <a:pt x="82156" y="331279"/>
                </a:lnTo>
                <a:lnTo>
                  <a:pt x="78941" y="338023"/>
                </a:lnTo>
                <a:lnTo>
                  <a:pt x="78143" y="339813"/>
                </a:lnTo>
                <a:close/>
              </a:path>
              <a:path w="770890" h="1724660">
                <a:moveTo>
                  <a:pt x="78921" y="338099"/>
                </a:moveTo>
                <a:close/>
              </a:path>
              <a:path w="770890" h="1724660">
                <a:moveTo>
                  <a:pt x="70523" y="357162"/>
                </a:moveTo>
                <a:lnTo>
                  <a:pt x="61760" y="353428"/>
                </a:lnTo>
                <a:lnTo>
                  <a:pt x="65544" y="344576"/>
                </a:lnTo>
                <a:lnTo>
                  <a:pt x="74231" y="348500"/>
                </a:lnTo>
                <a:lnTo>
                  <a:pt x="70523" y="357162"/>
                </a:lnTo>
                <a:close/>
              </a:path>
              <a:path w="770890" h="1724660">
                <a:moveTo>
                  <a:pt x="74193" y="348589"/>
                </a:moveTo>
                <a:close/>
              </a:path>
              <a:path w="770890" h="1724660">
                <a:moveTo>
                  <a:pt x="63538" y="374675"/>
                </a:moveTo>
                <a:lnTo>
                  <a:pt x="54635" y="371297"/>
                </a:lnTo>
                <a:lnTo>
                  <a:pt x="56476" y="366445"/>
                </a:lnTo>
                <a:lnTo>
                  <a:pt x="58127" y="362331"/>
                </a:lnTo>
                <a:lnTo>
                  <a:pt x="66967" y="365899"/>
                </a:lnTo>
                <a:lnTo>
                  <a:pt x="65341" y="369925"/>
                </a:lnTo>
                <a:lnTo>
                  <a:pt x="63538" y="374675"/>
                </a:lnTo>
                <a:close/>
              </a:path>
              <a:path w="770890" h="1724660">
                <a:moveTo>
                  <a:pt x="65341" y="369925"/>
                </a:moveTo>
                <a:close/>
              </a:path>
              <a:path w="770890" h="1724660">
                <a:moveTo>
                  <a:pt x="57111" y="392391"/>
                </a:moveTo>
                <a:lnTo>
                  <a:pt x="48069" y="389394"/>
                </a:lnTo>
                <a:lnTo>
                  <a:pt x="48323" y="388632"/>
                </a:lnTo>
                <a:lnTo>
                  <a:pt x="51282" y="380314"/>
                </a:lnTo>
                <a:lnTo>
                  <a:pt x="60248" y="383514"/>
                </a:lnTo>
                <a:lnTo>
                  <a:pt x="57111" y="392391"/>
                </a:lnTo>
                <a:close/>
              </a:path>
              <a:path w="770890" h="1724660">
                <a:moveTo>
                  <a:pt x="57332" y="391731"/>
                </a:moveTo>
                <a:close/>
              </a:path>
              <a:path w="770890" h="1724660">
                <a:moveTo>
                  <a:pt x="51307" y="410425"/>
                </a:moveTo>
                <a:lnTo>
                  <a:pt x="42202" y="407631"/>
                </a:lnTo>
                <a:lnTo>
                  <a:pt x="44576" y="399910"/>
                </a:lnTo>
                <a:lnTo>
                  <a:pt x="45072" y="398437"/>
                </a:lnTo>
                <a:lnTo>
                  <a:pt x="54101" y="401434"/>
                </a:lnTo>
                <a:lnTo>
                  <a:pt x="53655" y="402805"/>
                </a:lnTo>
                <a:lnTo>
                  <a:pt x="51307" y="410425"/>
                </a:lnTo>
                <a:close/>
              </a:path>
              <a:path w="770890" h="1724660">
                <a:moveTo>
                  <a:pt x="53655" y="402805"/>
                </a:moveTo>
                <a:close/>
              </a:path>
              <a:path w="770890" h="1724660">
                <a:moveTo>
                  <a:pt x="46139" y="428548"/>
                </a:moveTo>
                <a:lnTo>
                  <a:pt x="36918" y="426148"/>
                </a:lnTo>
                <a:lnTo>
                  <a:pt x="37795" y="422795"/>
                </a:lnTo>
                <a:lnTo>
                  <a:pt x="39484" y="416864"/>
                </a:lnTo>
                <a:lnTo>
                  <a:pt x="48640" y="419468"/>
                </a:lnTo>
                <a:lnTo>
                  <a:pt x="46988" y="425310"/>
                </a:lnTo>
                <a:lnTo>
                  <a:pt x="46139" y="428548"/>
                </a:lnTo>
                <a:close/>
              </a:path>
              <a:path w="770890" h="1724660">
                <a:moveTo>
                  <a:pt x="46989" y="425310"/>
                </a:moveTo>
                <a:close/>
              </a:path>
              <a:path w="770890" h="1724660">
                <a:moveTo>
                  <a:pt x="41567" y="446938"/>
                </a:moveTo>
                <a:lnTo>
                  <a:pt x="32296" y="444728"/>
                </a:lnTo>
                <a:lnTo>
                  <a:pt x="34518" y="435457"/>
                </a:lnTo>
                <a:lnTo>
                  <a:pt x="43776" y="437680"/>
                </a:lnTo>
                <a:lnTo>
                  <a:pt x="41567" y="446938"/>
                </a:lnTo>
                <a:close/>
              </a:path>
              <a:path w="770890" h="1724660">
                <a:moveTo>
                  <a:pt x="37553" y="465391"/>
                </a:moveTo>
                <a:lnTo>
                  <a:pt x="28219" y="463511"/>
                </a:lnTo>
                <a:lnTo>
                  <a:pt x="28994" y="459625"/>
                </a:lnTo>
                <a:lnTo>
                  <a:pt x="30213" y="454113"/>
                </a:lnTo>
                <a:lnTo>
                  <a:pt x="39509" y="456145"/>
                </a:lnTo>
                <a:lnTo>
                  <a:pt x="38325" y="461581"/>
                </a:lnTo>
                <a:lnTo>
                  <a:pt x="37553" y="465391"/>
                </a:lnTo>
                <a:close/>
              </a:path>
              <a:path w="770890" h="1724660">
                <a:moveTo>
                  <a:pt x="38325" y="461581"/>
                </a:moveTo>
                <a:close/>
              </a:path>
              <a:path w="770890" h="1724660">
                <a:moveTo>
                  <a:pt x="33985" y="484022"/>
                </a:moveTo>
                <a:lnTo>
                  <a:pt x="24612" y="482295"/>
                </a:lnTo>
                <a:lnTo>
                  <a:pt x="26339" y="472922"/>
                </a:lnTo>
                <a:lnTo>
                  <a:pt x="35699" y="474649"/>
                </a:lnTo>
                <a:lnTo>
                  <a:pt x="33985" y="484022"/>
                </a:lnTo>
                <a:close/>
              </a:path>
              <a:path w="770890" h="1724660">
                <a:moveTo>
                  <a:pt x="30784" y="502653"/>
                </a:moveTo>
                <a:lnTo>
                  <a:pt x="21361" y="501205"/>
                </a:lnTo>
                <a:lnTo>
                  <a:pt x="22948" y="491744"/>
                </a:lnTo>
                <a:lnTo>
                  <a:pt x="32346" y="493331"/>
                </a:lnTo>
                <a:lnTo>
                  <a:pt x="30784" y="502653"/>
                </a:lnTo>
                <a:close/>
              </a:path>
              <a:path w="770890" h="1724660">
                <a:moveTo>
                  <a:pt x="27939" y="521436"/>
                </a:moveTo>
                <a:lnTo>
                  <a:pt x="18516" y="520103"/>
                </a:lnTo>
                <a:lnTo>
                  <a:pt x="19240" y="514921"/>
                </a:lnTo>
                <a:lnTo>
                  <a:pt x="19913" y="510616"/>
                </a:lnTo>
                <a:lnTo>
                  <a:pt x="29324" y="512076"/>
                </a:lnTo>
                <a:lnTo>
                  <a:pt x="28667" y="516318"/>
                </a:lnTo>
                <a:lnTo>
                  <a:pt x="27939" y="521436"/>
                </a:lnTo>
                <a:close/>
              </a:path>
              <a:path w="770890" h="1724660">
                <a:moveTo>
                  <a:pt x="28667" y="516318"/>
                </a:moveTo>
                <a:close/>
              </a:path>
              <a:path w="770890" h="1724660">
                <a:moveTo>
                  <a:pt x="25387" y="540258"/>
                </a:moveTo>
                <a:lnTo>
                  <a:pt x="15938" y="539026"/>
                </a:lnTo>
                <a:lnTo>
                  <a:pt x="17170" y="529526"/>
                </a:lnTo>
                <a:lnTo>
                  <a:pt x="26606" y="530860"/>
                </a:lnTo>
                <a:lnTo>
                  <a:pt x="25387" y="540258"/>
                </a:lnTo>
                <a:close/>
              </a:path>
              <a:path w="770890" h="1724660">
                <a:moveTo>
                  <a:pt x="26587" y="531025"/>
                </a:moveTo>
                <a:close/>
              </a:path>
              <a:path w="770890" h="1724660">
                <a:moveTo>
                  <a:pt x="23088" y="559117"/>
                </a:moveTo>
                <a:lnTo>
                  <a:pt x="13627" y="557987"/>
                </a:lnTo>
                <a:lnTo>
                  <a:pt x="14744" y="548538"/>
                </a:lnTo>
                <a:lnTo>
                  <a:pt x="24206" y="549656"/>
                </a:lnTo>
                <a:lnTo>
                  <a:pt x="23088" y="559117"/>
                </a:lnTo>
                <a:close/>
              </a:path>
              <a:path w="770890" h="1724660">
                <a:moveTo>
                  <a:pt x="21031" y="577951"/>
                </a:moveTo>
                <a:lnTo>
                  <a:pt x="11556" y="577024"/>
                </a:lnTo>
                <a:lnTo>
                  <a:pt x="12573" y="567512"/>
                </a:lnTo>
                <a:lnTo>
                  <a:pt x="22047" y="568528"/>
                </a:lnTo>
                <a:lnTo>
                  <a:pt x="21031" y="577951"/>
                </a:lnTo>
                <a:close/>
              </a:path>
              <a:path w="770890" h="1724660">
                <a:moveTo>
                  <a:pt x="21103" y="577329"/>
                </a:moveTo>
                <a:close/>
              </a:path>
              <a:path w="770890" h="1724660">
                <a:moveTo>
                  <a:pt x="19215" y="596874"/>
                </a:moveTo>
                <a:lnTo>
                  <a:pt x="9728" y="596036"/>
                </a:lnTo>
                <a:lnTo>
                  <a:pt x="10032" y="592505"/>
                </a:lnTo>
                <a:lnTo>
                  <a:pt x="10629" y="586511"/>
                </a:lnTo>
                <a:lnTo>
                  <a:pt x="20104" y="587438"/>
                </a:lnTo>
                <a:lnTo>
                  <a:pt x="19515" y="593445"/>
                </a:lnTo>
                <a:lnTo>
                  <a:pt x="19215" y="596874"/>
                </a:lnTo>
                <a:close/>
              </a:path>
              <a:path w="770890" h="1724660">
                <a:moveTo>
                  <a:pt x="17589" y="615810"/>
                </a:moveTo>
                <a:lnTo>
                  <a:pt x="8089" y="615048"/>
                </a:lnTo>
                <a:lnTo>
                  <a:pt x="8572" y="609015"/>
                </a:lnTo>
                <a:lnTo>
                  <a:pt x="8889" y="605523"/>
                </a:lnTo>
                <a:lnTo>
                  <a:pt x="18376" y="606361"/>
                </a:lnTo>
                <a:lnTo>
                  <a:pt x="18069" y="609853"/>
                </a:lnTo>
                <a:lnTo>
                  <a:pt x="17589" y="615810"/>
                </a:lnTo>
                <a:close/>
              </a:path>
              <a:path w="770890" h="1724660">
                <a:moveTo>
                  <a:pt x="18069" y="609853"/>
                </a:moveTo>
                <a:close/>
              </a:path>
              <a:path w="770890" h="1724660">
                <a:moveTo>
                  <a:pt x="16141" y="634771"/>
                </a:moveTo>
                <a:lnTo>
                  <a:pt x="6642" y="634085"/>
                </a:lnTo>
                <a:lnTo>
                  <a:pt x="7327" y="624547"/>
                </a:lnTo>
                <a:lnTo>
                  <a:pt x="16827" y="625309"/>
                </a:lnTo>
                <a:lnTo>
                  <a:pt x="16723" y="626567"/>
                </a:lnTo>
                <a:lnTo>
                  <a:pt x="16141" y="634771"/>
                </a:lnTo>
                <a:close/>
              </a:path>
              <a:path w="770890" h="1724660">
                <a:moveTo>
                  <a:pt x="14858" y="653732"/>
                </a:moveTo>
                <a:lnTo>
                  <a:pt x="5359" y="653135"/>
                </a:lnTo>
                <a:lnTo>
                  <a:pt x="5968" y="643623"/>
                </a:lnTo>
                <a:lnTo>
                  <a:pt x="15468" y="644232"/>
                </a:lnTo>
                <a:lnTo>
                  <a:pt x="14858" y="653732"/>
                </a:lnTo>
                <a:close/>
              </a:path>
              <a:path w="770890" h="1724660">
                <a:moveTo>
                  <a:pt x="13741" y="672719"/>
                </a:moveTo>
                <a:lnTo>
                  <a:pt x="4241" y="672185"/>
                </a:lnTo>
                <a:lnTo>
                  <a:pt x="4775" y="662673"/>
                </a:lnTo>
                <a:lnTo>
                  <a:pt x="14274" y="663206"/>
                </a:lnTo>
                <a:lnTo>
                  <a:pt x="13741" y="672719"/>
                </a:lnTo>
                <a:close/>
              </a:path>
              <a:path w="770890" h="1724660">
                <a:moveTo>
                  <a:pt x="12776" y="691705"/>
                </a:moveTo>
                <a:lnTo>
                  <a:pt x="3263" y="691248"/>
                </a:lnTo>
                <a:lnTo>
                  <a:pt x="3733" y="681736"/>
                </a:lnTo>
                <a:lnTo>
                  <a:pt x="13246" y="682193"/>
                </a:lnTo>
                <a:lnTo>
                  <a:pt x="12776" y="691705"/>
                </a:lnTo>
                <a:close/>
              </a:path>
              <a:path w="770890" h="1724660">
                <a:moveTo>
                  <a:pt x="11988" y="710691"/>
                </a:moveTo>
                <a:lnTo>
                  <a:pt x="2476" y="710323"/>
                </a:lnTo>
                <a:lnTo>
                  <a:pt x="2844" y="700811"/>
                </a:lnTo>
                <a:lnTo>
                  <a:pt x="12369" y="701179"/>
                </a:lnTo>
                <a:lnTo>
                  <a:pt x="11988" y="710691"/>
                </a:lnTo>
                <a:close/>
              </a:path>
              <a:path w="770890" h="1724660">
                <a:moveTo>
                  <a:pt x="11252" y="729729"/>
                </a:moveTo>
                <a:lnTo>
                  <a:pt x="1739" y="729361"/>
                </a:lnTo>
                <a:lnTo>
                  <a:pt x="2108" y="719848"/>
                </a:lnTo>
                <a:lnTo>
                  <a:pt x="11620" y="720216"/>
                </a:lnTo>
                <a:lnTo>
                  <a:pt x="11252" y="729729"/>
                </a:lnTo>
                <a:close/>
              </a:path>
              <a:path w="770890" h="1724660">
                <a:moveTo>
                  <a:pt x="10731" y="748715"/>
                </a:moveTo>
                <a:lnTo>
                  <a:pt x="1206" y="748461"/>
                </a:lnTo>
                <a:lnTo>
                  <a:pt x="1460" y="738936"/>
                </a:lnTo>
                <a:lnTo>
                  <a:pt x="10972" y="739190"/>
                </a:lnTo>
                <a:lnTo>
                  <a:pt x="10731" y="748715"/>
                </a:lnTo>
                <a:close/>
              </a:path>
              <a:path w="770890" h="1724660">
                <a:moveTo>
                  <a:pt x="10236" y="767753"/>
                </a:moveTo>
                <a:lnTo>
                  <a:pt x="711" y="767511"/>
                </a:lnTo>
                <a:lnTo>
                  <a:pt x="952" y="757986"/>
                </a:lnTo>
                <a:lnTo>
                  <a:pt x="10477" y="758240"/>
                </a:lnTo>
                <a:lnTo>
                  <a:pt x="10236" y="767753"/>
                </a:lnTo>
                <a:close/>
              </a:path>
              <a:path w="770890" h="1724660">
                <a:moveTo>
                  <a:pt x="9944" y="786752"/>
                </a:moveTo>
                <a:lnTo>
                  <a:pt x="419" y="786612"/>
                </a:lnTo>
                <a:lnTo>
                  <a:pt x="558" y="777087"/>
                </a:lnTo>
                <a:lnTo>
                  <a:pt x="10083" y="777227"/>
                </a:lnTo>
                <a:lnTo>
                  <a:pt x="9944" y="786752"/>
                </a:lnTo>
                <a:close/>
              </a:path>
              <a:path w="770890" h="1724660">
                <a:moveTo>
                  <a:pt x="9664" y="805802"/>
                </a:moveTo>
                <a:lnTo>
                  <a:pt x="139" y="805662"/>
                </a:lnTo>
                <a:lnTo>
                  <a:pt x="279" y="796137"/>
                </a:lnTo>
                <a:lnTo>
                  <a:pt x="9804" y="796277"/>
                </a:lnTo>
                <a:lnTo>
                  <a:pt x="9664" y="805802"/>
                </a:lnTo>
                <a:close/>
              </a:path>
              <a:path w="770890" h="1724660">
                <a:moveTo>
                  <a:pt x="9601" y="824788"/>
                </a:moveTo>
                <a:lnTo>
                  <a:pt x="76" y="824763"/>
                </a:lnTo>
                <a:lnTo>
                  <a:pt x="101" y="815238"/>
                </a:lnTo>
                <a:lnTo>
                  <a:pt x="9626" y="815263"/>
                </a:lnTo>
                <a:lnTo>
                  <a:pt x="9601" y="824788"/>
                </a:lnTo>
                <a:close/>
              </a:path>
              <a:path w="770890" h="1724660">
                <a:moveTo>
                  <a:pt x="9525" y="843838"/>
                </a:moveTo>
                <a:lnTo>
                  <a:pt x="0" y="843813"/>
                </a:lnTo>
                <a:lnTo>
                  <a:pt x="38" y="834288"/>
                </a:lnTo>
                <a:lnTo>
                  <a:pt x="9563" y="834313"/>
                </a:lnTo>
                <a:lnTo>
                  <a:pt x="9525" y="843838"/>
                </a:lnTo>
                <a:close/>
              </a:path>
              <a:path w="770890" h="1724660">
                <a:moveTo>
                  <a:pt x="139" y="862914"/>
                </a:moveTo>
                <a:lnTo>
                  <a:pt x="76" y="853389"/>
                </a:lnTo>
                <a:lnTo>
                  <a:pt x="9601" y="853313"/>
                </a:lnTo>
                <a:lnTo>
                  <a:pt x="9664" y="862838"/>
                </a:lnTo>
                <a:lnTo>
                  <a:pt x="139" y="862914"/>
                </a:lnTo>
                <a:close/>
              </a:path>
              <a:path w="770890" h="1724660">
                <a:moveTo>
                  <a:pt x="266" y="881964"/>
                </a:moveTo>
                <a:lnTo>
                  <a:pt x="203" y="872439"/>
                </a:lnTo>
                <a:lnTo>
                  <a:pt x="9728" y="872363"/>
                </a:lnTo>
                <a:lnTo>
                  <a:pt x="9791" y="881888"/>
                </a:lnTo>
                <a:lnTo>
                  <a:pt x="266" y="881964"/>
                </a:lnTo>
                <a:close/>
              </a:path>
              <a:path w="770890" h="1724660">
                <a:moveTo>
                  <a:pt x="584" y="901052"/>
                </a:moveTo>
                <a:lnTo>
                  <a:pt x="431" y="891527"/>
                </a:lnTo>
                <a:lnTo>
                  <a:pt x="9956" y="891374"/>
                </a:lnTo>
                <a:lnTo>
                  <a:pt x="10109" y="900899"/>
                </a:lnTo>
                <a:lnTo>
                  <a:pt x="584" y="901052"/>
                </a:lnTo>
                <a:close/>
              </a:path>
              <a:path w="770890" h="1724660">
                <a:moveTo>
                  <a:pt x="914" y="920102"/>
                </a:moveTo>
                <a:lnTo>
                  <a:pt x="749" y="910577"/>
                </a:lnTo>
                <a:lnTo>
                  <a:pt x="10274" y="910412"/>
                </a:lnTo>
                <a:lnTo>
                  <a:pt x="10426" y="919937"/>
                </a:lnTo>
                <a:lnTo>
                  <a:pt x="914" y="920102"/>
                </a:lnTo>
                <a:close/>
              </a:path>
              <a:path w="770890" h="1724660">
                <a:moveTo>
                  <a:pt x="1409" y="939190"/>
                </a:moveTo>
                <a:lnTo>
                  <a:pt x="1155" y="929665"/>
                </a:lnTo>
                <a:lnTo>
                  <a:pt x="10680" y="929411"/>
                </a:lnTo>
                <a:lnTo>
                  <a:pt x="10934" y="938936"/>
                </a:lnTo>
                <a:lnTo>
                  <a:pt x="1409" y="939190"/>
                </a:lnTo>
                <a:close/>
              </a:path>
              <a:path w="770890" h="1724660">
                <a:moveTo>
                  <a:pt x="1917" y="958227"/>
                </a:moveTo>
                <a:lnTo>
                  <a:pt x="1663" y="948715"/>
                </a:lnTo>
                <a:lnTo>
                  <a:pt x="11188" y="948461"/>
                </a:lnTo>
                <a:lnTo>
                  <a:pt x="11429" y="957986"/>
                </a:lnTo>
                <a:lnTo>
                  <a:pt x="1917" y="958227"/>
                </a:lnTo>
                <a:close/>
              </a:path>
              <a:path w="770890" h="1724660">
                <a:moveTo>
                  <a:pt x="2590" y="977315"/>
                </a:moveTo>
                <a:lnTo>
                  <a:pt x="2247" y="967790"/>
                </a:lnTo>
                <a:lnTo>
                  <a:pt x="11772" y="967460"/>
                </a:lnTo>
                <a:lnTo>
                  <a:pt x="12103" y="976972"/>
                </a:lnTo>
                <a:lnTo>
                  <a:pt x="2590" y="977315"/>
                </a:lnTo>
                <a:close/>
              </a:path>
              <a:path w="770890" h="1724660">
                <a:moveTo>
                  <a:pt x="3263" y="996353"/>
                </a:moveTo>
                <a:lnTo>
                  <a:pt x="2933" y="986840"/>
                </a:lnTo>
                <a:lnTo>
                  <a:pt x="12446" y="986497"/>
                </a:lnTo>
                <a:lnTo>
                  <a:pt x="12788" y="996010"/>
                </a:lnTo>
                <a:lnTo>
                  <a:pt x="3263" y="996353"/>
                </a:lnTo>
                <a:close/>
              </a:path>
              <a:path w="770890" h="1724660">
                <a:moveTo>
                  <a:pt x="4114" y="1015428"/>
                </a:moveTo>
                <a:lnTo>
                  <a:pt x="3695" y="1005916"/>
                </a:lnTo>
                <a:lnTo>
                  <a:pt x="13207" y="1005484"/>
                </a:lnTo>
                <a:lnTo>
                  <a:pt x="13627" y="1014996"/>
                </a:lnTo>
                <a:lnTo>
                  <a:pt x="4114" y="1015428"/>
                </a:lnTo>
                <a:close/>
              </a:path>
              <a:path w="770890" h="1724660">
                <a:moveTo>
                  <a:pt x="4965" y="1034453"/>
                </a:moveTo>
                <a:lnTo>
                  <a:pt x="4546" y="1024940"/>
                </a:lnTo>
                <a:lnTo>
                  <a:pt x="14058" y="1024521"/>
                </a:lnTo>
                <a:lnTo>
                  <a:pt x="14477" y="1034034"/>
                </a:lnTo>
                <a:lnTo>
                  <a:pt x="4965" y="1034453"/>
                </a:lnTo>
                <a:close/>
              </a:path>
              <a:path w="770890" h="1724660">
                <a:moveTo>
                  <a:pt x="5994" y="1053528"/>
                </a:moveTo>
                <a:lnTo>
                  <a:pt x="5473" y="1044016"/>
                </a:lnTo>
                <a:lnTo>
                  <a:pt x="14985" y="1043495"/>
                </a:lnTo>
                <a:lnTo>
                  <a:pt x="15493" y="1053007"/>
                </a:lnTo>
                <a:lnTo>
                  <a:pt x="5994" y="1053528"/>
                </a:lnTo>
                <a:close/>
              </a:path>
              <a:path w="770890" h="1724660">
                <a:moveTo>
                  <a:pt x="7010" y="1072553"/>
                </a:moveTo>
                <a:lnTo>
                  <a:pt x="6502" y="1063040"/>
                </a:lnTo>
                <a:lnTo>
                  <a:pt x="16014" y="1062520"/>
                </a:lnTo>
                <a:lnTo>
                  <a:pt x="16522" y="1072032"/>
                </a:lnTo>
                <a:lnTo>
                  <a:pt x="7010" y="1072553"/>
                </a:lnTo>
                <a:close/>
              </a:path>
              <a:path w="770890" h="1724660">
                <a:moveTo>
                  <a:pt x="8204" y="1091603"/>
                </a:moveTo>
                <a:lnTo>
                  <a:pt x="7607" y="1082090"/>
                </a:lnTo>
                <a:lnTo>
                  <a:pt x="17119" y="1081493"/>
                </a:lnTo>
                <a:lnTo>
                  <a:pt x="17716" y="1091006"/>
                </a:lnTo>
                <a:lnTo>
                  <a:pt x="8204" y="1091603"/>
                </a:lnTo>
                <a:close/>
              </a:path>
              <a:path w="770890" h="1724660">
                <a:moveTo>
                  <a:pt x="9410" y="1110653"/>
                </a:moveTo>
                <a:lnTo>
                  <a:pt x="8813" y="1101102"/>
                </a:lnTo>
                <a:lnTo>
                  <a:pt x="18313" y="1100505"/>
                </a:lnTo>
                <a:lnTo>
                  <a:pt x="18881" y="1109472"/>
                </a:lnTo>
                <a:lnTo>
                  <a:pt x="18910" y="1109967"/>
                </a:lnTo>
                <a:lnTo>
                  <a:pt x="9410" y="1110653"/>
                </a:lnTo>
                <a:close/>
              </a:path>
              <a:path w="770890" h="1724660">
                <a:moveTo>
                  <a:pt x="10782" y="1129664"/>
                </a:moveTo>
                <a:lnTo>
                  <a:pt x="10096" y="1120152"/>
                </a:lnTo>
                <a:lnTo>
                  <a:pt x="19596" y="1119479"/>
                </a:lnTo>
                <a:lnTo>
                  <a:pt x="20281" y="1128979"/>
                </a:lnTo>
                <a:lnTo>
                  <a:pt x="10782" y="1129664"/>
                </a:lnTo>
                <a:close/>
              </a:path>
              <a:path w="770890" h="1724660">
                <a:moveTo>
                  <a:pt x="12179" y="1148702"/>
                </a:moveTo>
                <a:lnTo>
                  <a:pt x="11961" y="1146048"/>
                </a:lnTo>
                <a:lnTo>
                  <a:pt x="11468" y="1139164"/>
                </a:lnTo>
                <a:lnTo>
                  <a:pt x="20967" y="1138478"/>
                </a:lnTo>
                <a:lnTo>
                  <a:pt x="21666" y="1147927"/>
                </a:lnTo>
                <a:lnTo>
                  <a:pt x="12179" y="1148702"/>
                </a:lnTo>
                <a:close/>
              </a:path>
              <a:path w="770890" h="1724660">
                <a:moveTo>
                  <a:pt x="21517" y="1146098"/>
                </a:moveTo>
                <a:close/>
              </a:path>
              <a:path w="770890" h="1724660">
                <a:moveTo>
                  <a:pt x="13715" y="1167688"/>
                </a:moveTo>
                <a:lnTo>
                  <a:pt x="12941" y="1158201"/>
                </a:lnTo>
                <a:lnTo>
                  <a:pt x="22440" y="1157427"/>
                </a:lnTo>
                <a:lnTo>
                  <a:pt x="23215" y="1166914"/>
                </a:lnTo>
                <a:lnTo>
                  <a:pt x="13715" y="1167688"/>
                </a:lnTo>
                <a:close/>
              </a:path>
              <a:path w="770890" h="1724660">
                <a:moveTo>
                  <a:pt x="15303" y="1186713"/>
                </a:moveTo>
                <a:lnTo>
                  <a:pt x="14490" y="1177188"/>
                </a:lnTo>
                <a:lnTo>
                  <a:pt x="23990" y="1176413"/>
                </a:lnTo>
                <a:lnTo>
                  <a:pt x="24507" y="1182700"/>
                </a:lnTo>
                <a:lnTo>
                  <a:pt x="24790" y="1185849"/>
                </a:lnTo>
                <a:lnTo>
                  <a:pt x="15303" y="1186713"/>
                </a:lnTo>
                <a:close/>
              </a:path>
              <a:path w="770890" h="1724660">
                <a:moveTo>
                  <a:pt x="24438" y="1181925"/>
                </a:moveTo>
                <a:close/>
              </a:path>
              <a:path w="770890" h="1724660">
                <a:moveTo>
                  <a:pt x="17043" y="1205687"/>
                </a:moveTo>
                <a:lnTo>
                  <a:pt x="16179" y="1196200"/>
                </a:lnTo>
                <a:lnTo>
                  <a:pt x="25653" y="1195336"/>
                </a:lnTo>
                <a:lnTo>
                  <a:pt x="26530" y="1204823"/>
                </a:lnTo>
                <a:lnTo>
                  <a:pt x="17043" y="1205687"/>
                </a:lnTo>
                <a:close/>
              </a:path>
              <a:path w="770890" h="1724660">
                <a:moveTo>
                  <a:pt x="18846" y="1224699"/>
                </a:moveTo>
                <a:lnTo>
                  <a:pt x="17906" y="1215174"/>
                </a:lnTo>
                <a:lnTo>
                  <a:pt x="27393" y="1214310"/>
                </a:lnTo>
                <a:lnTo>
                  <a:pt x="27718" y="1217802"/>
                </a:lnTo>
                <a:lnTo>
                  <a:pt x="28321" y="1223746"/>
                </a:lnTo>
                <a:lnTo>
                  <a:pt x="18846" y="1224699"/>
                </a:lnTo>
                <a:close/>
              </a:path>
              <a:path w="770890" h="1724660">
                <a:moveTo>
                  <a:pt x="27626" y="1216888"/>
                </a:moveTo>
                <a:close/>
              </a:path>
              <a:path w="770890" h="1724660">
                <a:moveTo>
                  <a:pt x="20764" y="1243660"/>
                </a:moveTo>
                <a:lnTo>
                  <a:pt x="19799" y="1234173"/>
                </a:lnTo>
                <a:lnTo>
                  <a:pt x="29286" y="1233220"/>
                </a:lnTo>
                <a:lnTo>
                  <a:pt x="30238" y="1242695"/>
                </a:lnTo>
                <a:lnTo>
                  <a:pt x="20764" y="1243660"/>
                </a:lnTo>
                <a:close/>
              </a:path>
              <a:path w="770890" h="1724660">
                <a:moveTo>
                  <a:pt x="22809" y="1262646"/>
                </a:moveTo>
                <a:lnTo>
                  <a:pt x="21742" y="1253185"/>
                </a:lnTo>
                <a:lnTo>
                  <a:pt x="31216" y="1252118"/>
                </a:lnTo>
                <a:lnTo>
                  <a:pt x="32270" y="1261579"/>
                </a:lnTo>
                <a:lnTo>
                  <a:pt x="22809" y="1262646"/>
                </a:lnTo>
                <a:close/>
              </a:path>
              <a:path w="770890" h="1724660">
                <a:moveTo>
                  <a:pt x="24930" y="1281582"/>
                </a:moveTo>
                <a:lnTo>
                  <a:pt x="23875" y="1272108"/>
                </a:lnTo>
                <a:lnTo>
                  <a:pt x="33337" y="1271054"/>
                </a:lnTo>
                <a:lnTo>
                  <a:pt x="34404" y="1280515"/>
                </a:lnTo>
                <a:lnTo>
                  <a:pt x="24930" y="1281582"/>
                </a:lnTo>
                <a:close/>
              </a:path>
              <a:path w="770890" h="1724660">
                <a:moveTo>
                  <a:pt x="27241" y="1300543"/>
                </a:moveTo>
                <a:lnTo>
                  <a:pt x="26073" y="1291094"/>
                </a:lnTo>
                <a:lnTo>
                  <a:pt x="35521" y="1289913"/>
                </a:lnTo>
                <a:lnTo>
                  <a:pt x="36702" y="1299375"/>
                </a:lnTo>
                <a:lnTo>
                  <a:pt x="27241" y="1300543"/>
                </a:lnTo>
                <a:close/>
              </a:path>
              <a:path w="770890" h="1724660">
                <a:moveTo>
                  <a:pt x="29629" y="1319504"/>
                </a:moveTo>
                <a:lnTo>
                  <a:pt x="29064" y="1315199"/>
                </a:lnTo>
                <a:lnTo>
                  <a:pt x="28422" y="1309992"/>
                </a:lnTo>
                <a:lnTo>
                  <a:pt x="37871" y="1308823"/>
                </a:lnTo>
                <a:lnTo>
                  <a:pt x="38665" y="1315199"/>
                </a:lnTo>
                <a:lnTo>
                  <a:pt x="39077" y="1318209"/>
                </a:lnTo>
                <a:lnTo>
                  <a:pt x="29629" y="1319504"/>
                </a:lnTo>
                <a:close/>
              </a:path>
              <a:path w="770890" h="1724660">
                <a:moveTo>
                  <a:pt x="32219" y="1338376"/>
                </a:moveTo>
                <a:lnTo>
                  <a:pt x="30924" y="1328940"/>
                </a:lnTo>
                <a:lnTo>
                  <a:pt x="40360" y="1327645"/>
                </a:lnTo>
                <a:lnTo>
                  <a:pt x="41655" y="1337081"/>
                </a:lnTo>
                <a:lnTo>
                  <a:pt x="32219" y="1338376"/>
                </a:lnTo>
                <a:close/>
              </a:path>
              <a:path w="770890" h="1724660">
                <a:moveTo>
                  <a:pt x="34950" y="1357299"/>
                </a:moveTo>
                <a:lnTo>
                  <a:pt x="33527" y="1347876"/>
                </a:lnTo>
                <a:lnTo>
                  <a:pt x="42951" y="1346453"/>
                </a:lnTo>
                <a:lnTo>
                  <a:pt x="44373" y="1355877"/>
                </a:lnTo>
                <a:lnTo>
                  <a:pt x="34950" y="1357299"/>
                </a:lnTo>
                <a:close/>
              </a:path>
              <a:path w="770890" h="1724660">
                <a:moveTo>
                  <a:pt x="37820" y="1376210"/>
                </a:moveTo>
                <a:lnTo>
                  <a:pt x="36372" y="1366710"/>
                </a:lnTo>
                <a:lnTo>
                  <a:pt x="45796" y="1365288"/>
                </a:lnTo>
                <a:lnTo>
                  <a:pt x="47105" y="1373987"/>
                </a:lnTo>
                <a:lnTo>
                  <a:pt x="47205" y="1374635"/>
                </a:lnTo>
                <a:lnTo>
                  <a:pt x="37820" y="1376210"/>
                </a:lnTo>
                <a:close/>
              </a:path>
              <a:path w="770890" h="1724660">
                <a:moveTo>
                  <a:pt x="40957" y="1394993"/>
                </a:moveTo>
                <a:lnTo>
                  <a:pt x="39382" y="1385595"/>
                </a:lnTo>
                <a:lnTo>
                  <a:pt x="48780" y="1384033"/>
                </a:lnTo>
                <a:lnTo>
                  <a:pt x="50342" y="1393418"/>
                </a:lnTo>
                <a:lnTo>
                  <a:pt x="40957" y="1394993"/>
                </a:lnTo>
                <a:close/>
              </a:path>
              <a:path w="770890" h="1724660">
                <a:moveTo>
                  <a:pt x="44310" y="1413827"/>
                </a:moveTo>
                <a:lnTo>
                  <a:pt x="42570" y="1404467"/>
                </a:lnTo>
                <a:lnTo>
                  <a:pt x="51930" y="1402727"/>
                </a:lnTo>
                <a:lnTo>
                  <a:pt x="53670" y="1412100"/>
                </a:lnTo>
                <a:lnTo>
                  <a:pt x="44310" y="1413827"/>
                </a:lnTo>
                <a:close/>
              </a:path>
              <a:path w="770890" h="1724660">
                <a:moveTo>
                  <a:pt x="47904" y="1432648"/>
                </a:moveTo>
                <a:lnTo>
                  <a:pt x="46951" y="1428064"/>
                </a:lnTo>
                <a:lnTo>
                  <a:pt x="46050" y="1423200"/>
                </a:lnTo>
                <a:lnTo>
                  <a:pt x="55410" y="1421460"/>
                </a:lnTo>
                <a:lnTo>
                  <a:pt x="56280" y="1426121"/>
                </a:lnTo>
                <a:lnTo>
                  <a:pt x="57226" y="1430705"/>
                </a:lnTo>
                <a:lnTo>
                  <a:pt x="47904" y="1432648"/>
                </a:lnTo>
                <a:close/>
              </a:path>
              <a:path w="770890" h="1724660">
                <a:moveTo>
                  <a:pt x="51777" y="1451292"/>
                </a:moveTo>
                <a:lnTo>
                  <a:pt x="49834" y="1441970"/>
                </a:lnTo>
                <a:lnTo>
                  <a:pt x="59169" y="1440027"/>
                </a:lnTo>
                <a:lnTo>
                  <a:pt x="61099" y="1449362"/>
                </a:lnTo>
                <a:lnTo>
                  <a:pt x="51777" y="1451292"/>
                </a:lnTo>
                <a:close/>
              </a:path>
              <a:path w="770890" h="1724660">
                <a:moveTo>
                  <a:pt x="56133" y="1469999"/>
                </a:moveTo>
                <a:lnTo>
                  <a:pt x="54317" y="1462481"/>
                </a:lnTo>
                <a:lnTo>
                  <a:pt x="53898" y="1460665"/>
                </a:lnTo>
                <a:lnTo>
                  <a:pt x="63182" y="1458556"/>
                </a:lnTo>
                <a:lnTo>
                  <a:pt x="65392" y="1467764"/>
                </a:lnTo>
                <a:lnTo>
                  <a:pt x="56133" y="1469999"/>
                </a:lnTo>
                <a:close/>
              </a:path>
              <a:path w="770890" h="1724660">
                <a:moveTo>
                  <a:pt x="61010" y="1488579"/>
                </a:moveTo>
                <a:lnTo>
                  <a:pt x="59448" y="1483004"/>
                </a:lnTo>
                <a:lnTo>
                  <a:pt x="58496" y="1479308"/>
                </a:lnTo>
                <a:lnTo>
                  <a:pt x="67716" y="1476921"/>
                </a:lnTo>
                <a:lnTo>
                  <a:pt x="68633" y="1480451"/>
                </a:lnTo>
                <a:lnTo>
                  <a:pt x="70180" y="1486027"/>
                </a:lnTo>
                <a:lnTo>
                  <a:pt x="61010" y="1488579"/>
                </a:lnTo>
                <a:close/>
              </a:path>
              <a:path w="770890" h="1724660">
                <a:moveTo>
                  <a:pt x="66522" y="1507007"/>
                </a:moveTo>
                <a:lnTo>
                  <a:pt x="65024" y="1502308"/>
                </a:lnTo>
                <a:lnTo>
                  <a:pt x="63677" y="1497812"/>
                </a:lnTo>
                <a:lnTo>
                  <a:pt x="72809" y="1495094"/>
                </a:lnTo>
                <a:lnTo>
                  <a:pt x="74120" y="1499489"/>
                </a:lnTo>
                <a:lnTo>
                  <a:pt x="75590" y="1504099"/>
                </a:lnTo>
                <a:lnTo>
                  <a:pt x="66522" y="1507007"/>
                </a:lnTo>
                <a:close/>
              </a:path>
              <a:path w="770890" h="1724660">
                <a:moveTo>
                  <a:pt x="72745" y="1525206"/>
                </a:moveTo>
                <a:lnTo>
                  <a:pt x="71043" y="1520520"/>
                </a:lnTo>
                <a:lnTo>
                  <a:pt x="69545" y="1516138"/>
                </a:lnTo>
                <a:lnTo>
                  <a:pt x="78549" y="1513052"/>
                </a:lnTo>
                <a:lnTo>
                  <a:pt x="79992" y="1517269"/>
                </a:lnTo>
                <a:lnTo>
                  <a:pt x="81686" y="1521955"/>
                </a:lnTo>
                <a:lnTo>
                  <a:pt x="72745" y="1525206"/>
                </a:lnTo>
                <a:close/>
              </a:path>
              <a:path w="770890" h="1724660">
                <a:moveTo>
                  <a:pt x="79730" y="1543138"/>
                </a:moveTo>
                <a:lnTo>
                  <a:pt x="77482" y="1537690"/>
                </a:lnTo>
                <a:lnTo>
                  <a:pt x="76136" y="1534210"/>
                </a:lnTo>
                <a:lnTo>
                  <a:pt x="85013" y="1530769"/>
                </a:lnTo>
                <a:lnTo>
                  <a:pt x="86299" y="1534071"/>
                </a:lnTo>
                <a:lnTo>
                  <a:pt x="88531" y="1539506"/>
                </a:lnTo>
                <a:lnTo>
                  <a:pt x="79730" y="1543138"/>
                </a:lnTo>
                <a:close/>
              </a:path>
              <a:path w="770890" h="1724660">
                <a:moveTo>
                  <a:pt x="87553" y="1560741"/>
                </a:moveTo>
                <a:lnTo>
                  <a:pt x="84353" y="1553857"/>
                </a:lnTo>
                <a:lnTo>
                  <a:pt x="83527" y="1551990"/>
                </a:lnTo>
                <a:lnTo>
                  <a:pt x="92252" y="1548168"/>
                </a:lnTo>
                <a:lnTo>
                  <a:pt x="93030" y="1549933"/>
                </a:lnTo>
                <a:lnTo>
                  <a:pt x="96189" y="1556727"/>
                </a:lnTo>
                <a:lnTo>
                  <a:pt x="87553" y="1560741"/>
                </a:lnTo>
                <a:close/>
              </a:path>
              <a:path w="770890" h="1724660">
                <a:moveTo>
                  <a:pt x="96354" y="1578000"/>
                </a:moveTo>
                <a:lnTo>
                  <a:pt x="95389" y="1576260"/>
                </a:lnTo>
                <a:lnTo>
                  <a:pt x="91846" y="1569478"/>
                </a:lnTo>
                <a:lnTo>
                  <a:pt x="100291" y="1565071"/>
                </a:lnTo>
                <a:lnTo>
                  <a:pt x="103737" y="1571663"/>
                </a:lnTo>
                <a:lnTo>
                  <a:pt x="104686" y="1573390"/>
                </a:lnTo>
                <a:lnTo>
                  <a:pt x="96354" y="1578000"/>
                </a:lnTo>
                <a:close/>
              </a:path>
              <a:path w="770890" h="1724660">
                <a:moveTo>
                  <a:pt x="106083" y="1594650"/>
                </a:moveTo>
                <a:lnTo>
                  <a:pt x="103225" y="1590039"/>
                </a:lnTo>
                <a:lnTo>
                  <a:pt x="101091" y="1586395"/>
                </a:lnTo>
                <a:lnTo>
                  <a:pt x="109321" y="1581581"/>
                </a:lnTo>
                <a:lnTo>
                  <a:pt x="111391" y="1585125"/>
                </a:lnTo>
                <a:lnTo>
                  <a:pt x="114185" y="1589633"/>
                </a:lnTo>
                <a:lnTo>
                  <a:pt x="106083" y="1594650"/>
                </a:lnTo>
                <a:close/>
              </a:path>
              <a:path w="770890" h="1724660">
                <a:moveTo>
                  <a:pt x="119288" y="1597534"/>
                </a:moveTo>
                <a:close/>
              </a:path>
              <a:path w="770890" h="1724660">
                <a:moveTo>
                  <a:pt x="119316" y="1597583"/>
                </a:moveTo>
                <a:close/>
              </a:path>
              <a:path w="770890" h="1724660">
                <a:moveTo>
                  <a:pt x="116916" y="1610753"/>
                </a:moveTo>
                <a:lnTo>
                  <a:pt x="115633" y="1609001"/>
                </a:lnTo>
                <a:lnTo>
                  <a:pt x="111315" y="1602752"/>
                </a:lnTo>
                <a:lnTo>
                  <a:pt x="119213" y="1597583"/>
                </a:lnTo>
                <a:lnTo>
                  <a:pt x="123404" y="1603489"/>
                </a:lnTo>
                <a:lnTo>
                  <a:pt x="124612" y="1605140"/>
                </a:lnTo>
                <a:lnTo>
                  <a:pt x="116916" y="1610753"/>
                </a:lnTo>
                <a:close/>
              </a:path>
              <a:path w="770890" h="1724660">
                <a:moveTo>
                  <a:pt x="128841" y="1626095"/>
                </a:moveTo>
                <a:lnTo>
                  <a:pt x="124332" y="1620570"/>
                </a:lnTo>
                <a:lnTo>
                  <a:pt x="122707" y="1618475"/>
                </a:lnTo>
                <a:lnTo>
                  <a:pt x="130251" y="1612658"/>
                </a:lnTo>
                <a:lnTo>
                  <a:pt x="131794" y="1614652"/>
                </a:lnTo>
                <a:lnTo>
                  <a:pt x="136010" y="1619834"/>
                </a:lnTo>
                <a:lnTo>
                  <a:pt x="128841" y="1626095"/>
                </a:lnTo>
                <a:close/>
              </a:path>
              <a:path w="770890" h="1724660">
                <a:moveTo>
                  <a:pt x="141795" y="1640395"/>
                </a:moveTo>
                <a:lnTo>
                  <a:pt x="137947" y="1636395"/>
                </a:lnTo>
                <a:lnTo>
                  <a:pt x="135191" y="1633359"/>
                </a:lnTo>
                <a:lnTo>
                  <a:pt x="142239" y="1626958"/>
                </a:lnTo>
                <a:lnTo>
                  <a:pt x="144915" y="1629892"/>
                </a:lnTo>
                <a:lnTo>
                  <a:pt x="148666" y="1633804"/>
                </a:lnTo>
                <a:lnTo>
                  <a:pt x="141795" y="1640395"/>
                </a:lnTo>
                <a:close/>
              </a:path>
              <a:path w="770890" h="1724660">
                <a:moveTo>
                  <a:pt x="155930" y="1653743"/>
                </a:moveTo>
                <a:lnTo>
                  <a:pt x="152209" y="1650453"/>
                </a:lnTo>
                <a:lnTo>
                  <a:pt x="148780" y="1647253"/>
                </a:lnTo>
                <a:lnTo>
                  <a:pt x="155282" y="1640293"/>
                </a:lnTo>
                <a:lnTo>
                  <a:pt x="158621" y="1643405"/>
                </a:lnTo>
                <a:lnTo>
                  <a:pt x="162242" y="1646605"/>
                </a:lnTo>
                <a:lnTo>
                  <a:pt x="155930" y="1653743"/>
                </a:lnTo>
                <a:close/>
              </a:path>
              <a:path w="770890" h="1724660">
                <a:moveTo>
                  <a:pt x="171170" y="1665884"/>
                </a:moveTo>
                <a:lnTo>
                  <a:pt x="167093" y="1662912"/>
                </a:lnTo>
                <a:lnTo>
                  <a:pt x="163436" y="1660016"/>
                </a:lnTo>
                <a:lnTo>
                  <a:pt x="169341" y="1652549"/>
                </a:lnTo>
                <a:lnTo>
                  <a:pt x="172715" y="1655216"/>
                </a:lnTo>
                <a:lnTo>
                  <a:pt x="176783" y="1658188"/>
                </a:lnTo>
                <a:lnTo>
                  <a:pt x="171170" y="1665884"/>
                </a:lnTo>
                <a:close/>
              </a:path>
              <a:path w="770890" h="1724660">
                <a:moveTo>
                  <a:pt x="187121" y="1676742"/>
                </a:moveTo>
                <a:lnTo>
                  <a:pt x="179133" y="1671548"/>
                </a:lnTo>
                <a:lnTo>
                  <a:pt x="184340" y="1663560"/>
                </a:lnTo>
                <a:lnTo>
                  <a:pt x="192316" y="1668767"/>
                </a:lnTo>
                <a:lnTo>
                  <a:pt x="187121" y="1676742"/>
                </a:lnTo>
                <a:close/>
              </a:path>
              <a:path w="770890" h="1724660">
                <a:moveTo>
                  <a:pt x="204139" y="1686293"/>
                </a:moveTo>
                <a:lnTo>
                  <a:pt x="198005" y="1683118"/>
                </a:lnTo>
                <a:lnTo>
                  <a:pt x="195541" y="1681683"/>
                </a:lnTo>
                <a:lnTo>
                  <a:pt x="200329" y="1673453"/>
                </a:lnTo>
                <a:lnTo>
                  <a:pt x="202595" y="1674761"/>
                </a:lnTo>
                <a:lnTo>
                  <a:pt x="208521" y="1677835"/>
                </a:lnTo>
                <a:lnTo>
                  <a:pt x="204139" y="1686293"/>
                </a:lnTo>
                <a:close/>
              </a:path>
              <a:path w="770890" h="1724660">
                <a:moveTo>
                  <a:pt x="221767" y="1694573"/>
                </a:moveTo>
                <a:lnTo>
                  <a:pt x="219811" y="1693786"/>
                </a:lnTo>
                <a:lnTo>
                  <a:pt x="212877" y="1690598"/>
                </a:lnTo>
                <a:lnTo>
                  <a:pt x="216865" y="1681949"/>
                </a:lnTo>
                <a:lnTo>
                  <a:pt x="223596" y="1685048"/>
                </a:lnTo>
                <a:lnTo>
                  <a:pt x="225361" y="1685759"/>
                </a:lnTo>
                <a:lnTo>
                  <a:pt x="221767" y="1694573"/>
                </a:lnTo>
                <a:close/>
              </a:path>
              <a:path w="770890" h="1724660">
                <a:moveTo>
                  <a:pt x="234226" y="1689379"/>
                </a:moveTo>
                <a:close/>
              </a:path>
              <a:path w="770890" h="1724660">
                <a:moveTo>
                  <a:pt x="239725" y="1701482"/>
                </a:moveTo>
                <a:lnTo>
                  <a:pt x="230581" y="1698180"/>
                </a:lnTo>
                <a:lnTo>
                  <a:pt x="234177" y="1689379"/>
                </a:lnTo>
                <a:lnTo>
                  <a:pt x="242963" y="1692516"/>
                </a:lnTo>
                <a:lnTo>
                  <a:pt x="239725" y="1701482"/>
                </a:lnTo>
                <a:close/>
              </a:path>
              <a:path w="770890" h="1724660">
                <a:moveTo>
                  <a:pt x="258241" y="1707248"/>
                </a:moveTo>
                <a:lnTo>
                  <a:pt x="253098" y="1705813"/>
                </a:lnTo>
                <a:lnTo>
                  <a:pt x="248958" y="1704505"/>
                </a:lnTo>
                <a:lnTo>
                  <a:pt x="251840" y="1695424"/>
                </a:lnTo>
                <a:lnTo>
                  <a:pt x="255657" y="1696643"/>
                </a:lnTo>
                <a:lnTo>
                  <a:pt x="260807" y="1698078"/>
                </a:lnTo>
                <a:lnTo>
                  <a:pt x="258241" y="1707248"/>
                </a:lnTo>
                <a:close/>
              </a:path>
              <a:path w="770890" h="1724660">
                <a:moveTo>
                  <a:pt x="276999" y="1711985"/>
                </a:moveTo>
                <a:lnTo>
                  <a:pt x="275666" y="1711706"/>
                </a:lnTo>
                <a:lnTo>
                  <a:pt x="267601" y="1709737"/>
                </a:lnTo>
                <a:lnTo>
                  <a:pt x="269862" y="1700491"/>
                </a:lnTo>
                <a:lnTo>
                  <a:pt x="277787" y="1702422"/>
                </a:lnTo>
                <a:lnTo>
                  <a:pt x="278980" y="1702676"/>
                </a:lnTo>
                <a:lnTo>
                  <a:pt x="276999" y="1711985"/>
                </a:lnTo>
                <a:close/>
              </a:path>
              <a:path w="770890" h="1724660">
                <a:moveTo>
                  <a:pt x="295808" y="1715744"/>
                </a:moveTo>
                <a:lnTo>
                  <a:pt x="287019" y="1714119"/>
                </a:lnTo>
                <a:lnTo>
                  <a:pt x="286321" y="1713966"/>
                </a:lnTo>
                <a:lnTo>
                  <a:pt x="288302" y="1704657"/>
                </a:lnTo>
                <a:lnTo>
                  <a:pt x="297535" y="1706372"/>
                </a:lnTo>
                <a:lnTo>
                  <a:pt x="295808" y="1715744"/>
                </a:lnTo>
                <a:close/>
              </a:path>
              <a:path w="770890" h="1724660">
                <a:moveTo>
                  <a:pt x="314832" y="1718741"/>
                </a:moveTo>
                <a:lnTo>
                  <a:pt x="309727" y="1718030"/>
                </a:lnTo>
                <a:lnTo>
                  <a:pt x="305307" y="1717332"/>
                </a:lnTo>
                <a:lnTo>
                  <a:pt x="306819" y="1707921"/>
                </a:lnTo>
                <a:lnTo>
                  <a:pt x="311137" y="1708619"/>
                </a:lnTo>
                <a:lnTo>
                  <a:pt x="316141" y="1709305"/>
                </a:lnTo>
                <a:lnTo>
                  <a:pt x="314832" y="1718741"/>
                </a:lnTo>
                <a:close/>
              </a:path>
              <a:path w="770890" h="1724660">
                <a:moveTo>
                  <a:pt x="311230" y="1708619"/>
                </a:moveTo>
                <a:lnTo>
                  <a:pt x="311048" y="1708594"/>
                </a:lnTo>
                <a:lnTo>
                  <a:pt x="311230" y="1708619"/>
                </a:lnTo>
                <a:close/>
              </a:path>
              <a:path w="770890" h="1724660">
                <a:moveTo>
                  <a:pt x="333882" y="1721129"/>
                </a:moveTo>
                <a:lnTo>
                  <a:pt x="332371" y="1720977"/>
                </a:lnTo>
                <a:lnTo>
                  <a:pt x="324357" y="1720011"/>
                </a:lnTo>
                <a:lnTo>
                  <a:pt x="325500" y="1710550"/>
                </a:lnTo>
                <a:lnTo>
                  <a:pt x="333451" y="1711515"/>
                </a:lnTo>
                <a:lnTo>
                  <a:pt x="334886" y="1711667"/>
                </a:lnTo>
                <a:lnTo>
                  <a:pt x="333882" y="1721129"/>
                </a:lnTo>
                <a:close/>
              </a:path>
              <a:path w="770890" h="1724660">
                <a:moveTo>
                  <a:pt x="352920" y="1722996"/>
                </a:moveTo>
                <a:lnTo>
                  <a:pt x="343636" y="1722170"/>
                </a:lnTo>
                <a:lnTo>
                  <a:pt x="343357" y="1722132"/>
                </a:lnTo>
                <a:lnTo>
                  <a:pt x="344360" y="1712671"/>
                </a:lnTo>
                <a:lnTo>
                  <a:pt x="353771" y="1713509"/>
                </a:lnTo>
                <a:lnTo>
                  <a:pt x="352920" y="1722996"/>
                </a:lnTo>
                <a:close/>
              </a:path>
              <a:path w="770890" h="1724660">
                <a:moveTo>
                  <a:pt x="372275" y="1724494"/>
                </a:moveTo>
                <a:lnTo>
                  <a:pt x="371551" y="1724482"/>
                </a:lnTo>
                <a:lnTo>
                  <a:pt x="365836" y="1724152"/>
                </a:lnTo>
                <a:lnTo>
                  <a:pt x="362407" y="1723834"/>
                </a:lnTo>
                <a:lnTo>
                  <a:pt x="363258" y="1714347"/>
                </a:lnTo>
                <a:lnTo>
                  <a:pt x="366674" y="1714652"/>
                </a:lnTo>
                <a:lnTo>
                  <a:pt x="366534" y="1714652"/>
                </a:lnTo>
                <a:lnTo>
                  <a:pt x="372097" y="1714969"/>
                </a:lnTo>
                <a:lnTo>
                  <a:pt x="372402" y="1714969"/>
                </a:lnTo>
                <a:lnTo>
                  <a:pt x="372275" y="1724494"/>
                </a:lnTo>
                <a:close/>
              </a:path>
              <a:path w="770890" h="1724660">
                <a:moveTo>
                  <a:pt x="390902" y="1714525"/>
                </a:moveTo>
                <a:lnTo>
                  <a:pt x="388721" y="1714525"/>
                </a:lnTo>
                <a:lnTo>
                  <a:pt x="388886" y="1714512"/>
                </a:lnTo>
                <a:lnTo>
                  <a:pt x="390880" y="1714309"/>
                </a:lnTo>
                <a:lnTo>
                  <a:pt x="390902" y="1714525"/>
                </a:lnTo>
                <a:close/>
              </a:path>
              <a:path w="770890" h="1724660">
                <a:moveTo>
                  <a:pt x="388778" y="1714519"/>
                </a:moveTo>
                <a:close/>
              </a:path>
              <a:path w="770890" h="1724660">
                <a:moveTo>
                  <a:pt x="381990" y="1724456"/>
                </a:moveTo>
                <a:lnTo>
                  <a:pt x="381736" y="1714931"/>
                </a:lnTo>
                <a:lnTo>
                  <a:pt x="383171" y="1714893"/>
                </a:lnTo>
                <a:lnTo>
                  <a:pt x="382993" y="1714893"/>
                </a:lnTo>
                <a:lnTo>
                  <a:pt x="388778" y="1714519"/>
                </a:lnTo>
                <a:lnTo>
                  <a:pt x="390902" y="1714525"/>
                </a:lnTo>
                <a:lnTo>
                  <a:pt x="391833" y="1723783"/>
                </a:lnTo>
                <a:lnTo>
                  <a:pt x="389674" y="1724012"/>
                </a:lnTo>
                <a:lnTo>
                  <a:pt x="383603" y="1724406"/>
                </a:lnTo>
                <a:lnTo>
                  <a:pt x="381990" y="1724456"/>
                </a:lnTo>
                <a:close/>
              </a:path>
              <a:path w="770890" h="1724660">
                <a:moveTo>
                  <a:pt x="409387" y="1712137"/>
                </a:moveTo>
                <a:lnTo>
                  <a:pt x="406590" y="1712137"/>
                </a:lnTo>
                <a:lnTo>
                  <a:pt x="409282" y="1711604"/>
                </a:lnTo>
                <a:lnTo>
                  <a:pt x="409387" y="1712137"/>
                </a:lnTo>
                <a:close/>
              </a:path>
              <a:path w="770890" h="1724660">
                <a:moveTo>
                  <a:pt x="409583" y="1713141"/>
                </a:moveTo>
                <a:lnTo>
                  <a:pt x="400519" y="1713141"/>
                </a:lnTo>
                <a:lnTo>
                  <a:pt x="406717" y="1712112"/>
                </a:lnTo>
                <a:lnTo>
                  <a:pt x="409387" y="1712137"/>
                </a:lnTo>
                <a:lnTo>
                  <a:pt x="409583" y="1713141"/>
                </a:lnTo>
                <a:close/>
              </a:path>
              <a:path w="770890" h="1724660">
                <a:moveTo>
                  <a:pt x="401447" y="1722627"/>
                </a:moveTo>
                <a:lnTo>
                  <a:pt x="400176" y="1713191"/>
                </a:lnTo>
                <a:lnTo>
                  <a:pt x="400672" y="1713115"/>
                </a:lnTo>
                <a:lnTo>
                  <a:pt x="400519" y="1713141"/>
                </a:lnTo>
                <a:lnTo>
                  <a:pt x="409583" y="1713141"/>
                </a:lnTo>
                <a:lnTo>
                  <a:pt x="411111" y="1720951"/>
                </a:lnTo>
                <a:lnTo>
                  <a:pt x="408419" y="1721485"/>
                </a:lnTo>
                <a:lnTo>
                  <a:pt x="402081" y="1722539"/>
                </a:lnTo>
                <a:lnTo>
                  <a:pt x="401447" y="1722627"/>
                </a:lnTo>
                <a:close/>
              </a:path>
              <a:path w="770890" h="1724660">
                <a:moveTo>
                  <a:pt x="427646" y="1707946"/>
                </a:moveTo>
                <a:lnTo>
                  <a:pt x="425335" y="1707946"/>
                </a:lnTo>
                <a:lnTo>
                  <a:pt x="427481" y="1707349"/>
                </a:lnTo>
                <a:lnTo>
                  <a:pt x="427646" y="1707946"/>
                </a:lnTo>
                <a:close/>
              </a:path>
              <a:path w="770890" h="1724660">
                <a:moveTo>
                  <a:pt x="428083" y="1709534"/>
                </a:moveTo>
                <a:lnTo>
                  <a:pt x="418998" y="1709534"/>
                </a:lnTo>
                <a:lnTo>
                  <a:pt x="425450" y="1707908"/>
                </a:lnTo>
                <a:lnTo>
                  <a:pt x="427646" y="1707946"/>
                </a:lnTo>
                <a:lnTo>
                  <a:pt x="428083" y="1709534"/>
                </a:lnTo>
                <a:close/>
              </a:path>
              <a:path w="770890" h="1724660">
                <a:moveTo>
                  <a:pt x="419006" y="1709532"/>
                </a:moveTo>
                <a:close/>
              </a:path>
              <a:path w="770890" h="1724660">
                <a:moveTo>
                  <a:pt x="420560" y="1718945"/>
                </a:moveTo>
                <a:lnTo>
                  <a:pt x="418477" y="1709648"/>
                </a:lnTo>
                <a:lnTo>
                  <a:pt x="419006" y="1709532"/>
                </a:lnTo>
                <a:lnTo>
                  <a:pt x="428083" y="1709534"/>
                </a:lnTo>
                <a:lnTo>
                  <a:pt x="430009" y="1716532"/>
                </a:lnTo>
                <a:lnTo>
                  <a:pt x="427875" y="1717128"/>
                </a:lnTo>
                <a:lnTo>
                  <a:pt x="420560" y="1718945"/>
                </a:lnTo>
                <a:close/>
              </a:path>
              <a:path w="770890" h="1724660">
                <a:moveTo>
                  <a:pt x="439267" y="1713864"/>
                </a:moveTo>
                <a:lnTo>
                  <a:pt x="436524" y="1704746"/>
                </a:lnTo>
                <a:lnTo>
                  <a:pt x="438353" y="1704200"/>
                </a:lnTo>
                <a:lnTo>
                  <a:pt x="445452" y="1701838"/>
                </a:lnTo>
                <a:lnTo>
                  <a:pt x="448449" y="1710880"/>
                </a:lnTo>
                <a:lnTo>
                  <a:pt x="441223" y="1713280"/>
                </a:lnTo>
                <a:lnTo>
                  <a:pt x="439267" y="1713864"/>
                </a:lnTo>
                <a:close/>
              </a:path>
              <a:path w="770890" h="1724660">
                <a:moveTo>
                  <a:pt x="438213" y="1704238"/>
                </a:moveTo>
                <a:lnTo>
                  <a:pt x="438353" y="1704200"/>
                </a:lnTo>
                <a:lnTo>
                  <a:pt x="438213" y="1704238"/>
                </a:lnTo>
                <a:close/>
              </a:path>
              <a:path w="770890" h="1724660">
                <a:moveTo>
                  <a:pt x="457619" y="1707705"/>
                </a:moveTo>
                <a:lnTo>
                  <a:pt x="454291" y="1698790"/>
                </a:lnTo>
                <a:lnTo>
                  <a:pt x="463219" y="1695462"/>
                </a:lnTo>
                <a:lnTo>
                  <a:pt x="466547" y="1704378"/>
                </a:lnTo>
                <a:lnTo>
                  <a:pt x="457619" y="1707705"/>
                </a:lnTo>
                <a:close/>
              </a:path>
              <a:path w="770890" h="1724660">
                <a:moveTo>
                  <a:pt x="475526" y="1700784"/>
                </a:moveTo>
                <a:lnTo>
                  <a:pt x="471919" y="1691957"/>
                </a:lnTo>
                <a:lnTo>
                  <a:pt x="478713" y="1689188"/>
                </a:lnTo>
                <a:lnTo>
                  <a:pt x="480593" y="1688350"/>
                </a:lnTo>
                <a:lnTo>
                  <a:pt x="484428" y="1697062"/>
                </a:lnTo>
                <a:lnTo>
                  <a:pt x="482434" y="1697951"/>
                </a:lnTo>
                <a:lnTo>
                  <a:pt x="475526" y="1700784"/>
                </a:lnTo>
                <a:close/>
              </a:path>
              <a:path w="770890" h="1724660">
                <a:moveTo>
                  <a:pt x="478586" y="1689239"/>
                </a:moveTo>
                <a:close/>
              </a:path>
              <a:path w="770890" h="1724660">
                <a:moveTo>
                  <a:pt x="493153" y="1693227"/>
                </a:moveTo>
                <a:lnTo>
                  <a:pt x="489305" y="1684502"/>
                </a:lnTo>
                <a:lnTo>
                  <a:pt x="492544" y="1683080"/>
                </a:lnTo>
                <a:lnTo>
                  <a:pt x="497852" y="1680578"/>
                </a:lnTo>
                <a:lnTo>
                  <a:pt x="501903" y="1689201"/>
                </a:lnTo>
                <a:lnTo>
                  <a:pt x="496493" y="1691741"/>
                </a:lnTo>
                <a:lnTo>
                  <a:pt x="493153" y="1693227"/>
                </a:lnTo>
                <a:close/>
              </a:path>
              <a:path w="770890" h="1724660">
                <a:moveTo>
                  <a:pt x="492442" y="1683118"/>
                </a:moveTo>
                <a:close/>
              </a:path>
              <a:path w="770890" h="1724660">
                <a:moveTo>
                  <a:pt x="510527" y="1685137"/>
                </a:moveTo>
                <a:lnTo>
                  <a:pt x="506469" y="1676539"/>
                </a:lnTo>
                <a:lnTo>
                  <a:pt x="514908" y="1672323"/>
                </a:lnTo>
                <a:lnTo>
                  <a:pt x="519150" y="1680857"/>
                </a:lnTo>
                <a:lnTo>
                  <a:pt x="510527" y="1685137"/>
                </a:lnTo>
                <a:close/>
              </a:path>
              <a:path w="770890" h="1724660">
                <a:moveTo>
                  <a:pt x="506425" y="1676539"/>
                </a:moveTo>
                <a:close/>
              </a:path>
              <a:path w="770890" h="1724660">
                <a:moveTo>
                  <a:pt x="527723" y="1676527"/>
                </a:moveTo>
                <a:lnTo>
                  <a:pt x="523328" y="1668081"/>
                </a:lnTo>
                <a:lnTo>
                  <a:pt x="531774" y="1663674"/>
                </a:lnTo>
                <a:lnTo>
                  <a:pt x="536181" y="1672132"/>
                </a:lnTo>
                <a:lnTo>
                  <a:pt x="527723" y="1676527"/>
                </a:lnTo>
                <a:close/>
              </a:path>
              <a:path w="770890" h="1724660">
                <a:moveTo>
                  <a:pt x="544652" y="1667598"/>
                </a:moveTo>
                <a:lnTo>
                  <a:pt x="540105" y="1659229"/>
                </a:lnTo>
                <a:lnTo>
                  <a:pt x="548487" y="1654683"/>
                </a:lnTo>
                <a:lnTo>
                  <a:pt x="553021" y="1663064"/>
                </a:lnTo>
                <a:lnTo>
                  <a:pt x="544652" y="1667598"/>
                </a:lnTo>
                <a:close/>
              </a:path>
              <a:path w="770890" h="1724660">
                <a:moveTo>
                  <a:pt x="561390" y="1658378"/>
                </a:moveTo>
                <a:lnTo>
                  <a:pt x="556742" y="1650072"/>
                </a:lnTo>
                <a:lnTo>
                  <a:pt x="562940" y="1646593"/>
                </a:lnTo>
                <a:lnTo>
                  <a:pt x="564984" y="1645412"/>
                </a:lnTo>
                <a:lnTo>
                  <a:pt x="569734" y="1653666"/>
                </a:lnTo>
                <a:lnTo>
                  <a:pt x="567651" y="1654873"/>
                </a:lnTo>
                <a:lnTo>
                  <a:pt x="561390" y="1658378"/>
                </a:lnTo>
                <a:close/>
              </a:path>
              <a:path w="770890" h="1724660">
                <a:moveTo>
                  <a:pt x="562889" y="1646618"/>
                </a:moveTo>
                <a:close/>
              </a:path>
              <a:path w="770890" h="1724660">
                <a:moveTo>
                  <a:pt x="582963" y="1638515"/>
                </a:moveTo>
                <a:lnTo>
                  <a:pt x="576935" y="1638515"/>
                </a:lnTo>
                <a:lnTo>
                  <a:pt x="581380" y="1635861"/>
                </a:lnTo>
                <a:lnTo>
                  <a:pt x="582963" y="1638515"/>
                </a:lnTo>
                <a:close/>
              </a:path>
              <a:path w="770890" h="1724660">
                <a:moveTo>
                  <a:pt x="577989" y="1648904"/>
                </a:moveTo>
                <a:lnTo>
                  <a:pt x="573227" y="1640649"/>
                </a:lnTo>
                <a:lnTo>
                  <a:pt x="576999" y="1638477"/>
                </a:lnTo>
                <a:lnTo>
                  <a:pt x="582963" y="1638515"/>
                </a:lnTo>
                <a:lnTo>
                  <a:pt x="586257" y="1644040"/>
                </a:lnTo>
                <a:lnTo>
                  <a:pt x="581825" y="1646694"/>
                </a:lnTo>
                <a:lnTo>
                  <a:pt x="577989" y="1648904"/>
                </a:lnTo>
                <a:close/>
              </a:path>
              <a:path w="770890" h="1724660">
                <a:moveTo>
                  <a:pt x="594436" y="1639150"/>
                </a:moveTo>
                <a:lnTo>
                  <a:pt x="589546" y="1630972"/>
                </a:lnTo>
                <a:lnTo>
                  <a:pt x="597725" y="1626095"/>
                </a:lnTo>
                <a:lnTo>
                  <a:pt x="602614" y="1634261"/>
                </a:lnTo>
                <a:lnTo>
                  <a:pt x="594436" y="1639150"/>
                </a:lnTo>
                <a:close/>
              </a:path>
              <a:path w="770890" h="1724660">
                <a:moveTo>
                  <a:pt x="610844" y="1629321"/>
                </a:moveTo>
                <a:lnTo>
                  <a:pt x="605828" y="1621218"/>
                </a:lnTo>
                <a:lnTo>
                  <a:pt x="613930" y="1616214"/>
                </a:lnTo>
                <a:lnTo>
                  <a:pt x="618947" y="1624304"/>
                </a:lnTo>
                <a:lnTo>
                  <a:pt x="610844" y="1629321"/>
                </a:lnTo>
                <a:close/>
              </a:path>
              <a:path w="770890" h="1724660">
                <a:moveTo>
                  <a:pt x="627037" y="1619300"/>
                </a:moveTo>
                <a:lnTo>
                  <a:pt x="622033" y="1611198"/>
                </a:lnTo>
                <a:lnTo>
                  <a:pt x="630123" y="1606181"/>
                </a:lnTo>
                <a:lnTo>
                  <a:pt x="635139" y="1614284"/>
                </a:lnTo>
                <a:lnTo>
                  <a:pt x="627037" y="1619300"/>
                </a:lnTo>
                <a:close/>
              </a:path>
              <a:path w="770890" h="1724660">
                <a:moveTo>
                  <a:pt x="643242" y="1609178"/>
                </a:moveTo>
                <a:lnTo>
                  <a:pt x="638136" y="1601139"/>
                </a:lnTo>
                <a:lnTo>
                  <a:pt x="646188" y="1596034"/>
                </a:lnTo>
                <a:lnTo>
                  <a:pt x="651281" y="1604073"/>
                </a:lnTo>
                <a:lnTo>
                  <a:pt x="643242" y="1609178"/>
                </a:lnTo>
                <a:close/>
              </a:path>
              <a:path w="770890" h="1724660">
                <a:moveTo>
                  <a:pt x="659333" y="1598980"/>
                </a:moveTo>
                <a:lnTo>
                  <a:pt x="654227" y="1590928"/>
                </a:lnTo>
                <a:lnTo>
                  <a:pt x="662279" y="1585836"/>
                </a:lnTo>
                <a:lnTo>
                  <a:pt x="667372" y="1593875"/>
                </a:lnTo>
                <a:lnTo>
                  <a:pt x="659333" y="1598980"/>
                </a:lnTo>
                <a:close/>
              </a:path>
              <a:path w="770890" h="1724660">
                <a:moveTo>
                  <a:pt x="675424" y="1588770"/>
                </a:moveTo>
                <a:lnTo>
                  <a:pt x="670318" y="1580730"/>
                </a:lnTo>
                <a:lnTo>
                  <a:pt x="678357" y="1575625"/>
                </a:lnTo>
                <a:lnTo>
                  <a:pt x="683463" y="1583677"/>
                </a:lnTo>
                <a:lnTo>
                  <a:pt x="675424" y="1588770"/>
                </a:lnTo>
                <a:close/>
              </a:path>
              <a:path w="770890" h="1724660">
                <a:moveTo>
                  <a:pt x="691502" y="1578584"/>
                </a:moveTo>
                <a:lnTo>
                  <a:pt x="686422" y="1570532"/>
                </a:lnTo>
                <a:lnTo>
                  <a:pt x="694474" y="1565452"/>
                </a:lnTo>
                <a:lnTo>
                  <a:pt x="699554" y="1573504"/>
                </a:lnTo>
                <a:lnTo>
                  <a:pt x="691502" y="1578584"/>
                </a:lnTo>
                <a:close/>
              </a:path>
              <a:path w="770890" h="1724660">
                <a:moveTo>
                  <a:pt x="707618" y="1568411"/>
                </a:moveTo>
                <a:lnTo>
                  <a:pt x="702525" y="1560360"/>
                </a:lnTo>
                <a:lnTo>
                  <a:pt x="706259" y="1558010"/>
                </a:lnTo>
                <a:lnTo>
                  <a:pt x="710666" y="1555305"/>
                </a:lnTo>
                <a:lnTo>
                  <a:pt x="715644" y="1563420"/>
                </a:lnTo>
                <a:lnTo>
                  <a:pt x="711279" y="1566100"/>
                </a:lnTo>
                <a:lnTo>
                  <a:pt x="707618" y="1568411"/>
                </a:lnTo>
                <a:close/>
              </a:path>
              <a:path w="770890" h="1724660">
                <a:moveTo>
                  <a:pt x="711288" y="1566100"/>
                </a:moveTo>
                <a:close/>
              </a:path>
              <a:path w="770890" h="1724660">
                <a:moveTo>
                  <a:pt x="723760" y="1558429"/>
                </a:moveTo>
                <a:lnTo>
                  <a:pt x="718781" y="1550314"/>
                </a:lnTo>
                <a:lnTo>
                  <a:pt x="726897" y="1545336"/>
                </a:lnTo>
                <a:lnTo>
                  <a:pt x="731888" y="1553451"/>
                </a:lnTo>
                <a:lnTo>
                  <a:pt x="723760" y="1558429"/>
                </a:lnTo>
                <a:close/>
              </a:path>
              <a:path w="770890" h="1724660">
                <a:moveTo>
                  <a:pt x="740003" y="1548625"/>
                </a:moveTo>
                <a:lnTo>
                  <a:pt x="735152" y="1540433"/>
                </a:lnTo>
                <a:lnTo>
                  <a:pt x="737730" y="1538909"/>
                </a:lnTo>
                <a:lnTo>
                  <a:pt x="743483" y="1535633"/>
                </a:lnTo>
                <a:lnTo>
                  <a:pt x="748195" y="1543913"/>
                </a:lnTo>
                <a:lnTo>
                  <a:pt x="742517" y="1547139"/>
                </a:lnTo>
                <a:lnTo>
                  <a:pt x="740003" y="1548625"/>
                </a:lnTo>
                <a:close/>
              </a:path>
              <a:path w="770890" h="1724660">
                <a:moveTo>
                  <a:pt x="742517" y="1547139"/>
                </a:moveTo>
                <a:close/>
              </a:path>
              <a:path w="770890" h="1724660">
                <a:moveTo>
                  <a:pt x="756437" y="1539354"/>
                </a:moveTo>
                <a:lnTo>
                  <a:pt x="751903" y="1530972"/>
                </a:lnTo>
                <a:lnTo>
                  <a:pt x="755967" y="1528775"/>
                </a:lnTo>
                <a:lnTo>
                  <a:pt x="760476" y="1526501"/>
                </a:lnTo>
                <a:lnTo>
                  <a:pt x="764755" y="1535010"/>
                </a:lnTo>
                <a:lnTo>
                  <a:pt x="760371" y="1537220"/>
                </a:lnTo>
                <a:lnTo>
                  <a:pt x="756437" y="1539354"/>
                </a:lnTo>
                <a:close/>
              </a:path>
              <a:path w="770890" h="1724660">
                <a:moveTo>
                  <a:pt x="760374" y="1537220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9020606" y="2986011"/>
            <a:ext cx="504190" cy="1220470"/>
          </a:xfrm>
          <a:custGeom>
            <a:avLst/>
            <a:gdLst/>
            <a:ahLst/>
            <a:cxnLst/>
            <a:rect l="l" t="t" r="r" b="b"/>
            <a:pathLst>
              <a:path w="504190" h="1220470">
                <a:moveTo>
                  <a:pt x="8682" y="65811"/>
                </a:moveTo>
                <a:lnTo>
                  <a:pt x="6680" y="65811"/>
                </a:lnTo>
                <a:lnTo>
                  <a:pt x="6908" y="65709"/>
                </a:lnTo>
                <a:lnTo>
                  <a:pt x="8318" y="65036"/>
                </a:lnTo>
                <a:lnTo>
                  <a:pt x="8682" y="65811"/>
                </a:lnTo>
                <a:close/>
              </a:path>
              <a:path w="504190" h="1220470">
                <a:moveTo>
                  <a:pt x="6806" y="65751"/>
                </a:moveTo>
                <a:close/>
              </a:path>
              <a:path w="504190" h="1220470">
                <a:moveTo>
                  <a:pt x="9362" y="67259"/>
                </a:moveTo>
                <a:lnTo>
                  <a:pt x="3124" y="67259"/>
                </a:lnTo>
                <a:lnTo>
                  <a:pt x="3454" y="67132"/>
                </a:lnTo>
                <a:lnTo>
                  <a:pt x="6806" y="65751"/>
                </a:lnTo>
                <a:lnTo>
                  <a:pt x="8682" y="65811"/>
                </a:lnTo>
                <a:lnTo>
                  <a:pt x="9362" y="67259"/>
                </a:lnTo>
                <a:close/>
              </a:path>
              <a:path w="504190" h="1220470">
                <a:moveTo>
                  <a:pt x="3359" y="67163"/>
                </a:moveTo>
                <a:close/>
              </a:path>
              <a:path w="504190" h="1220470">
                <a:moveTo>
                  <a:pt x="2946" y="77317"/>
                </a:moveTo>
                <a:lnTo>
                  <a:pt x="0" y="68249"/>
                </a:lnTo>
                <a:lnTo>
                  <a:pt x="3359" y="67163"/>
                </a:lnTo>
                <a:lnTo>
                  <a:pt x="3124" y="67259"/>
                </a:lnTo>
                <a:lnTo>
                  <a:pt x="9362" y="67259"/>
                </a:lnTo>
                <a:lnTo>
                  <a:pt x="12369" y="73659"/>
                </a:lnTo>
                <a:lnTo>
                  <a:pt x="10731" y="74434"/>
                </a:lnTo>
                <a:lnTo>
                  <a:pt x="6388" y="76199"/>
                </a:lnTo>
                <a:lnTo>
                  <a:pt x="2946" y="77317"/>
                </a:lnTo>
                <a:close/>
              </a:path>
              <a:path w="504190" h="1220470">
                <a:moveTo>
                  <a:pt x="24724" y="56286"/>
                </a:moveTo>
                <a:close/>
              </a:path>
              <a:path w="504190" h="1220470">
                <a:moveTo>
                  <a:pt x="24549" y="56337"/>
                </a:moveTo>
                <a:close/>
              </a:path>
              <a:path w="504190" h="1220470">
                <a:moveTo>
                  <a:pt x="21158" y="69164"/>
                </a:moveTo>
                <a:lnTo>
                  <a:pt x="16497" y="60858"/>
                </a:lnTo>
                <a:lnTo>
                  <a:pt x="24650" y="56286"/>
                </a:lnTo>
                <a:lnTo>
                  <a:pt x="29552" y="64439"/>
                </a:lnTo>
                <a:lnTo>
                  <a:pt x="29311" y="64592"/>
                </a:lnTo>
                <a:lnTo>
                  <a:pt x="21158" y="69164"/>
                </a:lnTo>
                <a:close/>
              </a:path>
              <a:path w="504190" h="1220470">
                <a:moveTo>
                  <a:pt x="37744" y="59588"/>
                </a:moveTo>
                <a:lnTo>
                  <a:pt x="32893" y="51396"/>
                </a:lnTo>
                <a:lnTo>
                  <a:pt x="41097" y="46545"/>
                </a:lnTo>
                <a:lnTo>
                  <a:pt x="45935" y="54749"/>
                </a:lnTo>
                <a:lnTo>
                  <a:pt x="40208" y="58127"/>
                </a:lnTo>
                <a:lnTo>
                  <a:pt x="37744" y="59588"/>
                </a:lnTo>
                <a:close/>
              </a:path>
              <a:path w="504190" h="1220470">
                <a:moveTo>
                  <a:pt x="54140" y="49910"/>
                </a:moveTo>
                <a:lnTo>
                  <a:pt x="49301" y="41706"/>
                </a:lnTo>
                <a:lnTo>
                  <a:pt x="57505" y="36868"/>
                </a:lnTo>
                <a:lnTo>
                  <a:pt x="62344" y="45072"/>
                </a:lnTo>
                <a:lnTo>
                  <a:pt x="54140" y="49910"/>
                </a:lnTo>
                <a:close/>
              </a:path>
              <a:path w="504190" h="1220470">
                <a:moveTo>
                  <a:pt x="70535" y="40474"/>
                </a:moveTo>
                <a:lnTo>
                  <a:pt x="65925" y="32130"/>
                </a:lnTo>
                <a:lnTo>
                  <a:pt x="73380" y="28028"/>
                </a:lnTo>
                <a:lnTo>
                  <a:pt x="74383" y="27495"/>
                </a:lnTo>
                <a:lnTo>
                  <a:pt x="78778" y="35953"/>
                </a:lnTo>
                <a:lnTo>
                  <a:pt x="77784" y="36474"/>
                </a:lnTo>
                <a:lnTo>
                  <a:pt x="70535" y="40474"/>
                </a:lnTo>
                <a:close/>
              </a:path>
              <a:path w="504190" h="1220470">
                <a:moveTo>
                  <a:pt x="77784" y="36474"/>
                </a:moveTo>
                <a:close/>
              </a:path>
              <a:path w="504190" h="1220470">
                <a:moveTo>
                  <a:pt x="87172" y="31661"/>
                </a:moveTo>
                <a:lnTo>
                  <a:pt x="82956" y="23113"/>
                </a:lnTo>
                <a:lnTo>
                  <a:pt x="87579" y="20840"/>
                </a:lnTo>
                <a:lnTo>
                  <a:pt x="91643" y="18948"/>
                </a:lnTo>
                <a:lnTo>
                  <a:pt x="95656" y="27584"/>
                </a:lnTo>
                <a:lnTo>
                  <a:pt x="91578" y="29476"/>
                </a:lnTo>
                <a:lnTo>
                  <a:pt x="87172" y="31661"/>
                </a:lnTo>
                <a:close/>
              </a:path>
              <a:path w="504190" h="1220470">
                <a:moveTo>
                  <a:pt x="91579" y="29476"/>
                </a:moveTo>
                <a:close/>
              </a:path>
              <a:path w="504190" h="1220470">
                <a:moveTo>
                  <a:pt x="104241" y="23787"/>
                </a:moveTo>
                <a:lnTo>
                  <a:pt x="100482" y="15036"/>
                </a:lnTo>
                <a:lnTo>
                  <a:pt x="102362" y="14236"/>
                </a:lnTo>
                <a:lnTo>
                  <a:pt x="109448" y="11429"/>
                </a:lnTo>
                <a:lnTo>
                  <a:pt x="112953" y="20294"/>
                </a:lnTo>
                <a:lnTo>
                  <a:pt x="105854" y="23088"/>
                </a:lnTo>
                <a:lnTo>
                  <a:pt x="104241" y="23787"/>
                </a:lnTo>
                <a:close/>
              </a:path>
              <a:path w="504190" h="1220470">
                <a:moveTo>
                  <a:pt x="105875" y="23088"/>
                </a:moveTo>
                <a:close/>
              </a:path>
              <a:path w="504190" h="1220470">
                <a:moveTo>
                  <a:pt x="121602" y="17259"/>
                </a:moveTo>
                <a:lnTo>
                  <a:pt x="118770" y="8166"/>
                </a:lnTo>
                <a:lnTo>
                  <a:pt x="125412" y="6095"/>
                </a:lnTo>
                <a:lnTo>
                  <a:pt x="128092" y="5384"/>
                </a:lnTo>
                <a:lnTo>
                  <a:pt x="130530" y="14604"/>
                </a:lnTo>
                <a:lnTo>
                  <a:pt x="127850" y="15303"/>
                </a:lnTo>
                <a:lnTo>
                  <a:pt x="121602" y="17259"/>
                </a:lnTo>
                <a:close/>
              </a:path>
              <a:path w="504190" h="1220470">
                <a:moveTo>
                  <a:pt x="127890" y="15303"/>
                </a:moveTo>
                <a:lnTo>
                  <a:pt x="128054" y="15252"/>
                </a:lnTo>
                <a:lnTo>
                  <a:pt x="127890" y="15303"/>
                </a:lnTo>
                <a:close/>
              </a:path>
              <a:path w="504190" h="1220470">
                <a:moveTo>
                  <a:pt x="139560" y="12420"/>
                </a:moveTo>
                <a:lnTo>
                  <a:pt x="137579" y="3111"/>
                </a:lnTo>
                <a:lnTo>
                  <a:pt x="140982" y="2374"/>
                </a:lnTo>
                <a:lnTo>
                  <a:pt x="147205" y="1384"/>
                </a:lnTo>
                <a:lnTo>
                  <a:pt x="148691" y="10794"/>
                </a:lnTo>
                <a:lnTo>
                  <a:pt x="142722" y="11734"/>
                </a:lnTo>
                <a:lnTo>
                  <a:pt x="139560" y="12420"/>
                </a:lnTo>
                <a:close/>
              </a:path>
              <a:path w="504190" h="1220470">
                <a:moveTo>
                  <a:pt x="142796" y="11734"/>
                </a:moveTo>
                <a:lnTo>
                  <a:pt x="142976" y="11696"/>
                </a:lnTo>
                <a:lnTo>
                  <a:pt x="142796" y="11734"/>
                </a:lnTo>
                <a:close/>
              </a:path>
              <a:path w="504190" h="1220470">
                <a:moveTo>
                  <a:pt x="157937" y="9778"/>
                </a:moveTo>
                <a:lnTo>
                  <a:pt x="156933" y="304"/>
                </a:lnTo>
                <a:lnTo>
                  <a:pt x="161074" y="76"/>
                </a:lnTo>
                <a:lnTo>
                  <a:pt x="165112" y="0"/>
                </a:lnTo>
                <a:lnTo>
                  <a:pt x="167004" y="25"/>
                </a:lnTo>
                <a:lnTo>
                  <a:pt x="166853" y="9524"/>
                </a:lnTo>
                <a:lnTo>
                  <a:pt x="165125" y="9524"/>
                </a:lnTo>
                <a:lnTo>
                  <a:pt x="162062" y="9588"/>
                </a:lnTo>
                <a:lnTo>
                  <a:pt x="161569" y="9588"/>
                </a:lnTo>
                <a:lnTo>
                  <a:pt x="157937" y="9778"/>
                </a:lnTo>
                <a:close/>
              </a:path>
              <a:path w="504190" h="1220470">
                <a:moveTo>
                  <a:pt x="165219" y="9526"/>
                </a:moveTo>
                <a:close/>
              </a:path>
              <a:path w="504190" h="1220470">
                <a:moveTo>
                  <a:pt x="166852" y="9550"/>
                </a:moveTo>
                <a:lnTo>
                  <a:pt x="165219" y="9526"/>
                </a:lnTo>
                <a:lnTo>
                  <a:pt x="166853" y="9524"/>
                </a:lnTo>
                <a:close/>
              </a:path>
              <a:path w="504190" h="1220470">
                <a:moveTo>
                  <a:pt x="161417" y="9601"/>
                </a:moveTo>
                <a:lnTo>
                  <a:pt x="161569" y="9588"/>
                </a:lnTo>
                <a:lnTo>
                  <a:pt x="162062" y="9588"/>
                </a:lnTo>
                <a:lnTo>
                  <a:pt x="161417" y="9601"/>
                </a:lnTo>
                <a:close/>
              </a:path>
              <a:path w="504190" h="1220470">
                <a:moveTo>
                  <a:pt x="157867" y="9782"/>
                </a:moveTo>
                <a:close/>
              </a:path>
              <a:path w="504190" h="1220470">
                <a:moveTo>
                  <a:pt x="157912" y="9780"/>
                </a:moveTo>
                <a:close/>
              </a:path>
              <a:path w="504190" h="1220470">
                <a:moveTo>
                  <a:pt x="184924" y="11188"/>
                </a:moveTo>
                <a:lnTo>
                  <a:pt x="183693" y="11181"/>
                </a:lnTo>
                <a:lnTo>
                  <a:pt x="179882" y="10540"/>
                </a:lnTo>
                <a:lnTo>
                  <a:pt x="176022" y="10071"/>
                </a:lnTo>
                <a:lnTo>
                  <a:pt x="176847" y="584"/>
                </a:lnTo>
                <a:lnTo>
                  <a:pt x="177406" y="634"/>
                </a:lnTo>
                <a:lnTo>
                  <a:pt x="181254" y="1117"/>
                </a:lnTo>
                <a:lnTo>
                  <a:pt x="185470" y="1828"/>
                </a:lnTo>
                <a:lnTo>
                  <a:pt x="186817" y="2108"/>
                </a:lnTo>
                <a:lnTo>
                  <a:pt x="184924" y="11188"/>
                </a:lnTo>
                <a:close/>
              </a:path>
              <a:path w="504190" h="1220470">
                <a:moveTo>
                  <a:pt x="180060" y="10579"/>
                </a:moveTo>
                <a:lnTo>
                  <a:pt x="179764" y="10540"/>
                </a:lnTo>
                <a:lnTo>
                  <a:pt x="180060" y="10579"/>
                </a:lnTo>
                <a:close/>
              </a:path>
              <a:path w="504190" h="1220470">
                <a:moveTo>
                  <a:pt x="184873" y="11429"/>
                </a:moveTo>
                <a:lnTo>
                  <a:pt x="183686" y="11181"/>
                </a:lnTo>
                <a:lnTo>
                  <a:pt x="184924" y="11188"/>
                </a:lnTo>
                <a:lnTo>
                  <a:pt x="184873" y="11429"/>
                </a:lnTo>
                <a:close/>
              </a:path>
              <a:path w="504190" h="1220470">
                <a:moveTo>
                  <a:pt x="203332" y="13931"/>
                </a:moveTo>
                <a:lnTo>
                  <a:pt x="194627" y="13931"/>
                </a:lnTo>
                <a:lnTo>
                  <a:pt x="193725" y="13665"/>
                </a:lnTo>
                <a:lnTo>
                  <a:pt x="196430" y="4533"/>
                </a:lnTo>
                <a:lnTo>
                  <a:pt x="197510" y="4864"/>
                </a:lnTo>
                <a:lnTo>
                  <a:pt x="201498" y="6235"/>
                </a:lnTo>
                <a:lnTo>
                  <a:pt x="205460" y="7785"/>
                </a:lnTo>
                <a:lnTo>
                  <a:pt x="205943" y="8000"/>
                </a:lnTo>
                <a:lnTo>
                  <a:pt x="203332" y="13931"/>
                </a:lnTo>
                <a:close/>
              </a:path>
              <a:path w="504190" h="1220470">
                <a:moveTo>
                  <a:pt x="202169" y="16573"/>
                </a:moveTo>
                <a:lnTo>
                  <a:pt x="201802" y="16573"/>
                </a:lnTo>
                <a:lnTo>
                  <a:pt x="198031" y="15100"/>
                </a:lnTo>
                <a:lnTo>
                  <a:pt x="194437" y="13881"/>
                </a:lnTo>
                <a:lnTo>
                  <a:pt x="194627" y="13931"/>
                </a:lnTo>
                <a:lnTo>
                  <a:pt x="203332" y="13931"/>
                </a:lnTo>
                <a:lnTo>
                  <a:pt x="202169" y="16573"/>
                </a:lnTo>
                <a:close/>
              </a:path>
              <a:path w="504190" h="1220470">
                <a:moveTo>
                  <a:pt x="202107" y="16713"/>
                </a:moveTo>
                <a:lnTo>
                  <a:pt x="201652" y="16514"/>
                </a:lnTo>
                <a:lnTo>
                  <a:pt x="201802" y="16573"/>
                </a:lnTo>
                <a:lnTo>
                  <a:pt x="202169" y="16573"/>
                </a:lnTo>
                <a:lnTo>
                  <a:pt x="202107" y="16713"/>
                </a:lnTo>
                <a:close/>
              </a:path>
              <a:path w="504190" h="1220470">
                <a:moveTo>
                  <a:pt x="218719" y="25209"/>
                </a:moveTo>
                <a:lnTo>
                  <a:pt x="210337" y="20675"/>
                </a:lnTo>
                <a:lnTo>
                  <a:pt x="214871" y="12293"/>
                </a:lnTo>
                <a:lnTo>
                  <a:pt x="223240" y="16827"/>
                </a:lnTo>
                <a:lnTo>
                  <a:pt x="218719" y="25209"/>
                </a:lnTo>
                <a:close/>
              </a:path>
              <a:path w="504190" h="1220470">
                <a:moveTo>
                  <a:pt x="235140" y="34543"/>
                </a:moveTo>
                <a:lnTo>
                  <a:pt x="226910" y="29743"/>
                </a:lnTo>
                <a:lnTo>
                  <a:pt x="231711" y="21513"/>
                </a:lnTo>
                <a:lnTo>
                  <a:pt x="239941" y="26314"/>
                </a:lnTo>
                <a:lnTo>
                  <a:pt x="235140" y="34543"/>
                </a:lnTo>
                <a:close/>
              </a:path>
              <a:path w="504190" h="1220470">
                <a:moveTo>
                  <a:pt x="251282" y="44297"/>
                </a:moveTo>
                <a:lnTo>
                  <a:pt x="249897" y="43408"/>
                </a:lnTo>
                <a:lnTo>
                  <a:pt x="243243" y="39331"/>
                </a:lnTo>
                <a:lnTo>
                  <a:pt x="248234" y="31216"/>
                </a:lnTo>
                <a:lnTo>
                  <a:pt x="255016" y="35382"/>
                </a:lnTo>
                <a:lnTo>
                  <a:pt x="256400" y="36271"/>
                </a:lnTo>
                <a:lnTo>
                  <a:pt x="251282" y="44297"/>
                </a:lnTo>
                <a:close/>
              </a:path>
              <a:path w="504190" h="1220470">
                <a:moveTo>
                  <a:pt x="267182" y="54635"/>
                </a:moveTo>
                <a:lnTo>
                  <a:pt x="259245" y="49377"/>
                </a:lnTo>
                <a:lnTo>
                  <a:pt x="264502" y="41440"/>
                </a:lnTo>
                <a:lnTo>
                  <a:pt x="272440" y="46697"/>
                </a:lnTo>
                <a:lnTo>
                  <a:pt x="267182" y="54635"/>
                </a:lnTo>
                <a:close/>
              </a:path>
              <a:path w="504190" h="1220470">
                <a:moveTo>
                  <a:pt x="282689" y="65404"/>
                </a:moveTo>
                <a:lnTo>
                  <a:pt x="277609" y="61772"/>
                </a:lnTo>
                <a:lnTo>
                  <a:pt x="274980" y="59969"/>
                </a:lnTo>
                <a:lnTo>
                  <a:pt x="280365" y="52120"/>
                </a:lnTo>
                <a:lnTo>
                  <a:pt x="283146" y="54025"/>
                </a:lnTo>
                <a:lnTo>
                  <a:pt x="288226" y="57657"/>
                </a:lnTo>
                <a:lnTo>
                  <a:pt x="282689" y="65404"/>
                </a:lnTo>
                <a:close/>
              </a:path>
              <a:path w="504190" h="1220470">
                <a:moveTo>
                  <a:pt x="297891" y="76593"/>
                </a:moveTo>
                <a:lnTo>
                  <a:pt x="296824" y="75768"/>
                </a:lnTo>
                <a:lnTo>
                  <a:pt x="290334" y="70942"/>
                </a:lnTo>
                <a:lnTo>
                  <a:pt x="296011" y="63296"/>
                </a:lnTo>
                <a:lnTo>
                  <a:pt x="302653" y="68237"/>
                </a:lnTo>
                <a:lnTo>
                  <a:pt x="303707" y="69049"/>
                </a:lnTo>
                <a:lnTo>
                  <a:pt x="297891" y="76593"/>
                </a:lnTo>
                <a:close/>
              </a:path>
              <a:path w="504190" h="1220470">
                <a:moveTo>
                  <a:pt x="316774" y="83350"/>
                </a:moveTo>
                <a:lnTo>
                  <a:pt x="306641" y="83350"/>
                </a:lnTo>
                <a:lnTo>
                  <a:pt x="305422" y="82410"/>
                </a:lnTo>
                <a:lnTo>
                  <a:pt x="311251" y="74879"/>
                </a:lnTo>
                <a:lnTo>
                  <a:pt x="312534" y="75869"/>
                </a:lnTo>
                <a:lnTo>
                  <a:pt x="318757" y="80886"/>
                </a:lnTo>
                <a:lnTo>
                  <a:pt x="316774" y="83350"/>
                </a:lnTo>
                <a:close/>
              </a:path>
              <a:path w="504190" h="1220470">
                <a:moveTo>
                  <a:pt x="312788" y="88303"/>
                </a:moveTo>
                <a:lnTo>
                  <a:pt x="306565" y="83299"/>
                </a:lnTo>
                <a:lnTo>
                  <a:pt x="316774" y="83350"/>
                </a:lnTo>
                <a:lnTo>
                  <a:pt x="312788" y="88303"/>
                </a:lnTo>
                <a:close/>
              </a:path>
              <a:path w="504190" h="1220470">
                <a:moveTo>
                  <a:pt x="328078" y="99453"/>
                </a:moveTo>
                <a:lnTo>
                  <a:pt x="326212" y="99453"/>
                </a:lnTo>
                <a:lnTo>
                  <a:pt x="320065" y="94297"/>
                </a:lnTo>
                <a:lnTo>
                  <a:pt x="326199" y="86994"/>
                </a:lnTo>
                <a:lnTo>
                  <a:pt x="332422" y="92227"/>
                </a:lnTo>
                <a:lnTo>
                  <a:pt x="333540" y="93217"/>
                </a:lnTo>
                <a:lnTo>
                  <a:pt x="328078" y="99453"/>
                </a:lnTo>
                <a:close/>
              </a:path>
              <a:path w="504190" h="1220470">
                <a:moveTo>
                  <a:pt x="327266" y="100380"/>
                </a:moveTo>
                <a:lnTo>
                  <a:pt x="326136" y="99390"/>
                </a:lnTo>
                <a:lnTo>
                  <a:pt x="328078" y="99453"/>
                </a:lnTo>
                <a:lnTo>
                  <a:pt x="327266" y="100380"/>
                </a:lnTo>
                <a:close/>
              </a:path>
              <a:path w="504190" h="1220470">
                <a:moveTo>
                  <a:pt x="341401" y="112991"/>
                </a:moveTo>
                <a:lnTo>
                  <a:pt x="335915" y="107949"/>
                </a:lnTo>
                <a:lnTo>
                  <a:pt x="334429" y="106654"/>
                </a:lnTo>
                <a:lnTo>
                  <a:pt x="340702" y="99491"/>
                </a:lnTo>
                <a:lnTo>
                  <a:pt x="342353" y="100939"/>
                </a:lnTo>
                <a:lnTo>
                  <a:pt x="347840" y="105968"/>
                </a:lnTo>
                <a:lnTo>
                  <a:pt x="341401" y="112991"/>
                </a:lnTo>
                <a:close/>
              </a:path>
              <a:path w="504190" h="1220470">
                <a:moveTo>
                  <a:pt x="355142" y="126009"/>
                </a:moveTo>
                <a:lnTo>
                  <a:pt x="348272" y="119418"/>
                </a:lnTo>
                <a:lnTo>
                  <a:pt x="354876" y="112547"/>
                </a:lnTo>
                <a:lnTo>
                  <a:pt x="361746" y="119151"/>
                </a:lnTo>
                <a:lnTo>
                  <a:pt x="355142" y="126009"/>
                </a:lnTo>
                <a:close/>
              </a:path>
              <a:path w="504190" h="1220470">
                <a:moveTo>
                  <a:pt x="372144" y="135839"/>
                </a:moveTo>
                <a:lnTo>
                  <a:pt x="364896" y="135839"/>
                </a:lnTo>
                <a:lnTo>
                  <a:pt x="361772" y="132689"/>
                </a:lnTo>
                <a:lnTo>
                  <a:pt x="368541" y="125996"/>
                </a:lnTo>
                <a:lnTo>
                  <a:pt x="371741" y="129222"/>
                </a:lnTo>
                <a:lnTo>
                  <a:pt x="375234" y="132930"/>
                </a:lnTo>
                <a:lnTo>
                  <a:pt x="372144" y="135839"/>
                </a:lnTo>
                <a:close/>
              </a:path>
              <a:path w="504190" h="1220470">
                <a:moveTo>
                  <a:pt x="368300" y="139458"/>
                </a:moveTo>
                <a:lnTo>
                  <a:pt x="364807" y="135762"/>
                </a:lnTo>
                <a:lnTo>
                  <a:pt x="372144" y="135839"/>
                </a:lnTo>
                <a:lnTo>
                  <a:pt x="368300" y="139458"/>
                </a:lnTo>
                <a:close/>
              </a:path>
              <a:path w="504190" h="1220470">
                <a:moveTo>
                  <a:pt x="381076" y="153428"/>
                </a:moveTo>
                <a:lnTo>
                  <a:pt x="374726" y="146316"/>
                </a:lnTo>
                <a:lnTo>
                  <a:pt x="381825" y="139979"/>
                </a:lnTo>
                <a:lnTo>
                  <a:pt x="388175" y="147078"/>
                </a:lnTo>
                <a:lnTo>
                  <a:pt x="381076" y="153428"/>
                </a:lnTo>
                <a:close/>
              </a:path>
              <a:path w="504190" h="1220470">
                <a:moveTo>
                  <a:pt x="394411" y="166789"/>
                </a:moveTo>
                <a:lnTo>
                  <a:pt x="392493" y="166789"/>
                </a:lnTo>
                <a:lnTo>
                  <a:pt x="387210" y="160540"/>
                </a:lnTo>
                <a:lnTo>
                  <a:pt x="394487" y="154393"/>
                </a:lnTo>
                <a:lnTo>
                  <a:pt x="399770" y="160642"/>
                </a:lnTo>
                <a:lnTo>
                  <a:pt x="400684" y="161797"/>
                </a:lnTo>
                <a:lnTo>
                  <a:pt x="394411" y="166789"/>
                </a:lnTo>
                <a:close/>
              </a:path>
              <a:path w="504190" h="1220470">
                <a:moveTo>
                  <a:pt x="393230" y="167728"/>
                </a:moveTo>
                <a:lnTo>
                  <a:pt x="392404" y="166687"/>
                </a:lnTo>
                <a:lnTo>
                  <a:pt x="394411" y="166789"/>
                </a:lnTo>
                <a:lnTo>
                  <a:pt x="393230" y="167728"/>
                </a:lnTo>
                <a:close/>
              </a:path>
              <a:path w="504190" h="1220470">
                <a:moveTo>
                  <a:pt x="411325" y="177799"/>
                </a:moveTo>
                <a:lnTo>
                  <a:pt x="401256" y="177799"/>
                </a:lnTo>
                <a:lnTo>
                  <a:pt x="399173" y="175183"/>
                </a:lnTo>
                <a:lnTo>
                  <a:pt x="406615" y="169252"/>
                </a:lnTo>
                <a:lnTo>
                  <a:pt x="408787" y="171983"/>
                </a:lnTo>
                <a:lnTo>
                  <a:pt x="412496" y="176923"/>
                </a:lnTo>
                <a:lnTo>
                  <a:pt x="411325" y="177799"/>
                </a:lnTo>
                <a:close/>
              </a:path>
              <a:path w="504190" h="1220470">
                <a:moveTo>
                  <a:pt x="404863" y="182638"/>
                </a:moveTo>
                <a:lnTo>
                  <a:pt x="401198" y="177727"/>
                </a:lnTo>
                <a:lnTo>
                  <a:pt x="411325" y="177799"/>
                </a:lnTo>
                <a:lnTo>
                  <a:pt x="404863" y="182638"/>
                </a:lnTo>
                <a:close/>
              </a:path>
              <a:path w="504190" h="1220470">
                <a:moveTo>
                  <a:pt x="415925" y="197967"/>
                </a:moveTo>
                <a:lnTo>
                  <a:pt x="410451" y="190157"/>
                </a:lnTo>
                <a:lnTo>
                  <a:pt x="418249" y="184696"/>
                </a:lnTo>
                <a:lnTo>
                  <a:pt x="423722" y="192493"/>
                </a:lnTo>
                <a:lnTo>
                  <a:pt x="415925" y="197967"/>
                </a:lnTo>
                <a:close/>
              </a:path>
              <a:path w="504190" h="1220470">
                <a:moveTo>
                  <a:pt x="427377" y="212902"/>
                </a:moveTo>
                <a:lnTo>
                  <a:pt x="425818" y="212902"/>
                </a:lnTo>
                <a:lnTo>
                  <a:pt x="421131" y="205739"/>
                </a:lnTo>
                <a:lnTo>
                  <a:pt x="429107" y="200532"/>
                </a:lnTo>
                <a:lnTo>
                  <a:pt x="433870" y="207835"/>
                </a:lnTo>
                <a:lnTo>
                  <a:pt x="434378" y="208660"/>
                </a:lnTo>
                <a:lnTo>
                  <a:pt x="427377" y="212902"/>
                </a:lnTo>
                <a:close/>
              </a:path>
              <a:path w="504190" h="1220470">
                <a:moveTo>
                  <a:pt x="426224" y="213601"/>
                </a:moveTo>
                <a:lnTo>
                  <a:pt x="425752" y="212802"/>
                </a:lnTo>
                <a:lnTo>
                  <a:pt x="427377" y="212902"/>
                </a:lnTo>
                <a:lnTo>
                  <a:pt x="426224" y="213601"/>
                </a:lnTo>
                <a:close/>
              </a:path>
              <a:path w="504190" h="1220470">
                <a:moveTo>
                  <a:pt x="435851" y="229844"/>
                </a:moveTo>
                <a:lnTo>
                  <a:pt x="433235" y="225158"/>
                </a:lnTo>
                <a:lnTo>
                  <a:pt x="431165" y="221741"/>
                </a:lnTo>
                <a:lnTo>
                  <a:pt x="439318" y="216814"/>
                </a:lnTo>
                <a:lnTo>
                  <a:pt x="441553" y="220510"/>
                </a:lnTo>
                <a:lnTo>
                  <a:pt x="444169" y="225196"/>
                </a:lnTo>
                <a:lnTo>
                  <a:pt x="435851" y="229844"/>
                </a:lnTo>
                <a:close/>
              </a:path>
              <a:path w="504190" h="1220470">
                <a:moveTo>
                  <a:pt x="444741" y="246494"/>
                </a:moveTo>
                <a:lnTo>
                  <a:pt x="440410" y="238010"/>
                </a:lnTo>
                <a:lnTo>
                  <a:pt x="448894" y="233667"/>
                </a:lnTo>
                <a:lnTo>
                  <a:pt x="453224" y="242150"/>
                </a:lnTo>
                <a:lnTo>
                  <a:pt x="444741" y="246494"/>
                </a:lnTo>
                <a:close/>
              </a:path>
              <a:path w="504190" h="1220470">
                <a:moveTo>
                  <a:pt x="452869" y="263512"/>
                </a:moveTo>
                <a:lnTo>
                  <a:pt x="448856" y="254876"/>
                </a:lnTo>
                <a:lnTo>
                  <a:pt x="457492" y="250863"/>
                </a:lnTo>
                <a:lnTo>
                  <a:pt x="461505" y="259499"/>
                </a:lnTo>
                <a:lnTo>
                  <a:pt x="452869" y="263512"/>
                </a:lnTo>
                <a:close/>
              </a:path>
              <a:path w="504190" h="1220470">
                <a:moveTo>
                  <a:pt x="460044" y="280809"/>
                </a:moveTo>
                <a:lnTo>
                  <a:pt x="459041" y="278180"/>
                </a:lnTo>
                <a:lnTo>
                  <a:pt x="456501" y="272122"/>
                </a:lnTo>
                <a:lnTo>
                  <a:pt x="465302" y="268452"/>
                </a:lnTo>
                <a:lnTo>
                  <a:pt x="467944" y="274777"/>
                </a:lnTo>
                <a:lnTo>
                  <a:pt x="468947" y="277406"/>
                </a:lnTo>
                <a:lnTo>
                  <a:pt x="460044" y="280809"/>
                </a:lnTo>
                <a:close/>
              </a:path>
              <a:path w="504190" h="1220470">
                <a:moveTo>
                  <a:pt x="466394" y="298564"/>
                </a:moveTo>
                <a:lnTo>
                  <a:pt x="464286" y="292303"/>
                </a:lnTo>
                <a:lnTo>
                  <a:pt x="463334" y="289648"/>
                </a:lnTo>
                <a:lnTo>
                  <a:pt x="472287" y="286423"/>
                </a:lnTo>
                <a:lnTo>
                  <a:pt x="473316" y="289267"/>
                </a:lnTo>
                <a:lnTo>
                  <a:pt x="475411" y="295528"/>
                </a:lnTo>
                <a:lnTo>
                  <a:pt x="466394" y="298564"/>
                </a:lnTo>
                <a:close/>
              </a:path>
              <a:path w="504190" h="1220470">
                <a:moveTo>
                  <a:pt x="471754" y="316522"/>
                </a:moveTo>
                <a:lnTo>
                  <a:pt x="471091" y="314070"/>
                </a:lnTo>
                <a:lnTo>
                  <a:pt x="469176" y="307454"/>
                </a:lnTo>
                <a:lnTo>
                  <a:pt x="478332" y="304800"/>
                </a:lnTo>
                <a:lnTo>
                  <a:pt x="480314" y="311657"/>
                </a:lnTo>
                <a:lnTo>
                  <a:pt x="480949" y="314070"/>
                </a:lnTo>
                <a:lnTo>
                  <a:pt x="471754" y="316522"/>
                </a:lnTo>
                <a:close/>
              </a:path>
              <a:path w="504190" h="1220470">
                <a:moveTo>
                  <a:pt x="484733" y="329298"/>
                </a:moveTo>
                <a:lnTo>
                  <a:pt x="474979" y="329298"/>
                </a:lnTo>
                <a:lnTo>
                  <a:pt x="474091" y="325640"/>
                </a:lnTo>
                <a:lnTo>
                  <a:pt x="483349" y="323392"/>
                </a:lnTo>
                <a:lnTo>
                  <a:pt x="484250" y="327139"/>
                </a:lnTo>
                <a:lnTo>
                  <a:pt x="484733" y="329298"/>
                </a:lnTo>
                <a:close/>
              </a:path>
              <a:path w="504190" h="1220470">
                <a:moveTo>
                  <a:pt x="476211" y="334835"/>
                </a:moveTo>
                <a:lnTo>
                  <a:pt x="474954" y="329209"/>
                </a:lnTo>
                <a:lnTo>
                  <a:pt x="484733" y="329298"/>
                </a:lnTo>
                <a:lnTo>
                  <a:pt x="485508" y="332765"/>
                </a:lnTo>
                <a:lnTo>
                  <a:pt x="476211" y="334835"/>
                </a:lnTo>
                <a:close/>
              </a:path>
              <a:path w="504190" h="1220470">
                <a:moveTo>
                  <a:pt x="479907" y="353352"/>
                </a:moveTo>
                <a:lnTo>
                  <a:pt x="478408" y="345376"/>
                </a:lnTo>
                <a:lnTo>
                  <a:pt x="478142" y="344068"/>
                </a:lnTo>
                <a:lnTo>
                  <a:pt x="487476" y="342163"/>
                </a:lnTo>
                <a:lnTo>
                  <a:pt x="489267" y="351599"/>
                </a:lnTo>
                <a:lnTo>
                  <a:pt x="479907" y="353352"/>
                </a:lnTo>
                <a:close/>
              </a:path>
              <a:path w="504190" h="1220470">
                <a:moveTo>
                  <a:pt x="482942" y="371919"/>
                </a:moveTo>
                <a:lnTo>
                  <a:pt x="481431" y="362648"/>
                </a:lnTo>
                <a:lnTo>
                  <a:pt x="490829" y="361111"/>
                </a:lnTo>
                <a:lnTo>
                  <a:pt x="492378" y="370636"/>
                </a:lnTo>
                <a:lnTo>
                  <a:pt x="482942" y="371919"/>
                </a:lnTo>
                <a:close/>
              </a:path>
              <a:path w="504190" h="1220470">
                <a:moveTo>
                  <a:pt x="485495" y="390690"/>
                </a:moveTo>
                <a:lnTo>
                  <a:pt x="484225" y="381355"/>
                </a:lnTo>
                <a:lnTo>
                  <a:pt x="493661" y="380072"/>
                </a:lnTo>
                <a:lnTo>
                  <a:pt x="494957" y="389623"/>
                </a:lnTo>
                <a:lnTo>
                  <a:pt x="485495" y="390690"/>
                </a:lnTo>
                <a:close/>
              </a:path>
              <a:path w="504190" h="1220470">
                <a:moveTo>
                  <a:pt x="487616" y="409613"/>
                </a:moveTo>
                <a:lnTo>
                  <a:pt x="486549" y="400151"/>
                </a:lnTo>
                <a:lnTo>
                  <a:pt x="496023" y="399084"/>
                </a:lnTo>
                <a:lnTo>
                  <a:pt x="497077" y="408558"/>
                </a:lnTo>
                <a:lnTo>
                  <a:pt x="487616" y="409613"/>
                </a:lnTo>
                <a:close/>
              </a:path>
              <a:path w="504190" h="1220470">
                <a:moveTo>
                  <a:pt x="489356" y="428485"/>
                </a:moveTo>
                <a:lnTo>
                  <a:pt x="488480" y="419011"/>
                </a:lnTo>
                <a:lnTo>
                  <a:pt x="497967" y="418134"/>
                </a:lnTo>
                <a:lnTo>
                  <a:pt x="498843" y="427621"/>
                </a:lnTo>
                <a:lnTo>
                  <a:pt x="489356" y="428485"/>
                </a:lnTo>
                <a:close/>
              </a:path>
              <a:path w="504190" h="1220470">
                <a:moveTo>
                  <a:pt x="490766" y="447395"/>
                </a:moveTo>
                <a:lnTo>
                  <a:pt x="490080" y="437895"/>
                </a:lnTo>
                <a:lnTo>
                  <a:pt x="499579" y="437210"/>
                </a:lnTo>
                <a:lnTo>
                  <a:pt x="500265" y="446709"/>
                </a:lnTo>
                <a:lnTo>
                  <a:pt x="490766" y="447395"/>
                </a:lnTo>
                <a:close/>
              </a:path>
              <a:path w="504190" h="1220470">
                <a:moveTo>
                  <a:pt x="491909" y="466331"/>
                </a:moveTo>
                <a:lnTo>
                  <a:pt x="491375" y="456831"/>
                </a:lnTo>
                <a:lnTo>
                  <a:pt x="500888" y="456285"/>
                </a:lnTo>
                <a:lnTo>
                  <a:pt x="501421" y="465797"/>
                </a:lnTo>
                <a:lnTo>
                  <a:pt x="491909" y="466331"/>
                </a:lnTo>
                <a:close/>
              </a:path>
              <a:path w="504190" h="1220470">
                <a:moveTo>
                  <a:pt x="492798" y="485292"/>
                </a:moveTo>
                <a:lnTo>
                  <a:pt x="492404" y="475780"/>
                </a:lnTo>
                <a:lnTo>
                  <a:pt x="501929" y="475386"/>
                </a:lnTo>
                <a:lnTo>
                  <a:pt x="502310" y="484898"/>
                </a:lnTo>
                <a:lnTo>
                  <a:pt x="492798" y="485292"/>
                </a:lnTo>
                <a:close/>
              </a:path>
              <a:path w="504190" h="1220470">
                <a:moveTo>
                  <a:pt x="493471" y="504266"/>
                </a:moveTo>
                <a:lnTo>
                  <a:pt x="493242" y="495871"/>
                </a:lnTo>
                <a:lnTo>
                  <a:pt x="493191" y="494804"/>
                </a:lnTo>
                <a:lnTo>
                  <a:pt x="502704" y="494410"/>
                </a:lnTo>
                <a:lnTo>
                  <a:pt x="502765" y="495934"/>
                </a:lnTo>
                <a:lnTo>
                  <a:pt x="502983" y="503999"/>
                </a:lnTo>
                <a:lnTo>
                  <a:pt x="493471" y="504266"/>
                </a:lnTo>
                <a:close/>
              </a:path>
              <a:path w="504190" h="1220470">
                <a:moveTo>
                  <a:pt x="493242" y="495934"/>
                </a:moveTo>
                <a:close/>
              </a:path>
              <a:path w="504190" h="1220470">
                <a:moveTo>
                  <a:pt x="493928" y="523252"/>
                </a:moveTo>
                <a:lnTo>
                  <a:pt x="493857" y="518553"/>
                </a:lnTo>
                <a:lnTo>
                  <a:pt x="493725" y="513791"/>
                </a:lnTo>
                <a:lnTo>
                  <a:pt x="503250" y="513524"/>
                </a:lnTo>
                <a:lnTo>
                  <a:pt x="503389" y="518553"/>
                </a:lnTo>
                <a:lnTo>
                  <a:pt x="503453" y="523113"/>
                </a:lnTo>
                <a:lnTo>
                  <a:pt x="493928" y="523252"/>
                </a:lnTo>
                <a:close/>
              </a:path>
              <a:path w="504190" h="1220470">
                <a:moveTo>
                  <a:pt x="493864" y="518820"/>
                </a:moveTo>
                <a:close/>
              </a:path>
              <a:path w="504190" h="1220470">
                <a:moveTo>
                  <a:pt x="494207" y="542239"/>
                </a:moveTo>
                <a:lnTo>
                  <a:pt x="494068" y="532777"/>
                </a:lnTo>
                <a:lnTo>
                  <a:pt x="503593" y="532638"/>
                </a:lnTo>
                <a:lnTo>
                  <a:pt x="503732" y="541972"/>
                </a:lnTo>
                <a:lnTo>
                  <a:pt x="503732" y="542213"/>
                </a:lnTo>
                <a:lnTo>
                  <a:pt x="494207" y="542239"/>
                </a:lnTo>
                <a:close/>
              </a:path>
              <a:path w="504190" h="1220470">
                <a:moveTo>
                  <a:pt x="494207" y="542112"/>
                </a:moveTo>
                <a:close/>
              </a:path>
              <a:path w="504190" h="1220470">
                <a:moveTo>
                  <a:pt x="494271" y="561289"/>
                </a:moveTo>
                <a:lnTo>
                  <a:pt x="494233" y="551764"/>
                </a:lnTo>
                <a:lnTo>
                  <a:pt x="503758" y="551738"/>
                </a:lnTo>
                <a:lnTo>
                  <a:pt x="503796" y="561263"/>
                </a:lnTo>
                <a:lnTo>
                  <a:pt x="494271" y="561289"/>
                </a:lnTo>
                <a:close/>
              </a:path>
              <a:path w="504190" h="1220470">
                <a:moveTo>
                  <a:pt x="503681" y="580364"/>
                </a:moveTo>
                <a:lnTo>
                  <a:pt x="494156" y="580288"/>
                </a:lnTo>
                <a:lnTo>
                  <a:pt x="494233" y="570763"/>
                </a:lnTo>
                <a:lnTo>
                  <a:pt x="503758" y="570839"/>
                </a:lnTo>
                <a:lnTo>
                  <a:pt x="503681" y="580364"/>
                </a:lnTo>
                <a:close/>
              </a:path>
              <a:path w="504190" h="1220470">
                <a:moveTo>
                  <a:pt x="503427" y="599465"/>
                </a:moveTo>
                <a:lnTo>
                  <a:pt x="493902" y="599287"/>
                </a:lnTo>
                <a:lnTo>
                  <a:pt x="494080" y="589762"/>
                </a:lnTo>
                <a:lnTo>
                  <a:pt x="503605" y="589940"/>
                </a:lnTo>
                <a:lnTo>
                  <a:pt x="503427" y="599465"/>
                </a:lnTo>
                <a:close/>
              </a:path>
              <a:path w="504190" h="1220470">
                <a:moveTo>
                  <a:pt x="503164" y="613663"/>
                </a:moveTo>
                <a:lnTo>
                  <a:pt x="493636" y="613663"/>
                </a:lnTo>
                <a:lnTo>
                  <a:pt x="493725" y="608812"/>
                </a:lnTo>
                <a:lnTo>
                  <a:pt x="503250" y="608990"/>
                </a:lnTo>
                <a:lnTo>
                  <a:pt x="503164" y="613663"/>
                </a:lnTo>
                <a:close/>
              </a:path>
              <a:path w="504190" h="1220470">
                <a:moveTo>
                  <a:pt x="503021" y="618553"/>
                </a:moveTo>
                <a:lnTo>
                  <a:pt x="493496" y="618286"/>
                </a:lnTo>
                <a:lnTo>
                  <a:pt x="493636" y="613613"/>
                </a:lnTo>
                <a:lnTo>
                  <a:pt x="503164" y="613663"/>
                </a:lnTo>
                <a:lnTo>
                  <a:pt x="503021" y="618553"/>
                </a:lnTo>
                <a:close/>
              </a:path>
              <a:path w="504190" h="1220470">
                <a:moveTo>
                  <a:pt x="502475" y="637603"/>
                </a:moveTo>
                <a:lnTo>
                  <a:pt x="492950" y="637324"/>
                </a:lnTo>
                <a:lnTo>
                  <a:pt x="493229" y="627799"/>
                </a:lnTo>
                <a:lnTo>
                  <a:pt x="502754" y="628078"/>
                </a:lnTo>
                <a:lnTo>
                  <a:pt x="502475" y="637603"/>
                </a:lnTo>
                <a:close/>
              </a:path>
              <a:path w="504190" h="1220470">
                <a:moveTo>
                  <a:pt x="501751" y="656678"/>
                </a:moveTo>
                <a:lnTo>
                  <a:pt x="492226" y="656310"/>
                </a:lnTo>
                <a:lnTo>
                  <a:pt x="492594" y="646798"/>
                </a:lnTo>
                <a:lnTo>
                  <a:pt x="502107" y="647166"/>
                </a:lnTo>
                <a:lnTo>
                  <a:pt x="501751" y="656678"/>
                </a:lnTo>
                <a:close/>
              </a:path>
              <a:path w="504190" h="1220470">
                <a:moveTo>
                  <a:pt x="500888" y="675754"/>
                </a:moveTo>
                <a:lnTo>
                  <a:pt x="491375" y="675297"/>
                </a:lnTo>
                <a:lnTo>
                  <a:pt x="491832" y="665784"/>
                </a:lnTo>
                <a:lnTo>
                  <a:pt x="501345" y="666241"/>
                </a:lnTo>
                <a:lnTo>
                  <a:pt x="500888" y="675754"/>
                </a:lnTo>
                <a:close/>
              </a:path>
              <a:path w="504190" h="1220470">
                <a:moveTo>
                  <a:pt x="500399" y="686053"/>
                </a:moveTo>
                <a:lnTo>
                  <a:pt x="490867" y="686053"/>
                </a:lnTo>
                <a:lnTo>
                  <a:pt x="490918" y="684809"/>
                </a:lnTo>
                <a:lnTo>
                  <a:pt x="500443" y="685266"/>
                </a:lnTo>
                <a:lnTo>
                  <a:pt x="500399" y="686053"/>
                </a:lnTo>
                <a:close/>
              </a:path>
              <a:path w="504190" h="1220470">
                <a:moveTo>
                  <a:pt x="499910" y="694816"/>
                </a:moveTo>
                <a:lnTo>
                  <a:pt x="490397" y="694283"/>
                </a:lnTo>
                <a:lnTo>
                  <a:pt x="490867" y="686015"/>
                </a:lnTo>
                <a:lnTo>
                  <a:pt x="500399" y="686053"/>
                </a:lnTo>
                <a:lnTo>
                  <a:pt x="499910" y="694816"/>
                </a:lnTo>
                <a:close/>
              </a:path>
              <a:path w="504190" h="1220470">
                <a:moveTo>
                  <a:pt x="498792" y="713879"/>
                </a:moveTo>
                <a:lnTo>
                  <a:pt x="489292" y="713257"/>
                </a:lnTo>
                <a:lnTo>
                  <a:pt x="489508" y="709968"/>
                </a:lnTo>
                <a:lnTo>
                  <a:pt x="489851" y="703795"/>
                </a:lnTo>
                <a:lnTo>
                  <a:pt x="499364" y="704329"/>
                </a:lnTo>
                <a:lnTo>
                  <a:pt x="499008" y="710552"/>
                </a:lnTo>
                <a:lnTo>
                  <a:pt x="498792" y="713879"/>
                </a:lnTo>
                <a:close/>
              </a:path>
              <a:path w="504190" h="1220470">
                <a:moveTo>
                  <a:pt x="489496" y="710006"/>
                </a:moveTo>
                <a:close/>
              </a:path>
              <a:path w="504190" h="1220470">
                <a:moveTo>
                  <a:pt x="497535" y="732891"/>
                </a:moveTo>
                <a:lnTo>
                  <a:pt x="488035" y="732269"/>
                </a:lnTo>
                <a:lnTo>
                  <a:pt x="488657" y="722756"/>
                </a:lnTo>
                <a:lnTo>
                  <a:pt x="498170" y="723391"/>
                </a:lnTo>
                <a:lnTo>
                  <a:pt x="497535" y="732891"/>
                </a:lnTo>
                <a:close/>
              </a:path>
              <a:path w="504190" h="1220470">
                <a:moveTo>
                  <a:pt x="496125" y="751928"/>
                </a:moveTo>
                <a:lnTo>
                  <a:pt x="486625" y="751217"/>
                </a:lnTo>
                <a:lnTo>
                  <a:pt x="487337" y="741718"/>
                </a:lnTo>
                <a:lnTo>
                  <a:pt x="496836" y="742429"/>
                </a:lnTo>
                <a:lnTo>
                  <a:pt x="496125" y="751928"/>
                </a:lnTo>
                <a:close/>
              </a:path>
              <a:path w="504190" h="1220470">
                <a:moveTo>
                  <a:pt x="494576" y="770966"/>
                </a:moveTo>
                <a:lnTo>
                  <a:pt x="485089" y="770166"/>
                </a:lnTo>
                <a:lnTo>
                  <a:pt x="485889" y="760679"/>
                </a:lnTo>
                <a:lnTo>
                  <a:pt x="495376" y="761466"/>
                </a:lnTo>
                <a:lnTo>
                  <a:pt x="494576" y="770966"/>
                </a:lnTo>
                <a:close/>
              </a:path>
              <a:path w="504190" h="1220470">
                <a:moveTo>
                  <a:pt x="490923" y="780211"/>
                </a:moveTo>
                <a:lnTo>
                  <a:pt x="484250" y="780211"/>
                </a:lnTo>
                <a:lnTo>
                  <a:pt x="484289" y="779652"/>
                </a:lnTo>
                <a:lnTo>
                  <a:pt x="490923" y="780211"/>
                </a:lnTo>
                <a:close/>
              </a:path>
              <a:path w="504190" h="1220470">
                <a:moveTo>
                  <a:pt x="492899" y="789978"/>
                </a:moveTo>
                <a:lnTo>
                  <a:pt x="483412" y="789101"/>
                </a:lnTo>
                <a:lnTo>
                  <a:pt x="484250" y="780173"/>
                </a:lnTo>
                <a:lnTo>
                  <a:pt x="490923" y="780211"/>
                </a:lnTo>
                <a:lnTo>
                  <a:pt x="493788" y="780453"/>
                </a:lnTo>
                <a:lnTo>
                  <a:pt x="492899" y="789978"/>
                </a:lnTo>
                <a:close/>
              </a:path>
              <a:path w="504190" h="1220470">
                <a:moveTo>
                  <a:pt x="491699" y="802805"/>
                </a:moveTo>
                <a:lnTo>
                  <a:pt x="482142" y="802805"/>
                </a:lnTo>
                <a:lnTo>
                  <a:pt x="482536" y="798576"/>
                </a:lnTo>
                <a:lnTo>
                  <a:pt x="492010" y="799464"/>
                </a:lnTo>
                <a:lnTo>
                  <a:pt x="491699" y="802805"/>
                </a:lnTo>
                <a:close/>
              </a:path>
              <a:path w="504190" h="1220470">
                <a:moveTo>
                  <a:pt x="491083" y="808989"/>
                </a:moveTo>
                <a:lnTo>
                  <a:pt x="481609" y="808012"/>
                </a:lnTo>
                <a:lnTo>
                  <a:pt x="482142" y="802766"/>
                </a:lnTo>
                <a:lnTo>
                  <a:pt x="491699" y="802805"/>
                </a:lnTo>
                <a:lnTo>
                  <a:pt x="491083" y="808989"/>
                </a:lnTo>
                <a:close/>
              </a:path>
              <a:path w="504190" h="1220470">
                <a:moveTo>
                  <a:pt x="489102" y="827989"/>
                </a:moveTo>
                <a:lnTo>
                  <a:pt x="479640" y="826922"/>
                </a:lnTo>
                <a:lnTo>
                  <a:pt x="479882" y="824814"/>
                </a:lnTo>
                <a:lnTo>
                  <a:pt x="480631" y="817486"/>
                </a:lnTo>
                <a:lnTo>
                  <a:pt x="490105" y="818464"/>
                </a:lnTo>
                <a:lnTo>
                  <a:pt x="489102" y="827989"/>
                </a:lnTo>
                <a:close/>
              </a:path>
              <a:path w="504190" h="1220470">
                <a:moveTo>
                  <a:pt x="479869" y="824864"/>
                </a:moveTo>
                <a:close/>
              </a:path>
              <a:path w="504190" h="1220470">
                <a:moveTo>
                  <a:pt x="486968" y="846912"/>
                </a:moveTo>
                <a:lnTo>
                  <a:pt x="477507" y="845845"/>
                </a:lnTo>
                <a:lnTo>
                  <a:pt x="478574" y="836383"/>
                </a:lnTo>
                <a:lnTo>
                  <a:pt x="488035" y="837450"/>
                </a:lnTo>
                <a:lnTo>
                  <a:pt x="486968" y="846912"/>
                </a:lnTo>
                <a:close/>
              </a:path>
              <a:path w="504190" h="1220470">
                <a:moveTo>
                  <a:pt x="484644" y="865873"/>
                </a:moveTo>
                <a:lnTo>
                  <a:pt x="475183" y="864704"/>
                </a:lnTo>
                <a:lnTo>
                  <a:pt x="476351" y="855256"/>
                </a:lnTo>
                <a:lnTo>
                  <a:pt x="485800" y="856411"/>
                </a:lnTo>
                <a:lnTo>
                  <a:pt x="484644" y="865873"/>
                </a:lnTo>
                <a:close/>
              </a:path>
              <a:path w="504190" h="1220470">
                <a:moveTo>
                  <a:pt x="482130" y="884808"/>
                </a:moveTo>
                <a:lnTo>
                  <a:pt x="472681" y="883538"/>
                </a:lnTo>
                <a:lnTo>
                  <a:pt x="473951" y="874102"/>
                </a:lnTo>
                <a:lnTo>
                  <a:pt x="483387" y="875360"/>
                </a:lnTo>
                <a:lnTo>
                  <a:pt x="482130" y="884808"/>
                </a:lnTo>
                <a:close/>
              </a:path>
              <a:path w="504190" h="1220470">
                <a:moveTo>
                  <a:pt x="479399" y="903719"/>
                </a:moveTo>
                <a:lnTo>
                  <a:pt x="469976" y="902334"/>
                </a:lnTo>
                <a:lnTo>
                  <a:pt x="471347" y="892911"/>
                </a:lnTo>
                <a:lnTo>
                  <a:pt x="480783" y="894295"/>
                </a:lnTo>
                <a:lnTo>
                  <a:pt x="479399" y="903719"/>
                </a:lnTo>
                <a:close/>
              </a:path>
              <a:path w="504190" h="1220470">
                <a:moveTo>
                  <a:pt x="476427" y="922591"/>
                </a:moveTo>
                <a:lnTo>
                  <a:pt x="467017" y="921092"/>
                </a:lnTo>
                <a:lnTo>
                  <a:pt x="468528" y="911682"/>
                </a:lnTo>
                <a:lnTo>
                  <a:pt x="477939" y="913193"/>
                </a:lnTo>
                <a:lnTo>
                  <a:pt x="476427" y="922591"/>
                </a:lnTo>
                <a:close/>
              </a:path>
              <a:path w="504190" h="1220470">
                <a:moveTo>
                  <a:pt x="473176" y="941438"/>
                </a:moveTo>
                <a:lnTo>
                  <a:pt x="463803" y="939800"/>
                </a:lnTo>
                <a:lnTo>
                  <a:pt x="465442" y="930414"/>
                </a:lnTo>
                <a:lnTo>
                  <a:pt x="474827" y="932052"/>
                </a:lnTo>
                <a:lnTo>
                  <a:pt x="473176" y="941438"/>
                </a:lnTo>
                <a:close/>
              </a:path>
              <a:path w="504190" h="1220470">
                <a:moveTo>
                  <a:pt x="469569" y="960310"/>
                </a:moveTo>
                <a:lnTo>
                  <a:pt x="460248" y="958341"/>
                </a:lnTo>
                <a:lnTo>
                  <a:pt x="460438" y="957465"/>
                </a:lnTo>
                <a:lnTo>
                  <a:pt x="462051" y="949083"/>
                </a:lnTo>
                <a:lnTo>
                  <a:pt x="471398" y="950874"/>
                </a:lnTo>
                <a:lnTo>
                  <a:pt x="469760" y="959446"/>
                </a:lnTo>
                <a:lnTo>
                  <a:pt x="469569" y="960310"/>
                </a:lnTo>
                <a:close/>
              </a:path>
              <a:path w="504190" h="1220470">
                <a:moveTo>
                  <a:pt x="460413" y="957554"/>
                </a:moveTo>
                <a:close/>
              </a:path>
              <a:path w="504190" h="1220470">
                <a:moveTo>
                  <a:pt x="466989" y="972451"/>
                </a:moveTo>
                <a:lnTo>
                  <a:pt x="457263" y="972451"/>
                </a:lnTo>
                <a:lnTo>
                  <a:pt x="458279" y="967651"/>
                </a:lnTo>
                <a:lnTo>
                  <a:pt x="467588" y="969632"/>
                </a:lnTo>
                <a:lnTo>
                  <a:pt x="466989" y="972451"/>
                </a:lnTo>
                <a:close/>
              </a:path>
              <a:path w="504190" h="1220470">
                <a:moveTo>
                  <a:pt x="465493" y="979030"/>
                </a:moveTo>
                <a:lnTo>
                  <a:pt x="456222" y="976845"/>
                </a:lnTo>
                <a:lnTo>
                  <a:pt x="457276" y="972350"/>
                </a:lnTo>
                <a:lnTo>
                  <a:pt x="466989" y="972451"/>
                </a:lnTo>
                <a:lnTo>
                  <a:pt x="466547" y="974534"/>
                </a:lnTo>
                <a:lnTo>
                  <a:pt x="465493" y="979030"/>
                </a:lnTo>
                <a:close/>
              </a:path>
              <a:path w="504190" h="1220470">
                <a:moveTo>
                  <a:pt x="460794" y="997648"/>
                </a:moveTo>
                <a:lnTo>
                  <a:pt x="451599" y="995171"/>
                </a:lnTo>
                <a:lnTo>
                  <a:pt x="454063" y="985977"/>
                </a:lnTo>
                <a:lnTo>
                  <a:pt x="463270" y="988440"/>
                </a:lnTo>
                <a:lnTo>
                  <a:pt x="460794" y="997648"/>
                </a:lnTo>
                <a:close/>
              </a:path>
              <a:path w="504190" h="1220470">
                <a:moveTo>
                  <a:pt x="455091" y="1016190"/>
                </a:moveTo>
                <a:lnTo>
                  <a:pt x="446100" y="1013028"/>
                </a:lnTo>
                <a:lnTo>
                  <a:pt x="447128" y="1010132"/>
                </a:lnTo>
                <a:lnTo>
                  <a:pt x="448957" y="1004150"/>
                </a:lnTo>
                <a:lnTo>
                  <a:pt x="458063" y="1006944"/>
                </a:lnTo>
                <a:lnTo>
                  <a:pt x="456107" y="1013294"/>
                </a:lnTo>
                <a:lnTo>
                  <a:pt x="455091" y="1016190"/>
                </a:lnTo>
                <a:close/>
              </a:path>
              <a:path w="504190" h="1220470">
                <a:moveTo>
                  <a:pt x="447065" y="1010310"/>
                </a:moveTo>
                <a:lnTo>
                  <a:pt x="447120" y="1010132"/>
                </a:lnTo>
                <a:lnTo>
                  <a:pt x="447065" y="1010310"/>
                </a:lnTo>
                <a:close/>
              </a:path>
              <a:path w="504190" h="1220470">
                <a:moveTo>
                  <a:pt x="448271" y="1034199"/>
                </a:moveTo>
                <a:lnTo>
                  <a:pt x="439432" y="1030655"/>
                </a:lnTo>
                <a:lnTo>
                  <a:pt x="442975" y="1021816"/>
                </a:lnTo>
                <a:lnTo>
                  <a:pt x="451815" y="1025359"/>
                </a:lnTo>
                <a:lnTo>
                  <a:pt x="448271" y="1034199"/>
                </a:lnTo>
                <a:close/>
              </a:path>
              <a:path w="504190" h="1220470">
                <a:moveTo>
                  <a:pt x="439107" y="1040726"/>
                </a:moveTo>
                <a:lnTo>
                  <a:pt x="434886" y="1040726"/>
                </a:lnTo>
                <a:lnTo>
                  <a:pt x="434987" y="1040523"/>
                </a:lnTo>
                <a:lnTo>
                  <a:pt x="435609" y="1039139"/>
                </a:lnTo>
                <a:lnTo>
                  <a:pt x="439107" y="1040726"/>
                </a:lnTo>
                <a:close/>
              </a:path>
              <a:path w="504190" h="1220470">
                <a:moveTo>
                  <a:pt x="434908" y="1040678"/>
                </a:moveTo>
                <a:lnTo>
                  <a:pt x="434978" y="1040523"/>
                </a:lnTo>
                <a:lnTo>
                  <a:pt x="434908" y="1040678"/>
                </a:lnTo>
                <a:close/>
              </a:path>
              <a:path w="504190" h="1220470">
                <a:moveTo>
                  <a:pt x="439915" y="1051801"/>
                </a:moveTo>
                <a:lnTo>
                  <a:pt x="431431" y="1047445"/>
                </a:lnTo>
                <a:lnTo>
                  <a:pt x="434908" y="1040678"/>
                </a:lnTo>
                <a:lnTo>
                  <a:pt x="439107" y="1040726"/>
                </a:lnTo>
                <a:lnTo>
                  <a:pt x="444284" y="1043076"/>
                </a:lnTo>
                <a:lnTo>
                  <a:pt x="443471" y="1044867"/>
                </a:lnTo>
                <a:lnTo>
                  <a:pt x="439915" y="1051801"/>
                </a:lnTo>
                <a:close/>
              </a:path>
              <a:path w="504190" h="1220470">
                <a:moveTo>
                  <a:pt x="430282" y="1057503"/>
                </a:moveTo>
                <a:lnTo>
                  <a:pt x="425742" y="1057503"/>
                </a:lnTo>
                <a:lnTo>
                  <a:pt x="425881" y="1057287"/>
                </a:lnTo>
                <a:lnTo>
                  <a:pt x="426885" y="1055535"/>
                </a:lnTo>
                <a:lnTo>
                  <a:pt x="430282" y="1057503"/>
                </a:lnTo>
                <a:close/>
              </a:path>
              <a:path w="504190" h="1220470">
                <a:moveTo>
                  <a:pt x="425749" y="1057490"/>
                </a:moveTo>
                <a:lnTo>
                  <a:pt x="425867" y="1057287"/>
                </a:lnTo>
                <a:lnTo>
                  <a:pt x="425749" y="1057490"/>
                </a:lnTo>
                <a:close/>
              </a:path>
              <a:path w="504190" h="1220470">
                <a:moveTo>
                  <a:pt x="429907" y="1068565"/>
                </a:moveTo>
                <a:lnTo>
                  <a:pt x="421919" y="1063370"/>
                </a:lnTo>
                <a:lnTo>
                  <a:pt x="425749" y="1057490"/>
                </a:lnTo>
                <a:lnTo>
                  <a:pt x="430282" y="1057503"/>
                </a:lnTo>
                <a:lnTo>
                  <a:pt x="435127" y="1060310"/>
                </a:lnTo>
                <a:lnTo>
                  <a:pt x="433997" y="1062278"/>
                </a:lnTo>
                <a:lnTo>
                  <a:pt x="429907" y="1068565"/>
                </a:lnTo>
                <a:close/>
              </a:path>
              <a:path w="504190" h="1220470">
                <a:moveTo>
                  <a:pt x="417788" y="1071829"/>
                </a:moveTo>
                <a:lnTo>
                  <a:pt x="415874" y="1071829"/>
                </a:lnTo>
                <a:lnTo>
                  <a:pt x="416534" y="1070914"/>
                </a:lnTo>
                <a:lnTo>
                  <a:pt x="417788" y="1071829"/>
                </a:lnTo>
                <a:close/>
              </a:path>
              <a:path w="504190" h="1220470">
                <a:moveTo>
                  <a:pt x="418083" y="1084148"/>
                </a:moveTo>
                <a:lnTo>
                  <a:pt x="410718" y="1078115"/>
                </a:lnTo>
                <a:lnTo>
                  <a:pt x="416026" y="1071613"/>
                </a:lnTo>
                <a:lnTo>
                  <a:pt x="415874" y="1071829"/>
                </a:lnTo>
                <a:lnTo>
                  <a:pt x="417788" y="1071829"/>
                </a:lnTo>
                <a:lnTo>
                  <a:pt x="424230" y="1076528"/>
                </a:lnTo>
                <a:lnTo>
                  <a:pt x="423405" y="1077645"/>
                </a:lnTo>
                <a:lnTo>
                  <a:pt x="418083" y="1084148"/>
                </a:lnTo>
                <a:close/>
              </a:path>
              <a:path w="504190" h="1220470">
                <a:moveTo>
                  <a:pt x="409149" y="1089367"/>
                </a:moveTo>
                <a:lnTo>
                  <a:pt x="399808" y="1089367"/>
                </a:lnTo>
                <a:lnTo>
                  <a:pt x="399999" y="1089190"/>
                </a:lnTo>
                <a:lnTo>
                  <a:pt x="404583" y="1084706"/>
                </a:lnTo>
                <a:lnTo>
                  <a:pt x="409149" y="1089367"/>
                </a:lnTo>
                <a:close/>
              </a:path>
              <a:path w="504190" h="1220470">
                <a:moveTo>
                  <a:pt x="399913" y="1089265"/>
                </a:moveTo>
                <a:close/>
              </a:path>
              <a:path w="504190" h="1220470">
                <a:moveTo>
                  <a:pt x="404139" y="1098232"/>
                </a:moveTo>
                <a:lnTo>
                  <a:pt x="397865" y="1091069"/>
                </a:lnTo>
                <a:lnTo>
                  <a:pt x="399913" y="1089265"/>
                </a:lnTo>
                <a:lnTo>
                  <a:pt x="409149" y="1089367"/>
                </a:lnTo>
                <a:lnTo>
                  <a:pt x="411251" y="1091514"/>
                </a:lnTo>
                <a:lnTo>
                  <a:pt x="406285" y="1096352"/>
                </a:lnTo>
                <a:lnTo>
                  <a:pt x="404139" y="1098232"/>
                </a:lnTo>
                <a:close/>
              </a:path>
              <a:path w="504190" h="1220470">
                <a:moveTo>
                  <a:pt x="392231" y="1098892"/>
                </a:moveTo>
                <a:lnTo>
                  <a:pt x="388353" y="1098892"/>
                </a:lnTo>
                <a:lnTo>
                  <a:pt x="390740" y="1097000"/>
                </a:lnTo>
                <a:lnTo>
                  <a:pt x="392231" y="1098892"/>
                </a:lnTo>
                <a:close/>
              </a:path>
              <a:path w="504190" h="1220470">
                <a:moveTo>
                  <a:pt x="388772" y="1110272"/>
                </a:moveTo>
                <a:lnTo>
                  <a:pt x="383247" y="1102499"/>
                </a:lnTo>
                <a:lnTo>
                  <a:pt x="388543" y="1098740"/>
                </a:lnTo>
                <a:lnTo>
                  <a:pt x="388353" y="1098892"/>
                </a:lnTo>
                <a:lnTo>
                  <a:pt x="392231" y="1098892"/>
                </a:lnTo>
                <a:lnTo>
                  <a:pt x="396633" y="1104480"/>
                </a:lnTo>
                <a:lnTo>
                  <a:pt x="394055" y="1106512"/>
                </a:lnTo>
                <a:lnTo>
                  <a:pt x="388772" y="1110272"/>
                </a:lnTo>
                <a:close/>
              </a:path>
              <a:path w="504190" h="1220470">
                <a:moveTo>
                  <a:pt x="377476" y="1110627"/>
                </a:moveTo>
                <a:lnTo>
                  <a:pt x="370116" y="1110627"/>
                </a:lnTo>
                <a:lnTo>
                  <a:pt x="375602" y="1107414"/>
                </a:lnTo>
                <a:lnTo>
                  <a:pt x="377476" y="1110627"/>
                </a:lnTo>
                <a:close/>
              </a:path>
              <a:path w="504190" h="1220470">
                <a:moveTo>
                  <a:pt x="371957" y="1120432"/>
                </a:moveTo>
                <a:lnTo>
                  <a:pt x="367474" y="1112024"/>
                </a:lnTo>
                <a:lnTo>
                  <a:pt x="370281" y="1110526"/>
                </a:lnTo>
                <a:lnTo>
                  <a:pt x="370116" y="1110627"/>
                </a:lnTo>
                <a:lnTo>
                  <a:pt x="377476" y="1110627"/>
                </a:lnTo>
                <a:lnTo>
                  <a:pt x="380403" y="1115644"/>
                </a:lnTo>
                <a:lnTo>
                  <a:pt x="374751" y="1118933"/>
                </a:lnTo>
                <a:lnTo>
                  <a:pt x="371957" y="1120432"/>
                </a:lnTo>
                <a:close/>
              </a:path>
              <a:path w="504190" h="1220470">
                <a:moveTo>
                  <a:pt x="354406" y="1128941"/>
                </a:moveTo>
                <a:lnTo>
                  <a:pt x="350761" y="1120139"/>
                </a:lnTo>
                <a:lnTo>
                  <a:pt x="357454" y="1117104"/>
                </a:lnTo>
                <a:lnTo>
                  <a:pt x="359130" y="1116266"/>
                </a:lnTo>
                <a:lnTo>
                  <a:pt x="363321" y="1124826"/>
                </a:lnTo>
                <a:lnTo>
                  <a:pt x="361391" y="1125766"/>
                </a:lnTo>
                <a:lnTo>
                  <a:pt x="354406" y="1128941"/>
                </a:lnTo>
                <a:close/>
              </a:path>
              <a:path w="504190" h="1220470">
                <a:moveTo>
                  <a:pt x="357327" y="1117155"/>
                </a:moveTo>
                <a:close/>
              </a:path>
              <a:path w="504190" h="1220470">
                <a:moveTo>
                  <a:pt x="342764" y="1125727"/>
                </a:moveTo>
                <a:lnTo>
                  <a:pt x="337261" y="1125727"/>
                </a:lnTo>
                <a:lnTo>
                  <a:pt x="341960" y="1123784"/>
                </a:lnTo>
                <a:lnTo>
                  <a:pt x="342764" y="1125727"/>
                </a:lnTo>
                <a:close/>
              </a:path>
              <a:path w="504190" h="1220470">
                <a:moveTo>
                  <a:pt x="337338" y="1125696"/>
                </a:moveTo>
                <a:close/>
              </a:path>
              <a:path w="504190" h="1220470">
                <a:moveTo>
                  <a:pt x="336626" y="1136154"/>
                </a:moveTo>
                <a:lnTo>
                  <a:pt x="333235" y="1127252"/>
                </a:lnTo>
                <a:lnTo>
                  <a:pt x="337338" y="1125696"/>
                </a:lnTo>
                <a:lnTo>
                  <a:pt x="342764" y="1125727"/>
                </a:lnTo>
                <a:lnTo>
                  <a:pt x="345605" y="1132585"/>
                </a:lnTo>
                <a:lnTo>
                  <a:pt x="340779" y="1134579"/>
                </a:lnTo>
                <a:lnTo>
                  <a:pt x="336626" y="1136154"/>
                </a:lnTo>
                <a:close/>
              </a:path>
              <a:path w="504190" h="1220470">
                <a:moveTo>
                  <a:pt x="318782" y="1142898"/>
                </a:moveTo>
                <a:lnTo>
                  <a:pt x="315442" y="1133982"/>
                </a:lnTo>
                <a:lnTo>
                  <a:pt x="323507" y="1130960"/>
                </a:lnTo>
                <a:lnTo>
                  <a:pt x="324332" y="1130642"/>
                </a:lnTo>
                <a:lnTo>
                  <a:pt x="327723" y="1139545"/>
                </a:lnTo>
                <a:lnTo>
                  <a:pt x="318782" y="1142898"/>
                </a:lnTo>
                <a:close/>
              </a:path>
              <a:path w="504190" h="1220470">
                <a:moveTo>
                  <a:pt x="300951" y="1149591"/>
                </a:moveTo>
                <a:lnTo>
                  <a:pt x="297599" y="1140675"/>
                </a:lnTo>
                <a:lnTo>
                  <a:pt x="306514" y="1137323"/>
                </a:lnTo>
                <a:lnTo>
                  <a:pt x="309867" y="1146251"/>
                </a:lnTo>
                <a:lnTo>
                  <a:pt x="300951" y="1149591"/>
                </a:lnTo>
                <a:close/>
              </a:path>
              <a:path w="504190" h="1220470">
                <a:moveTo>
                  <a:pt x="283603" y="1156690"/>
                </a:moveTo>
                <a:lnTo>
                  <a:pt x="279692" y="1148003"/>
                </a:lnTo>
                <a:lnTo>
                  <a:pt x="280670" y="1147559"/>
                </a:lnTo>
                <a:lnTo>
                  <a:pt x="288620" y="1144282"/>
                </a:lnTo>
                <a:lnTo>
                  <a:pt x="292252" y="1153083"/>
                </a:lnTo>
                <a:lnTo>
                  <a:pt x="284455" y="1156309"/>
                </a:lnTo>
                <a:lnTo>
                  <a:pt x="283603" y="1156690"/>
                </a:lnTo>
                <a:close/>
              </a:path>
              <a:path w="504190" h="1220470">
                <a:moveTo>
                  <a:pt x="284302" y="1156373"/>
                </a:moveTo>
                <a:lnTo>
                  <a:pt x="284441" y="1156309"/>
                </a:lnTo>
                <a:lnTo>
                  <a:pt x="284302" y="1156373"/>
                </a:lnTo>
                <a:close/>
              </a:path>
              <a:path w="504190" h="1220470">
                <a:moveTo>
                  <a:pt x="272037" y="1154341"/>
                </a:moveTo>
                <a:lnTo>
                  <a:pt x="266103" y="1154341"/>
                </a:lnTo>
                <a:lnTo>
                  <a:pt x="270916" y="1152016"/>
                </a:lnTo>
                <a:lnTo>
                  <a:pt x="272037" y="1154341"/>
                </a:lnTo>
                <a:close/>
              </a:path>
              <a:path w="504190" h="1220470">
                <a:moveTo>
                  <a:pt x="266446" y="1164729"/>
                </a:moveTo>
                <a:lnTo>
                  <a:pt x="262343" y="1156131"/>
                </a:lnTo>
                <a:lnTo>
                  <a:pt x="266128" y="1154328"/>
                </a:lnTo>
                <a:lnTo>
                  <a:pt x="272037" y="1154341"/>
                </a:lnTo>
                <a:lnTo>
                  <a:pt x="275056" y="1160602"/>
                </a:lnTo>
                <a:lnTo>
                  <a:pt x="266446" y="1164729"/>
                </a:lnTo>
                <a:close/>
              </a:path>
              <a:path w="504190" h="1220470">
                <a:moveTo>
                  <a:pt x="248653" y="1172375"/>
                </a:moveTo>
                <a:lnTo>
                  <a:pt x="245135" y="1163523"/>
                </a:lnTo>
                <a:lnTo>
                  <a:pt x="251472" y="1161008"/>
                </a:lnTo>
                <a:lnTo>
                  <a:pt x="253822" y="1159979"/>
                </a:lnTo>
                <a:lnTo>
                  <a:pt x="257619" y="1168717"/>
                </a:lnTo>
                <a:lnTo>
                  <a:pt x="254990" y="1169860"/>
                </a:lnTo>
                <a:lnTo>
                  <a:pt x="248653" y="1172375"/>
                </a:lnTo>
                <a:close/>
              </a:path>
              <a:path w="504190" h="1220470">
                <a:moveTo>
                  <a:pt x="251332" y="1161059"/>
                </a:moveTo>
                <a:lnTo>
                  <a:pt x="251472" y="1161008"/>
                </a:lnTo>
                <a:lnTo>
                  <a:pt x="251332" y="1161059"/>
                </a:lnTo>
                <a:close/>
              </a:path>
              <a:path w="504190" h="1220470">
                <a:moveTo>
                  <a:pt x="236450" y="1167104"/>
                </a:moveTo>
                <a:lnTo>
                  <a:pt x="235483" y="1167104"/>
                </a:lnTo>
                <a:lnTo>
                  <a:pt x="236334" y="1166787"/>
                </a:lnTo>
                <a:lnTo>
                  <a:pt x="236450" y="1167104"/>
                </a:lnTo>
                <a:close/>
              </a:path>
              <a:path w="504190" h="1220470">
                <a:moveTo>
                  <a:pt x="230466" y="1178839"/>
                </a:moveTo>
                <a:lnTo>
                  <a:pt x="227431" y="1169809"/>
                </a:lnTo>
                <a:lnTo>
                  <a:pt x="235597" y="1167053"/>
                </a:lnTo>
                <a:lnTo>
                  <a:pt x="236450" y="1167104"/>
                </a:lnTo>
                <a:lnTo>
                  <a:pt x="239598" y="1175727"/>
                </a:lnTo>
                <a:lnTo>
                  <a:pt x="238632" y="1176083"/>
                </a:lnTo>
                <a:lnTo>
                  <a:pt x="230466" y="1178839"/>
                </a:lnTo>
                <a:close/>
              </a:path>
              <a:path w="504190" h="1220470">
                <a:moveTo>
                  <a:pt x="219260" y="1175080"/>
                </a:moveTo>
                <a:lnTo>
                  <a:pt x="209854" y="1175080"/>
                </a:lnTo>
                <a:lnTo>
                  <a:pt x="218541" y="1172578"/>
                </a:lnTo>
                <a:lnTo>
                  <a:pt x="219260" y="1175080"/>
                </a:lnTo>
                <a:close/>
              </a:path>
              <a:path w="504190" h="1220470">
                <a:moveTo>
                  <a:pt x="209932" y="1175057"/>
                </a:moveTo>
                <a:close/>
              </a:path>
              <a:path w="504190" h="1220470">
                <a:moveTo>
                  <a:pt x="211937" y="1184389"/>
                </a:moveTo>
                <a:lnTo>
                  <a:pt x="209473" y="1175181"/>
                </a:lnTo>
                <a:lnTo>
                  <a:pt x="209932" y="1175057"/>
                </a:lnTo>
                <a:lnTo>
                  <a:pt x="219260" y="1175080"/>
                </a:lnTo>
                <a:lnTo>
                  <a:pt x="221170" y="1181722"/>
                </a:lnTo>
                <a:lnTo>
                  <a:pt x="211937" y="1184389"/>
                </a:lnTo>
                <a:close/>
              </a:path>
              <a:path w="504190" h="1220470">
                <a:moveTo>
                  <a:pt x="193344" y="1189177"/>
                </a:moveTo>
                <a:lnTo>
                  <a:pt x="191173" y="1179906"/>
                </a:lnTo>
                <a:lnTo>
                  <a:pt x="191922" y="1179728"/>
                </a:lnTo>
                <a:lnTo>
                  <a:pt x="200342" y="1177620"/>
                </a:lnTo>
                <a:lnTo>
                  <a:pt x="202653" y="1186865"/>
                </a:lnTo>
                <a:lnTo>
                  <a:pt x="193344" y="1189177"/>
                </a:lnTo>
                <a:close/>
              </a:path>
              <a:path w="504190" h="1220470">
                <a:moveTo>
                  <a:pt x="191858" y="1179741"/>
                </a:moveTo>
                <a:close/>
              </a:path>
              <a:path w="504190" h="1220470">
                <a:moveTo>
                  <a:pt x="174650" y="1193330"/>
                </a:moveTo>
                <a:lnTo>
                  <a:pt x="172669" y="1184020"/>
                </a:lnTo>
                <a:lnTo>
                  <a:pt x="181991" y="1182039"/>
                </a:lnTo>
                <a:lnTo>
                  <a:pt x="183972" y="1191348"/>
                </a:lnTo>
                <a:lnTo>
                  <a:pt x="174650" y="1193330"/>
                </a:lnTo>
                <a:close/>
              </a:path>
              <a:path w="504190" h="1220470">
                <a:moveTo>
                  <a:pt x="155867" y="1197089"/>
                </a:moveTo>
                <a:lnTo>
                  <a:pt x="154101" y="1187729"/>
                </a:lnTo>
                <a:lnTo>
                  <a:pt x="163461" y="1185964"/>
                </a:lnTo>
                <a:lnTo>
                  <a:pt x="165226" y="1195323"/>
                </a:lnTo>
                <a:lnTo>
                  <a:pt x="155867" y="1197089"/>
                </a:lnTo>
                <a:close/>
              </a:path>
              <a:path w="504190" h="1220470">
                <a:moveTo>
                  <a:pt x="137032" y="1200467"/>
                </a:moveTo>
                <a:lnTo>
                  <a:pt x="135432" y="1191082"/>
                </a:lnTo>
                <a:lnTo>
                  <a:pt x="144818" y="1189481"/>
                </a:lnTo>
                <a:lnTo>
                  <a:pt x="146418" y="1198867"/>
                </a:lnTo>
                <a:lnTo>
                  <a:pt x="137032" y="1200467"/>
                </a:lnTo>
                <a:close/>
              </a:path>
              <a:path w="504190" h="1220470">
                <a:moveTo>
                  <a:pt x="118160" y="1203540"/>
                </a:moveTo>
                <a:lnTo>
                  <a:pt x="116700" y="1194117"/>
                </a:lnTo>
                <a:lnTo>
                  <a:pt x="126111" y="1192656"/>
                </a:lnTo>
                <a:lnTo>
                  <a:pt x="127571" y="1202067"/>
                </a:lnTo>
                <a:lnTo>
                  <a:pt x="118160" y="1203540"/>
                </a:lnTo>
                <a:close/>
              </a:path>
              <a:path w="504190" h="1220470">
                <a:moveTo>
                  <a:pt x="99275" y="1206360"/>
                </a:moveTo>
                <a:lnTo>
                  <a:pt x="97904" y="1196936"/>
                </a:lnTo>
                <a:lnTo>
                  <a:pt x="107340" y="1195577"/>
                </a:lnTo>
                <a:lnTo>
                  <a:pt x="108699" y="1205001"/>
                </a:lnTo>
                <a:lnTo>
                  <a:pt x="99275" y="1206360"/>
                </a:lnTo>
                <a:close/>
              </a:path>
              <a:path w="504190" h="1220470">
                <a:moveTo>
                  <a:pt x="80365" y="1209001"/>
                </a:moveTo>
                <a:lnTo>
                  <a:pt x="79082" y="1199565"/>
                </a:lnTo>
                <a:lnTo>
                  <a:pt x="88519" y="1198283"/>
                </a:lnTo>
                <a:lnTo>
                  <a:pt x="89801" y="1207719"/>
                </a:lnTo>
                <a:lnTo>
                  <a:pt x="80365" y="1209001"/>
                </a:lnTo>
                <a:close/>
              </a:path>
              <a:path w="504190" h="1220470">
                <a:moveTo>
                  <a:pt x="61480" y="1211567"/>
                </a:moveTo>
                <a:lnTo>
                  <a:pt x="60210" y="1202131"/>
                </a:lnTo>
                <a:lnTo>
                  <a:pt x="69646" y="1200848"/>
                </a:lnTo>
                <a:lnTo>
                  <a:pt x="70929" y="1210284"/>
                </a:lnTo>
                <a:lnTo>
                  <a:pt x="61480" y="1211567"/>
                </a:lnTo>
                <a:close/>
              </a:path>
              <a:path w="504190" h="1220470">
                <a:moveTo>
                  <a:pt x="42633" y="1214170"/>
                </a:moveTo>
                <a:lnTo>
                  <a:pt x="41325" y="1204734"/>
                </a:lnTo>
                <a:lnTo>
                  <a:pt x="50761" y="1203426"/>
                </a:lnTo>
                <a:lnTo>
                  <a:pt x="52070" y="1212862"/>
                </a:lnTo>
                <a:lnTo>
                  <a:pt x="42633" y="1214170"/>
                </a:lnTo>
                <a:close/>
              </a:path>
              <a:path w="504190" h="1220470">
                <a:moveTo>
                  <a:pt x="23850" y="1216825"/>
                </a:moveTo>
                <a:lnTo>
                  <a:pt x="22377" y="1207414"/>
                </a:lnTo>
                <a:lnTo>
                  <a:pt x="25107" y="1206982"/>
                </a:lnTo>
                <a:lnTo>
                  <a:pt x="31889" y="1206042"/>
                </a:lnTo>
                <a:lnTo>
                  <a:pt x="33197" y="1215478"/>
                </a:lnTo>
                <a:lnTo>
                  <a:pt x="26412" y="1216418"/>
                </a:lnTo>
                <a:lnTo>
                  <a:pt x="23850" y="1216825"/>
                </a:lnTo>
                <a:close/>
              </a:path>
              <a:path w="504190" h="1220470">
                <a:moveTo>
                  <a:pt x="26416" y="1216418"/>
                </a:moveTo>
                <a:close/>
              </a:path>
              <a:path w="504190" h="1220470">
                <a:moveTo>
                  <a:pt x="5181" y="1219949"/>
                </a:moveTo>
                <a:lnTo>
                  <a:pt x="3479" y="1210576"/>
                </a:lnTo>
                <a:lnTo>
                  <a:pt x="12966" y="1208874"/>
                </a:lnTo>
                <a:lnTo>
                  <a:pt x="14439" y="1218285"/>
                </a:lnTo>
                <a:lnTo>
                  <a:pt x="5181" y="1219949"/>
                </a:lnTo>
                <a:close/>
              </a:path>
              <a:path w="504190" h="1220470">
                <a:moveTo>
                  <a:pt x="13525" y="1218438"/>
                </a:moveTo>
                <a:lnTo>
                  <a:pt x="13677" y="1218412"/>
                </a:lnTo>
                <a:lnTo>
                  <a:pt x="13525" y="12184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503881" y="2986011"/>
            <a:ext cx="504190" cy="1220470"/>
          </a:xfrm>
          <a:custGeom>
            <a:avLst/>
            <a:gdLst/>
            <a:ahLst/>
            <a:cxnLst/>
            <a:rect l="l" t="t" r="r" b="b"/>
            <a:pathLst>
              <a:path w="504190" h="1220470">
                <a:moveTo>
                  <a:pt x="500849" y="77317"/>
                </a:moveTo>
                <a:lnTo>
                  <a:pt x="497408" y="76199"/>
                </a:lnTo>
                <a:lnTo>
                  <a:pt x="493064" y="74434"/>
                </a:lnTo>
                <a:lnTo>
                  <a:pt x="491426" y="73659"/>
                </a:lnTo>
                <a:lnTo>
                  <a:pt x="495477" y="65036"/>
                </a:lnTo>
                <a:lnTo>
                  <a:pt x="496901" y="65709"/>
                </a:lnTo>
                <a:lnTo>
                  <a:pt x="500361" y="67132"/>
                </a:lnTo>
                <a:lnTo>
                  <a:pt x="500672" y="67259"/>
                </a:lnTo>
                <a:lnTo>
                  <a:pt x="503796" y="68249"/>
                </a:lnTo>
                <a:lnTo>
                  <a:pt x="500849" y="77317"/>
                </a:lnTo>
                <a:close/>
              </a:path>
              <a:path w="504190" h="1220470">
                <a:moveTo>
                  <a:pt x="500734" y="67259"/>
                </a:moveTo>
                <a:lnTo>
                  <a:pt x="500437" y="67163"/>
                </a:lnTo>
                <a:lnTo>
                  <a:pt x="500734" y="67259"/>
                </a:lnTo>
                <a:close/>
              </a:path>
              <a:path w="504190" h="1220470">
                <a:moveTo>
                  <a:pt x="479160" y="56286"/>
                </a:moveTo>
                <a:close/>
              </a:path>
              <a:path w="504190" h="1220470">
                <a:moveTo>
                  <a:pt x="482638" y="69164"/>
                </a:moveTo>
                <a:lnTo>
                  <a:pt x="474484" y="64592"/>
                </a:lnTo>
                <a:lnTo>
                  <a:pt x="474243" y="64439"/>
                </a:lnTo>
                <a:lnTo>
                  <a:pt x="479072" y="56286"/>
                </a:lnTo>
                <a:lnTo>
                  <a:pt x="487299" y="60858"/>
                </a:lnTo>
                <a:lnTo>
                  <a:pt x="482638" y="69164"/>
                </a:lnTo>
                <a:close/>
              </a:path>
              <a:path w="504190" h="1220470">
                <a:moveTo>
                  <a:pt x="466051" y="59588"/>
                </a:moveTo>
                <a:lnTo>
                  <a:pt x="463575" y="58127"/>
                </a:lnTo>
                <a:lnTo>
                  <a:pt x="457847" y="54749"/>
                </a:lnTo>
                <a:lnTo>
                  <a:pt x="462699" y="46545"/>
                </a:lnTo>
                <a:lnTo>
                  <a:pt x="470903" y="51396"/>
                </a:lnTo>
                <a:lnTo>
                  <a:pt x="466051" y="59588"/>
                </a:lnTo>
                <a:close/>
              </a:path>
              <a:path w="504190" h="1220470">
                <a:moveTo>
                  <a:pt x="449656" y="49910"/>
                </a:moveTo>
                <a:lnTo>
                  <a:pt x="441451" y="45072"/>
                </a:lnTo>
                <a:lnTo>
                  <a:pt x="446290" y="36868"/>
                </a:lnTo>
                <a:lnTo>
                  <a:pt x="454494" y="41706"/>
                </a:lnTo>
                <a:lnTo>
                  <a:pt x="449656" y="49910"/>
                </a:lnTo>
                <a:close/>
              </a:path>
              <a:path w="504190" h="1220470">
                <a:moveTo>
                  <a:pt x="435470" y="36474"/>
                </a:moveTo>
                <a:lnTo>
                  <a:pt x="426034" y="36474"/>
                </a:lnTo>
                <a:lnTo>
                  <a:pt x="425018" y="35953"/>
                </a:lnTo>
                <a:lnTo>
                  <a:pt x="429412" y="27495"/>
                </a:lnTo>
                <a:lnTo>
                  <a:pt x="430415" y="28028"/>
                </a:lnTo>
                <a:lnTo>
                  <a:pt x="437870" y="32130"/>
                </a:lnTo>
                <a:lnTo>
                  <a:pt x="435470" y="36474"/>
                </a:lnTo>
                <a:close/>
              </a:path>
              <a:path w="504190" h="1220470">
                <a:moveTo>
                  <a:pt x="433260" y="40474"/>
                </a:moveTo>
                <a:lnTo>
                  <a:pt x="425919" y="36423"/>
                </a:lnTo>
                <a:lnTo>
                  <a:pt x="435470" y="36474"/>
                </a:lnTo>
                <a:lnTo>
                  <a:pt x="433260" y="40474"/>
                </a:lnTo>
                <a:close/>
              </a:path>
              <a:path w="504190" h="1220470">
                <a:moveTo>
                  <a:pt x="416623" y="31661"/>
                </a:moveTo>
                <a:lnTo>
                  <a:pt x="412115" y="29425"/>
                </a:lnTo>
                <a:lnTo>
                  <a:pt x="408139" y="27584"/>
                </a:lnTo>
                <a:lnTo>
                  <a:pt x="412140" y="18948"/>
                </a:lnTo>
                <a:lnTo>
                  <a:pt x="416217" y="20840"/>
                </a:lnTo>
                <a:lnTo>
                  <a:pt x="420839" y="23113"/>
                </a:lnTo>
                <a:lnTo>
                  <a:pt x="416623" y="31661"/>
                </a:lnTo>
                <a:close/>
              </a:path>
              <a:path w="504190" h="1220470">
                <a:moveTo>
                  <a:pt x="399854" y="23088"/>
                </a:moveTo>
                <a:lnTo>
                  <a:pt x="397941" y="23088"/>
                </a:lnTo>
                <a:lnTo>
                  <a:pt x="390842" y="20294"/>
                </a:lnTo>
                <a:lnTo>
                  <a:pt x="394347" y="11429"/>
                </a:lnTo>
                <a:lnTo>
                  <a:pt x="401434" y="14236"/>
                </a:lnTo>
                <a:lnTo>
                  <a:pt x="403313" y="15036"/>
                </a:lnTo>
                <a:lnTo>
                  <a:pt x="399854" y="23088"/>
                </a:lnTo>
                <a:close/>
              </a:path>
              <a:path w="504190" h="1220470">
                <a:moveTo>
                  <a:pt x="399554" y="23787"/>
                </a:moveTo>
                <a:lnTo>
                  <a:pt x="397802" y="23037"/>
                </a:lnTo>
                <a:lnTo>
                  <a:pt x="397941" y="23088"/>
                </a:lnTo>
                <a:lnTo>
                  <a:pt x="399854" y="23088"/>
                </a:lnTo>
                <a:lnTo>
                  <a:pt x="399554" y="23787"/>
                </a:lnTo>
                <a:close/>
              </a:path>
              <a:path w="504190" h="1220470">
                <a:moveTo>
                  <a:pt x="382802" y="15303"/>
                </a:moveTo>
                <a:lnTo>
                  <a:pt x="375945" y="15303"/>
                </a:lnTo>
                <a:lnTo>
                  <a:pt x="373265" y="14604"/>
                </a:lnTo>
                <a:lnTo>
                  <a:pt x="375704" y="5384"/>
                </a:lnTo>
                <a:lnTo>
                  <a:pt x="378383" y="6095"/>
                </a:lnTo>
                <a:lnTo>
                  <a:pt x="385025" y="8166"/>
                </a:lnTo>
                <a:lnTo>
                  <a:pt x="382802" y="15303"/>
                </a:lnTo>
                <a:close/>
              </a:path>
              <a:path w="504190" h="1220470">
                <a:moveTo>
                  <a:pt x="382193" y="17259"/>
                </a:moveTo>
                <a:lnTo>
                  <a:pt x="375742" y="15252"/>
                </a:lnTo>
                <a:lnTo>
                  <a:pt x="375945" y="15303"/>
                </a:lnTo>
                <a:lnTo>
                  <a:pt x="382802" y="15303"/>
                </a:lnTo>
                <a:lnTo>
                  <a:pt x="382193" y="17259"/>
                </a:lnTo>
                <a:close/>
              </a:path>
              <a:path w="504190" h="1220470">
                <a:moveTo>
                  <a:pt x="364370" y="11734"/>
                </a:moveTo>
                <a:lnTo>
                  <a:pt x="361073" y="11734"/>
                </a:lnTo>
                <a:lnTo>
                  <a:pt x="355104" y="10794"/>
                </a:lnTo>
                <a:lnTo>
                  <a:pt x="356590" y="1384"/>
                </a:lnTo>
                <a:lnTo>
                  <a:pt x="362813" y="2374"/>
                </a:lnTo>
                <a:lnTo>
                  <a:pt x="366217" y="3111"/>
                </a:lnTo>
                <a:lnTo>
                  <a:pt x="364370" y="11734"/>
                </a:lnTo>
                <a:close/>
              </a:path>
              <a:path w="504190" h="1220470">
                <a:moveTo>
                  <a:pt x="364223" y="12420"/>
                </a:moveTo>
                <a:lnTo>
                  <a:pt x="360819" y="11696"/>
                </a:lnTo>
                <a:lnTo>
                  <a:pt x="361073" y="11734"/>
                </a:lnTo>
                <a:lnTo>
                  <a:pt x="364370" y="11734"/>
                </a:lnTo>
                <a:lnTo>
                  <a:pt x="364223" y="12420"/>
                </a:lnTo>
                <a:close/>
              </a:path>
              <a:path w="504190" h="1220470">
                <a:moveTo>
                  <a:pt x="336943" y="9550"/>
                </a:moveTo>
                <a:lnTo>
                  <a:pt x="336791" y="25"/>
                </a:lnTo>
                <a:lnTo>
                  <a:pt x="338683" y="0"/>
                </a:lnTo>
                <a:lnTo>
                  <a:pt x="342722" y="76"/>
                </a:lnTo>
                <a:lnTo>
                  <a:pt x="346862" y="304"/>
                </a:lnTo>
                <a:lnTo>
                  <a:pt x="345935" y="9524"/>
                </a:lnTo>
                <a:lnTo>
                  <a:pt x="338505" y="9524"/>
                </a:lnTo>
                <a:lnTo>
                  <a:pt x="336943" y="9550"/>
                </a:lnTo>
                <a:close/>
              </a:path>
              <a:path w="504190" h="1220470">
                <a:moveTo>
                  <a:pt x="338576" y="9526"/>
                </a:moveTo>
                <a:close/>
              </a:path>
              <a:path w="504190" h="1220470">
                <a:moveTo>
                  <a:pt x="342379" y="9601"/>
                </a:moveTo>
                <a:lnTo>
                  <a:pt x="338576" y="9526"/>
                </a:lnTo>
                <a:lnTo>
                  <a:pt x="345935" y="9524"/>
                </a:lnTo>
                <a:lnTo>
                  <a:pt x="342226" y="9588"/>
                </a:lnTo>
                <a:lnTo>
                  <a:pt x="342379" y="9601"/>
                </a:lnTo>
                <a:close/>
              </a:path>
              <a:path w="504190" h="1220470">
                <a:moveTo>
                  <a:pt x="345909" y="9778"/>
                </a:moveTo>
                <a:lnTo>
                  <a:pt x="342226" y="9588"/>
                </a:lnTo>
                <a:lnTo>
                  <a:pt x="345929" y="9588"/>
                </a:lnTo>
                <a:lnTo>
                  <a:pt x="345909" y="9778"/>
                </a:lnTo>
                <a:close/>
              </a:path>
              <a:path w="504190" h="1220470">
                <a:moveTo>
                  <a:pt x="318922" y="11429"/>
                </a:moveTo>
                <a:lnTo>
                  <a:pt x="316979" y="2108"/>
                </a:lnTo>
                <a:lnTo>
                  <a:pt x="318312" y="1828"/>
                </a:lnTo>
                <a:lnTo>
                  <a:pt x="322541" y="1117"/>
                </a:lnTo>
                <a:lnTo>
                  <a:pt x="326390" y="634"/>
                </a:lnTo>
                <a:lnTo>
                  <a:pt x="326948" y="584"/>
                </a:lnTo>
                <a:lnTo>
                  <a:pt x="327774" y="10071"/>
                </a:lnTo>
                <a:lnTo>
                  <a:pt x="324031" y="10540"/>
                </a:lnTo>
                <a:lnTo>
                  <a:pt x="320074" y="11188"/>
                </a:lnTo>
                <a:lnTo>
                  <a:pt x="318922" y="11429"/>
                </a:lnTo>
                <a:close/>
              </a:path>
              <a:path w="504190" h="1220470">
                <a:moveTo>
                  <a:pt x="327405" y="10109"/>
                </a:moveTo>
                <a:lnTo>
                  <a:pt x="327583" y="10083"/>
                </a:lnTo>
                <a:lnTo>
                  <a:pt x="327405" y="10109"/>
                </a:lnTo>
                <a:close/>
              </a:path>
              <a:path w="504190" h="1220470">
                <a:moveTo>
                  <a:pt x="323735" y="10579"/>
                </a:moveTo>
                <a:lnTo>
                  <a:pt x="323913" y="10540"/>
                </a:lnTo>
                <a:lnTo>
                  <a:pt x="323735" y="10579"/>
                </a:lnTo>
                <a:close/>
              </a:path>
              <a:path w="504190" h="1220470">
                <a:moveTo>
                  <a:pt x="320109" y="11181"/>
                </a:moveTo>
                <a:lnTo>
                  <a:pt x="320255" y="11150"/>
                </a:lnTo>
                <a:lnTo>
                  <a:pt x="320109" y="11181"/>
                </a:lnTo>
                <a:close/>
              </a:path>
              <a:path w="504190" h="1220470">
                <a:moveTo>
                  <a:pt x="320074" y="11188"/>
                </a:moveTo>
                <a:close/>
              </a:path>
              <a:path w="504190" h="1220470">
                <a:moveTo>
                  <a:pt x="301688" y="16713"/>
                </a:moveTo>
                <a:lnTo>
                  <a:pt x="297853" y="8000"/>
                </a:lnTo>
                <a:lnTo>
                  <a:pt x="298335" y="7785"/>
                </a:lnTo>
                <a:lnTo>
                  <a:pt x="302298" y="6235"/>
                </a:lnTo>
                <a:lnTo>
                  <a:pt x="306285" y="4864"/>
                </a:lnTo>
                <a:lnTo>
                  <a:pt x="307365" y="4533"/>
                </a:lnTo>
                <a:lnTo>
                  <a:pt x="310070" y="13665"/>
                </a:lnTo>
                <a:lnTo>
                  <a:pt x="309168" y="13931"/>
                </a:lnTo>
                <a:lnTo>
                  <a:pt x="305797" y="15100"/>
                </a:lnTo>
                <a:lnTo>
                  <a:pt x="301993" y="16573"/>
                </a:lnTo>
                <a:lnTo>
                  <a:pt x="301688" y="16713"/>
                </a:lnTo>
                <a:close/>
              </a:path>
              <a:path w="504190" h="1220470">
                <a:moveTo>
                  <a:pt x="309210" y="13931"/>
                </a:moveTo>
                <a:lnTo>
                  <a:pt x="309359" y="13881"/>
                </a:lnTo>
                <a:lnTo>
                  <a:pt x="309210" y="13931"/>
                </a:lnTo>
                <a:close/>
              </a:path>
              <a:path w="504190" h="1220470">
                <a:moveTo>
                  <a:pt x="305574" y="15176"/>
                </a:moveTo>
                <a:lnTo>
                  <a:pt x="305765" y="15100"/>
                </a:lnTo>
                <a:lnTo>
                  <a:pt x="305574" y="15176"/>
                </a:lnTo>
                <a:close/>
              </a:path>
              <a:path w="504190" h="1220470">
                <a:moveTo>
                  <a:pt x="302144" y="16514"/>
                </a:moveTo>
                <a:close/>
              </a:path>
              <a:path w="504190" h="1220470">
                <a:moveTo>
                  <a:pt x="302008" y="16573"/>
                </a:moveTo>
                <a:lnTo>
                  <a:pt x="302144" y="16514"/>
                </a:lnTo>
                <a:lnTo>
                  <a:pt x="302008" y="16573"/>
                </a:lnTo>
                <a:close/>
              </a:path>
              <a:path w="504190" h="1220470">
                <a:moveTo>
                  <a:pt x="285076" y="25209"/>
                </a:moveTo>
                <a:lnTo>
                  <a:pt x="280555" y="16827"/>
                </a:lnTo>
                <a:lnTo>
                  <a:pt x="288925" y="12293"/>
                </a:lnTo>
                <a:lnTo>
                  <a:pt x="293458" y="20675"/>
                </a:lnTo>
                <a:lnTo>
                  <a:pt x="285076" y="25209"/>
                </a:lnTo>
                <a:close/>
              </a:path>
              <a:path w="504190" h="1220470">
                <a:moveTo>
                  <a:pt x="268655" y="34543"/>
                </a:moveTo>
                <a:lnTo>
                  <a:pt x="263855" y="26314"/>
                </a:lnTo>
                <a:lnTo>
                  <a:pt x="272084" y="21513"/>
                </a:lnTo>
                <a:lnTo>
                  <a:pt x="276885" y="29743"/>
                </a:lnTo>
                <a:lnTo>
                  <a:pt x="268655" y="34543"/>
                </a:lnTo>
                <a:close/>
              </a:path>
              <a:path w="504190" h="1220470">
                <a:moveTo>
                  <a:pt x="252514" y="44297"/>
                </a:moveTo>
                <a:lnTo>
                  <a:pt x="247396" y="36271"/>
                </a:lnTo>
                <a:lnTo>
                  <a:pt x="248780" y="35382"/>
                </a:lnTo>
                <a:lnTo>
                  <a:pt x="255562" y="31216"/>
                </a:lnTo>
                <a:lnTo>
                  <a:pt x="260553" y="39331"/>
                </a:lnTo>
                <a:lnTo>
                  <a:pt x="253819" y="43459"/>
                </a:lnTo>
                <a:lnTo>
                  <a:pt x="252514" y="44297"/>
                </a:lnTo>
                <a:close/>
              </a:path>
              <a:path w="504190" h="1220470">
                <a:moveTo>
                  <a:pt x="253834" y="43459"/>
                </a:moveTo>
                <a:close/>
              </a:path>
              <a:path w="504190" h="1220470">
                <a:moveTo>
                  <a:pt x="236613" y="54635"/>
                </a:moveTo>
                <a:lnTo>
                  <a:pt x="231355" y="46697"/>
                </a:lnTo>
                <a:lnTo>
                  <a:pt x="239293" y="41440"/>
                </a:lnTo>
                <a:lnTo>
                  <a:pt x="244551" y="49377"/>
                </a:lnTo>
                <a:lnTo>
                  <a:pt x="236613" y="54635"/>
                </a:lnTo>
                <a:close/>
              </a:path>
              <a:path w="504190" h="1220470">
                <a:moveTo>
                  <a:pt x="221106" y="65404"/>
                </a:moveTo>
                <a:lnTo>
                  <a:pt x="215569" y="57657"/>
                </a:lnTo>
                <a:lnTo>
                  <a:pt x="220649" y="54025"/>
                </a:lnTo>
                <a:lnTo>
                  <a:pt x="223431" y="52120"/>
                </a:lnTo>
                <a:lnTo>
                  <a:pt x="228815" y="59969"/>
                </a:lnTo>
                <a:lnTo>
                  <a:pt x="226115" y="61823"/>
                </a:lnTo>
                <a:lnTo>
                  <a:pt x="221106" y="65404"/>
                </a:lnTo>
                <a:close/>
              </a:path>
              <a:path w="504190" h="1220470">
                <a:moveTo>
                  <a:pt x="226115" y="61823"/>
                </a:moveTo>
                <a:close/>
              </a:path>
              <a:path w="504190" h="1220470">
                <a:moveTo>
                  <a:pt x="205905" y="76593"/>
                </a:moveTo>
                <a:lnTo>
                  <a:pt x="200088" y="69049"/>
                </a:lnTo>
                <a:lnTo>
                  <a:pt x="201142" y="68237"/>
                </a:lnTo>
                <a:lnTo>
                  <a:pt x="207784" y="63296"/>
                </a:lnTo>
                <a:lnTo>
                  <a:pt x="213461" y="70942"/>
                </a:lnTo>
                <a:lnTo>
                  <a:pt x="206889" y="75831"/>
                </a:lnTo>
                <a:lnTo>
                  <a:pt x="205905" y="76593"/>
                </a:lnTo>
                <a:close/>
              </a:path>
              <a:path w="504190" h="1220470">
                <a:moveTo>
                  <a:pt x="206895" y="75831"/>
                </a:moveTo>
                <a:close/>
              </a:path>
              <a:path w="504190" h="1220470">
                <a:moveTo>
                  <a:pt x="191007" y="88303"/>
                </a:moveTo>
                <a:lnTo>
                  <a:pt x="185039" y="80886"/>
                </a:lnTo>
                <a:lnTo>
                  <a:pt x="191262" y="75869"/>
                </a:lnTo>
                <a:lnTo>
                  <a:pt x="192544" y="74879"/>
                </a:lnTo>
                <a:lnTo>
                  <a:pt x="198374" y="82410"/>
                </a:lnTo>
                <a:lnTo>
                  <a:pt x="197167" y="83350"/>
                </a:lnTo>
                <a:lnTo>
                  <a:pt x="191007" y="88303"/>
                </a:lnTo>
                <a:close/>
              </a:path>
              <a:path w="504190" h="1220470">
                <a:moveTo>
                  <a:pt x="197167" y="83350"/>
                </a:moveTo>
                <a:close/>
              </a:path>
              <a:path w="504190" h="1220470">
                <a:moveTo>
                  <a:pt x="176529" y="100380"/>
                </a:moveTo>
                <a:lnTo>
                  <a:pt x="170256" y="93217"/>
                </a:lnTo>
                <a:lnTo>
                  <a:pt x="171373" y="92227"/>
                </a:lnTo>
                <a:lnTo>
                  <a:pt x="177596" y="86994"/>
                </a:lnTo>
                <a:lnTo>
                  <a:pt x="183730" y="94297"/>
                </a:lnTo>
                <a:lnTo>
                  <a:pt x="177587" y="99453"/>
                </a:lnTo>
                <a:lnTo>
                  <a:pt x="176529" y="100380"/>
                </a:lnTo>
                <a:close/>
              </a:path>
              <a:path w="504190" h="1220470">
                <a:moveTo>
                  <a:pt x="177587" y="99453"/>
                </a:moveTo>
                <a:close/>
              </a:path>
              <a:path w="504190" h="1220470">
                <a:moveTo>
                  <a:pt x="162394" y="112991"/>
                </a:moveTo>
                <a:lnTo>
                  <a:pt x="155955" y="105968"/>
                </a:lnTo>
                <a:lnTo>
                  <a:pt x="161442" y="100939"/>
                </a:lnTo>
                <a:lnTo>
                  <a:pt x="163093" y="99491"/>
                </a:lnTo>
                <a:lnTo>
                  <a:pt x="169367" y="106654"/>
                </a:lnTo>
                <a:lnTo>
                  <a:pt x="167798" y="108026"/>
                </a:lnTo>
                <a:lnTo>
                  <a:pt x="162394" y="112991"/>
                </a:lnTo>
                <a:close/>
              </a:path>
              <a:path w="504190" h="1220470">
                <a:moveTo>
                  <a:pt x="167805" y="108026"/>
                </a:moveTo>
                <a:close/>
              </a:path>
              <a:path w="504190" h="1220470">
                <a:moveTo>
                  <a:pt x="148653" y="126009"/>
                </a:moveTo>
                <a:lnTo>
                  <a:pt x="142049" y="119151"/>
                </a:lnTo>
                <a:lnTo>
                  <a:pt x="148920" y="112547"/>
                </a:lnTo>
                <a:lnTo>
                  <a:pt x="155524" y="119418"/>
                </a:lnTo>
                <a:lnTo>
                  <a:pt x="148653" y="126009"/>
                </a:lnTo>
                <a:close/>
              </a:path>
              <a:path w="504190" h="1220470">
                <a:moveTo>
                  <a:pt x="135496" y="139458"/>
                </a:moveTo>
                <a:lnTo>
                  <a:pt x="128562" y="132930"/>
                </a:lnTo>
                <a:lnTo>
                  <a:pt x="132054" y="129222"/>
                </a:lnTo>
                <a:lnTo>
                  <a:pt x="135254" y="125996"/>
                </a:lnTo>
                <a:lnTo>
                  <a:pt x="142024" y="132689"/>
                </a:lnTo>
                <a:lnTo>
                  <a:pt x="138916" y="135839"/>
                </a:lnTo>
                <a:lnTo>
                  <a:pt x="135496" y="139458"/>
                </a:lnTo>
                <a:close/>
              </a:path>
              <a:path w="504190" h="1220470">
                <a:moveTo>
                  <a:pt x="138916" y="135839"/>
                </a:moveTo>
                <a:close/>
              </a:path>
              <a:path w="504190" h="1220470">
                <a:moveTo>
                  <a:pt x="122720" y="153428"/>
                </a:moveTo>
                <a:lnTo>
                  <a:pt x="115620" y="147078"/>
                </a:lnTo>
                <a:lnTo>
                  <a:pt x="121970" y="139979"/>
                </a:lnTo>
                <a:lnTo>
                  <a:pt x="129070" y="146316"/>
                </a:lnTo>
                <a:lnTo>
                  <a:pt x="122720" y="153428"/>
                </a:lnTo>
                <a:close/>
              </a:path>
              <a:path w="504190" h="1220470">
                <a:moveTo>
                  <a:pt x="110566" y="167728"/>
                </a:moveTo>
                <a:lnTo>
                  <a:pt x="103111" y="161797"/>
                </a:lnTo>
                <a:lnTo>
                  <a:pt x="103936" y="160756"/>
                </a:lnTo>
                <a:lnTo>
                  <a:pt x="109308" y="154393"/>
                </a:lnTo>
                <a:lnTo>
                  <a:pt x="116586" y="160540"/>
                </a:lnTo>
                <a:lnTo>
                  <a:pt x="111311" y="166789"/>
                </a:lnTo>
                <a:lnTo>
                  <a:pt x="110566" y="167728"/>
                </a:lnTo>
                <a:close/>
              </a:path>
              <a:path w="504190" h="1220470">
                <a:moveTo>
                  <a:pt x="111311" y="166789"/>
                </a:moveTo>
                <a:close/>
              </a:path>
              <a:path w="504190" h="1220470">
                <a:moveTo>
                  <a:pt x="98932" y="182638"/>
                </a:moveTo>
                <a:lnTo>
                  <a:pt x="91300" y="176923"/>
                </a:lnTo>
                <a:lnTo>
                  <a:pt x="95008" y="171983"/>
                </a:lnTo>
                <a:lnTo>
                  <a:pt x="97180" y="169252"/>
                </a:lnTo>
                <a:lnTo>
                  <a:pt x="104622" y="175183"/>
                </a:lnTo>
                <a:lnTo>
                  <a:pt x="102543" y="177799"/>
                </a:lnTo>
                <a:lnTo>
                  <a:pt x="98932" y="182638"/>
                </a:lnTo>
                <a:close/>
              </a:path>
              <a:path w="504190" h="1220470">
                <a:moveTo>
                  <a:pt x="102597" y="177727"/>
                </a:moveTo>
                <a:close/>
              </a:path>
              <a:path w="504190" h="1220470">
                <a:moveTo>
                  <a:pt x="102543" y="177799"/>
                </a:moveTo>
                <a:close/>
              </a:path>
              <a:path w="504190" h="1220470">
                <a:moveTo>
                  <a:pt x="87871" y="197967"/>
                </a:moveTo>
                <a:lnTo>
                  <a:pt x="80073" y="192493"/>
                </a:lnTo>
                <a:lnTo>
                  <a:pt x="85547" y="184696"/>
                </a:lnTo>
                <a:lnTo>
                  <a:pt x="93345" y="190157"/>
                </a:lnTo>
                <a:lnTo>
                  <a:pt x="87871" y="197967"/>
                </a:lnTo>
                <a:close/>
              </a:path>
              <a:path w="504190" h="1220470">
                <a:moveTo>
                  <a:pt x="77571" y="213601"/>
                </a:moveTo>
                <a:lnTo>
                  <a:pt x="69418" y="208660"/>
                </a:lnTo>
                <a:lnTo>
                  <a:pt x="69926" y="207835"/>
                </a:lnTo>
                <a:lnTo>
                  <a:pt x="74688" y="200532"/>
                </a:lnTo>
                <a:lnTo>
                  <a:pt x="82664" y="205739"/>
                </a:lnTo>
                <a:lnTo>
                  <a:pt x="77984" y="212902"/>
                </a:lnTo>
                <a:lnTo>
                  <a:pt x="77571" y="213601"/>
                </a:lnTo>
                <a:close/>
              </a:path>
              <a:path w="504190" h="1220470">
                <a:moveTo>
                  <a:pt x="78043" y="212802"/>
                </a:moveTo>
                <a:close/>
              </a:path>
              <a:path w="504190" h="1220470">
                <a:moveTo>
                  <a:pt x="77984" y="212902"/>
                </a:moveTo>
                <a:close/>
              </a:path>
              <a:path w="504190" h="1220470">
                <a:moveTo>
                  <a:pt x="67945" y="229844"/>
                </a:moveTo>
                <a:lnTo>
                  <a:pt x="59626" y="225196"/>
                </a:lnTo>
                <a:lnTo>
                  <a:pt x="62242" y="220510"/>
                </a:lnTo>
                <a:lnTo>
                  <a:pt x="64477" y="216814"/>
                </a:lnTo>
                <a:lnTo>
                  <a:pt x="72631" y="221741"/>
                </a:lnTo>
                <a:lnTo>
                  <a:pt x="70483" y="225297"/>
                </a:lnTo>
                <a:lnTo>
                  <a:pt x="67945" y="229844"/>
                </a:lnTo>
                <a:close/>
              </a:path>
              <a:path w="504190" h="1220470">
                <a:moveTo>
                  <a:pt x="70485" y="225297"/>
                </a:moveTo>
                <a:lnTo>
                  <a:pt x="70561" y="225158"/>
                </a:lnTo>
                <a:lnTo>
                  <a:pt x="70485" y="225297"/>
                </a:lnTo>
                <a:close/>
              </a:path>
              <a:path w="504190" h="1220470">
                <a:moveTo>
                  <a:pt x="59042" y="246494"/>
                </a:moveTo>
                <a:lnTo>
                  <a:pt x="50571" y="242150"/>
                </a:lnTo>
                <a:lnTo>
                  <a:pt x="54902" y="233667"/>
                </a:lnTo>
                <a:lnTo>
                  <a:pt x="63385" y="238010"/>
                </a:lnTo>
                <a:lnTo>
                  <a:pt x="59042" y="246494"/>
                </a:lnTo>
                <a:close/>
              </a:path>
              <a:path w="504190" h="1220470">
                <a:moveTo>
                  <a:pt x="50926" y="263512"/>
                </a:moveTo>
                <a:lnTo>
                  <a:pt x="42291" y="259499"/>
                </a:lnTo>
                <a:lnTo>
                  <a:pt x="46304" y="250863"/>
                </a:lnTo>
                <a:lnTo>
                  <a:pt x="54940" y="254876"/>
                </a:lnTo>
                <a:lnTo>
                  <a:pt x="50926" y="263512"/>
                </a:lnTo>
                <a:close/>
              </a:path>
              <a:path w="504190" h="1220470">
                <a:moveTo>
                  <a:pt x="43751" y="280809"/>
                </a:moveTo>
                <a:lnTo>
                  <a:pt x="34848" y="277406"/>
                </a:lnTo>
                <a:lnTo>
                  <a:pt x="35852" y="274777"/>
                </a:lnTo>
                <a:lnTo>
                  <a:pt x="38493" y="268452"/>
                </a:lnTo>
                <a:lnTo>
                  <a:pt x="47282" y="272122"/>
                </a:lnTo>
                <a:lnTo>
                  <a:pt x="44701" y="278320"/>
                </a:lnTo>
                <a:lnTo>
                  <a:pt x="43751" y="280809"/>
                </a:lnTo>
                <a:close/>
              </a:path>
              <a:path w="504190" h="1220470">
                <a:moveTo>
                  <a:pt x="44703" y="278320"/>
                </a:moveTo>
                <a:lnTo>
                  <a:pt x="44754" y="278180"/>
                </a:lnTo>
                <a:lnTo>
                  <a:pt x="44703" y="278320"/>
                </a:lnTo>
                <a:close/>
              </a:path>
              <a:path w="504190" h="1220470">
                <a:moveTo>
                  <a:pt x="37401" y="298564"/>
                </a:moveTo>
                <a:lnTo>
                  <a:pt x="28384" y="295528"/>
                </a:lnTo>
                <a:lnTo>
                  <a:pt x="30479" y="289267"/>
                </a:lnTo>
                <a:lnTo>
                  <a:pt x="31508" y="286423"/>
                </a:lnTo>
                <a:lnTo>
                  <a:pt x="40462" y="289648"/>
                </a:lnTo>
                <a:lnTo>
                  <a:pt x="39479" y="292392"/>
                </a:lnTo>
                <a:lnTo>
                  <a:pt x="37401" y="298564"/>
                </a:lnTo>
                <a:close/>
              </a:path>
              <a:path w="504190" h="1220470">
                <a:moveTo>
                  <a:pt x="39484" y="292392"/>
                </a:moveTo>
                <a:close/>
              </a:path>
              <a:path w="504190" h="1220470">
                <a:moveTo>
                  <a:pt x="32042" y="316522"/>
                </a:moveTo>
                <a:lnTo>
                  <a:pt x="22847" y="314070"/>
                </a:lnTo>
                <a:lnTo>
                  <a:pt x="23482" y="311657"/>
                </a:lnTo>
                <a:lnTo>
                  <a:pt x="25463" y="304800"/>
                </a:lnTo>
                <a:lnTo>
                  <a:pt x="34620" y="307454"/>
                </a:lnTo>
                <a:lnTo>
                  <a:pt x="32662" y="314210"/>
                </a:lnTo>
                <a:lnTo>
                  <a:pt x="32042" y="316522"/>
                </a:lnTo>
                <a:close/>
              </a:path>
              <a:path w="504190" h="1220470">
                <a:moveTo>
                  <a:pt x="32664" y="314210"/>
                </a:moveTo>
                <a:close/>
              </a:path>
              <a:path w="504190" h="1220470">
                <a:moveTo>
                  <a:pt x="27584" y="334835"/>
                </a:moveTo>
                <a:lnTo>
                  <a:pt x="18288" y="332765"/>
                </a:lnTo>
                <a:lnTo>
                  <a:pt x="19532" y="327139"/>
                </a:lnTo>
                <a:lnTo>
                  <a:pt x="20447" y="323392"/>
                </a:lnTo>
                <a:lnTo>
                  <a:pt x="29705" y="325640"/>
                </a:lnTo>
                <a:lnTo>
                  <a:pt x="28809" y="329298"/>
                </a:lnTo>
                <a:lnTo>
                  <a:pt x="27584" y="334835"/>
                </a:lnTo>
                <a:close/>
              </a:path>
              <a:path w="504190" h="1220470">
                <a:moveTo>
                  <a:pt x="28816" y="329298"/>
                </a:moveTo>
                <a:close/>
              </a:path>
              <a:path w="504190" h="1220470">
                <a:moveTo>
                  <a:pt x="23888" y="353352"/>
                </a:moveTo>
                <a:lnTo>
                  <a:pt x="14528" y="351599"/>
                </a:lnTo>
                <a:lnTo>
                  <a:pt x="16027" y="343623"/>
                </a:lnTo>
                <a:lnTo>
                  <a:pt x="16319" y="342163"/>
                </a:lnTo>
                <a:lnTo>
                  <a:pt x="25653" y="344068"/>
                </a:lnTo>
                <a:lnTo>
                  <a:pt x="25372" y="345452"/>
                </a:lnTo>
                <a:lnTo>
                  <a:pt x="23888" y="353352"/>
                </a:lnTo>
                <a:close/>
              </a:path>
              <a:path w="504190" h="1220470">
                <a:moveTo>
                  <a:pt x="25374" y="345452"/>
                </a:moveTo>
                <a:close/>
              </a:path>
              <a:path w="504190" h="1220470">
                <a:moveTo>
                  <a:pt x="20853" y="371919"/>
                </a:moveTo>
                <a:lnTo>
                  <a:pt x="11417" y="370636"/>
                </a:lnTo>
                <a:lnTo>
                  <a:pt x="12966" y="361111"/>
                </a:lnTo>
                <a:lnTo>
                  <a:pt x="22364" y="362648"/>
                </a:lnTo>
                <a:lnTo>
                  <a:pt x="20853" y="371919"/>
                </a:lnTo>
                <a:close/>
              </a:path>
              <a:path w="504190" h="1220470">
                <a:moveTo>
                  <a:pt x="20878" y="371741"/>
                </a:moveTo>
                <a:close/>
              </a:path>
              <a:path w="504190" h="1220470">
                <a:moveTo>
                  <a:pt x="18300" y="390690"/>
                </a:moveTo>
                <a:lnTo>
                  <a:pt x="8839" y="389623"/>
                </a:lnTo>
                <a:lnTo>
                  <a:pt x="10134" y="380072"/>
                </a:lnTo>
                <a:lnTo>
                  <a:pt x="19570" y="381355"/>
                </a:lnTo>
                <a:lnTo>
                  <a:pt x="18300" y="390690"/>
                </a:lnTo>
                <a:close/>
              </a:path>
              <a:path w="504190" h="1220470">
                <a:moveTo>
                  <a:pt x="18326" y="390486"/>
                </a:moveTo>
                <a:close/>
              </a:path>
              <a:path w="504190" h="1220470">
                <a:moveTo>
                  <a:pt x="16179" y="409613"/>
                </a:moveTo>
                <a:lnTo>
                  <a:pt x="6718" y="408558"/>
                </a:lnTo>
                <a:lnTo>
                  <a:pt x="7772" y="399084"/>
                </a:lnTo>
                <a:lnTo>
                  <a:pt x="17246" y="400151"/>
                </a:lnTo>
                <a:lnTo>
                  <a:pt x="16179" y="409613"/>
                </a:lnTo>
                <a:close/>
              </a:path>
              <a:path w="504190" h="1220470">
                <a:moveTo>
                  <a:pt x="14439" y="428485"/>
                </a:moveTo>
                <a:lnTo>
                  <a:pt x="4952" y="427621"/>
                </a:lnTo>
                <a:lnTo>
                  <a:pt x="5829" y="418134"/>
                </a:lnTo>
                <a:lnTo>
                  <a:pt x="15316" y="419011"/>
                </a:lnTo>
                <a:lnTo>
                  <a:pt x="14439" y="428485"/>
                </a:lnTo>
                <a:close/>
              </a:path>
              <a:path w="504190" h="1220470">
                <a:moveTo>
                  <a:pt x="13030" y="447395"/>
                </a:moveTo>
                <a:lnTo>
                  <a:pt x="3530" y="446709"/>
                </a:lnTo>
                <a:lnTo>
                  <a:pt x="4216" y="437210"/>
                </a:lnTo>
                <a:lnTo>
                  <a:pt x="13716" y="437895"/>
                </a:lnTo>
                <a:lnTo>
                  <a:pt x="13030" y="447395"/>
                </a:lnTo>
                <a:close/>
              </a:path>
              <a:path w="504190" h="1220470">
                <a:moveTo>
                  <a:pt x="11887" y="466331"/>
                </a:moveTo>
                <a:lnTo>
                  <a:pt x="2374" y="465797"/>
                </a:lnTo>
                <a:lnTo>
                  <a:pt x="2908" y="456285"/>
                </a:lnTo>
                <a:lnTo>
                  <a:pt x="12420" y="456831"/>
                </a:lnTo>
                <a:lnTo>
                  <a:pt x="11887" y="466331"/>
                </a:lnTo>
                <a:close/>
              </a:path>
              <a:path w="504190" h="1220470">
                <a:moveTo>
                  <a:pt x="10998" y="485292"/>
                </a:moveTo>
                <a:lnTo>
                  <a:pt x="1485" y="484898"/>
                </a:lnTo>
                <a:lnTo>
                  <a:pt x="1866" y="475386"/>
                </a:lnTo>
                <a:lnTo>
                  <a:pt x="11391" y="475780"/>
                </a:lnTo>
                <a:lnTo>
                  <a:pt x="10998" y="485292"/>
                </a:lnTo>
                <a:close/>
              </a:path>
              <a:path w="504190" h="1220470">
                <a:moveTo>
                  <a:pt x="10325" y="504266"/>
                </a:moveTo>
                <a:lnTo>
                  <a:pt x="812" y="503999"/>
                </a:lnTo>
                <a:lnTo>
                  <a:pt x="1030" y="495934"/>
                </a:lnTo>
                <a:lnTo>
                  <a:pt x="1092" y="494410"/>
                </a:lnTo>
                <a:lnTo>
                  <a:pt x="10604" y="494804"/>
                </a:lnTo>
                <a:lnTo>
                  <a:pt x="10551" y="495934"/>
                </a:lnTo>
                <a:lnTo>
                  <a:pt x="10325" y="504266"/>
                </a:lnTo>
                <a:close/>
              </a:path>
              <a:path w="504190" h="1220470">
                <a:moveTo>
                  <a:pt x="9867" y="523252"/>
                </a:moveTo>
                <a:lnTo>
                  <a:pt x="342" y="523113"/>
                </a:lnTo>
                <a:lnTo>
                  <a:pt x="406" y="518553"/>
                </a:lnTo>
                <a:lnTo>
                  <a:pt x="546" y="513524"/>
                </a:lnTo>
                <a:lnTo>
                  <a:pt x="10071" y="513791"/>
                </a:lnTo>
                <a:lnTo>
                  <a:pt x="9931" y="518756"/>
                </a:lnTo>
                <a:lnTo>
                  <a:pt x="9867" y="523252"/>
                </a:lnTo>
                <a:close/>
              </a:path>
              <a:path w="504190" h="1220470">
                <a:moveTo>
                  <a:pt x="9588" y="542239"/>
                </a:moveTo>
                <a:lnTo>
                  <a:pt x="63" y="542213"/>
                </a:lnTo>
                <a:lnTo>
                  <a:pt x="203" y="532638"/>
                </a:lnTo>
                <a:lnTo>
                  <a:pt x="9728" y="532777"/>
                </a:lnTo>
                <a:lnTo>
                  <a:pt x="9588" y="542061"/>
                </a:lnTo>
                <a:lnTo>
                  <a:pt x="9588" y="542239"/>
                </a:lnTo>
                <a:close/>
              </a:path>
              <a:path w="504190" h="1220470">
                <a:moveTo>
                  <a:pt x="9525" y="561289"/>
                </a:moveTo>
                <a:lnTo>
                  <a:pt x="0" y="561263"/>
                </a:lnTo>
                <a:lnTo>
                  <a:pt x="38" y="551738"/>
                </a:lnTo>
                <a:lnTo>
                  <a:pt x="9563" y="551764"/>
                </a:lnTo>
                <a:lnTo>
                  <a:pt x="9525" y="561289"/>
                </a:lnTo>
                <a:close/>
              </a:path>
              <a:path w="504190" h="1220470">
                <a:moveTo>
                  <a:pt x="114" y="580364"/>
                </a:moveTo>
                <a:lnTo>
                  <a:pt x="38" y="570839"/>
                </a:lnTo>
                <a:lnTo>
                  <a:pt x="9563" y="570763"/>
                </a:lnTo>
                <a:lnTo>
                  <a:pt x="9639" y="580288"/>
                </a:lnTo>
                <a:lnTo>
                  <a:pt x="114" y="580364"/>
                </a:lnTo>
                <a:close/>
              </a:path>
              <a:path w="504190" h="1220470">
                <a:moveTo>
                  <a:pt x="368" y="599465"/>
                </a:moveTo>
                <a:lnTo>
                  <a:pt x="190" y="589940"/>
                </a:lnTo>
                <a:lnTo>
                  <a:pt x="9715" y="589762"/>
                </a:lnTo>
                <a:lnTo>
                  <a:pt x="9893" y="599287"/>
                </a:lnTo>
                <a:lnTo>
                  <a:pt x="368" y="599465"/>
                </a:lnTo>
                <a:close/>
              </a:path>
              <a:path w="504190" h="1220470">
                <a:moveTo>
                  <a:pt x="774" y="618553"/>
                </a:moveTo>
                <a:lnTo>
                  <a:pt x="635" y="613841"/>
                </a:lnTo>
                <a:lnTo>
                  <a:pt x="546" y="608990"/>
                </a:lnTo>
                <a:lnTo>
                  <a:pt x="10071" y="608812"/>
                </a:lnTo>
                <a:lnTo>
                  <a:pt x="10166" y="613841"/>
                </a:lnTo>
                <a:lnTo>
                  <a:pt x="10299" y="618286"/>
                </a:lnTo>
                <a:lnTo>
                  <a:pt x="774" y="618553"/>
                </a:lnTo>
                <a:close/>
              </a:path>
              <a:path w="504190" h="1220470">
                <a:moveTo>
                  <a:pt x="10161" y="613663"/>
                </a:moveTo>
                <a:close/>
              </a:path>
              <a:path w="504190" h="1220470">
                <a:moveTo>
                  <a:pt x="1320" y="637603"/>
                </a:moveTo>
                <a:lnTo>
                  <a:pt x="1041" y="628078"/>
                </a:lnTo>
                <a:lnTo>
                  <a:pt x="10566" y="627799"/>
                </a:lnTo>
                <a:lnTo>
                  <a:pt x="10845" y="637324"/>
                </a:lnTo>
                <a:lnTo>
                  <a:pt x="1320" y="637603"/>
                </a:lnTo>
                <a:close/>
              </a:path>
              <a:path w="504190" h="1220470">
                <a:moveTo>
                  <a:pt x="2044" y="656678"/>
                </a:moveTo>
                <a:lnTo>
                  <a:pt x="1676" y="647166"/>
                </a:lnTo>
                <a:lnTo>
                  <a:pt x="11201" y="646798"/>
                </a:lnTo>
                <a:lnTo>
                  <a:pt x="11569" y="656310"/>
                </a:lnTo>
                <a:lnTo>
                  <a:pt x="2044" y="656678"/>
                </a:lnTo>
                <a:close/>
              </a:path>
              <a:path w="504190" h="1220470">
                <a:moveTo>
                  <a:pt x="2908" y="675754"/>
                </a:moveTo>
                <a:lnTo>
                  <a:pt x="2451" y="666241"/>
                </a:lnTo>
                <a:lnTo>
                  <a:pt x="11963" y="665784"/>
                </a:lnTo>
                <a:lnTo>
                  <a:pt x="12420" y="675297"/>
                </a:lnTo>
                <a:lnTo>
                  <a:pt x="2908" y="675754"/>
                </a:lnTo>
                <a:close/>
              </a:path>
              <a:path w="504190" h="1220470">
                <a:moveTo>
                  <a:pt x="3886" y="694816"/>
                </a:moveTo>
                <a:lnTo>
                  <a:pt x="3352" y="685266"/>
                </a:lnTo>
                <a:lnTo>
                  <a:pt x="12877" y="684809"/>
                </a:lnTo>
                <a:lnTo>
                  <a:pt x="12930" y="686053"/>
                </a:lnTo>
                <a:lnTo>
                  <a:pt x="13398" y="694283"/>
                </a:lnTo>
                <a:lnTo>
                  <a:pt x="3886" y="694816"/>
                </a:lnTo>
                <a:close/>
              </a:path>
              <a:path w="504190" h="1220470">
                <a:moveTo>
                  <a:pt x="12930" y="686053"/>
                </a:moveTo>
                <a:close/>
              </a:path>
              <a:path w="504190" h="1220470">
                <a:moveTo>
                  <a:pt x="5003" y="713879"/>
                </a:moveTo>
                <a:lnTo>
                  <a:pt x="4754" y="709968"/>
                </a:lnTo>
                <a:lnTo>
                  <a:pt x="4432" y="704329"/>
                </a:lnTo>
                <a:lnTo>
                  <a:pt x="13944" y="703795"/>
                </a:lnTo>
                <a:lnTo>
                  <a:pt x="14298" y="709968"/>
                </a:lnTo>
                <a:lnTo>
                  <a:pt x="14503" y="713257"/>
                </a:lnTo>
                <a:lnTo>
                  <a:pt x="5003" y="713879"/>
                </a:lnTo>
                <a:close/>
              </a:path>
              <a:path w="504190" h="1220470">
                <a:moveTo>
                  <a:pt x="6261" y="732891"/>
                </a:moveTo>
                <a:lnTo>
                  <a:pt x="5626" y="723391"/>
                </a:lnTo>
                <a:lnTo>
                  <a:pt x="15138" y="722756"/>
                </a:lnTo>
                <a:lnTo>
                  <a:pt x="15760" y="732269"/>
                </a:lnTo>
                <a:lnTo>
                  <a:pt x="6261" y="732891"/>
                </a:lnTo>
                <a:close/>
              </a:path>
              <a:path w="504190" h="1220470">
                <a:moveTo>
                  <a:pt x="7670" y="751928"/>
                </a:moveTo>
                <a:lnTo>
                  <a:pt x="6959" y="742429"/>
                </a:lnTo>
                <a:lnTo>
                  <a:pt x="16459" y="741718"/>
                </a:lnTo>
                <a:lnTo>
                  <a:pt x="17170" y="751217"/>
                </a:lnTo>
                <a:lnTo>
                  <a:pt x="7670" y="751928"/>
                </a:lnTo>
                <a:close/>
              </a:path>
              <a:path w="504190" h="1220470">
                <a:moveTo>
                  <a:pt x="9220" y="770966"/>
                </a:moveTo>
                <a:lnTo>
                  <a:pt x="8420" y="761466"/>
                </a:lnTo>
                <a:lnTo>
                  <a:pt x="17906" y="760679"/>
                </a:lnTo>
                <a:lnTo>
                  <a:pt x="18707" y="770166"/>
                </a:lnTo>
                <a:lnTo>
                  <a:pt x="9220" y="770966"/>
                </a:lnTo>
                <a:close/>
              </a:path>
              <a:path w="504190" h="1220470">
                <a:moveTo>
                  <a:pt x="10896" y="789978"/>
                </a:moveTo>
                <a:lnTo>
                  <a:pt x="10007" y="780453"/>
                </a:lnTo>
                <a:lnTo>
                  <a:pt x="19507" y="779652"/>
                </a:lnTo>
                <a:lnTo>
                  <a:pt x="20383" y="789101"/>
                </a:lnTo>
                <a:lnTo>
                  <a:pt x="10896" y="789978"/>
                </a:lnTo>
                <a:close/>
              </a:path>
              <a:path w="504190" h="1220470">
                <a:moveTo>
                  <a:pt x="19548" y="780211"/>
                </a:moveTo>
                <a:close/>
              </a:path>
              <a:path w="504190" h="1220470">
                <a:moveTo>
                  <a:pt x="12712" y="808989"/>
                </a:moveTo>
                <a:lnTo>
                  <a:pt x="12092" y="802766"/>
                </a:lnTo>
                <a:lnTo>
                  <a:pt x="11785" y="799464"/>
                </a:lnTo>
                <a:lnTo>
                  <a:pt x="21259" y="798576"/>
                </a:lnTo>
                <a:lnTo>
                  <a:pt x="21747" y="803694"/>
                </a:lnTo>
                <a:lnTo>
                  <a:pt x="22186" y="808012"/>
                </a:lnTo>
                <a:lnTo>
                  <a:pt x="12712" y="808989"/>
                </a:lnTo>
                <a:close/>
              </a:path>
              <a:path w="504190" h="1220470">
                <a:moveTo>
                  <a:pt x="21657" y="802805"/>
                </a:moveTo>
                <a:close/>
              </a:path>
              <a:path w="504190" h="1220470">
                <a:moveTo>
                  <a:pt x="14693" y="827989"/>
                </a:moveTo>
                <a:lnTo>
                  <a:pt x="14346" y="824814"/>
                </a:lnTo>
                <a:lnTo>
                  <a:pt x="13690" y="818464"/>
                </a:lnTo>
                <a:lnTo>
                  <a:pt x="23164" y="817486"/>
                </a:lnTo>
                <a:lnTo>
                  <a:pt x="23921" y="824814"/>
                </a:lnTo>
                <a:lnTo>
                  <a:pt x="24155" y="826922"/>
                </a:lnTo>
                <a:lnTo>
                  <a:pt x="14693" y="827989"/>
                </a:lnTo>
                <a:close/>
              </a:path>
              <a:path w="504190" h="1220470">
                <a:moveTo>
                  <a:pt x="16827" y="846912"/>
                </a:moveTo>
                <a:lnTo>
                  <a:pt x="15760" y="837450"/>
                </a:lnTo>
                <a:lnTo>
                  <a:pt x="25222" y="836383"/>
                </a:lnTo>
                <a:lnTo>
                  <a:pt x="26289" y="845845"/>
                </a:lnTo>
                <a:lnTo>
                  <a:pt x="16827" y="846912"/>
                </a:lnTo>
                <a:close/>
              </a:path>
              <a:path w="504190" h="1220470">
                <a:moveTo>
                  <a:pt x="19151" y="865873"/>
                </a:moveTo>
                <a:lnTo>
                  <a:pt x="17995" y="856411"/>
                </a:lnTo>
                <a:lnTo>
                  <a:pt x="27444" y="855256"/>
                </a:lnTo>
                <a:lnTo>
                  <a:pt x="28613" y="864704"/>
                </a:lnTo>
                <a:lnTo>
                  <a:pt x="19151" y="865873"/>
                </a:lnTo>
                <a:close/>
              </a:path>
              <a:path w="504190" h="1220470">
                <a:moveTo>
                  <a:pt x="21666" y="884808"/>
                </a:moveTo>
                <a:lnTo>
                  <a:pt x="20408" y="875360"/>
                </a:lnTo>
                <a:lnTo>
                  <a:pt x="29845" y="874102"/>
                </a:lnTo>
                <a:lnTo>
                  <a:pt x="31115" y="883538"/>
                </a:lnTo>
                <a:lnTo>
                  <a:pt x="21666" y="884808"/>
                </a:lnTo>
                <a:close/>
              </a:path>
              <a:path w="504190" h="1220470">
                <a:moveTo>
                  <a:pt x="24396" y="903719"/>
                </a:moveTo>
                <a:lnTo>
                  <a:pt x="23012" y="894295"/>
                </a:lnTo>
                <a:lnTo>
                  <a:pt x="32448" y="892911"/>
                </a:lnTo>
                <a:lnTo>
                  <a:pt x="33820" y="902334"/>
                </a:lnTo>
                <a:lnTo>
                  <a:pt x="24396" y="903719"/>
                </a:lnTo>
                <a:close/>
              </a:path>
              <a:path w="504190" h="1220470">
                <a:moveTo>
                  <a:pt x="27368" y="922591"/>
                </a:moveTo>
                <a:lnTo>
                  <a:pt x="25857" y="913193"/>
                </a:lnTo>
                <a:lnTo>
                  <a:pt x="35267" y="911682"/>
                </a:lnTo>
                <a:lnTo>
                  <a:pt x="36766" y="921092"/>
                </a:lnTo>
                <a:lnTo>
                  <a:pt x="27368" y="922591"/>
                </a:lnTo>
                <a:close/>
              </a:path>
              <a:path w="504190" h="1220470">
                <a:moveTo>
                  <a:pt x="30619" y="941438"/>
                </a:moveTo>
                <a:lnTo>
                  <a:pt x="28968" y="932052"/>
                </a:lnTo>
                <a:lnTo>
                  <a:pt x="38353" y="930414"/>
                </a:lnTo>
                <a:lnTo>
                  <a:pt x="39992" y="939800"/>
                </a:lnTo>
                <a:lnTo>
                  <a:pt x="30619" y="941438"/>
                </a:lnTo>
                <a:close/>
              </a:path>
              <a:path w="504190" h="1220470">
                <a:moveTo>
                  <a:pt x="34226" y="960310"/>
                </a:moveTo>
                <a:lnTo>
                  <a:pt x="34036" y="959446"/>
                </a:lnTo>
                <a:lnTo>
                  <a:pt x="32397" y="950874"/>
                </a:lnTo>
                <a:lnTo>
                  <a:pt x="41744" y="949083"/>
                </a:lnTo>
                <a:lnTo>
                  <a:pt x="43366" y="957465"/>
                </a:lnTo>
                <a:lnTo>
                  <a:pt x="43548" y="958341"/>
                </a:lnTo>
                <a:lnTo>
                  <a:pt x="34226" y="960310"/>
                </a:lnTo>
                <a:close/>
              </a:path>
              <a:path w="504190" h="1220470">
                <a:moveTo>
                  <a:pt x="38303" y="979030"/>
                </a:moveTo>
                <a:lnTo>
                  <a:pt x="37249" y="974534"/>
                </a:lnTo>
                <a:lnTo>
                  <a:pt x="36207" y="969632"/>
                </a:lnTo>
                <a:lnTo>
                  <a:pt x="45516" y="967651"/>
                </a:lnTo>
                <a:lnTo>
                  <a:pt x="46543" y="972451"/>
                </a:lnTo>
                <a:lnTo>
                  <a:pt x="47574" y="976845"/>
                </a:lnTo>
                <a:lnTo>
                  <a:pt x="38303" y="979030"/>
                </a:lnTo>
                <a:close/>
              </a:path>
              <a:path w="504190" h="1220470">
                <a:moveTo>
                  <a:pt x="43002" y="997648"/>
                </a:moveTo>
                <a:lnTo>
                  <a:pt x="40525" y="988440"/>
                </a:lnTo>
                <a:lnTo>
                  <a:pt x="49733" y="985977"/>
                </a:lnTo>
                <a:lnTo>
                  <a:pt x="52197" y="995171"/>
                </a:lnTo>
                <a:lnTo>
                  <a:pt x="43002" y="997648"/>
                </a:lnTo>
                <a:close/>
              </a:path>
              <a:path w="504190" h="1220470">
                <a:moveTo>
                  <a:pt x="48704" y="1016190"/>
                </a:moveTo>
                <a:lnTo>
                  <a:pt x="47606" y="1013028"/>
                </a:lnTo>
                <a:lnTo>
                  <a:pt x="45732" y="1006944"/>
                </a:lnTo>
                <a:lnTo>
                  <a:pt x="54825" y="1004150"/>
                </a:lnTo>
                <a:lnTo>
                  <a:pt x="56675" y="1010132"/>
                </a:lnTo>
                <a:lnTo>
                  <a:pt x="57696" y="1013028"/>
                </a:lnTo>
                <a:lnTo>
                  <a:pt x="48704" y="1016190"/>
                </a:lnTo>
                <a:close/>
              </a:path>
              <a:path w="504190" h="1220470">
                <a:moveTo>
                  <a:pt x="55524" y="1034199"/>
                </a:moveTo>
                <a:lnTo>
                  <a:pt x="51981" y="1025359"/>
                </a:lnTo>
                <a:lnTo>
                  <a:pt x="60820" y="1021816"/>
                </a:lnTo>
                <a:lnTo>
                  <a:pt x="64363" y="1030655"/>
                </a:lnTo>
                <a:lnTo>
                  <a:pt x="55524" y="1034199"/>
                </a:lnTo>
                <a:close/>
              </a:path>
              <a:path w="504190" h="1220470">
                <a:moveTo>
                  <a:pt x="63880" y="1051801"/>
                </a:moveTo>
                <a:lnTo>
                  <a:pt x="60325" y="1044867"/>
                </a:lnTo>
                <a:lnTo>
                  <a:pt x="59512" y="1043076"/>
                </a:lnTo>
                <a:lnTo>
                  <a:pt x="68186" y="1039139"/>
                </a:lnTo>
                <a:lnTo>
                  <a:pt x="68817" y="1040523"/>
                </a:lnTo>
                <a:lnTo>
                  <a:pt x="72351" y="1047445"/>
                </a:lnTo>
                <a:lnTo>
                  <a:pt x="63880" y="1051801"/>
                </a:lnTo>
                <a:close/>
              </a:path>
              <a:path w="504190" h="1220470">
                <a:moveTo>
                  <a:pt x="73888" y="1068565"/>
                </a:moveTo>
                <a:lnTo>
                  <a:pt x="69799" y="1062278"/>
                </a:lnTo>
                <a:lnTo>
                  <a:pt x="68668" y="1060310"/>
                </a:lnTo>
                <a:lnTo>
                  <a:pt x="76911" y="1055535"/>
                </a:lnTo>
                <a:lnTo>
                  <a:pt x="77928" y="1057287"/>
                </a:lnTo>
                <a:lnTo>
                  <a:pt x="81876" y="1063370"/>
                </a:lnTo>
                <a:lnTo>
                  <a:pt x="73888" y="1068565"/>
                </a:lnTo>
                <a:close/>
              </a:path>
              <a:path w="504190" h="1220470">
                <a:moveTo>
                  <a:pt x="85712" y="1084148"/>
                </a:moveTo>
                <a:lnTo>
                  <a:pt x="80391" y="1077645"/>
                </a:lnTo>
                <a:lnTo>
                  <a:pt x="79565" y="1076528"/>
                </a:lnTo>
                <a:lnTo>
                  <a:pt x="87261" y="1070914"/>
                </a:lnTo>
                <a:lnTo>
                  <a:pt x="87922" y="1071829"/>
                </a:lnTo>
                <a:lnTo>
                  <a:pt x="93078" y="1078115"/>
                </a:lnTo>
                <a:lnTo>
                  <a:pt x="85712" y="1084148"/>
                </a:lnTo>
                <a:close/>
              </a:path>
              <a:path w="504190" h="1220470">
                <a:moveTo>
                  <a:pt x="87945" y="1071829"/>
                </a:moveTo>
                <a:lnTo>
                  <a:pt x="87769" y="1071613"/>
                </a:lnTo>
                <a:lnTo>
                  <a:pt x="87945" y="1071829"/>
                </a:lnTo>
                <a:close/>
              </a:path>
              <a:path w="504190" h="1220470">
                <a:moveTo>
                  <a:pt x="99656" y="1098232"/>
                </a:moveTo>
                <a:lnTo>
                  <a:pt x="97320" y="1096187"/>
                </a:lnTo>
                <a:lnTo>
                  <a:pt x="92544" y="1091514"/>
                </a:lnTo>
                <a:lnTo>
                  <a:pt x="99212" y="1084706"/>
                </a:lnTo>
                <a:lnTo>
                  <a:pt x="103805" y="1089190"/>
                </a:lnTo>
                <a:lnTo>
                  <a:pt x="105930" y="1091069"/>
                </a:lnTo>
                <a:lnTo>
                  <a:pt x="99656" y="1098232"/>
                </a:lnTo>
                <a:close/>
              </a:path>
              <a:path w="504190" h="1220470">
                <a:moveTo>
                  <a:pt x="115023" y="1110272"/>
                </a:moveTo>
                <a:lnTo>
                  <a:pt x="109740" y="1106512"/>
                </a:lnTo>
                <a:lnTo>
                  <a:pt x="107162" y="1104480"/>
                </a:lnTo>
                <a:lnTo>
                  <a:pt x="113055" y="1097000"/>
                </a:lnTo>
                <a:lnTo>
                  <a:pt x="115443" y="1098892"/>
                </a:lnTo>
                <a:lnTo>
                  <a:pt x="120548" y="1102499"/>
                </a:lnTo>
                <a:lnTo>
                  <a:pt x="115023" y="1110272"/>
                </a:lnTo>
                <a:close/>
              </a:path>
              <a:path w="504190" h="1220470">
                <a:moveTo>
                  <a:pt x="115467" y="1098892"/>
                </a:moveTo>
                <a:lnTo>
                  <a:pt x="115252" y="1098740"/>
                </a:lnTo>
                <a:lnTo>
                  <a:pt x="115467" y="1098892"/>
                </a:lnTo>
                <a:close/>
              </a:path>
              <a:path w="504190" h="1220470">
                <a:moveTo>
                  <a:pt x="131838" y="1120432"/>
                </a:moveTo>
                <a:lnTo>
                  <a:pt x="129044" y="1118933"/>
                </a:lnTo>
                <a:lnTo>
                  <a:pt x="123393" y="1115644"/>
                </a:lnTo>
                <a:lnTo>
                  <a:pt x="128193" y="1107414"/>
                </a:lnTo>
                <a:lnTo>
                  <a:pt x="133680" y="1110627"/>
                </a:lnTo>
                <a:lnTo>
                  <a:pt x="136321" y="1112024"/>
                </a:lnTo>
                <a:lnTo>
                  <a:pt x="131838" y="1120432"/>
                </a:lnTo>
                <a:close/>
              </a:path>
              <a:path w="504190" h="1220470">
                <a:moveTo>
                  <a:pt x="149390" y="1128941"/>
                </a:moveTo>
                <a:lnTo>
                  <a:pt x="142405" y="1125766"/>
                </a:lnTo>
                <a:lnTo>
                  <a:pt x="140474" y="1124826"/>
                </a:lnTo>
                <a:lnTo>
                  <a:pt x="144665" y="1116266"/>
                </a:lnTo>
                <a:lnTo>
                  <a:pt x="146366" y="1117104"/>
                </a:lnTo>
                <a:lnTo>
                  <a:pt x="153035" y="1120139"/>
                </a:lnTo>
                <a:lnTo>
                  <a:pt x="149390" y="1128941"/>
                </a:lnTo>
                <a:close/>
              </a:path>
              <a:path w="504190" h="1220470">
                <a:moveTo>
                  <a:pt x="167170" y="1136154"/>
                </a:moveTo>
                <a:lnTo>
                  <a:pt x="163017" y="1134579"/>
                </a:lnTo>
                <a:lnTo>
                  <a:pt x="158191" y="1132585"/>
                </a:lnTo>
                <a:lnTo>
                  <a:pt x="161836" y="1123784"/>
                </a:lnTo>
                <a:lnTo>
                  <a:pt x="166412" y="1125677"/>
                </a:lnTo>
                <a:lnTo>
                  <a:pt x="170561" y="1127252"/>
                </a:lnTo>
                <a:lnTo>
                  <a:pt x="167170" y="1136154"/>
                </a:lnTo>
                <a:close/>
              </a:path>
              <a:path w="504190" h="1220470">
                <a:moveTo>
                  <a:pt x="185013" y="1142898"/>
                </a:moveTo>
                <a:lnTo>
                  <a:pt x="176072" y="1139545"/>
                </a:lnTo>
                <a:lnTo>
                  <a:pt x="179463" y="1130642"/>
                </a:lnTo>
                <a:lnTo>
                  <a:pt x="180314" y="1130960"/>
                </a:lnTo>
                <a:lnTo>
                  <a:pt x="188353" y="1133982"/>
                </a:lnTo>
                <a:lnTo>
                  <a:pt x="185013" y="1142898"/>
                </a:lnTo>
                <a:close/>
              </a:path>
              <a:path w="504190" h="1220470">
                <a:moveTo>
                  <a:pt x="202844" y="1149591"/>
                </a:moveTo>
                <a:lnTo>
                  <a:pt x="193928" y="1146251"/>
                </a:lnTo>
                <a:lnTo>
                  <a:pt x="197281" y="1137323"/>
                </a:lnTo>
                <a:lnTo>
                  <a:pt x="206197" y="1140675"/>
                </a:lnTo>
                <a:lnTo>
                  <a:pt x="202844" y="1149591"/>
                </a:lnTo>
                <a:close/>
              </a:path>
              <a:path w="504190" h="1220470">
                <a:moveTo>
                  <a:pt x="220192" y="1156690"/>
                </a:moveTo>
                <a:lnTo>
                  <a:pt x="219354" y="1156309"/>
                </a:lnTo>
                <a:lnTo>
                  <a:pt x="211543" y="1153083"/>
                </a:lnTo>
                <a:lnTo>
                  <a:pt x="215176" y="1144282"/>
                </a:lnTo>
                <a:lnTo>
                  <a:pt x="223126" y="1147559"/>
                </a:lnTo>
                <a:lnTo>
                  <a:pt x="224104" y="1148003"/>
                </a:lnTo>
                <a:lnTo>
                  <a:pt x="220192" y="1156690"/>
                </a:lnTo>
                <a:close/>
              </a:path>
              <a:path w="504190" h="1220470">
                <a:moveTo>
                  <a:pt x="237350" y="1164729"/>
                </a:moveTo>
                <a:lnTo>
                  <a:pt x="228739" y="1160602"/>
                </a:lnTo>
                <a:lnTo>
                  <a:pt x="232879" y="1152016"/>
                </a:lnTo>
                <a:lnTo>
                  <a:pt x="241452" y="1156131"/>
                </a:lnTo>
                <a:lnTo>
                  <a:pt x="237350" y="1164729"/>
                </a:lnTo>
                <a:close/>
              </a:path>
              <a:path w="504190" h="1220470">
                <a:moveTo>
                  <a:pt x="255143" y="1172375"/>
                </a:moveTo>
                <a:lnTo>
                  <a:pt x="248805" y="1169860"/>
                </a:lnTo>
                <a:lnTo>
                  <a:pt x="246176" y="1168717"/>
                </a:lnTo>
                <a:lnTo>
                  <a:pt x="249974" y="1159979"/>
                </a:lnTo>
                <a:lnTo>
                  <a:pt x="252346" y="1161008"/>
                </a:lnTo>
                <a:lnTo>
                  <a:pt x="258660" y="1163523"/>
                </a:lnTo>
                <a:lnTo>
                  <a:pt x="255143" y="1172375"/>
                </a:lnTo>
                <a:close/>
              </a:path>
              <a:path w="504190" h="1220470">
                <a:moveTo>
                  <a:pt x="273329" y="1178839"/>
                </a:moveTo>
                <a:lnTo>
                  <a:pt x="265163" y="1176083"/>
                </a:lnTo>
                <a:lnTo>
                  <a:pt x="264198" y="1175727"/>
                </a:lnTo>
                <a:lnTo>
                  <a:pt x="267462" y="1166787"/>
                </a:lnTo>
                <a:lnTo>
                  <a:pt x="268312" y="1167104"/>
                </a:lnTo>
                <a:lnTo>
                  <a:pt x="276364" y="1169809"/>
                </a:lnTo>
                <a:lnTo>
                  <a:pt x="273329" y="1178839"/>
                </a:lnTo>
                <a:close/>
              </a:path>
              <a:path w="504190" h="1220470">
                <a:moveTo>
                  <a:pt x="291858" y="1184389"/>
                </a:moveTo>
                <a:lnTo>
                  <a:pt x="282625" y="1181722"/>
                </a:lnTo>
                <a:lnTo>
                  <a:pt x="285254" y="1172578"/>
                </a:lnTo>
                <a:lnTo>
                  <a:pt x="293853" y="1175054"/>
                </a:lnTo>
                <a:lnTo>
                  <a:pt x="294322" y="1175181"/>
                </a:lnTo>
                <a:lnTo>
                  <a:pt x="291858" y="1184389"/>
                </a:lnTo>
                <a:close/>
              </a:path>
              <a:path w="504190" h="1220470">
                <a:moveTo>
                  <a:pt x="310451" y="1189177"/>
                </a:moveTo>
                <a:lnTo>
                  <a:pt x="301142" y="1186865"/>
                </a:lnTo>
                <a:lnTo>
                  <a:pt x="303453" y="1177620"/>
                </a:lnTo>
                <a:lnTo>
                  <a:pt x="311886" y="1179728"/>
                </a:lnTo>
                <a:lnTo>
                  <a:pt x="312623" y="1179906"/>
                </a:lnTo>
                <a:lnTo>
                  <a:pt x="310451" y="1189177"/>
                </a:lnTo>
                <a:close/>
              </a:path>
              <a:path w="504190" h="1220470">
                <a:moveTo>
                  <a:pt x="329145" y="1193330"/>
                </a:moveTo>
                <a:lnTo>
                  <a:pt x="319824" y="1191348"/>
                </a:lnTo>
                <a:lnTo>
                  <a:pt x="321805" y="1182039"/>
                </a:lnTo>
                <a:lnTo>
                  <a:pt x="331127" y="1184020"/>
                </a:lnTo>
                <a:lnTo>
                  <a:pt x="329145" y="1193330"/>
                </a:lnTo>
                <a:close/>
              </a:path>
              <a:path w="504190" h="1220470">
                <a:moveTo>
                  <a:pt x="347929" y="1197089"/>
                </a:moveTo>
                <a:lnTo>
                  <a:pt x="338569" y="1195323"/>
                </a:lnTo>
                <a:lnTo>
                  <a:pt x="340334" y="1185964"/>
                </a:lnTo>
                <a:lnTo>
                  <a:pt x="349694" y="1187729"/>
                </a:lnTo>
                <a:lnTo>
                  <a:pt x="347929" y="1197089"/>
                </a:lnTo>
                <a:close/>
              </a:path>
              <a:path w="504190" h="1220470">
                <a:moveTo>
                  <a:pt x="366763" y="1200467"/>
                </a:moveTo>
                <a:lnTo>
                  <a:pt x="357377" y="1198867"/>
                </a:lnTo>
                <a:lnTo>
                  <a:pt x="358978" y="1189481"/>
                </a:lnTo>
                <a:lnTo>
                  <a:pt x="368363" y="1191082"/>
                </a:lnTo>
                <a:lnTo>
                  <a:pt x="366763" y="1200467"/>
                </a:lnTo>
                <a:close/>
              </a:path>
              <a:path w="504190" h="1220470">
                <a:moveTo>
                  <a:pt x="385635" y="1203540"/>
                </a:moveTo>
                <a:lnTo>
                  <a:pt x="376224" y="1202067"/>
                </a:lnTo>
                <a:lnTo>
                  <a:pt x="377685" y="1192656"/>
                </a:lnTo>
                <a:lnTo>
                  <a:pt x="387096" y="1194117"/>
                </a:lnTo>
                <a:lnTo>
                  <a:pt x="385635" y="1203540"/>
                </a:lnTo>
                <a:close/>
              </a:path>
              <a:path w="504190" h="1220470">
                <a:moveTo>
                  <a:pt x="404520" y="1206360"/>
                </a:moveTo>
                <a:lnTo>
                  <a:pt x="395097" y="1205001"/>
                </a:lnTo>
                <a:lnTo>
                  <a:pt x="396455" y="1195577"/>
                </a:lnTo>
                <a:lnTo>
                  <a:pt x="405892" y="1196936"/>
                </a:lnTo>
                <a:lnTo>
                  <a:pt x="404520" y="1206360"/>
                </a:lnTo>
                <a:close/>
              </a:path>
              <a:path w="504190" h="1220470">
                <a:moveTo>
                  <a:pt x="423430" y="1209001"/>
                </a:moveTo>
                <a:lnTo>
                  <a:pt x="413994" y="1207719"/>
                </a:lnTo>
                <a:lnTo>
                  <a:pt x="415277" y="1198283"/>
                </a:lnTo>
                <a:lnTo>
                  <a:pt x="424713" y="1199565"/>
                </a:lnTo>
                <a:lnTo>
                  <a:pt x="423430" y="1209001"/>
                </a:lnTo>
                <a:close/>
              </a:path>
              <a:path w="504190" h="1220470">
                <a:moveTo>
                  <a:pt x="442302" y="1211567"/>
                </a:moveTo>
                <a:lnTo>
                  <a:pt x="432866" y="1210284"/>
                </a:lnTo>
                <a:lnTo>
                  <a:pt x="434149" y="1200848"/>
                </a:lnTo>
                <a:lnTo>
                  <a:pt x="443585" y="1202131"/>
                </a:lnTo>
                <a:lnTo>
                  <a:pt x="442302" y="1211567"/>
                </a:lnTo>
                <a:close/>
              </a:path>
              <a:path w="504190" h="1220470">
                <a:moveTo>
                  <a:pt x="461162" y="1214170"/>
                </a:moveTo>
                <a:lnTo>
                  <a:pt x="451726" y="1212862"/>
                </a:lnTo>
                <a:lnTo>
                  <a:pt x="453034" y="1203426"/>
                </a:lnTo>
                <a:lnTo>
                  <a:pt x="462470" y="1204734"/>
                </a:lnTo>
                <a:lnTo>
                  <a:pt x="461162" y="1214170"/>
                </a:lnTo>
                <a:close/>
              </a:path>
              <a:path w="504190" h="1220470">
                <a:moveTo>
                  <a:pt x="479945" y="1216825"/>
                </a:moveTo>
                <a:lnTo>
                  <a:pt x="477304" y="1216405"/>
                </a:lnTo>
                <a:lnTo>
                  <a:pt x="470598" y="1215478"/>
                </a:lnTo>
                <a:lnTo>
                  <a:pt x="471906" y="1206042"/>
                </a:lnTo>
                <a:lnTo>
                  <a:pt x="478688" y="1206982"/>
                </a:lnTo>
                <a:lnTo>
                  <a:pt x="481418" y="1207414"/>
                </a:lnTo>
                <a:lnTo>
                  <a:pt x="479945" y="1216825"/>
                </a:lnTo>
                <a:close/>
              </a:path>
              <a:path w="504190" h="1220470">
                <a:moveTo>
                  <a:pt x="498614" y="1219949"/>
                </a:moveTo>
                <a:lnTo>
                  <a:pt x="490156" y="1218412"/>
                </a:lnTo>
                <a:lnTo>
                  <a:pt x="489356" y="1218285"/>
                </a:lnTo>
                <a:lnTo>
                  <a:pt x="490829" y="1208874"/>
                </a:lnTo>
                <a:lnTo>
                  <a:pt x="500316" y="1210576"/>
                </a:lnTo>
                <a:lnTo>
                  <a:pt x="498614" y="12199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022080" y="2417445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9041130" y="4398645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9017609" y="2387866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8940" y="555091"/>
                </a:moveTo>
                <a:lnTo>
                  <a:pt x="0" y="551815"/>
                </a:lnTo>
                <a:lnTo>
                  <a:pt x="3276" y="542874"/>
                </a:lnTo>
                <a:lnTo>
                  <a:pt x="12217" y="546150"/>
                </a:lnTo>
                <a:lnTo>
                  <a:pt x="8940" y="555091"/>
                </a:lnTo>
                <a:close/>
              </a:path>
              <a:path w="367029" h="555625">
                <a:moveTo>
                  <a:pt x="15405" y="537057"/>
                </a:moveTo>
                <a:lnTo>
                  <a:pt x="6388" y="533984"/>
                </a:lnTo>
                <a:lnTo>
                  <a:pt x="9461" y="524967"/>
                </a:lnTo>
                <a:lnTo>
                  <a:pt x="18478" y="528040"/>
                </a:lnTo>
                <a:lnTo>
                  <a:pt x="15405" y="537057"/>
                </a:lnTo>
                <a:close/>
              </a:path>
              <a:path w="367029" h="555625">
                <a:moveTo>
                  <a:pt x="21437" y="518909"/>
                </a:moveTo>
                <a:lnTo>
                  <a:pt x="12369" y="515975"/>
                </a:lnTo>
                <a:lnTo>
                  <a:pt x="15303" y="506920"/>
                </a:lnTo>
                <a:lnTo>
                  <a:pt x="24371" y="509841"/>
                </a:lnTo>
                <a:lnTo>
                  <a:pt x="21437" y="518909"/>
                </a:lnTo>
                <a:close/>
              </a:path>
              <a:path w="367029" h="555625">
                <a:moveTo>
                  <a:pt x="27304" y="500786"/>
                </a:moveTo>
                <a:lnTo>
                  <a:pt x="18237" y="497852"/>
                </a:lnTo>
                <a:lnTo>
                  <a:pt x="21170" y="488784"/>
                </a:lnTo>
                <a:lnTo>
                  <a:pt x="30225" y="491718"/>
                </a:lnTo>
                <a:lnTo>
                  <a:pt x="27304" y="500786"/>
                </a:lnTo>
                <a:close/>
              </a:path>
              <a:path w="367029" h="555625">
                <a:moveTo>
                  <a:pt x="33147" y="482650"/>
                </a:moveTo>
                <a:lnTo>
                  <a:pt x="24079" y="479729"/>
                </a:lnTo>
                <a:lnTo>
                  <a:pt x="27000" y="470662"/>
                </a:lnTo>
                <a:lnTo>
                  <a:pt x="36068" y="473570"/>
                </a:lnTo>
                <a:lnTo>
                  <a:pt x="33147" y="482650"/>
                </a:lnTo>
                <a:close/>
              </a:path>
              <a:path w="367029" h="555625">
                <a:moveTo>
                  <a:pt x="38976" y="464502"/>
                </a:moveTo>
                <a:lnTo>
                  <a:pt x="29908" y="461594"/>
                </a:lnTo>
                <a:lnTo>
                  <a:pt x="32816" y="452526"/>
                </a:lnTo>
                <a:lnTo>
                  <a:pt x="41884" y="455434"/>
                </a:lnTo>
                <a:lnTo>
                  <a:pt x="38976" y="464502"/>
                </a:lnTo>
                <a:close/>
              </a:path>
              <a:path w="367029" h="555625">
                <a:moveTo>
                  <a:pt x="44805" y="446366"/>
                </a:moveTo>
                <a:lnTo>
                  <a:pt x="35737" y="443458"/>
                </a:lnTo>
                <a:lnTo>
                  <a:pt x="38709" y="434378"/>
                </a:lnTo>
                <a:lnTo>
                  <a:pt x="47764" y="437349"/>
                </a:lnTo>
                <a:lnTo>
                  <a:pt x="44805" y="446366"/>
                </a:lnTo>
                <a:close/>
              </a:path>
              <a:path w="367029" h="555625">
                <a:moveTo>
                  <a:pt x="45051" y="445604"/>
                </a:moveTo>
                <a:close/>
              </a:path>
              <a:path w="367029" h="555625">
                <a:moveTo>
                  <a:pt x="50736" y="428307"/>
                </a:moveTo>
                <a:lnTo>
                  <a:pt x="41681" y="425323"/>
                </a:lnTo>
                <a:lnTo>
                  <a:pt x="44691" y="416242"/>
                </a:lnTo>
                <a:lnTo>
                  <a:pt x="53708" y="419290"/>
                </a:lnTo>
                <a:lnTo>
                  <a:pt x="52959" y="421513"/>
                </a:lnTo>
                <a:lnTo>
                  <a:pt x="50736" y="428307"/>
                </a:lnTo>
                <a:close/>
              </a:path>
              <a:path w="367029" h="555625">
                <a:moveTo>
                  <a:pt x="56756" y="410273"/>
                </a:moveTo>
                <a:lnTo>
                  <a:pt x="47739" y="407225"/>
                </a:lnTo>
                <a:lnTo>
                  <a:pt x="50787" y="398195"/>
                </a:lnTo>
                <a:lnTo>
                  <a:pt x="59804" y="401243"/>
                </a:lnTo>
                <a:lnTo>
                  <a:pt x="56756" y="410273"/>
                </a:lnTo>
                <a:close/>
              </a:path>
              <a:path w="367029" h="555625">
                <a:moveTo>
                  <a:pt x="62890" y="392290"/>
                </a:moveTo>
                <a:lnTo>
                  <a:pt x="53898" y="389140"/>
                </a:lnTo>
                <a:lnTo>
                  <a:pt x="57035" y="380149"/>
                </a:lnTo>
                <a:lnTo>
                  <a:pt x="66027" y="383298"/>
                </a:lnTo>
                <a:lnTo>
                  <a:pt x="62890" y="392290"/>
                </a:lnTo>
                <a:close/>
              </a:path>
              <a:path w="367029" h="555625">
                <a:moveTo>
                  <a:pt x="69176" y="374307"/>
                </a:moveTo>
                <a:lnTo>
                  <a:pt x="60185" y="371157"/>
                </a:lnTo>
                <a:lnTo>
                  <a:pt x="61239" y="368160"/>
                </a:lnTo>
                <a:lnTo>
                  <a:pt x="63436" y="362140"/>
                </a:lnTo>
                <a:lnTo>
                  <a:pt x="72390" y="365404"/>
                </a:lnTo>
                <a:lnTo>
                  <a:pt x="70183" y="371436"/>
                </a:lnTo>
                <a:lnTo>
                  <a:pt x="69176" y="374307"/>
                </a:lnTo>
                <a:close/>
              </a:path>
              <a:path w="367029" h="555625">
                <a:moveTo>
                  <a:pt x="70183" y="371436"/>
                </a:moveTo>
                <a:close/>
              </a:path>
              <a:path w="367029" h="555625">
                <a:moveTo>
                  <a:pt x="75653" y="356463"/>
                </a:moveTo>
                <a:lnTo>
                  <a:pt x="66713" y="353187"/>
                </a:lnTo>
                <a:lnTo>
                  <a:pt x="69976" y="344246"/>
                </a:lnTo>
                <a:lnTo>
                  <a:pt x="78930" y="347510"/>
                </a:lnTo>
                <a:lnTo>
                  <a:pt x="75653" y="356463"/>
                </a:lnTo>
                <a:close/>
              </a:path>
              <a:path w="367029" h="555625">
                <a:moveTo>
                  <a:pt x="82296" y="338696"/>
                </a:moveTo>
                <a:lnTo>
                  <a:pt x="73405" y="335267"/>
                </a:lnTo>
                <a:lnTo>
                  <a:pt x="76834" y="326377"/>
                </a:lnTo>
                <a:lnTo>
                  <a:pt x="85725" y="329806"/>
                </a:lnTo>
                <a:lnTo>
                  <a:pt x="82296" y="338696"/>
                </a:lnTo>
                <a:close/>
              </a:path>
              <a:path w="367029" h="555625">
                <a:moveTo>
                  <a:pt x="89115" y="320992"/>
                </a:moveTo>
                <a:lnTo>
                  <a:pt x="80289" y="317423"/>
                </a:lnTo>
                <a:lnTo>
                  <a:pt x="83845" y="308597"/>
                </a:lnTo>
                <a:lnTo>
                  <a:pt x="92684" y="312153"/>
                </a:lnTo>
                <a:lnTo>
                  <a:pt x="89115" y="320992"/>
                </a:lnTo>
                <a:close/>
              </a:path>
              <a:path w="367029" h="555625">
                <a:moveTo>
                  <a:pt x="96291" y="303403"/>
                </a:moveTo>
                <a:lnTo>
                  <a:pt x="87502" y="299732"/>
                </a:lnTo>
                <a:lnTo>
                  <a:pt x="90284" y="293052"/>
                </a:lnTo>
                <a:lnTo>
                  <a:pt x="91224" y="290893"/>
                </a:lnTo>
                <a:lnTo>
                  <a:pt x="99961" y="294678"/>
                </a:lnTo>
                <a:lnTo>
                  <a:pt x="99033" y="296837"/>
                </a:lnTo>
                <a:lnTo>
                  <a:pt x="96291" y="303403"/>
                </a:lnTo>
                <a:close/>
              </a:path>
              <a:path w="367029" h="555625">
                <a:moveTo>
                  <a:pt x="99034" y="296837"/>
                </a:moveTo>
                <a:close/>
              </a:path>
              <a:path w="367029" h="555625">
                <a:moveTo>
                  <a:pt x="103746" y="285940"/>
                </a:moveTo>
                <a:lnTo>
                  <a:pt x="95008" y="282155"/>
                </a:lnTo>
                <a:lnTo>
                  <a:pt x="95453" y="281114"/>
                </a:lnTo>
                <a:lnTo>
                  <a:pt x="98932" y="273405"/>
                </a:lnTo>
                <a:lnTo>
                  <a:pt x="107619" y="277317"/>
                </a:lnTo>
                <a:lnTo>
                  <a:pt x="104138" y="285026"/>
                </a:lnTo>
                <a:lnTo>
                  <a:pt x="103746" y="285940"/>
                </a:lnTo>
                <a:close/>
              </a:path>
              <a:path w="367029" h="555625">
                <a:moveTo>
                  <a:pt x="104140" y="285026"/>
                </a:moveTo>
                <a:close/>
              </a:path>
              <a:path w="367029" h="555625">
                <a:moveTo>
                  <a:pt x="111582" y="268744"/>
                </a:moveTo>
                <a:lnTo>
                  <a:pt x="102958" y="264680"/>
                </a:lnTo>
                <a:lnTo>
                  <a:pt x="106045" y="258140"/>
                </a:lnTo>
                <a:lnTo>
                  <a:pt x="107099" y="256006"/>
                </a:lnTo>
                <a:lnTo>
                  <a:pt x="115633" y="260223"/>
                </a:lnTo>
                <a:lnTo>
                  <a:pt x="114581" y="262356"/>
                </a:lnTo>
                <a:lnTo>
                  <a:pt x="111582" y="268744"/>
                </a:lnTo>
                <a:close/>
              </a:path>
              <a:path w="367029" h="555625">
                <a:moveTo>
                  <a:pt x="114581" y="262356"/>
                </a:moveTo>
                <a:close/>
              </a:path>
              <a:path w="367029" h="555625">
                <a:moveTo>
                  <a:pt x="119849" y="251688"/>
                </a:moveTo>
                <a:lnTo>
                  <a:pt x="111315" y="247459"/>
                </a:lnTo>
                <a:lnTo>
                  <a:pt x="115760" y="238925"/>
                </a:lnTo>
                <a:lnTo>
                  <a:pt x="124205" y="243319"/>
                </a:lnTo>
                <a:lnTo>
                  <a:pt x="119849" y="251688"/>
                </a:lnTo>
                <a:close/>
              </a:path>
              <a:path w="367029" h="555625">
                <a:moveTo>
                  <a:pt x="119907" y="251574"/>
                </a:moveTo>
                <a:close/>
              </a:path>
              <a:path w="367029" h="555625">
                <a:moveTo>
                  <a:pt x="128701" y="235051"/>
                </a:moveTo>
                <a:lnTo>
                  <a:pt x="120357" y="230454"/>
                </a:lnTo>
                <a:lnTo>
                  <a:pt x="122516" y="226542"/>
                </a:lnTo>
                <a:lnTo>
                  <a:pt x="125145" y="222072"/>
                </a:lnTo>
                <a:lnTo>
                  <a:pt x="133350" y="226898"/>
                </a:lnTo>
                <a:lnTo>
                  <a:pt x="130734" y="231368"/>
                </a:lnTo>
                <a:lnTo>
                  <a:pt x="128701" y="235051"/>
                </a:lnTo>
                <a:close/>
              </a:path>
              <a:path w="367029" h="555625">
                <a:moveTo>
                  <a:pt x="130741" y="231355"/>
                </a:moveTo>
                <a:close/>
              </a:path>
              <a:path w="367029" h="555625">
                <a:moveTo>
                  <a:pt x="130734" y="231368"/>
                </a:moveTo>
                <a:close/>
              </a:path>
              <a:path w="367029" h="555625">
                <a:moveTo>
                  <a:pt x="138201" y="218871"/>
                </a:moveTo>
                <a:lnTo>
                  <a:pt x="130149" y="213791"/>
                </a:lnTo>
                <a:lnTo>
                  <a:pt x="133883" y="207873"/>
                </a:lnTo>
                <a:lnTo>
                  <a:pt x="135394" y="205651"/>
                </a:lnTo>
                <a:lnTo>
                  <a:pt x="143268" y="210997"/>
                </a:lnTo>
                <a:lnTo>
                  <a:pt x="141758" y="213233"/>
                </a:lnTo>
                <a:lnTo>
                  <a:pt x="138201" y="218871"/>
                </a:lnTo>
                <a:close/>
              </a:path>
              <a:path w="367029" h="555625">
                <a:moveTo>
                  <a:pt x="141769" y="213215"/>
                </a:moveTo>
                <a:close/>
              </a:path>
              <a:path w="367029" h="555625">
                <a:moveTo>
                  <a:pt x="141758" y="213233"/>
                </a:moveTo>
                <a:close/>
              </a:path>
              <a:path w="367029" h="555625">
                <a:moveTo>
                  <a:pt x="148590" y="203276"/>
                </a:moveTo>
                <a:lnTo>
                  <a:pt x="140881" y="197675"/>
                </a:lnTo>
                <a:lnTo>
                  <a:pt x="146037" y="190588"/>
                </a:lnTo>
                <a:lnTo>
                  <a:pt x="146583" y="189877"/>
                </a:lnTo>
                <a:lnTo>
                  <a:pt x="154127" y="195694"/>
                </a:lnTo>
                <a:lnTo>
                  <a:pt x="153574" y="196405"/>
                </a:lnTo>
                <a:lnTo>
                  <a:pt x="148590" y="203276"/>
                </a:lnTo>
                <a:close/>
              </a:path>
              <a:path w="367029" h="555625">
                <a:moveTo>
                  <a:pt x="153581" y="196405"/>
                </a:moveTo>
                <a:close/>
              </a:path>
              <a:path w="367029" h="555625">
                <a:moveTo>
                  <a:pt x="159956" y="188137"/>
                </a:moveTo>
                <a:lnTo>
                  <a:pt x="152400" y="182333"/>
                </a:lnTo>
                <a:lnTo>
                  <a:pt x="158508" y="174853"/>
                </a:lnTo>
                <a:lnTo>
                  <a:pt x="165887" y="180886"/>
                </a:lnTo>
                <a:lnTo>
                  <a:pt x="159956" y="188137"/>
                </a:lnTo>
                <a:close/>
              </a:path>
              <a:path w="367029" h="555625">
                <a:moveTo>
                  <a:pt x="159991" y="188094"/>
                </a:moveTo>
                <a:close/>
              </a:path>
              <a:path w="367029" h="555625">
                <a:moveTo>
                  <a:pt x="159961" y="188137"/>
                </a:moveTo>
                <a:close/>
              </a:path>
              <a:path w="367029" h="555625">
                <a:moveTo>
                  <a:pt x="159943" y="188163"/>
                </a:moveTo>
                <a:close/>
              </a:path>
              <a:path w="367029" h="555625">
                <a:moveTo>
                  <a:pt x="171983" y="173723"/>
                </a:moveTo>
                <a:lnTo>
                  <a:pt x="164769" y="167525"/>
                </a:lnTo>
                <a:lnTo>
                  <a:pt x="166471" y="165544"/>
                </a:lnTo>
                <a:lnTo>
                  <a:pt x="171170" y="160324"/>
                </a:lnTo>
                <a:lnTo>
                  <a:pt x="178244" y="166700"/>
                </a:lnTo>
                <a:lnTo>
                  <a:pt x="173555" y="171907"/>
                </a:lnTo>
                <a:lnTo>
                  <a:pt x="171983" y="173723"/>
                </a:lnTo>
                <a:close/>
              </a:path>
              <a:path w="367029" h="555625">
                <a:moveTo>
                  <a:pt x="173555" y="171907"/>
                </a:moveTo>
                <a:close/>
              </a:path>
              <a:path w="367029" h="555625">
                <a:moveTo>
                  <a:pt x="184645" y="159778"/>
                </a:moveTo>
                <a:lnTo>
                  <a:pt x="177698" y="153250"/>
                </a:lnTo>
                <a:lnTo>
                  <a:pt x="181267" y="149453"/>
                </a:lnTo>
                <a:lnTo>
                  <a:pt x="184353" y="146304"/>
                </a:lnTo>
                <a:lnTo>
                  <a:pt x="191160" y="152958"/>
                </a:lnTo>
                <a:lnTo>
                  <a:pt x="188066" y="156121"/>
                </a:lnTo>
                <a:lnTo>
                  <a:pt x="184645" y="159778"/>
                </a:lnTo>
                <a:close/>
              </a:path>
              <a:path w="367029" h="555625">
                <a:moveTo>
                  <a:pt x="188074" y="156121"/>
                </a:moveTo>
                <a:close/>
              </a:path>
              <a:path w="367029" h="555625">
                <a:moveTo>
                  <a:pt x="197802" y="146253"/>
                </a:moveTo>
                <a:lnTo>
                  <a:pt x="191109" y="139471"/>
                </a:lnTo>
                <a:lnTo>
                  <a:pt x="197967" y="132740"/>
                </a:lnTo>
                <a:lnTo>
                  <a:pt x="204546" y="139636"/>
                </a:lnTo>
                <a:lnTo>
                  <a:pt x="203351" y="140779"/>
                </a:lnTo>
                <a:lnTo>
                  <a:pt x="197802" y="146253"/>
                </a:lnTo>
                <a:close/>
              </a:path>
              <a:path w="367029" h="555625">
                <a:moveTo>
                  <a:pt x="203352" y="140779"/>
                </a:moveTo>
                <a:close/>
              </a:path>
              <a:path w="367029" h="555625">
                <a:moveTo>
                  <a:pt x="211366" y="133146"/>
                </a:moveTo>
                <a:lnTo>
                  <a:pt x="204939" y="126111"/>
                </a:lnTo>
                <a:lnTo>
                  <a:pt x="211988" y="119684"/>
                </a:lnTo>
                <a:lnTo>
                  <a:pt x="218401" y="126733"/>
                </a:lnTo>
                <a:lnTo>
                  <a:pt x="211366" y="133146"/>
                </a:lnTo>
                <a:close/>
              </a:path>
              <a:path w="367029" h="555625">
                <a:moveTo>
                  <a:pt x="225437" y="120307"/>
                </a:moveTo>
                <a:lnTo>
                  <a:pt x="219024" y="113271"/>
                </a:lnTo>
                <a:lnTo>
                  <a:pt x="220992" y="111493"/>
                </a:lnTo>
                <a:lnTo>
                  <a:pt x="226275" y="106908"/>
                </a:lnTo>
                <a:lnTo>
                  <a:pt x="232511" y="114109"/>
                </a:lnTo>
                <a:lnTo>
                  <a:pt x="227219" y="118694"/>
                </a:lnTo>
                <a:lnTo>
                  <a:pt x="225437" y="120307"/>
                </a:lnTo>
                <a:close/>
              </a:path>
              <a:path w="367029" h="555625">
                <a:moveTo>
                  <a:pt x="227293" y="118626"/>
                </a:moveTo>
                <a:close/>
              </a:path>
              <a:path w="367029" h="555625">
                <a:moveTo>
                  <a:pt x="227219" y="118694"/>
                </a:moveTo>
                <a:close/>
              </a:path>
              <a:path w="367029" h="555625">
                <a:moveTo>
                  <a:pt x="239712" y="107886"/>
                </a:moveTo>
                <a:lnTo>
                  <a:pt x="233476" y="100672"/>
                </a:lnTo>
                <a:lnTo>
                  <a:pt x="237426" y="97256"/>
                </a:lnTo>
                <a:lnTo>
                  <a:pt x="240817" y="94449"/>
                </a:lnTo>
                <a:lnTo>
                  <a:pt x="246900" y="101790"/>
                </a:lnTo>
                <a:lnTo>
                  <a:pt x="243512" y="104597"/>
                </a:lnTo>
                <a:lnTo>
                  <a:pt x="239712" y="107886"/>
                </a:lnTo>
                <a:close/>
              </a:path>
              <a:path w="367029" h="555625">
                <a:moveTo>
                  <a:pt x="243574" y="104543"/>
                </a:moveTo>
                <a:close/>
              </a:path>
              <a:path w="367029" h="555625">
                <a:moveTo>
                  <a:pt x="243512" y="104597"/>
                </a:moveTo>
                <a:close/>
              </a:path>
              <a:path w="367029" h="555625">
                <a:moveTo>
                  <a:pt x="254228" y="95707"/>
                </a:moveTo>
                <a:lnTo>
                  <a:pt x="248157" y="88366"/>
                </a:lnTo>
                <a:lnTo>
                  <a:pt x="253911" y="83604"/>
                </a:lnTo>
                <a:lnTo>
                  <a:pt x="255574" y="82270"/>
                </a:lnTo>
                <a:lnTo>
                  <a:pt x="261531" y="89700"/>
                </a:lnTo>
                <a:lnTo>
                  <a:pt x="259856" y="91046"/>
                </a:lnTo>
                <a:lnTo>
                  <a:pt x="254228" y="95707"/>
                </a:lnTo>
                <a:close/>
              </a:path>
              <a:path w="367029" h="555625">
                <a:moveTo>
                  <a:pt x="259856" y="91046"/>
                </a:moveTo>
                <a:close/>
              </a:path>
              <a:path w="367029" h="555625">
                <a:moveTo>
                  <a:pt x="268960" y="83756"/>
                </a:moveTo>
                <a:lnTo>
                  <a:pt x="263004" y="76314"/>
                </a:lnTo>
                <a:lnTo>
                  <a:pt x="270484" y="70332"/>
                </a:lnTo>
                <a:lnTo>
                  <a:pt x="276351" y="77838"/>
                </a:lnTo>
                <a:lnTo>
                  <a:pt x="268960" y="83756"/>
                </a:lnTo>
                <a:close/>
              </a:path>
              <a:path w="367029" h="555625">
                <a:moveTo>
                  <a:pt x="276075" y="78054"/>
                </a:moveTo>
                <a:close/>
              </a:path>
              <a:path w="367029" h="555625">
                <a:moveTo>
                  <a:pt x="283857" y="71970"/>
                </a:moveTo>
                <a:lnTo>
                  <a:pt x="277990" y="64465"/>
                </a:lnTo>
                <a:lnTo>
                  <a:pt x="285508" y="58597"/>
                </a:lnTo>
                <a:lnTo>
                  <a:pt x="291363" y="66116"/>
                </a:lnTo>
                <a:lnTo>
                  <a:pt x="283857" y="71970"/>
                </a:lnTo>
                <a:close/>
              </a:path>
              <a:path w="367029" h="555625">
                <a:moveTo>
                  <a:pt x="298894" y="60337"/>
                </a:moveTo>
                <a:lnTo>
                  <a:pt x="293103" y="52781"/>
                </a:lnTo>
                <a:lnTo>
                  <a:pt x="300659" y="46990"/>
                </a:lnTo>
                <a:lnTo>
                  <a:pt x="306450" y="54559"/>
                </a:lnTo>
                <a:lnTo>
                  <a:pt x="298894" y="60337"/>
                </a:lnTo>
                <a:close/>
              </a:path>
              <a:path w="367029" h="555625">
                <a:moveTo>
                  <a:pt x="314020" y="48768"/>
                </a:moveTo>
                <a:lnTo>
                  <a:pt x="308228" y="41198"/>
                </a:lnTo>
                <a:lnTo>
                  <a:pt x="315785" y="35407"/>
                </a:lnTo>
                <a:lnTo>
                  <a:pt x="321576" y="42976"/>
                </a:lnTo>
                <a:lnTo>
                  <a:pt x="314020" y="48768"/>
                </a:lnTo>
                <a:close/>
              </a:path>
              <a:path w="367029" h="555625">
                <a:moveTo>
                  <a:pt x="329133" y="37134"/>
                </a:moveTo>
                <a:lnTo>
                  <a:pt x="323303" y="29603"/>
                </a:lnTo>
                <a:lnTo>
                  <a:pt x="330847" y="23774"/>
                </a:lnTo>
                <a:lnTo>
                  <a:pt x="336664" y="31305"/>
                </a:lnTo>
                <a:lnTo>
                  <a:pt x="329133" y="37134"/>
                </a:lnTo>
                <a:close/>
              </a:path>
              <a:path w="367029" h="555625">
                <a:moveTo>
                  <a:pt x="347974" y="14833"/>
                </a:moveTo>
                <a:lnTo>
                  <a:pt x="342404" y="14833"/>
                </a:lnTo>
                <a:lnTo>
                  <a:pt x="345770" y="12115"/>
                </a:lnTo>
                <a:lnTo>
                  <a:pt x="347974" y="14833"/>
                </a:lnTo>
                <a:close/>
              </a:path>
              <a:path w="367029" h="555625">
                <a:moveTo>
                  <a:pt x="344208" y="25476"/>
                </a:moveTo>
                <a:lnTo>
                  <a:pt x="338378" y="17945"/>
                </a:lnTo>
                <a:lnTo>
                  <a:pt x="342480" y="14770"/>
                </a:lnTo>
                <a:lnTo>
                  <a:pt x="347974" y="14833"/>
                </a:lnTo>
                <a:lnTo>
                  <a:pt x="351764" y="19507"/>
                </a:lnTo>
                <a:lnTo>
                  <a:pt x="348310" y="22301"/>
                </a:lnTo>
                <a:lnTo>
                  <a:pt x="344208" y="25476"/>
                </a:lnTo>
                <a:close/>
              </a:path>
              <a:path w="367029" h="555625">
                <a:moveTo>
                  <a:pt x="365282" y="5803"/>
                </a:moveTo>
                <a:lnTo>
                  <a:pt x="353555" y="5803"/>
                </a:lnTo>
                <a:lnTo>
                  <a:pt x="360286" y="0"/>
                </a:lnTo>
                <a:lnTo>
                  <a:pt x="365282" y="5803"/>
                </a:lnTo>
                <a:close/>
              </a:path>
              <a:path w="367029" h="555625">
                <a:moveTo>
                  <a:pt x="359155" y="13512"/>
                </a:moveTo>
                <a:lnTo>
                  <a:pt x="353161" y="6108"/>
                </a:lnTo>
                <a:lnTo>
                  <a:pt x="353669" y="5702"/>
                </a:lnTo>
                <a:lnTo>
                  <a:pt x="365282" y="5803"/>
                </a:lnTo>
                <a:lnTo>
                  <a:pt x="366496" y="7213"/>
                </a:lnTo>
                <a:lnTo>
                  <a:pt x="359664" y="13106"/>
                </a:lnTo>
                <a:lnTo>
                  <a:pt x="359155" y="13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660041" y="2406916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357568" y="555091"/>
                </a:moveTo>
                <a:lnTo>
                  <a:pt x="354291" y="546150"/>
                </a:lnTo>
                <a:lnTo>
                  <a:pt x="363232" y="542874"/>
                </a:lnTo>
                <a:lnTo>
                  <a:pt x="366509" y="551815"/>
                </a:lnTo>
                <a:lnTo>
                  <a:pt x="357568" y="555091"/>
                </a:lnTo>
                <a:close/>
              </a:path>
              <a:path w="367029" h="555625">
                <a:moveTo>
                  <a:pt x="351104" y="537057"/>
                </a:moveTo>
                <a:lnTo>
                  <a:pt x="348030" y="528040"/>
                </a:lnTo>
                <a:lnTo>
                  <a:pt x="357047" y="524967"/>
                </a:lnTo>
                <a:lnTo>
                  <a:pt x="360121" y="533984"/>
                </a:lnTo>
                <a:lnTo>
                  <a:pt x="351104" y="537057"/>
                </a:lnTo>
                <a:close/>
              </a:path>
              <a:path w="367029" h="555625">
                <a:moveTo>
                  <a:pt x="345071" y="518909"/>
                </a:moveTo>
                <a:lnTo>
                  <a:pt x="342137" y="509841"/>
                </a:lnTo>
                <a:lnTo>
                  <a:pt x="351205" y="506920"/>
                </a:lnTo>
                <a:lnTo>
                  <a:pt x="354139" y="515975"/>
                </a:lnTo>
                <a:lnTo>
                  <a:pt x="345071" y="518909"/>
                </a:lnTo>
                <a:close/>
              </a:path>
              <a:path w="367029" h="555625">
                <a:moveTo>
                  <a:pt x="339204" y="500786"/>
                </a:moveTo>
                <a:lnTo>
                  <a:pt x="336283" y="491718"/>
                </a:lnTo>
                <a:lnTo>
                  <a:pt x="345338" y="488784"/>
                </a:lnTo>
                <a:lnTo>
                  <a:pt x="348272" y="497852"/>
                </a:lnTo>
                <a:lnTo>
                  <a:pt x="339204" y="500786"/>
                </a:lnTo>
                <a:close/>
              </a:path>
              <a:path w="367029" h="555625">
                <a:moveTo>
                  <a:pt x="333362" y="482650"/>
                </a:moveTo>
                <a:lnTo>
                  <a:pt x="330441" y="473570"/>
                </a:lnTo>
                <a:lnTo>
                  <a:pt x="339509" y="470662"/>
                </a:lnTo>
                <a:lnTo>
                  <a:pt x="342430" y="479729"/>
                </a:lnTo>
                <a:lnTo>
                  <a:pt x="333362" y="482650"/>
                </a:lnTo>
                <a:close/>
              </a:path>
              <a:path w="367029" h="555625">
                <a:moveTo>
                  <a:pt x="327532" y="464502"/>
                </a:moveTo>
                <a:lnTo>
                  <a:pt x="324624" y="455434"/>
                </a:lnTo>
                <a:lnTo>
                  <a:pt x="333692" y="452526"/>
                </a:lnTo>
                <a:lnTo>
                  <a:pt x="336600" y="461594"/>
                </a:lnTo>
                <a:lnTo>
                  <a:pt x="327532" y="464502"/>
                </a:lnTo>
                <a:close/>
              </a:path>
              <a:path w="367029" h="555625">
                <a:moveTo>
                  <a:pt x="324079" y="445604"/>
                </a:moveTo>
                <a:lnTo>
                  <a:pt x="321462" y="445604"/>
                </a:lnTo>
                <a:lnTo>
                  <a:pt x="318744" y="437349"/>
                </a:lnTo>
                <a:lnTo>
                  <a:pt x="327799" y="434378"/>
                </a:lnTo>
                <a:lnTo>
                  <a:pt x="330771" y="443458"/>
                </a:lnTo>
                <a:lnTo>
                  <a:pt x="324079" y="445604"/>
                </a:lnTo>
                <a:close/>
              </a:path>
              <a:path w="367029" h="555625">
                <a:moveTo>
                  <a:pt x="321703" y="446366"/>
                </a:moveTo>
                <a:lnTo>
                  <a:pt x="321449" y="445579"/>
                </a:lnTo>
                <a:lnTo>
                  <a:pt x="324079" y="445604"/>
                </a:lnTo>
                <a:lnTo>
                  <a:pt x="321703" y="446366"/>
                </a:lnTo>
                <a:close/>
              </a:path>
              <a:path w="367029" h="555625">
                <a:moveTo>
                  <a:pt x="323565" y="421513"/>
                </a:moveTo>
                <a:lnTo>
                  <a:pt x="313537" y="421513"/>
                </a:lnTo>
                <a:lnTo>
                  <a:pt x="312788" y="419290"/>
                </a:lnTo>
                <a:lnTo>
                  <a:pt x="321817" y="416242"/>
                </a:lnTo>
                <a:lnTo>
                  <a:pt x="323565" y="421513"/>
                </a:lnTo>
                <a:close/>
              </a:path>
              <a:path w="367029" h="555625">
                <a:moveTo>
                  <a:pt x="315772" y="428307"/>
                </a:moveTo>
                <a:lnTo>
                  <a:pt x="313530" y="421492"/>
                </a:lnTo>
                <a:lnTo>
                  <a:pt x="323565" y="421513"/>
                </a:lnTo>
                <a:lnTo>
                  <a:pt x="324827" y="425323"/>
                </a:lnTo>
                <a:lnTo>
                  <a:pt x="315772" y="428307"/>
                </a:lnTo>
                <a:close/>
              </a:path>
              <a:path w="367029" h="555625">
                <a:moveTo>
                  <a:pt x="309752" y="410273"/>
                </a:moveTo>
                <a:lnTo>
                  <a:pt x="306704" y="401243"/>
                </a:lnTo>
                <a:lnTo>
                  <a:pt x="315722" y="398195"/>
                </a:lnTo>
                <a:lnTo>
                  <a:pt x="318770" y="407225"/>
                </a:lnTo>
                <a:lnTo>
                  <a:pt x="309752" y="410273"/>
                </a:lnTo>
                <a:close/>
              </a:path>
              <a:path w="367029" h="555625">
                <a:moveTo>
                  <a:pt x="303618" y="392290"/>
                </a:moveTo>
                <a:lnTo>
                  <a:pt x="300481" y="383298"/>
                </a:lnTo>
                <a:lnTo>
                  <a:pt x="309460" y="380149"/>
                </a:lnTo>
                <a:lnTo>
                  <a:pt x="312610" y="389140"/>
                </a:lnTo>
                <a:lnTo>
                  <a:pt x="303618" y="392290"/>
                </a:lnTo>
                <a:close/>
              </a:path>
              <a:path w="367029" h="555625">
                <a:moveTo>
                  <a:pt x="305526" y="371436"/>
                </a:moveTo>
                <a:lnTo>
                  <a:pt x="296329" y="371436"/>
                </a:lnTo>
                <a:lnTo>
                  <a:pt x="294119" y="365404"/>
                </a:lnTo>
                <a:lnTo>
                  <a:pt x="303072" y="362140"/>
                </a:lnTo>
                <a:lnTo>
                  <a:pt x="305269" y="368160"/>
                </a:lnTo>
                <a:lnTo>
                  <a:pt x="306324" y="371157"/>
                </a:lnTo>
                <a:lnTo>
                  <a:pt x="305526" y="371436"/>
                </a:lnTo>
                <a:close/>
              </a:path>
              <a:path w="367029" h="555625">
                <a:moveTo>
                  <a:pt x="297332" y="374307"/>
                </a:moveTo>
                <a:lnTo>
                  <a:pt x="296303" y="371373"/>
                </a:lnTo>
                <a:lnTo>
                  <a:pt x="305526" y="371436"/>
                </a:lnTo>
                <a:lnTo>
                  <a:pt x="297332" y="374307"/>
                </a:lnTo>
                <a:close/>
              </a:path>
              <a:path w="367029" h="555625">
                <a:moveTo>
                  <a:pt x="290855" y="356463"/>
                </a:moveTo>
                <a:lnTo>
                  <a:pt x="287578" y="347510"/>
                </a:lnTo>
                <a:lnTo>
                  <a:pt x="296532" y="344246"/>
                </a:lnTo>
                <a:lnTo>
                  <a:pt x="299796" y="353187"/>
                </a:lnTo>
                <a:lnTo>
                  <a:pt x="290855" y="356463"/>
                </a:lnTo>
                <a:close/>
              </a:path>
              <a:path w="367029" h="555625">
                <a:moveTo>
                  <a:pt x="284213" y="338696"/>
                </a:moveTo>
                <a:lnTo>
                  <a:pt x="280784" y="329806"/>
                </a:lnTo>
                <a:lnTo>
                  <a:pt x="289674" y="326377"/>
                </a:lnTo>
                <a:lnTo>
                  <a:pt x="293103" y="335267"/>
                </a:lnTo>
                <a:lnTo>
                  <a:pt x="284213" y="338696"/>
                </a:lnTo>
                <a:close/>
              </a:path>
              <a:path w="367029" h="555625">
                <a:moveTo>
                  <a:pt x="277393" y="320992"/>
                </a:moveTo>
                <a:lnTo>
                  <a:pt x="273824" y="312153"/>
                </a:lnTo>
                <a:lnTo>
                  <a:pt x="282663" y="308597"/>
                </a:lnTo>
                <a:lnTo>
                  <a:pt x="286219" y="317423"/>
                </a:lnTo>
                <a:lnTo>
                  <a:pt x="277393" y="320992"/>
                </a:lnTo>
                <a:close/>
              </a:path>
              <a:path w="367029" h="555625">
                <a:moveTo>
                  <a:pt x="270217" y="303403"/>
                </a:moveTo>
                <a:lnTo>
                  <a:pt x="267449" y="296773"/>
                </a:lnTo>
                <a:lnTo>
                  <a:pt x="266547" y="294678"/>
                </a:lnTo>
                <a:lnTo>
                  <a:pt x="275285" y="290893"/>
                </a:lnTo>
                <a:lnTo>
                  <a:pt x="276225" y="293052"/>
                </a:lnTo>
                <a:lnTo>
                  <a:pt x="279006" y="299732"/>
                </a:lnTo>
                <a:lnTo>
                  <a:pt x="270217" y="303403"/>
                </a:lnTo>
                <a:close/>
              </a:path>
              <a:path w="367029" h="555625">
                <a:moveTo>
                  <a:pt x="262762" y="285940"/>
                </a:moveTo>
                <a:lnTo>
                  <a:pt x="262343" y="284962"/>
                </a:lnTo>
                <a:lnTo>
                  <a:pt x="258889" y="277317"/>
                </a:lnTo>
                <a:lnTo>
                  <a:pt x="267576" y="273405"/>
                </a:lnTo>
                <a:lnTo>
                  <a:pt x="271056" y="281114"/>
                </a:lnTo>
                <a:lnTo>
                  <a:pt x="271500" y="282155"/>
                </a:lnTo>
                <a:lnTo>
                  <a:pt x="262762" y="285940"/>
                </a:lnTo>
                <a:close/>
              </a:path>
              <a:path w="367029" h="555625">
                <a:moveTo>
                  <a:pt x="262453" y="262356"/>
                </a:moveTo>
                <a:lnTo>
                  <a:pt x="251929" y="262356"/>
                </a:lnTo>
                <a:lnTo>
                  <a:pt x="250875" y="260223"/>
                </a:lnTo>
                <a:lnTo>
                  <a:pt x="259410" y="256006"/>
                </a:lnTo>
                <a:lnTo>
                  <a:pt x="260464" y="258140"/>
                </a:lnTo>
                <a:lnTo>
                  <a:pt x="262453" y="262356"/>
                </a:lnTo>
                <a:close/>
              </a:path>
              <a:path w="367029" h="555625">
                <a:moveTo>
                  <a:pt x="254927" y="268744"/>
                </a:moveTo>
                <a:lnTo>
                  <a:pt x="251891" y="262280"/>
                </a:lnTo>
                <a:lnTo>
                  <a:pt x="262453" y="262356"/>
                </a:lnTo>
                <a:lnTo>
                  <a:pt x="263550" y="264680"/>
                </a:lnTo>
                <a:lnTo>
                  <a:pt x="254927" y="268744"/>
                </a:lnTo>
                <a:close/>
              </a:path>
              <a:path w="367029" h="555625">
                <a:moveTo>
                  <a:pt x="246659" y="251688"/>
                </a:moveTo>
                <a:lnTo>
                  <a:pt x="242303" y="243319"/>
                </a:lnTo>
                <a:lnTo>
                  <a:pt x="250748" y="238925"/>
                </a:lnTo>
                <a:lnTo>
                  <a:pt x="255193" y="247459"/>
                </a:lnTo>
                <a:lnTo>
                  <a:pt x="246659" y="251688"/>
                </a:lnTo>
                <a:close/>
              </a:path>
              <a:path w="367029" h="555625">
                <a:moveTo>
                  <a:pt x="244491" y="231368"/>
                </a:moveTo>
                <a:lnTo>
                  <a:pt x="235775" y="231368"/>
                </a:lnTo>
                <a:lnTo>
                  <a:pt x="233146" y="226898"/>
                </a:lnTo>
                <a:lnTo>
                  <a:pt x="241363" y="222072"/>
                </a:lnTo>
                <a:lnTo>
                  <a:pt x="243992" y="226542"/>
                </a:lnTo>
                <a:lnTo>
                  <a:pt x="246151" y="230454"/>
                </a:lnTo>
                <a:lnTo>
                  <a:pt x="244491" y="231368"/>
                </a:lnTo>
                <a:close/>
              </a:path>
              <a:path w="367029" h="555625">
                <a:moveTo>
                  <a:pt x="237807" y="235051"/>
                </a:moveTo>
                <a:lnTo>
                  <a:pt x="235768" y="231356"/>
                </a:lnTo>
                <a:lnTo>
                  <a:pt x="244491" y="231368"/>
                </a:lnTo>
                <a:lnTo>
                  <a:pt x="237807" y="235051"/>
                </a:lnTo>
                <a:close/>
              </a:path>
              <a:path w="367029" h="555625">
                <a:moveTo>
                  <a:pt x="236007" y="213233"/>
                </a:moveTo>
                <a:lnTo>
                  <a:pt x="224751" y="213233"/>
                </a:lnTo>
                <a:lnTo>
                  <a:pt x="223240" y="210997"/>
                </a:lnTo>
                <a:lnTo>
                  <a:pt x="231114" y="205651"/>
                </a:lnTo>
                <a:lnTo>
                  <a:pt x="232625" y="207873"/>
                </a:lnTo>
                <a:lnTo>
                  <a:pt x="236007" y="213233"/>
                </a:lnTo>
                <a:close/>
              </a:path>
              <a:path w="367029" h="555625">
                <a:moveTo>
                  <a:pt x="228307" y="218871"/>
                </a:moveTo>
                <a:lnTo>
                  <a:pt x="224740" y="213215"/>
                </a:lnTo>
                <a:lnTo>
                  <a:pt x="236007" y="213233"/>
                </a:lnTo>
                <a:lnTo>
                  <a:pt x="236359" y="213791"/>
                </a:lnTo>
                <a:lnTo>
                  <a:pt x="228307" y="218871"/>
                </a:lnTo>
                <a:close/>
              </a:path>
              <a:path w="367029" h="555625">
                <a:moveTo>
                  <a:pt x="217919" y="203276"/>
                </a:moveTo>
                <a:lnTo>
                  <a:pt x="212851" y="196291"/>
                </a:lnTo>
                <a:lnTo>
                  <a:pt x="212382" y="195694"/>
                </a:lnTo>
                <a:lnTo>
                  <a:pt x="219925" y="189877"/>
                </a:lnTo>
                <a:lnTo>
                  <a:pt x="220472" y="190588"/>
                </a:lnTo>
                <a:lnTo>
                  <a:pt x="225628" y="197675"/>
                </a:lnTo>
                <a:lnTo>
                  <a:pt x="217919" y="203276"/>
                </a:lnTo>
                <a:close/>
              </a:path>
              <a:path w="367029" h="555625">
                <a:moveTo>
                  <a:pt x="206598" y="188137"/>
                </a:moveTo>
                <a:lnTo>
                  <a:pt x="200621" y="180886"/>
                </a:lnTo>
                <a:lnTo>
                  <a:pt x="208000" y="174853"/>
                </a:lnTo>
                <a:lnTo>
                  <a:pt x="214109" y="182333"/>
                </a:lnTo>
                <a:lnTo>
                  <a:pt x="206598" y="188137"/>
                </a:lnTo>
                <a:close/>
              </a:path>
              <a:path w="367029" h="555625">
                <a:moveTo>
                  <a:pt x="206565" y="188163"/>
                </a:moveTo>
                <a:close/>
              </a:path>
              <a:path w="367029" h="555625">
                <a:moveTo>
                  <a:pt x="196639" y="171907"/>
                </a:moveTo>
                <a:lnTo>
                  <a:pt x="192963" y="171907"/>
                </a:lnTo>
                <a:lnTo>
                  <a:pt x="188264" y="166700"/>
                </a:lnTo>
                <a:lnTo>
                  <a:pt x="195338" y="160324"/>
                </a:lnTo>
                <a:lnTo>
                  <a:pt x="200037" y="165544"/>
                </a:lnTo>
                <a:lnTo>
                  <a:pt x="201739" y="167525"/>
                </a:lnTo>
                <a:lnTo>
                  <a:pt x="196639" y="171907"/>
                </a:lnTo>
                <a:close/>
              </a:path>
              <a:path w="367029" h="555625">
                <a:moveTo>
                  <a:pt x="194525" y="173723"/>
                </a:moveTo>
                <a:lnTo>
                  <a:pt x="192887" y="171831"/>
                </a:lnTo>
                <a:lnTo>
                  <a:pt x="196639" y="171907"/>
                </a:lnTo>
                <a:lnTo>
                  <a:pt x="194525" y="173723"/>
                </a:lnTo>
                <a:close/>
              </a:path>
              <a:path w="367029" h="555625">
                <a:moveTo>
                  <a:pt x="181863" y="159778"/>
                </a:moveTo>
                <a:lnTo>
                  <a:pt x="178371" y="156044"/>
                </a:lnTo>
                <a:lnTo>
                  <a:pt x="175348" y="152958"/>
                </a:lnTo>
                <a:lnTo>
                  <a:pt x="182156" y="146304"/>
                </a:lnTo>
                <a:lnTo>
                  <a:pt x="185242" y="149453"/>
                </a:lnTo>
                <a:lnTo>
                  <a:pt x="188810" y="153250"/>
                </a:lnTo>
                <a:lnTo>
                  <a:pt x="181863" y="159778"/>
                </a:lnTo>
                <a:close/>
              </a:path>
              <a:path w="367029" h="555625">
                <a:moveTo>
                  <a:pt x="168706" y="146253"/>
                </a:moveTo>
                <a:lnTo>
                  <a:pt x="163093" y="140716"/>
                </a:lnTo>
                <a:lnTo>
                  <a:pt x="161963" y="139636"/>
                </a:lnTo>
                <a:lnTo>
                  <a:pt x="168541" y="132740"/>
                </a:lnTo>
                <a:lnTo>
                  <a:pt x="175399" y="139471"/>
                </a:lnTo>
                <a:lnTo>
                  <a:pt x="168706" y="146253"/>
                </a:lnTo>
                <a:close/>
              </a:path>
              <a:path w="367029" h="555625">
                <a:moveTo>
                  <a:pt x="155143" y="133146"/>
                </a:moveTo>
                <a:lnTo>
                  <a:pt x="148107" y="126733"/>
                </a:lnTo>
                <a:lnTo>
                  <a:pt x="154520" y="119684"/>
                </a:lnTo>
                <a:lnTo>
                  <a:pt x="161556" y="126111"/>
                </a:lnTo>
                <a:lnTo>
                  <a:pt x="155143" y="133146"/>
                </a:lnTo>
                <a:close/>
              </a:path>
              <a:path w="367029" h="555625">
                <a:moveTo>
                  <a:pt x="142541" y="118694"/>
                </a:moveTo>
                <a:lnTo>
                  <a:pt x="139293" y="118694"/>
                </a:lnTo>
                <a:lnTo>
                  <a:pt x="133997" y="114109"/>
                </a:lnTo>
                <a:lnTo>
                  <a:pt x="140233" y="106908"/>
                </a:lnTo>
                <a:lnTo>
                  <a:pt x="145516" y="111493"/>
                </a:lnTo>
                <a:lnTo>
                  <a:pt x="147485" y="113271"/>
                </a:lnTo>
                <a:lnTo>
                  <a:pt x="142541" y="118694"/>
                </a:lnTo>
                <a:close/>
              </a:path>
              <a:path w="367029" h="555625">
                <a:moveTo>
                  <a:pt x="141071" y="120307"/>
                </a:moveTo>
                <a:lnTo>
                  <a:pt x="139215" y="118626"/>
                </a:lnTo>
                <a:lnTo>
                  <a:pt x="142541" y="118694"/>
                </a:lnTo>
                <a:lnTo>
                  <a:pt x="141071" y="120307"/>
                </a:lnTo>
                <a:close/>
              </a:path>
              <a:path w="367029" h="555625">
                <a:moveTo>
                  <a:pt x="129640" y="104597"/>
                </a:moveTo>
                <a:lnTo>
                  <a:pt x="122999" y="104597"/>
                </a:lnTo>
                <a:lnTo>
                  <a:pt x="119608" y="101790"/>
                </a:lnTo>
                <a:lnTo>
                  <a:pt x="125691" y="94449"/>
                </a:lnTo>
                <a:lnTo>
                  <a:pt x="129082" y="97256"/>
                </a:lnTo>
                <a:lnTo>
                  <a:pt x="133032" y="100672"/>
                </a:lnTo>
                <a:lnTo>
                  <a:pt x="129640" y="104597"/>
                </a:lnTo>
                <a:close/>
              </a:path>
              <a:path w="367029" h="555625">
                <a:moveTo>
                  <a:pt x="126796" y="107886"/>
                </a:moveTo>
                <a:lnTo>
                  <a:pt x="122934" y="104543"/>
                </a:lnTo>
                <a:lnTo>
                  <a:pt x="129640" y="104597"/>
                </a:lnTo>
                <a:lnTo>
                  <a:pt x="126796" y="107886"/>
                </a:lnTo>
                <a:close/>
              </a:path>
              <a:path w="367029" h="555625">
                <a:moveTo>
                  <a:pt x="116135" y="91046"/>
                </a:moveTo>
                <a:lnTo>
                  <a:pt x="106654" y="91046"/>
                </a:lnTo>
                <a:lnTo>
                  <a:pt x="104978" y="89700"/>
                </a:lnTo>
                <a:lnTo>
                  <a:pt x="110934" y="82270"/>
                </a:lnTo>
                <a:lnTo>
                  <a:pt x="112598" y="83604"/>
                </a:lnTo>
                <a:lnTo>
                  <a:pt x="118351" y="88366"/>
                </a:lnTo>
                <a:lnTo>
                  <a:pt x="116135" y="91046"/>
                </a:lnTo>
                <a:close/>
              </a:path>
              <a:path w="367029" h="555625">
                <a:moveTo>
                  <a:pt x="112280" y="95707"/>
                </a:moveTo>
                <a:lnTo>
                  <a:pt x="106591" y="90995"/>
                </a:lnTo>
                <a:lnTo>
                  <a:pt x="116135" y="91046"/>
                </a:lnTo>
                <a:lnTo>
                  <a:pt x="112280" y="95707"/>
                </a:lnTo>
                <a:close/>
              </a:path>
              <a:path w="367029" h="555625">
                <a:moveTo>
                  <a:pt x="102112" y="78054"/>
                </a:moveTo>
                <a:lnTo>
                  <a:pt x="90436" y="78054"/>
                </a:lnTo>
                <a:lnTo>
                  <a:pt x="90157" y="77838"/>
                </a:lnTo>
                <a:lnTo>
                  <a:pt x="96024" y="70332"/>
                </a:lnTo>
                <a:lnTo>
                  <a:pt x="103504" y="76314"/>
                </a:lnTo>
                <a:lnTo>
                  <a:pt x="102112" y="78054"/>
                </a:lnTo>
                <a:close/>
              </a:path>
              <a:path w="367029" h="555625">
                <a:moveTo>
                  <a:pt x="97548" y="83756"/>
                </a:moveTo>
                <a:lnTo>
                  <a:pt x="90385" y="78016"/>
                </a:lnTo>
                <a:lnTo>
                  <a:pt x="102112" y="78054"/>
                </a:lnTo>
                <a:lnTo>
                  <a:pt x="97548" y="83756"/>
                </a:lnTo>
                <a:close/>
              </a:path>
              <a:path w="367029" h="555625">
                <a:moveTo>
                  <a:pt x="82651" y="71970"/>
                </a:moveTo>
                <a:lnTo>
                  <a:pt x="75145" y="66116"/>
                </a:lnTo>
                <a:lnTo>
                  <a:pt x="81000" y="58597"/>
                </a:lnTo>
                <a:lnTo>
                  <a:pt x="88506" y="64465"/>
                </a:lnTo>
                <a:lnTo>
                  <a:pt x="82651" y="71970"/>
                </a:lnTo>
                <a:close/>
              </a:path>
              <a:path w="367029" h="555625">
                <a:moveTo>
                  <a:pt x="67614" y="60337"/>
                </a:moveTo>
                <a:lnTo>
                  <a:pt x="60058" y="54559"/>
                </a:lnTo>
                <a:lnTo>
                  <a:pt x="65849" y="46990"/>
                </a:lnTo>
                <a:lnTo>
                  <a:pt x="73405" y="52781"/>
                </a:lnTo>
                <a:lnTo>
                  <a:pt x="67614" y="60337"/>
                </a:lnTo>
                <a:close/>
              </a:path>
              <a:path w="367029" h="555625">
                <a:moveTo>
                  <a:pt x="52489" y="48768"/>
                </a:moveTo>
                <a:lnTo>
                  <a:pt x="44932" y="42976"/>
                </a:lnTo>
                <a:lnTo>
                  <a:pt x="50723" y="35407"/>
                </a:lnTo>
                <a:lnTo>
                  <a:pt x="58280" y="41198"/>
                </a:lnTo>
                <a:lnTo>
                  <a:pt x="52489" y="48768"/>
                </a:lnTo>
                <a:close/>
              </a:path>
              <a:path w="367029" h="555625">
                <a:moveTo>
                  <a:pt x="37376" y="37134"/>
                </a:moveTo>
                <a:lnTo>
                  <a:pt x="29845" y="31305"/>
                </a:lnTo>
                <a:lnTo>
                  <a:pt x="35661" y="23774"/>
                </a:lnTo>
                <a:lnTo>
                  <a:pt x="43205" y="29603"/>
                </a:lnTo>
                <a:lnTo>
                  <a:pt x="37376" y="37134"/>
                </a:lnTo>
                <a:close/>
              </a:path>
              <a:path w="367029" h="555625">
                <a:moveTo>
                  <a:pt x="22301" y="25476"/>
                </a:moveTo>
                <a:lnTo>
                  <a:pt x="18199" y="22301"/>
                </a:lnTo>
                <a:lnTo>
                  <a:pt x="14744" y="19507"/>
                </a:lnTo>
                <a:lnTo>
                  <a:pt x="20739" y="12115"/>
                </a:lnTo>
                <a:lnTo>
                  <a:pt x="24110" y="14833"/>
                </a:lnTo>
                <a:lnTo>
                  <a:pt x="28130" y="17945"/>
                </a:lnTo>
                <a:lnTo>
                  <a:pt x="22301" y="25476"/>
                </a:lnTo>
                <a:close/>
              </a:path>
              <a:path w="367029" h="555625">
                <a:moveTo>
                  <a:pt x="7340" y="13512"/>
                </a:moveTo>
                <a:lnTo>
                  <a:pt x="6845" y="13106"/>
                </a:lnTo>
                <a:lnTo>
                  <a:pt x="0" y="7213"/>
                </a:lnTo>
                <a:lnTo>
                  <a:pt x="6223" y="0"/>
                </a:lnTo>
                <a:lnTo>
                  <a:pt x="12953" y="5803"/>
                </a:lnTo>
                <a:lnTo>
                  <a:pt x="13334" y="6108"/>
                </a:lnTo>
                <a:lnTo>
                  <a:pt x="7340" y="13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9017609" y="4330331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3276" y="12217"/>
                </a:moveTo>
                <a:lnTo>
                  <a:pt x="0" y="3276"/>
                </a:lnTo>
                <a:lnTo>
                  <a:pt x="8940" y="0"/>
                </a:lnTo>
                <a:lnTo>
                  <a:pt x="12217" y="8940"/>
                </a:lnTo>
                <a:lnTo>
                  <a:pt x="3276" y="12217"/>
                </a:lnTo>
                <a:close/>
              </a:path>
              <a:path w="367029" h="555625">
                <a:moveTo>
                  <a:pt x="9461" y="30124"/>
                </a:moveTo>
                <a:lnTo>
                  <a:pt x="6388" y="21107"/>
                </a:lnTo>
                <a:lnTo>
                  <a:pt x="15405" y="18034"/>
                </a:lnTo>
                <a:lnTo>
                  <a:pt x="18478" y="27050"/>
                </a:lnTo>
                <a:lnTo>
                  <a:pt x="9461" y="30124"/>
                </a:lnTo>
                <a:close/>
              </a:path>
              <a:path w="367029" h="555625">
                <a:moveTo>
                  <a:pt x="15303" y="48171"/>
                </a:moveTo>
                <a:lnTo>
                  <a:pt x="12369" y="39115"/>
                </a:lnTo>
                <a:lnTo>
                  <a:pt x="21437" y="36182"/>
                </a:lnTo>
                <a:lnTo>
                  <a:pt x="24371" y="45250"/>
                </a:lnTo>
                <a:lnTo>
                  <a:pt x="15303" y="48171"/>
                </a:lnTo>
                <a:close/>
              </a:path>
              <a:path w="367029" h="555625">
                <a:moveTo>
                  <a:pt x="21170" y="66306"/>
                </a:moveTo>
                <a:lnTo>
                  <a:pt x="18237" y="57238"/>
                </a:lnTo>
                <a:lnTo>
                  <a:pt x="27304" y="54305"/>
                </a:lnTo>
                <a:lnTo>
                  <a:pt x="30225" y="63373"/>
                </a:lnTo>
                <a:lnTo>
                  <a:pt x="21170" y="66306"/>
                </a:lnTo>
                <a:close/>
              </a:path>
              <a:path w="367029" h="555625">
                <a:moveTo>
                  <a:pt x="27000" y="84429"/>
                </a:moveTo>
                <a:lnTo>
                  <a:pt x="24079" y="75361"/>
                </a:lnTo>
                <a:lnTo>
                  <a:pt x="33147" y="72440"/>
                </a:lnTo>
                <a:lnTo>
                  <a:pt x="36068" y="81508"/>
                </a:lnTo>
                <a:lnTo>
                  <a:pt x="27000" y="84429"/>
                </a:lnTo>
                <a:close/>
              </a:path>
              <a:path w="367029" h="555625">
                <a:moveTo>
                  <a:pt x="32816" y="102565"/>
                </a:moveTo>
                <a:lnTo>
                  <a:pt x="29908" y="93497"/>
                </a:lnTo>
                <a:lnTo>
                  <a:pt x="38976" y="90589"/>
                </a:lnTo>
                <a:lnTo>
                  <a:pt x="41884" y="99656"/>
                </a:lnTo>
                <a:lnTo>
                  <a:pt x="32816" y="102565"/>
                </a:lnTo>
                <a:close/>
              </a:path>
              <a:path w="367029" h="555625">
                <a:moveTo>
                  <a:pt x="38709" y="120713"/>
                </a:moveTo>
                <a:lnTo>
                  <a:pt x="35737" y="111633"/>
                </a:lnTo>
                <a:lnTo>
                  <a:pt x="44805" y="108724"/>
                </a:lnTo>
                <a:lnTo>
                  <a:pt x="45051" y="109486"/>
                </a:lnTo>
                <a:lnTo>
                  <a:pt x="47764" y="117741"/>
                </a:lnTo>
                <a:lnTo>
                  <a:pt x="38709" y="120713"/>
                </a:lnTo>
                <a:close/>
              </a:path>
              <a:path w="367029" h="555625">
                <a:moveTo>
                  <a:pt x="44691" y="138849"/>
                </a:moveTo>
                <a:lnTo>
                  <a:pt x="41681" y="129768"/>
                </a:lnTo>
                <a:lnTo>
                  <a:pt x="50736" y="126784"/>
                </a:lnTo>
                <a:lnTo>
                  <a:pt x="53708" y="135801"/>
                </a:lnTo>
                <a:lnTo>
                  <a:pt x="44691" y="138849"/>
                </a:lnTo>
                <a:close/>
              </a:path>
              <a:path w="367029" h="555625">
                <a:moveTo>
                  <a:pt x="52984" y="133616"/>
                </a:moveTo>
                <a:close/>
              </a:path>
              <a:path w="367029" h="555625">
                <a:moveTo>
                  <a:pt x="50787" y="156895"/>
                </a:moveTo>
                <a:lnTo>
                  <a:pt x="47739" y="147866"/>
                </a:lnTo>
                <a:lnTo>
                  <a:pt x="56756" y="144818"/>
                </a:lnTo>
                <a:lnTo>
                  <a:pt x="59804" y="153847"/>
                </a:lnTo>
                <a:lnTo>
                  <a:pt x="50787" y="156895"/>
                </a:lnTo>
                <a:close/>
              </a:path>
              <a:path w="367029" h="555625">
                <a:moveTo>
                  <a:pt x="57035" y="174942"/>
                </a:moveTo>
                <a:lnTo>
                  <a:pt x="53898" y="165950"/>
                </a:lnTo>
                <a:lnTo>
                  <a:pt x="62890" y="162801"/>
                </a:lnTo>
                <a:lnTo>
                  <a:pt x="66027" y="171792"/>
                </a:lnTo>
                <a:lnTo>
                  <a:pt x="57035" y="174942"/>
                </a:lnTo>
                <a:close/>
              </a:path>
              <a:path w="367029" h="555625">
                <a:moveTo>
                  <a:pt x="63436" y="192951"/>
                </a:moveTo>
                <a:lnTo>
                  <a:pt x="61239" y="186931"/>
                </a:lnTo>
                <a:lnTo>
                  <a:pt x="60185" y="183934"/>
                </a:lnTo>
                <a:lnTo>
                  <a:pt x="69176" y="180784"/>
                </a:lnTo>
                <a:lnTo>
                  <a:pt x="70183" y="183654"/>
                </a:lnTo>
                <a:lnTo>
                  <a:pt x="72390" y="189687"/>
                </a:lnTo>
                <a:lnTo>
                  <a:pt x="63436" y="192951"/>
                </a:lnTo>
                <a:close/>
              </a:path>
              <a:path w="367029" h="555625">
                <a:moveTo>
                  <a:pt x="69976" y="210845"/>
                </a:moveTo>
                <a:lnTo>
                  <a:pt x="66713" y="201904"/>
                </a:lnTo>
                <a:lnTo>
                  <a:pt x="75653" y="198627"/>
                </a:lnTo>
                <a:lnTo>
                  <a:pt x="78930" y="207581"/>
                </a:lnTo>
                <a:lnTo>
                  <a:pt x="69976" y="210845"/>
                </a:lnTo>
                <a:close/>
              </a:path>
              <a:path w="367029" h="555625">
                <a:moveTo>
                  <a:pt x="76834" y="228714"/>
                </a:moveTo>
                <a:lnTo>
                  <a:pt x="73405" y="219824"/>
                </a:lnTo>
                <a:lnTo>
                  <a:pt x="82296" y="216395"/>
                </a:lnTo>
                <a:lnTo>
                  <a:pt x="85725" y="225285"/>
                </a:lnTo>
                <a:lnTo>
                  <a:pt x="76834" y="228714"/>
                </a:lnTo>
                <a:close/>
              </a:path>
              <a:path w="367029" h="555625">
                <a:moveTo>
                  <a:pt x="83845" y="246494"/>
                </a:moveTo>
                <a:lnTo>
                  <a:pt x="80289" y="237667"/>
                </a:lnTo>
                <a:lnTo>
                  <a:pt x="89115" y="234099"/>
                </a:lnTo>
                <a:lnTo>
                  <a:pt x="92684" y="242938"/>
                </a:lnTo>
                <a:lnTo>
                  <a:pt x="83845" y="246494"/>
                </a:lnTo>
                <a:close/>
              </a:path>
              <a:path w="367029" h="555625">
                <a:moveTo>
                  <a:pt x="91224" y="264198"/>
                </a:moveTo>
                <a:lnTo>
                  <a:pt x="90284" y="262039"/>
                </a:lnTo>
                <a:lnTo>
                  <a:pt x="87502" y="255358"/>
                </a:lnTo>
                <a:lnTo>
                  <a:pt x="96291" y="251688"/>
                </a:lnTo>
                <a:lnTo>
                  <a:pt x="99061" y="258317"/>
                </a:lnTo>
                <a:lnTo>
                  <a:pt x="99961" y="260413"/>
                </a:lnTo>
                <a:lnTo>
                  <a:pt x="91224" y="264198"/>
                </a:lnTo>
                <a:close/>
              </a:path>
              <a:path w="367029" h="555625">
                <a:moveTo>
                  <a:pt x="98932" y="281686"/>
                </a:moveTo>
                <a:lnTo>
                  <a:pt x="95453" y="273977"/>
                </a:lnTo>
                <a:lnTo>
                  <a:pt x="95008" y="272935"/>
                </a:lnTo>
                <a:lnTo>
                  <a:pt x="103746" y="269151"/>
                </a:lnTo>
                <a:lnTo>
                  <a:pt x="104168" y="270128"/>
                </a:lnTo>
                <a:lnTo>
                  <a:pt x="107619" y="277774"/>
                </a:lnTo>
                <a:lnTo>
                  <a:pt x="98932" y="281686"/>
                </a:lnTo>
                <a:close/>
              </a:path>
              <a:path w="367029" h="555625">
                <a:moveTo>
                  <a:pt x="107099" y="299085"/>
                </a:moveTo>
                <a:lnTo>
                  <a:pt x="106045" y="296951"/>
                </a:lnTo>
                <a:lnTo>
                  <a:pt x="102958" y="290410"/>
                </a:lnTo>
                <a:lnTo>
                  <a:pt x="111582" y="286346"/>
                </a:lnTo>
                <a:lnTo>
                  <a:pt x="114581" y="292735"/>
                </a:lnTo>
                <a:lnTo>
                  <a:pt x="115633" y="294868"/>
                </a:lnTo>
                <a:lnTo>
                  <a:pt x="107099" y="299085"/>
                </a:lnTo>
                <a:close/>
              </a:path>
              <a:path w="367029" h="555625">
                <a:moveTo>
                  <a:pt x="115760" y="316166"/>
                </a:moveTo>
                <a:lnTo>
                  <a:pt x="111315" y="307632"/>
                </a:lnTo>
                <a:lnTo>
                  <a:pt x="119849" y="303402"/>
                </a:lnTo>
                <a:lnTo>
                  <a:pt x="124205" y="311772"/>
                </a:lnTo>
                <a:lnTo>
                  <a:pt x="115760" y="316166"/>
                </a:lnTo>
                <a:close/>
              </a:path>
              <a:path w="367029" h="555625">
                <a:moveTo>
                  <a:pt x="125145" y="333019"/>
                </a:moveTo>
                <a:lnTo>
                  <a:pt x="122516" y="328549"/>
                </a:lnTo>
                <a:lnTo>
                  <a:pt x="120357" y="324637"/>
                </a:lnTo>
                <a:lnTo>
                  <a:pt x="128701" y="320039"/>
                </a:lnTo>
                <a:lnTo>
                  <a:pt x="130734" y="323723"/>
                </a:lnTo>
                <a:lnTo>
                  <a:pt x="133350" y="328193"/>
                </a:lnTo>
                <a:lnTo>
                  <a:pt x="125145" y="333019"/>
                </a:lnTo>
                <a:close/>
              </a:path>
              <a:path w="367029" h="555625">
                <a:moveTo>
                  <a:pt x="135394" y="349440"/>
                </a:moveTo>
                <a:lnTo>
                  <a:pt x="133883" y="347217"/>
                </a:lnTo>
                <a:lnTo>
                  <a:pt x="130149" y="341299"/>
                </a:lnTo>
                <a:lnTo>
                  <a:pt x="138201" y="336219"/>
                </a:lnTo>
                <a:lnTo>
                  <a:pt x="141758" y="341858"/>
                </a:lnTo>
                <a:lnTo>
                  <a:pt x="143268" y="344093"/>
                </a:lnTo>
                <a:lnTo>
                  <a:pt x="135394" y="349440"/>
                </a:lnTo>
                <a:close/>
              </a:path>
              <a:path w="367029" h="555625">
                <a:moveTo>
                  <a:pt x="146583" y="365213"/>
                </a:moveTo>
                <a:lnTo>
                  <a:pt x="146037" y="364502"/>
                </a:lnTo>
                <a:lnTo>
                  <a:pt x="140881" y="357416"/>
                </a:lnTo>
                <a:lnTo>
                  <a:pt x="148590" y="351815"/>
                </a:lnTo>
                <a:lnTo>
                  <a:pt x="153668" y="358800"/>
                </a:lnTo>
                <a:lnTo>
                  <a:pt x="154127" y="359397"/>
                </a:lnTo>
                <a:lnTo>
                  <a:pt x="146583" y="365213"/>
                </a:lnTo>
                <a:close/>
              </a:path>
              <a:path w="367029" h="555625">
                <a:moveTo>
                  <a:pt x="159961" y="366953"/>
                </a:moveTo>
                <a:close/>
              </a:path>
              <a:path w="367029" h="555625">
                <a:moveTo>
                  <a:pt x="158508" y="380238"/>
                </a:moveTo>
                <a:lnTo>
                  <a:pt x="152400" y="372757"/>
                </a:lnTo>
                <a:lnTo>
                  <a:pt x="159910" y="366953"/>
                </a:lnTo>
                <a:lnTo>
                  <a:pt x="165887" y="374205"/>
                </a:lnTo>
                <a:lnTo>
                  <a:pt x="158508" y="380238"/>
                </a:lnTo>
                <a:close/>
              </a:path>
              <a:path w="367029" h="555625">
                <a:moveTo>
                  <a:pt x="171170" y="394766"/>
                </a:moveTo>
                <a:lnTo>
                  <a:pt x="166471" y="389547"/>
                </a:lnTo>
                <a:lnTo>
                  <a:pt x="164769" y="387565"/>
                </a:lnTo>
                <a:lnTo>
                  <a:pt x="171983" y="381368"/>
                </a:lnTo>
                <a:lnTo>
                  <a:pt x="173555" y="383184"/>
                </a:lnTo>
                <a:lnTo>
                  <a:pt x="178244" y="388391"/>
                </a:lnTo>
                <a:lnTo>
                  <a:pt x="171170" y="394766"/>
                </a:lnTo>
                <a:close/>
              </a:path>
              <a:path w="367029" h="555625">
                <a:moveTo>
                  <a:pt x="184353" y="408787"/>
                </a:moveTo>
                <a:lnTo>
                  <a:pt x="181267" y="405638"/>
                </a:lnTo>
                <a:lnTo>
                  <a:pt x="177698" y="401840"/>
                </a:lnTo>
                <a:lnTo>
                  <a:pt x="184645" y="395312"/>
                </a:lnTo>
                <a:lnTo>
                  <a:pt x="188148" y="399046"/>
                </a:lnTo>
                <a:lnTo>
                  <a:pt x="191160" y="402132"/>
                </a:lnTo>
                <a:lnTo>
                  <a:pt x="184353" y="408787"/>
                </a:lnTo>
                <a:close/>
              </a:path>
              <a:path w="367029" h="555625">
                <a:moveTo>
                  <a:pt x="197967" y="422351"/>
                </a:moveTo>
                <a:lnTo>
                  <a:pt x="191109" y="415620"/>
                </a:lnTo>
                <a:lnTo>
                  <a:pt x="197802" y="408838"/>
                </a:lnTo>
                <a:lnTo>
                  <a:pt x="203418" y="414375"/>
                </a:lnTo>
                <a:lnTo>
                  <a:pt x="204546" y="415455"/>
                </a:lnTo>
                <a:lnTo>
                  <a:pt x="197967" y="422351"/>
                </a:lnTo>
                <a:close/>
              </a:path>
              <a:path w="367029" h="555625">
                <a:moveTo>
                  <a:pt x="211988" y="435406"/>
                </a:moveTo>
                <a:lnTo>
                  <a:pt x="204939" y="428980"/>
                </a:lnTo>
                <a:lnTo>
                  <a:pt x="211366" y="421944"/>
                </a:lnTo>
                <a:lnTo>
                  <a:pt x="218401" y="428358"/>
                </a:lnTo>
                <a:lnTo>
                  <a:pt x="211988" y="435406"/>
                </a:lnTo>
                <a:close/>
              </a:path>
              <a:path w="367029" h="555625">
                <a:moveTo>
                  <a:pt x="226275" y="448183"/>
                </a:moveTo>
                <a:lnTo>
                  <a:pt x="220992" y="443598"/>
                </a:lnTo>
                <a:lnTo>
                  <a:pt x="219024" y="441820"/>
                </a:lnTo>
                <a:lnTo>
                  <a:pt x="225437" y="434784"/>
                </a:lnTo>
                <a:lnTo>
                  <a:pt x="227219" y="436397"/>
                </a:lnTo>
                <a:lnTo>
                  <a:pt x="232511" y="440982"/>
                </a:lnTo>
                <a:lnTo>
                  <a:pt x="226275" y="448183"/>
                </a:lnTo>
                <a:close/>
              </a:path>
              <a:path w="367029" h="555625">
                <a:moveTo>
                  <a:pt x="240817" y="460641"/>
                </a:moveTo>
                <a:lnTo>
                  <a:pt x="237426" y="457835"/>
                </a:lnTo>
                <a:lnTo>
                  <a:pt x="233476" y="454418"/>
                </a:lnTo>
                <a:lnTo>
                  <a:pt x="239712" y="447205"/>
                </a:lnTo>
                <a:lnTo>
                  <a:pt x="243512" y="450494"/>
                </a:lnTo>
                <a:lnTo>
                  <a:pt x="246900" y="453301"/>
                </a:lnTo>
                <a:lnTo>
                  <a:pt x="240817" y="460641"/>
                </a:lnTo>
                <a:close/>
              </a:path>
              <a:path w="367029" h="555625">
                <a:moveTo>
                  <a:pt x="255574" y="472821"/>
                </a:moveTo>
                <a:lnTo>
                  <a:pt x="253911" y="471487"/>
                </a:lnTo>
                <a:lnTo>
                  <a:pt x="248157" y="466725"/>
                </a:lnTo>
                <a:lnTo>
                  <a:pt x="254228" y="459384"/>
                </a:lnTo>
                <a:lnTo>
                  <a:pt x="259856" y="464045"/>
                </a:lnTo>
                <a:lnTo>
                  <a:pt x="261531" y="465391"/>
                </a:lnTo>
                <a:lnTo>
                  <a:pt x="255574" y="472821"/>
                </a:lnTo>
                <a:close/>
              </a:path>
              <a:path w="367029" h="555625">
                <a:moveTo>
                  <a:pt x="270484" y="484759"/>
                </a:moveTo>
                <a:lnTo>
                  <a:pt x="263004" y="478777"/>
                </a:lnTo>
                <a:lnTo>
                  <a:pt x="268960" y="471335"/>
                </a:lnTo>
                <a:lnTo>
                  <a:pt x="276075" y="477037"/>
                </a:lnTo>
                <a:lnTo>
                  <a:pt x="276351" y="477253"/>
                </a:lnTo>
                <a:lnTo>
                  <a:pt x="270484" y="484759"/>
                </a:lnTo>
                <a:close/>
              </a:path>
              <a:path w="367029" h="555625">
                <a:moveTo>
                  <a:pt x="285508" y="496481"/>
                </a:moveTo>
                <a:lnTo>
                  <a:pt x="277990" y="490626"/>
                </a:lnTo>
                <a:lnTo>
                  <a:pt x="283857" y="483120"/>
                </a:lnTo>
                <a:lnTo>
                  <a:pt x="291363" y="488975"/>
                </a:lnTo>
                <a:lnTo>
                  <a:pt x="285508" y="496481"/>
                </a:lnTo>
                <a:close/>
              </a:path>
              <a:path w="367029" h="555625">
                <a:moveTo>
                  <a:pt x="300659" y="508101"/>
                </a:moveTo>
                <a:lnTo>
                  <a:pt x="293103" y="502310"/>
                </a:lnTo>
                <a:lnTo>
                  <a:pt x="298894" y="494753"/>
                </a:lnTo>
                <a:lnTo>
                  <a:pt x="306450" y="500532"/>
                </a:lnTo>
                <a:lnTo>
                  <a:pt x="300659" y="508101"/>
                </a:lnTo>
                <a:close/>
              </a:path>
              <a:path w="367029" h="555625">
                <a:moveTo>
                  <a:pt x="315785" y="519684"/>
                </a:moveTo>
                <a:lnTo>
                  <a:pt x="308228" y="513892"/>
                </a:lnTo>
                <a:lnTo>
                  <a:pt x="314020" y="506323"/>
                </a:lnTo>
                <a:lnTo>
                  <a:pt x="321576" y="512114"/>
                </a:lnTo>
                <a:lnTo>
                  <a:pt x="315785" y="519684"/>
                </a:lnTo>
                <a:close/>
              </a:path>
              <a:path w="367029" h="555625">
                <a:moveTo>
                  <a:pt x="330847" y="531317"/>
                </a:moveTo>
                <a:lnTo>
                  <a:pt x="323303" y="525487"/>
                </a:lnTo>
                <a:lnTo>
                  <a:pt x="329133" y="517956"/>
                </a:lnTo>
                <a:lnTo>
                  <a:pt x="336664" y="523786"/>
                </a:lnTo>
                <a:lnTo>
                  <a:pt x="330847" y="531317"/>
                </a:lnTo>
                <a:close/>
              </a:path>
              <a:path w="367029" h="555625">
                <a:moveTo>
                  <a:pt x="345770" y="542975"/>
                </a:moveTo>
                <a:lnTo>
                  <a:pt x="342404" y="540258"/>
                </a:lnTo>
                <a:lnTo>
                  <a:pt x="338378" y="537146"/>
                </a:lnTo>
                <a:lnTo>
                  <a:pt x="344208" y="529615"/>
                </a:lnTo>
                <a:lnTo>
                  <a:pt x="348310" y="532790"/>
                </a:lnTo>
                <a:lnTo>
                  <a:pt x="351764" y="535584"/>
                </a:lnTo>
                <a:lnTo>
                  <a:pt x="345770" y="542975"/>
                </a:lnTo>
                <a:close/>
              </a:path>
              <a:path w="367029" h="555625">
                <a:moveTo>
                  <a:pt x="360286" y="555091"/>
                </a:moveTo>
                <a:lnTo>
                  <a:pt x="353555" y="549287"/>
                </a:lnTo>
                <a:lnTo>
                  <a:pt x="353161" y="548982"/>
                </a:lnTo>
                <a:lnTo>
                  <a:pt x="359155" y="541578"/>
                </a:lnTo>
                <a:lnTo>
                  <a:pt x="359664" y="541985"/>
                </a:lnTo>
                <a:lnTo>
                  <a:pt x="366496" y="547877"/>
                </a:lnTo>
                <a:lnTo>
                  <a:pt x="360286" y="5550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8660041" y="4368431"/>
            <a:ext cx="367030" cy="555625"/>
          </a:xfrm>
          <a:custGeom>
            <a:avLst/>
            <a:gdLst/>
            <a:ahLst/>
            <a:cxnLst/>
            <a:rect l="l" t="t" r="r" b="b"/>
            <a:pathLst>
              <a:path w="367029" h="555625">
                <a:moveTo>
                  <a:pt x="363232" y="12217"/>
                </a:moveTo>
                <a:lnTo>
                  <a:pt x="354291" y="8940"/>
                </a:lnTo>
                <a:lnTo>
                  <a:pt x="357568" y="0"/>
                </a:lnTo>
                <a:lnTo>
                  <a:pt x="366509" y="3276"/>
                </a:lnTo>
                <a:lnTo>
                  <a:pt x="363232" y="12217"/>
                </a:lnTo>
                <a:close/>
              </a:path>
              <a:path w="367029" h="555625">
                <a:moveTo>
                  <a:pt x="357047" y="30124"/>
                </a:moveTo>
                <a:lnTo>
                  <a:pt x="348030" y="27050"/>
                </a:lnTo>
                <a:lnTo>
                  <a:pt x="351104" y="18034"/>
                </a:lnTo>
                <a:lnTo>
                  <a:pt x="360121" y="21107"/>
                </a:lnTo>
                <a:lnTo>
                  <a:pt x="357047" y="30124"/>
                </a:lnTo>
                <a:close/>
              </a:path>
              <a:path w="367029" h="555625">
                <a:moveTo>
                  <a:pt x="351205" y="48171"/>
                </a:moveTo>
                <a:lnTo>
                  <a:pt x="342137" y="45250"/>
                </a:lnTo>
                <a:lnTo>
                  <a:pt x="345071" y="36182"/>
                </a:lnTo>
                <a:lnTo>
                  <a:pt x="354139" y="39115"/>
                </a:lnTo>
                <a:lnTo>
                  <a:pt x="351205" y="48171"/>
                </a:lnTo>
                <a:close/>
              </a:path>
              <a:path w="367029" h="555625">
                <a:moveTo>
                  <a:pt x="345338" y="66306"/>
                </a:moveTo>
                <a:lnTo>
                  <a:pt x="336283" y="63373"/>
                </a:lnTo>
                <a:lnTo>
                  <a:pt x="339204" y="54305"/>
                </a:lnTo>
                <a:lnTo>
                  <a:pt x="348272" y="57238"/>
                </a:lnTo>
                <a:lnTo>
                  <a:pt x="345338" y="66306"/>
                </a:lnTo>
                <a:close/>
              </a:path>
              <a:path w="367029" h="555625">
                <a:moveTo>
                  <a:pt x="339509" y="84429"/>
                </a:moveTo>
                <a:lnTo>
                  <a:pt x="330441" y="81508"/>
                </a:lnTo>
                <a:lnTo>
                  <a:pt x="333362" y="72440"/>
                </a:lnTo>
                <a:lnTo>
                  <a:pt x="342430" y="75361"/>
                </a:lnTo>
                <a:lnTo>
                  <a:pt x="339509" y="84429"/>
                </a:lnTo>
                <a:close/>
              </a:path>
              <a:path w="367029" h="555625">
                <a:moveTo>
                  <a:pt x="333692" y="102565"/>
                </a:moveTo>
                <a:lnTo>
                  <a:pt x="324624" y="99656"/>
                </a:lnTo>
                <a:lnTo>
                  <a:pt x="327532" y="90589"/>
                </a:lnTo>
                <a:lnTo>
                  <a:pt x="336600" y="93497"/>
                </a:lnTo>
                <a:lnTo>
                  <a:pt x="333692" y="102565"/>
                </a:lnTo>
                <a:close/>
              </a:path>
              <a:path w="367029" h="555625">
                <a:moveTo>
                  <a:pt x="327799" y="120713"/>
                </a:moveTo>
                <a:lnTo>
                  <a:pt x="318744" y="117741"/>
                </a:lnTo>
                <a:lnTo>
                  <a:pt x="321462" y="109486"/>
                </a:lnTo>
                <a:lnTo>
                  <a:pt x="321703" y="108724"/>
                </a:lnTo>
                <a:lnTo>
                  <a:pt x="330771" y="111633"/>
                </a:lnTo>
                <a:lnTo>
                  <a:pt x="327799" y="120713"/>
                </a:lnTo>
                <a:close/>
              </a:path>
              <a:path w="367029" h="555625">
                <a:moveTo>
                  <a:pt x="321449" y="109512"/>
                </a:moveTo>
                <a:close/>
              </a:path>
              <a:path w="367029" h="555625">
                <a:moveTo>
                  <a:pt x="323552" y="133616"/>
                </a:moveTo>
                <a:lnTo>
                  <a:pt x="313524" y="133616"/>
                </a:lnTo>
                <a:lnTo>
                  <a:pt x="315772" y="126784"/>
                </a:lnTo>
                <a:lnTo>
                  <a:pt x="324827" y="129768"/>
                </a:lnTo>
                <a:lnTo>
                  <a:pt x="323552" y="133616"/>
                </a:lnTo>
                <a:close/>
              </a:path>
              <a:path w="367029" h="555625">
                <a:moveTo>
                  <a:pt x="313530" y="133598"/>
                </a:moveTo>
                <a:close/>
              </a:path>
              <a:path w="367029" h="555625">
                <a:moveTo>
                  <a:pt x="321817" y="138849"/>
                </a:moveTo>
                <a:lnTo>
                  <a:pt x="312788" y="135801"/>
                </a:lnTo>
                <a:lnTo>
                  <a:pt x="313530" y="133598"/>
                </a:lnTo>
                <a:lnTo>
                  <a:pt x="323552" y="133616"/>
                </a:lnTo>
                <a:lnTo>
                  <a:pt x="321817" y="138849"/>
                </a:lnTo>
                <a:close/>
              </a:path>
              <a:path w="367029" h="555625">
                <a:moveTo>
                  <a:pt x="315722" y="156895"/>
                </a:moveTo>
                <a:lnTo>
                  <a:pt x="306704" y="153847"/>
                </a:lnTo>
                <a:lnTo>
                  <a:pt x="309752" y="144818"/>
                </a:lnTo>
                <a:lnTo>
                  <a:pt x="318770" y="147866"/>
                </a:lnTo>
                <a:lnTo>
                  <a:pt x="315722" y="156895"/>
                </a:lnTo>
                <a:close/>
              </a:path>
              <a:path w="367029" h="555625">
                <a:moveTo>
                  <a:pt x="309460" y="174942"/>
                </a:moveTo>
                <a:lnTo>
                  <a:pt x="300481" y="171792"/>
                </a:lnTo>
                <a:lnTo>
                  <a:pt x="303618" y="162801"/>
                </a:lnTo>
                <a:lnTo>
                  <a:pt x="312610" y="165950"/>
                </a:lnTo>
                <a:lnTo>
                  <a:pt x="309460" y="174942"/>
                </a:lnTo>
                <a:close/>
              </a:path>
              <a:path w="367029" h="555625">
                <a:moveTo>
                  <a:pt x="303072" y="192951"/>
                </a:moveTo>
                <a:lnTo>
                  <a:pt x="294119" y="189687"/>
                </a:lnTo>
                <a:lnTo>
                  <a:pt x="296329" y="183654"/>
                </a:lnTo>
                <a:lnTo>
                  <a:pt x="297332" y="180784"/>
                </a:lnTo>
                <a:lnTo>
                  <a:pt x="306324" y="183934"/>
                </a:lnTo>
                <a:lnTo>
                  <a:pt x="305269" y="186931"/>
                </a:lnTo>
                <a:lnTo>
                  <a:pt x="303072" y="192951"/>
                </a:lnTo>
                <a:close/>
              </a:path>
              <a:path w="367029" h="555625">
                <a:moveTo>
                  <a:pt x="296303" y="183718"/>
                </a:moveTo>
                <a:close/>
              </a:path>
              <a:path w="367029" h="555625">
                <a:moveTo>
                  <a:pt x="296532" y="210845"/>
                </a:moveTo>
                <a:lnTo>
                  <a:pt x="287578" y="207581"/>
                </a:lnTo>
                <a:lnTo>
                  <a:pt x="290855" y="198627"/>
                </a:lnTo>
                <a:lnTo>
                  <a:pt x="299796" y="201904"/>
                </a:lnTo>
                <a:lnTo>
                  <a:pt x="296532" y="210845"/>
                </a:lnTo>
                <a:close/>
              </a:path>
              <a:path w="367029" h="555625">
                <a:moveTo>
                  <a:pt x="289674" y="228714"/>
                </a:moveTo>
                <a:lnTo>
                  <a:pt x="280784" y="225285"/>
                </a:lnTo>
                <a:lnTo>
                  <a:pt x="284213" y="216395"/>
                </a:lnTo>
                <a:lnTo>
                  <a:pt x="293103" y="219824"/>
                </a:lnTo>
                <a:lnTo>
                  <a:pt x="289674" y="228714"/>
                </a:lnTo>
                <a:close/>
              </a:path>
              <a:path w="367029" h="555625">
                <a:moveTo>
                  <a:pt x="282663" y="246494"/>
                </a:moveTo>
                <a:lnTo>
                  <a:pt x="273824" y="242938"/>
                </a:lnTo>
                <a:lnTo>
                  <a:pt x="277393" y="234099"/>
                </a:lnTo>
                <a:lnTo>
                  <a:pt x="286219" y="237667"/>
                </a:lnTo>
                <a:lnTo>
                  <a:pt x="282663" y="246494"/>
                </a:lnTo>
                <a:close/>
              </a:path>
              <a:path w="367029" h="555625">
                <a:moveTo>
                  <a:pt x="277774" y="258317"/>
                </a:moveTo>
                <a:lnTo>
                  <a:pt x="267449" y="258317"/>
                </a:lnTo>
                <a:lnTo>
                  <a:pt x="270217" y="251688"/>
                </a:lnTo>
                <a:lnTo>
                  <a:pt x="279006" y="255358"/>
                </a:lnTo>
                <a:lnTo>
                  <a:pt x="277774" y="258317"/>
                </a:lnTo>
                <a:close/>
              </a:path>
              <a:path w="367029" h="555625">
                <a:moveTo>
                  <a:pt x="275285" y="264198"/>
                </a:moveTo>
                <a:lnTo>
                  <a:pt x="266547" y="260413"/>
                </a:lnTo>
                <a:lnTo>
                  <a:pt x="267474" y="258254"/>
                </a:lnTo>
                <a:lnTo>
                  <a:pt x="277774" y="258317"/>
                </a:lnTo>
                <a:lnTo>
                  <a:pt x="276225" y="262039"/>
                </a:lnTo>
                <a:lnTo>
                  <a:pt x="275285" y="264198"/>
                </a:lnTo>
                <a:close/>
              </a:path>
              <a:path w="367029" h="555625">
                <a:moveTo>
                  <a:pt x="265020" y="270128"/>
                </a:moveTo>
                <a:lnTo>
                  <a:pt x="262343" y="270128"/>
                </a:lnTo>
                <a:lnTo>
                  <a:pt x="262762" y="269151"/>
                </a:lnTo>
                <a:lnTo>
                  <a:pt x="265020" y="270128"/>
                </a:lnTo>
                <a:close/>
              </a:path>
              <a:path w="367029" h="555625">
                <a:moveTo>
                  <a:pt x="267576" y="281686"/>
                </a:moveTo>
                <a:lnTo>
                  <a:pt x="258889" y="277774"/>
                </a:lnTo>
                <a:lnTo>
                  <a:pt x="262369" y="270065"/>
                </a:lnTo>
                <a:lnTo>
                  <a:pt x="265020" y="270128"/>
                </a:lnTo>
                <a:lnTo>
                  <a:pt x="271500" y="272935"/>
                </a:lnTo>
                <a:lnTo>
                  <a:pt x="271056" y="273977"/>
                </a:lnTo>
                <a:lnTo>
                  <a:pt x="267576" y="281686"/>
                </a:lnTo>
                <a:close/>
              </a:path>
              <a:path w="367029" h="555625">
                <a:moveTo>
                  <a:pt x="259410" y="299085"/>
                </a:moveTo>
                <a:lnTo>
                  <a:pt x="250875" y="294868"/>
                </a:lnTo>
                <a:lnTo>
                  <a:pt x="251929" y="292735"/>
                </a:lnTo>
                <a:lnTo>
                  <a:pt x="254927" y="286346"/>
                </a:lnTo>
                <a:lnTo>
                  <a:pt x="263550" y="290410"/>
                </a:lnTo>
                <a:lnTo>
                  <a:pt x="260464" y="296951"/>
                </a:lnTo>
                <a:lnTo>
                  <a:pt x="259410" y="299085"/>
                </a:lnTo>
                <a:close/>
              </a:path>
              <a:path w="367029" h="555625">
                <a:moveTo>
                  <a:pt x="251891" y="292811"/>
                </a:moveTo>
                <a:close/>
              </a:path>
              <a:path w="367029" h="555625">
                <a:moveTo>
                  <a:pt x="247069" y="303606"/>
                </a:moveTo>
                <a:lnTo>
                  <a:pt x="246557" y="303606"/>
                </a:lnTo>
                <a:lnTo>
                  <a:pt x="246659" y="303402"/>
                </a:lnTo>
                <a:lnTo>
                  <a:pt x="247069" y="303606"/>
                </a:lnTo>
                <a:close/>
              </a:path>
              <a:path w="367029" h="555625">
                <a:moveTo>
                  <a:pt x="250748" y="316166"/>
                </a:moveTo>
                <a:lnTo>
                  <a:pt x="242303" y="311772"/>
                </a:lnTo>
                <a:lnTo>
                  <a:pt x="246595" y="303517"/>
                </a:lnTo>
                <a:lnTo>
                  <a:pt x="247069" y="303606"/>
                </a:lnTo>
                <a:lnTo>
                  <a:pt x="255193" y="307632"/>
                </a:lnTo>
                <a:lnTo>
                  <a:pt x="250748" y="316166"/>
                </a:lnTo>
                <a:close/>
              </a:path>
              <a:path w="367029" h="555625">
                <a:moveTo>
                  <a:pt x="244699" y="323837"/>
                </a:moveTo>
                <a:lnTo>
                  <a:pt x="235711" y="323837"/>
                </a:lnTo>
                <a:lnTo>
                  <a:pt x="237807" y="320039"/>
                </a:lnTo>
                <a:lnTo>
                  <a:pt x="244699" y="323837"/>
                </a:lnTo>
                <a:close/>
              </a:path>
              <a:path w="367029" h="555625">
                <a:moveTo>
                  <a:pt x="235768" y="323734"/>
                </a:moveTo>
                <a:close/>
              </a:path>
              <a:path w="367029" h="555625">
                <a:moveTo>
                  <a:pt x="241363" y="333019"/>
                </a:moveTo>
                <a:lnTo>
                  <a:pt x="233146" y="328193"/>
                </a:lnTo>
                <a:lnTo>
                  <a:pt x="235768" y="323734"/>
                </a:lnTo>
                <a:lnTo>
                  <a:pt x="244699" y="323837"/>
                </a:lnTo>
                <a:lnTo>
                  <a:pt x="246151" y="324637"/>
                </a:lnTo>
                <a:lnTo>
                  <a:pt x="243992" y="328549"/>
                </a:lnTo>
                <a:lnTo>
                  <a:pt x="241363" y="333019"/>
                </a:lnTo>
                <a:close/>
              </a:path>
              <a:path w="367029" h="555625">
                <a:moveTo>
                  <a:pt x="235919" y="341998"/>
                </a:moveTo>
                <a:lnTo>
                  <a:pt x="224662" y="341998"/>
                </a:lnTo>
                <a:lnTo>
                  <a:pt x="224751" y="341858"/>
                </a:lnTo>
                <a:lnTo>
                  <a:pt x="228307" y="336219"/>
                </a:lnTo>
                <a:lnTo>
                  <a:pt x="236359" y="341299"/>
                </a:lnTo>
                <a:lnTo>
                  <a:pt x="235919" y="341998"/>
                </a:lnTo>
                <a:close/>
              </a:path>
              <a:path w="367029" h="555625">
                <a:moveTo>
                  <a:pt x="224740" y="341875"/>
                </a:moveTo>
                <a:close/>
              </a:path>
              <a:path w="367029" h="555625">
                <a:moveTo>
                  <a:pt x="231114" y="349440"/>
                </a:moveTo>
                <a:lnTo>
                  <a:pt x="223240" y="344093"/>
                </a:lnTo>
                <a:lnTo>
                  <a:pt x="224740" y="341875"/>
                </a:lnTo>
                <a:lnTo>
                  <a:pt x="235919" y="341998"/>
                </a:lnTo>
                <a:lnTo>
                  <a:pt x="232625" y="347217"/>
                </a:lnTo>
                <a:lnTo>
                  <a:pt x="231114" y="349440"/>
                </a:lnTo>
                <a:close/>
              </a:path>
              <a:path w="367029" h="555625">
                <a:moveTo>
                  <a:pt x="224620" y="358800"/>
                </a:moveTo>
                <a:lnTo>
                  <a:pt x="212851" y="358800"/>
                </a:lnTo>
                <a:lnTo>
                  <a:pt x="217919" y="351815"/>
                </a:lnTo>
                <a:lnTo>
                  <a:pt x="225628" y="357416"/>
                </a:lnTo>
                <a:lnTo>
                  <a:pt x="224620" y="358800"/>
                </a:lnTo>
                <a:close/>
              </a:path>
              <a:path w="367029" h="555625">
                <a:moveTo>
                  <a:pt x="219925" y="365213"/>
                </a:moveTo>
                <a:lnTo>
                  <a:pt x="212382" y="359397"/>
                </a:lnTo>
                <a:lnTo>
                  <a:pt x="212928" y="358686"/>
                </a:lnTo>
                <a:lnTo>
                  <a:pt x="224620" y="358800"/>
                </a:lnTo>
                <a:lnTo>
                  <a:pt x="220472" y="364502"/>
                </a:lnTo>
                <a:lnTo>
                  <a:pt x="219925" y="365213"/>
                </a:lnTo>
                <a:close/>
              </a:path>
              <a:path w="367029" h="555625">
                <a:moveTo>
                  <a:pt x="206598" y="366953"/>
                </a:moveTo>
                <a:close/>
              </a:path>
              <a:path w="367029" h="555625">
                <a:moveTo>
                  <a:pt x="206517" y="366996"/>
                </a:moveTo>
                <a:close/>
              </a:path>
              <a:path w="367029" h="555625">
                <a:moveTo>
                  <a:pt x="206729" y="367055"/>
                </a:moveTo>
                <a:lnTo>
                  <a:pt x="206476" y="367055"/>
                </a:lnTo>
                <a:lnTo>
                  <a:pt x="206729" y="367055"/>
                </a:lnTo>
                <a:close/>
              </a:path>
              <a:path w="367029" h="555625">
                <a:moveTo>
                  <a:pt x="208000" y="380238"/>
                </a:moveTo>
                <a:lnTo>
                  <a:pt x="200621" y="374205"/>
                </a:lnTo>
                <a:lnTo>
                  <a:pt x="206517" y="366996"/>
                </a:lnTo>
                <a:lnTo>
                  <a:pt x="206729" y="367055"/>
                </a:lnTo>
                <a:lnTo>
                  <a:pt x="214109" y="372757"/>
                </a:lnTo>
                <a:lnTo>
                  <a:pt x="208000" y="380238"/>
                </a:lnTo>
                <a:close/>
              </a:path>
              <a:path w="367029" h="555625">
                <a:moveTo>
                  <a:pt x="195338" y="394766"/>
                </a:moveTo>
                <a:lnTo>
                  <a:pt x="188264" y="388391"/>
                </a:lnTo>
                <a:lnTo>
                  <a:pt x="192963" y="383184"/>
                </a:lnTo>
                <a:lnTo>
                  <a:pt x="194525" y="381368"/>
                </a:lnTo>
                <a:lnTo>
                  <a:pt x="201739" y="387565"/>
                </a:lnTo>
                <a:lnTo>
                  <a:pt x="200037" y="389547"/>
                </a:lnTo>
                <a:lnTo>
                  <a:pt x="195338" y="394766"/>
                </a:lnTo>
                <a:close/>
              </a:path>
              <a:path w="367029" h="555625">
                <a:moveTo>
                  <a:pt x="192887" y="383260"/>
                </a:moveTo>
                <a:close/>
              </a:path>
              <a:path w="367029" h="555625">
                <a:moveTo>
                  <a:pt x="185837" y="399046"/>
                </a:moveTo>
                <a:lnTo>
                  <a:pt x="178371" y="399046"/>
                </a:lnTo>
                <a:lnTo>
                  <a:pt x="181863" y="395312"/>
                </a:lnTo>
                <a:lnTo>
                  <a:pt x="185837" y="399046"/>
                </a:lnTo>
                <a:close/>
              </a:path>
              <a:path w="367029" h="555625">
                <a:moveTo>
                  <a:pt x="182156" y="408787"/>
                </a:moveTo>
                <a:lnTo>
                  <a:pt x="175348" y="402132"/>
                </a:lnTo>
                <a:lnTo>
                  <a:pt x="178434" y="398970"/>
                </a:lnTo>
                <a:lnTo>
                  <a:pt x="185837" y="399046"/>
                </a:lnTo>
                <a:lnTo>
                  <a:pt x="188810" y="401840"/>
                </a:lnTo>
                <a:lnTo>
                  <a:pt x="185242" y="405638"/>
                </a:lnTo>
                <a:lnTo>
                  <a:pt x="182156" y="408787"/>
                </a:lnTo>
                <a:close/>
              </a:path>
              <a:path w="367029" h="555625">
                <a:moveTo>
                  <a:pt x="174171" y="414375"/>
                </a:moveTo>
                <a:lnTo>
                  <a:pt x="163093" y="414375"/>
                </a:lnTo>
                <a:lnTo>
                  <a:pt x="168706" y="408838"/>
                </a:lnTo>
                <a:lnTo>
                  <a:pt x="174171" y="414375"/>
                </a:lnTo>
                <a:close/>
              </a:path>
              <a:path w="367029" h="555625">
                <a:moveTo>
                  <a:pt x="168541" y="422351"/>
                </a:moveTo>
                <a:lnTo>
                  <a:pt x="161963" y="415455"/>
                </a:lnTo>
                <a:lnTo>
                  <a:pt x="163156" y="414312"/>
                </a:lnTo>
                <a:lnTo>
                  <a:pt x="174171" y="414375"/>
                </a:lnTo>
                <a:lnTo>
                  <a:pt x="175399" y="415620"/>
                </a:lnTo>
                <a:lnTo>
                  <a:pt x="168541" y="422351"/>
                </a:lnTo>
                <a:close/>
              </a:path>
              <a:path w="367029" h="555625">
                <a:moveTo>
                  <a:pt x="154520" y="435406"/>
                </a:moveTo>
                <a:lnTo>
                  <a:pt x="148107" y="428358"/>
                </a:lnTo>
                <a:lnTo>
                  <a:pt x="155143" y="421944"/>
                </a:lnTo>
                <a:lnTo>
                  <a:pt x="161556" y="428980"/>
                </a:lnTo>
                <a:lnTo>
                  <a:pt x="154520" y="435406"/>
                </a:lnTo>
                <a:close/>
              </a:path>
              <a:path w="367029" h="555625">
                <a:moveTo>
                  <a:pt x="142622" y="436486"/>
                </a:moveTo>
                <a:lnTo>
                  <a:pt x="139191" y="436486"/>
                </a:lnTo>
                <a:lnTo>
                  <a:pt x="141071" y="434784"/>
                </a:lnTo>
                <a:lnTo>
                  <a:pt x="142622" y="436486"/>
                </a:lnTo>
                <a:close/>
              </a:path>
              <a:path w="367029" h="555625">
                <a:moveTo>
                  <a:pt x="139215" y="436464"/>
                </a:moveTo>
                <a:close/>
              </a:path>
              <a:path w="367029" h="555625">
                <a:moveTo>
                  <a:pt x="140233" y="448183"/>
                </a:moveTo>
                <a:lnTo>
                  <a:pt x="133997" y="440982"/>
                </a:lnTo>
                <a:lnTo>
                  <a:pt x="139215" y="436464"/>
                </a:lnTo>
                <a:lnTo>
                  <a:pt x="142622" y="436486"/>
                </a:lnTo>
                <a:lnTo>
                  <a:pt x="147485" y="441820"/>
                </a:lnTo>
                <a:lnTo>
                  <a:pt x="145516" y="443598"/>
                </a:lnTo>
                <a:lnTo>
                  <a:pt x="140233" y="448183"/>
                </a:lnTo>
                <a:close/>
              </a:path>
              <a:path w="367029" h="555625">
                <a:moveTo>
                  <a:pt x="129695" y="450557"/>
                </a:moveTo>
                <a:lnTo>
                  <a:pt x="122923" y="450557"/>
                </a:lnTo>
                <a:lnTo>
                  <a:pt x="126796" y="447205"/>
                </a:lnTo>
                <a:lnTo>
                  <a:pt x="129695" y="450557"/>
                </a:lnTo>
                <a:close/>
              </a:path>
              <a:path w="367029" h="555625">
                <a:moveTo>
                  <a:pt x="122934" y="450548"/>
                </a:moveTo>
                <a:close/>
              </a:path>
              <a:path w="367029" h="555625">
                <a:moveTo>
                  <a:pt x="125691" y="460641"/>
                </a:moveTo>
                <a:lnTo>
                  <a:pt x="119608" y="453301"/>
                </a:lnTo>
                <a:lnTo>
                  <a:pt x="122934" y="450548"/>
                </a:lnTo>
                <a:lnTo>
                  <a:pt x="129695" y="450557"/>
                </a:lnTo>
                <a:lnTo>
                  <a:pt x="133032" y="454418"/>
                </a:lnTo>
                <a:lnTo>
                  <a:pt x="129082" y="457835"/>
                </a:lnTo>
                <a:lnTo>
                  <a:pt x="125691" y="460641"/>
                </a:lnTo>
                <a:close/>
              </a:path>
              <a:path w="367029" h="555625">
                <a:moveTo>
                  <a:pt x="110934" y="472821"/>
                </a:moveTo>
                <a:lnTo>
                  <a:pt x="104978" y="465391"/>
                </a:lnTo>
                <a:lnTo>
                  <a:pt x="106654" y="464045"/>
                </a:lnTo>
                <a:lnTo>
                  <a:pt x="112280" y="459384"/>
                </a:lnTo>
                <a:lnTo>
                  <a:pt x="118351" y="466725"/>
                </a:lnTo>
                <a:lnTo>
                  <a:pt x="112598" y="471487"/>
                </a:lnTo>
                <a:lnTo>
                  <a:pt x="110934" y="472821"/>
                </a:lnTo>
                <a:close/>
              </a:path>
              <a:path w="367029" h="555625">
                <a:moveTo>
                  <a:pt x="106591" y="464096"/>
                </a:moveTo>
                <a:close/>
              </a:path>
              <a:path w="367029" h="555625">
                <a:moveTo>
                  <a:pt x="96024" y="484759"/>
                </a:moveTo>
                <a:lnTo>
                  <a:pt x="90157" y="477253"/>
                </a:lnTo>
                <a:lnTo>
                  <a:pt x="90436" y="477037"/>
                </a:lnTo>
                <a:lnTo>
                  <a:pt x="97548" y="471335"/>
                </a:lnTo>
                <a:lnTo>
                  <a:pt x="103504" y="478777"/>
                </a:lnTo>
                <a:lnTo>
                  <a:pt x="96024" y="484759"/>
                </a:lnTo>
                <a:close/>
              </a:path>
              <a:path w="367029" h="555625">
                <a:moveTo>
                  <a:pt x="90385" y="477075"/>
                </a:moveTo>
                <a:close/>
              </a:path>
              <a:path w="367029" h="555625">
                <a:moveTo>
                  <a:pt x="81000" y="496481"/>
                </a:moveTo>
                <a:lnTo>
                  <a:pt x="75145" y="488975"/>
                </a:lnTo>
                <a:lnTo>
                  <a:pt x="82651" y="483120"/>
                </a:lnTo>
                <a:lnTo>
                  <a:pt x="88506" y="490626"/>
                </a:lnTo>
                <a:lnTo>
                  <a:pt x="81000" y="496481"/>
                </a:lnTo>
                <a:close/>
              </a:path>
              <a:path w="367029" h="555625">
                <a:moveTo>
                  <a:pt x="65849" y="508101"/>
                </a:moveTo>
                <a:lnTo>
                  <a:pt x="60058" y="500532"/>
                </a:lnTo>
                <a:lnTo>
                  <a:pt x="67614" y="494753"/>
                </a:lnTo>
                <a:lnTo>
                  <a:pt x="73405" y="502310"/>
                </a:lnTo>
                <a:lnTo>
                  <a:pt x="65849" y="508101"/>
                </a:lnTo>
                <a:close/>
              </a:path>
              <a:path w="367029" h="555625">
                <a:moveTo>
                  <a:pt x="50723" y="519684"/>
                </a:moveTo>
                <a:lnTo>
                  <a:pt x="44932" y="512114"/>
                </a:lnTo>
                <a:lnTo>
                  <a:pt x="52489" y="506323"/>
                </a:lnTo>
                <a:lnTo>
                  <a:pt x="58280" y="513892"/>
                </a:lnTo>
                <a:lnTo>
                  <a:pt x="50723" y="519684"/>
                </a:lnTo>
                <a:close/>
              </a:path>
              <a:path w="367029" h="555625">
                <a:moveTo>
                  <a:pt x="35661" y="531317"/>
                </a:moveTo>
                <a:lnTo>
                  <a:pt x="29845" y="523786"/>
                </a:lnTo>
                <a:lnTo>
                  <a:pt x="37376" y="517956"/>
                </a:lnTo>
                <a:lnTo>
                  <a:pt x="43205" y="525487"/>
                </a:lnTo>
                <a:lnTo>
                  <a:pt x="35661" y="531317"/>
                </a:lnTo>
                <a:close/>
              </a:path>
              <a:path w="367029" h="555625">
                <a:moveTo>
                  <a:pt x="20739" y="542975"/>
                </a:moveTo>
                <a:lnTo>
                  <a:pt x="14744" y="535584"/>
                </a:lnTo>
                <a:lnTo>
                  <a:pt x="18199" y="532790"/>
                </a:lnTo>
                <a:lnTo>
                  <a:pt x="22301" y="529615"/>
                </a:lnTo>
                <a:lnTo>
                  <a:pt x="28130" y="537146"/>
                </a:lnTo>
                <a:lnTo>
                  <a:pt x="24025" y="540321"/>
                </a:lnTo>
                <a:lnTo>
                  <a:pt x="20739" y="542975"/>
                </a:lnTo>
                <a:close/>
              </a:path>
              <a:path w="367029" h="555625">
                <a:moveTo>
                  <a:pt x="24028" y="540321"/>
                </a:moveTo>
                <a:close/>
              </a:path>
              <a:path w="367029" h="555625">
                <a:moveTo>
                  <a:pt x="6223" y="555091"/>
                </a:moveTo>
                <a:lnTo>
                  <a:pt x="0" y="547877"/>
                </a:lnTo>
                <a:lnTo>
                  <a:pt x="6845" y="541985"/>
                </a:lnTo>
                <a:lnTo>
                  <a:pt x="7340" y="541578"/>
                </a:lnTo>
                <a:lnTo>
                  <a:pt x="13334" y="548982"/>
                </a:lnTo>
                <a:lnTo>
                  <a:pt x="12836" y="549389"/>
                </a:lnTo>
                <a:lnTo>
                  <a:pt x="6223" y="555091"/>
                </a:lnTo>
                <a:close/>
              </a:path>
              <a:path w="367029" h="555625">
                <a:moveTo>
                  <a:pt x="12839" y="549389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 txBox="1"/>
          <p:nvPr/>
        </p:nvSpPr>
        <p:spPr>
          <a:xfrm>
            <a:off x="1754187" y="5327396"/>
            <a:ext cx="6434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实际发射可以用</a:t>
            </a:r>
            <a:r>
              <a:rPr dirty="0" sz="3600" b="1">
                <a:solidFill>
                  <a:srgbClr val="FF3300"/>
                </a:solidFill>
                <a:latin typeface="华文楷体"/>
                <a:cs typeface="华文楷体"/>
              </a:rPr>
              <a:t>感应耦合电路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124" y="677862"/>
            <a:ext cx="45764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/>
              <a:t>3.</a:t>
            </a:r>
            <a:r>
              <a:rPr dirty="0" sz="3600" spc="-70"/>
              <a:t> </a:t>
            </a:r>
            <a:r>
              <a:rPr dirty="0" sz="3600"/>
              <a:t>发射无线电波的装</a:t>
            </a:r>
            <a:r>
              <a:rPr dirty="0" sz="3600" spc="-5"/>
              <a:t>置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274063" y="3334511"/>
            <a:ext cx="554990" cy="1600200"/>
          </a:xfrm>
          <a:custGeom>
            <a:avLst/>
            <a:gdLst/>
            <a:ahLst/>
            <a:cxnLst/>
            <a:rect l="l" t="t" r="r" b="b"/>
            <a:pathLst>
              <a:path w="554989" h="1600200">
                <a:moveTo>
                  <a:pt x="0" y="0"/>
                </a:moveTo>
                <a:lnTo>
                  <a:pt x="554736" y="0"/>
                </a:lnTo>
                <a:lnTo>
                  <a:pt x="554736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70038" y="3329457"/>
            <a:ext cx="563880" cy="1609725"/>
          </a:xfrm>
          <a:custGeom>
            <a:avLst/>
            <a:gdLst/>
            <a:ahLst/>
            <a:cxnLst/>
            <a:rect l="l" t="t" r="r" b="b"/>
            <a:pathLst>
              <a:path w="563880" h="1609725">
                <a:moveTo>
                  <a:pt x="563524" y="1609725"/>
                </a:moveTo>
                <a:lnTo>
                  <a:pt x="0" y="1609725"/>
                </a:lnTo>
                <a:lnTo>
                  <a:pt x="0" y="0"/>
                </a:lnTo>
                <a:lnTo>
                  <a:pt x="563524" y="0"/>
                </a:lnTo>
                <a:lnTo>
                  <a:pt x="56352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00200"/>
                </a:lnTo>
                <a:lnTo>
                  <a:pt x="4762" y="1600200"/>
                </a:lnTo>
                <a:lnTo>
                  <a:pt x="9525" y="1604962"/>
                </a:lnTo>
                <a:lnTo>
                  <a:pt x="563524" y="1604962"/>
                </a:lnTo>
                <a:lnTo>
                  <a:pt x="563524" y="1609725"/>
                </a:lnTo>
                <a:close/>
              </a:path>
              <a:path w="563880" h="1609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63880" h="1609725">
                <a:moveTo>
                  <a:pt x="55399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53999" y="4762"/>
                </a:lnTo>
                <a:lnTo>
                  <a:pt x="553999" y="9525"/>
                </a:lnTo>
                <a:close/>
              </a:path>
              <a:path w="563880" h="1609725">
                <a:moveTo>
                  <a:pt x="553999" y="1604962"/>
                </a:moveTo>
                <a:lnTo>
                  <a:pt x="553999" y="4762"/>
                </a:lnTo>
                <a:lnTo>
                  <a:pt x="558761" y="9525"/>
                </a:lnTo>
                <a:lnTo>
                  <a:pt x="563524" y="9525"/>
                </a:lnTo>
                <a:lnTo>
                  <a:pt x="563524" y="1600200"/>
                </a:lnTo>
                <a:lnTo>
                  <a:pt x="558761" y="1600200"/>
                </a:lnTo>
                <a:lnTo>
                  <a:pt x="553999" y="1604962"/>
                </a:lnTo>
                <a:close/>
              </a:path>
              <a:path w="563880" h="1609725">
                <a:moveTo>
                  <a:pt x="563524" y="9525"/>
                </a:moveTo>
                <a:lnTo>
                  <a:pt x="558761" y="9525"/>
                </a:lnTo>
                <a:lnTo>
                  <a:pt x="553999" y="4762"/>
                </a:lnTo>
                <a:lnTo>
                  <a:pt x="563524" y="4762"/>
                </a:lnTo>
                <a:lnTo>
                  <a:pt x="563524" y="9525"/>
                </a:lnTo>
                <a:close/>
              </a:path>
              <a:path w="563880" h="1609725">
                <a:moveTo>
                  <a:pt x="9525" y="1604962"/>
                </a:moveTo>
                <a:lnTo>
                  <a:pt x="4762" y="1600200"/>
                </a:lnTo>
                <a:lnTo>
                  <a:pt x="9525" y="1600200"/>
                </a:lnTo>
                <a:lnTo>
                  <a:pt x="9525" y="1604962"/>
                </a:lnTo>
                <a:close/>
              </a:path>
              <a:path w="563880" h="1609725">
                <a:moveTo>
                  <a:pt x="553999" y="1604962"/>
                </a:moveTo>
                <a:lnTo>
                  <a:pt x="9525" y="1604962"/>
                </a:lnTo>
                <a:lnTo>
                  <a:pt x="9525" y="1600200"/>
                </a:lnTo>
                <a:lnTo>
                  <a:pt x="553999" y="1600200"/>
                </a:lnTo>
                <a:lnTo>
                  <a:pt x="553999" y="1604962"/>
                </a:lnTo>
                <a:close/>
              </a:path>
              <a:path w="563880" h="1609725">
                <a:moveTo>
                  <a:pt x="563524" y="1604962"/>
                </a:moveTo>
                <a:lnTo>
                  <a:pt x="553999" y="1604962"/>
                </a:lnTo>
                <a:lnTo>
                  <a:pt x="558761" y="1600200"/>
                </a:lnTo>
                <a:lnTo>
                  <a:pt x="563524" y="1600200"/>
                </a:lnTo>
                <a:lnTo>
                  <a:pt x="563524" y="1604962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94815" y="3663150"/>
            <a:ext cx="330200" cy="94234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 spc="10" b="1">
                <a:latin typeface="思源黑体 CN"/>
                <a:cs typeface="思源黑体 CN"/>
              </a:rPr>
              <a:t>振荡</a:t>
            </a:r>
            <a:r>
              <a:rPr dirty="0" sz="2400" b="1">
                <a:latin typeface="思源黑体 CN"/>
                <a:cs typeface="思源黑体 CN"/>
              </a:rPr>
              <a:t>器</a:t>
            </a:r>
            <a:endParaRPr sz="2400">
              <a:latin typeface="思源黑体 CN"/>
              <a:cs typeface="思源黑体 C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34918" y="3696461"/>
            <a:ext cx="237490" cy="866140"/>
          </a:xfrm>
          <a:custGeom>
            <a:avLst/>
            <a:gdLst/>
            <a:ahLst/>
            <a:cxnLst/>
            <a:rect l="l" t="t" r="r" b="b"/>
            <a:pathLst>
              <a:path w="237489" h="866139">
                <a:moveTo>
                  <a:pt x="163233" y="59689"/>
                </a:moveTo>
                <a:lnTo>
                  <a:pt x="157162" y="57150"/>
                </a:lnTo>
                <a:lnTo>
                  <a:pt x="157581" y="57150"/>
                </a:lnTo>
                <a:lnTo>
                  <a:pt x="151218" y="55879"/>
                </a:lnTo>
                <a:lnTo>
                  <a:pt x="151752" y="55879"/>
                </a:lnTo>
                <a:lnTo>
                  <a:pt x="138303" y="53339"/>
                </a:lnTo>
                <a:lnTo>
                  <a:pt x="138849" y="53339"/>
                </a:lnTo>
                <a:lnTo>
                  <a:pt x="124701" y="50800"/>
                </a:lnTo>
                <a:lnTo>
                  <a:pt x="125107" y="50800"/>
                </a:lnTo>
                <a:lnTo>
                  <a:pt x="110553" y="49529"/>
                </a:lnTo>
                <a:lnTo>
                  <a:pt x="110858" y="49529"/>
                </a:lnTo>
                <a:lnTo>
                  <a:pt x="96215" y="46989"/>
                </a:lnTo>
                <a:lnTo>
                  <a:pt x="96431" y="46989"/>
                </a:lnTo>
                <a:lnTo>
                  <a:pt x="81991" y="45720"/>
                </a:lnTo>
                <a:lnTo>
                  <a:pt x="82156" y="45720"/>
                </a:lnTo>
                <a:lnTo>
                  <a:pt x="55054" y="41910"/>
                </a:lnTo>
                <a:lnTo>
                  <a:pt x="32080" y="39370"/>
                </a:lnTo>
                <a:lnTo>
                  <a:pt x="23228" y="38100"/>
                </a:lnTo>
                <a:lnTo>
                  <a:pt x="15722" y="36829"/>
                </a:lnTo>
                <a:lnTo>
                  <a:pt x="22364" y="0"/>
                </a:lnTo>
                <a:lnTo>
                  <a:pt x="28498" y="0"/>
                </a:lnTo>
                <a:lnTo>
                  <a:pt x="37350" y="1270"/>
                </a:lnTo>
                <a:lnTo>
                  <a:pt x="36956" y="1270"/>
                </a:lnTo>
                <a:lnTo>
                  <a:pt x="59524" y="3810"/>
                </a:lnTo>
                <a:lnTo>
                  <a:pt x="86690" y="7620"/>
                </a:lnTo>
                <a:lnTo>
                  <a:pt x="101358" y="8889"/>
                </a:lnTo>
                <a:lnTo>
                  <a:pt x="145961" y="16510"/>
                </a:lnTo>
                <a:lnTo>
                  <a:pt x="166712" y="20320"/>
                </a:lnTo>
                <a:lnTo>
                  <a:pt x="173291" y="22860"/>
                </a:lnTo>
                <a:lnTo>
                  <a:pt x="179641" y="24129"/>
                </a:lnTo>
                <a:lnTo>
                  <a:pt x="185737" y="26670"/>
                </a:lnTo>
                <a:lnTo>
                  <a:pt x="190715" y="27939"/>
                </a:lnTo>
                <a:lnTo>
                  <a:pt x="191579" y="27939"/>
                </a:lnTo>
                <a:lnTo>
                  <a:pt x="196113" y="30479"/>
                </a:lnTo>
                <a:lnTo>
                  <a:pt x="197180" y="30479"/>
                </a:lnTo>
                <a:lnTo>
                  <a:pt x="201231" y="33020"/>
                </a:lnTo>
                <a:lnTo>
                  <a:pt x="202539" y="33020"/>
                </a:lnTo>
                <a:lnTo>
                  <a:pt x="206082" y="35560"/>
                </a:lnTo>
                <a:lnTo>
                  <a:pt x="207683" y="36829"/>
                </a:lnTo>
                <a:lnTo>
                  <a:pt x="210654" y="39370"/>
                </a:lnTo>
                <a:lnTo>
                  <a:pt x="212572" y="40639"/>
                </a:lnTo>
                <a:lnTo>
                  <a:pt x="214960" y="43179"/>
                </a:lnTo>
                <a:lnTo>
                  <a:pt x="216801" y="45720"/>
                </a:lnTo>
                <a:lnTo>
                  <a:pt x="218694" y="48260"/>
                </a:lnTo>
                <a:lnTo>
                  <a:pt x="220065" y="49529"/>
                </a:lnTo>
                <a:lnTo>
                  <a:pt x="221602" y="52070"/>
                </a:lnTo>
                <a:lnTo>
                  <a:pt x="222643" y="54610"/>
                </a:lnTo>
                <a:lnTo>
                  <a:pt x="223824" y="57150"/>
                </a:lnTo>
                <a:lnTo>
                  <a:pt x="224186" y="58420"/>
                </a:lnTo>
                <a:lnTo>
                  <a:pt x="162725" y="58420"/>
                </a:lnTo>
                <a:lnTo>
                  <a:pt x="163233" y="59689"/>
                </a:lnTo>
                <a:close/>
              </a:path>
              <a:path w="237489" h="866139">
                <a:moveTo>
                  <a:pt x="184150" y="67310"/>
                </a:moveTo>
                <a:lnTo>
                  <a:pt x="180098" y="64770"/>
                </a:lnTo>
                <a:lnTo>
                  <a:pt x="181165" y="64770"/>
                </a:lnTo>
                <a:lnTo>
                  <a:pt x="176631" y="63500"/>
                </a:lnTo>
                <a:lnTo>
                  <a:pt x="177507" y="63500"/>
                </a:lnTo>
                <a:lnTo>
                  <a:pt x="172529" y="62229"/>
                </a:lnTo>
                <a:lnTo>
                  <a:pt x="173253" y="62229"/>
                </a:lnTo>
                <a:lnTo>
                  <a:pt x="167868" y="60960"/>
                </a:lnTo>
                <a:lnTo>
                  <a:pt x="168465" y="60960"/>
                </a:lnTo>
                <a:lnTo>
                  <a:pt x="162725" y="58420"/>
                </a:lnTo>
                <a:lnTo>
                  <a:pt x="224186" y="58420"/>
                </a:lnTo>
                <a:lnTo>
                  <a:pt x="224548" y="59689"/>
                </a:lnTo>
                <a:lnTo>
                  <a:pt x="225399" y="62229"/>
                </a:lnTo>
                <a:lnTo>
                  <a:pt x="225844" y="64770"/>
                </a:lnTo>
                <a:lnTo>
                  <a:pt x="226110" y="66039"/>
                </a:lnTo>
                <a:lnTo>
                  <a:pt x="182841" y="66039"/>
                </a:lnTo>
                <a:lnTo>
                  <a:pt x="184150" y="67310"/>
                </a:lnTo>
                <a:close/>
              </a:path>
              <a:path w="237489" h="866139">
                <a:moveTo>
                  <a:pt x="185674" y="68077"/>
                </a:moveTo>
                <a:lnTo>
                  <a:pt x="182841" y="66039"/>
                </a:lnTo>
                <a:lnTo>
                  <a:pt x="226110" y="66039"/>
                </a:lnTo>
                <a:lnTo>
                  <a:pt x="226377" y="67310"/>
                </a:lnTo>
                <a:lnTo>
                  <a:pt x="184772" y="67310"/>
                </a:lnTo>
                <a:lnTo>
                  <a:pt x="185674" y="68077"/>
                </a:lnTo>
                <a:close/>
              </a:path>
              <a:path w="237489" h="866139">
                <a:moveTo>
                  <a:pt x="186372" y="68579"/>
                </a:moveTo>
                <a:lnTo>
                  <a:pt x="185674" y="68077"/>
                </a:lnTo>
                <a:lnTo>
                  <a:pt x="184772" y="67310"/>
                </a:lnTo>
                <a:lnTo>
                  <a:pt x="186372" y="68579"/>
                </a:lnTo>
                <a:close/>
              </a:path>
              <a:path w="237489" h="866139">
                <a:moveTo>
                  <a:pt x="187202" y="69152"/>
                </a:moveTo>
                <a:lnTo>
                  <a:pt x="186372" y="68579"/>
                </a:lnTo>
                <a:lnTo>
                  <a:pt x="184772" y="67310"/>
                </a:lnTo>
                <a:lnTo>
                  <a:pt x="185826" y="67310"/>
                </a:lnTo>
                <a:lnTo>
                  <a:pt x="187142" y="69041"/>
                </a:lnTo>
                <a:close/>
              </a:path>
              <a:path w="237489" h="866139">
                <a:moveTo>
                  <a:pt x="187553" y="69147"/>
                </a:moveTo>
                <a:lnTo>
                  <a:pt x="185826" y="67310"/>
                </a:lnTo>
                <a:lnTo>
                  <a:pt x="226377" y="67310"/>
                </a:lnTo>
                <a:lnTo>
                  <a:pt x="226485" y="68579"/>
                </a:lnTo>
                <a:lnTo>
                  <a:pt x="187375" y="68579"/>
                </a:lnTo>
                <a:lnTo>
                  <a:pt x="187553" y="69147"/>
                </a:lnTo>
                <a:close/>
              </a:path>
              <a:path w="237489" h="866139">
                <a:moveTo>
                  <a:pt x="186559" y="68831"/>
                </a:moveTo>
                <a:lnTo>
                  <a:pt x="185674" y="68077"/>
                </a:lnTo>
                <a:lnTo>
                  <a:pt x="186372" y="68579"/>
                </a:lnTo>
                <a:lnTo>
                  <a:pt x="186559" y="68831"/>
                </a:lnTo>
                <a:close/>
              </a:path>
              <a:path w="237489" h="866139">
                <a:moveTo>
                  <a:pt x="187427" y="69569"/>
                </a:moveTo>
                <a:lnTo>
                  <a:pt x="186559" y="68831"/>
                </a:lnTo>
                <a:lnTo>
                  <a:pt x="186372" y="68579"/>
                </a:lnTo>
                <a:lnTo>
                  <a:pt x="187195" y="69147"/>
                </a:lnTo>
                <a:lnTo>
                  <a:pt x="187427" y="69569"/>
                </a:lnTo>
                <a:close/>
              </a:path>
              <a:path w="237489" h="866139">
                <a:moveTo>
                  <a:pt x="187266" y="69196"/>
                </a:moveTo>
                <a:lnTo>
                  <a:pt x="187142" y="69041"/>
                </a:lnTo>
                <a:lnTo>
                  <a:pt x="186893" y="68579"/>
                </a:lnTo>
                <a:lnTo>
                  <a:pt x="187266" y="69196"/>
                </a:lnTo>
                <a:close/>
              </a:path>
              <a:path w="237489" h="866139">
                <a:moveTo>
                  <a:pt x="187656" y="69257"/>
                </a:moveTo>
                <a:lnTo>
                  <a:pt x="187375" y="68579"/>
                </a:lnTo>
                <a:lnTo>
                  <a:pt x="187656" y="69257"/>
                </a:lnTo>
                <a:close/>
              </a:path>
              <a:path w="237489" h="866139">
                <a:moveTo>
                  <a:pt x="226593" y="69850"/>
                </a:moveTo>
                <a:lnTo>
                  <a:pt x="188214" y="69850"/>
                </a:lnTo>
                <a:lnTo>
                  <a:pt x="187656" y="69257"/>
                </a:lnTo>
                <a:lnTo>
                  <a:pt x="187375" y="68579"/>
                </a:lnTo>
                <a:lnTo>
                  <a:pt x="226485" y="68579"/>
                </a:lnTo>
                <a:lnTo>
                  <a:pt x="226593" y="69850"/>
                </a:lnTo>
                <a:close/>
              </a:path>
              <a:path w="237489" h="866139">
                <a:moveTo>
                  <a:pt x="188104" y="70904"/>
                </a:moveTo>
                <a:lnTo>
                  <a:pt x="186559" y="68831"/>
                </a:lnTo>
                <a:lnTo>
                  <a:pt x="187427" y="69569"/>
                </a:lnTo>
                <a:lnTo>
                  <a:pt x="188042" y="70709"/>
                </a:lnTo>
                <a:lnTo>
                  <a:pt x="188104" y="70904"/>
                </a:lnTo>
                <a:close/>
              </a:path>
              <a:path w="237489" h="866139">
                <a:moveTo>
                  <a:pt x="187778" y="69549"/>
                </a:moveTo>
                <a:lnTo>
                  <a:pt x="187553" y="69147"/>
                </a:lnTo>
                <a:lnTo>
                  <a:pt x="187778" y="69549"/>
                </a:lnTo>
                <a:close/>
              </a:path>
              <a:path w="237489" h="866139">
                <a:moveTo>
                  <a:pt x="187560" y="69682"/>
                </a:moveTo>
                <a:lnTo>
                  <a:pt x="187427" y="69569"/>
                </a:lnTo>
                <a:lnTo>
                  <a:pt x="187202" y="69152"/>
                </a:lnTo>
                <a:lnTo>
                  <a:pt x="187560" y="69682"/>
                </a:lnTo>
                <a:close/>
              </a:path>
              <a:path w="237489" h="866139">
                <a:moveTo>
                  <a:pt x="187773" y="69850"/>
                </a:moveTo>
                <a:lnTo>
                  <a:pt x="187266" y="69196"/>
                </a:lnTo>
                <a:lnTo>
                  <a:pt x="187652" y="69462"/>
                </a:lnTo>
                <a:lnTo>
                  <a:pt x="187773" y="69850"/>
                </a:lnTo>
                <a:close/>
              </a:path>
              <a:path w="237489" h="866139">
                <a:moveTo>
                  <a:pt x="187756" y="69850"/>
                </a:moveTo>
                <a:lnTo>
                  <a:pt x="187560" y="69682"/>
                </a:lnTo>
                <a:lnTo>
                  <a:pt x="187289" y="69235"/>
                </a:lnTo>
                <a:lnTo>
                  <a:pt x="187756" y="69850"/>
                </a:lnTo>
                <a:close/>
              </a:path>
              <a:path w="237489" h="866139">
                <a:moveTo>
                  <a:pt x="187902" y="69850"/>
                </a:moveTo>
                <a:lnTo>
                  <a:pt x="187773" y="69850"/>
                </a:lnTo>
                <a:lnTo>
                  <a:pt x="187652" y="69462"/>
                </a:lnTo>
                <a:lnTo>
                  <a:pt x="187902" y="69850"/>
                </a:lnTo>
                <a:close/>
              </a:path>
              <a:path w="237489" h="866139">
                <a:moveTo>
                  <a:pt x="226669" y="71120"/>
                </a:moveTo>
                <a:lnTo>
                  <a:pt x="188429" y="71120"/>
                </a:lnTo>
                <a:lnTo>
                  <a:pt x="187778" y="69549"/>
                </a:lnTo>
                <a:lnTo>
                  <a:pt x="188214" y="69850"/>
                </a:lnTo>
                <a:lnTo>
                  <a:pt x="226593" y="69850"/>
                </a:lnTo>
                <a:lnTo>
                  <a:pt x="226669" y="71120"/>
                </a:lnTo>
                <a:close/>
              </a:path>
              <a:path w="237489" h="866139">
                <a:moveTo>
                  <a:pt x="187756" y="69850"/>
                </a:moveTo>
                <a:lnTo>
                  <a:pt x="187560" y="69682"/>
                </a:lnTo>
                <a:lnTo>
                  <a:pt x="187756" y="69850"/>
                </a:lnTo>
                <a:close/>
              </a:path>
              <a:path w="237489" h="866139">
                <a:moveTo>
                  <a:pt x="187894" y="70234"/>
                </a:moveTo>
                <a:lnTo>
                  <a:pt x="187661" y="69850"/>
                </a:lnTo>
                <a:lnTo>
                  <a:pt x="187894" y="70234"/>
                </a:lnTo>
                <a:close/>
              </a:path>
              <a:path w="237489" h="866139">
                <a:moveTo>
                  <a:pt x="188009" y="70425"/>
                </a:moveTo>
                <a:lnTo>
                  <a:pt x="187894" y="70234"/>
                </a:lnTo>
                <a:lnTo>
                  <a:pt x="187773" y="69850"/>
                </a:lnTo>
                <a:lnTo>
                  <a:pt x="188009" y="70425"/>
                </a:lnTo>
                <a:close/>
              </a:path>
              <a:path w="237489" h="866139">
                <a:moveTo>
                  <a:pt x="188074" y="70532"/>
                </a:moveTo>
                <a:lnTo>
                  <a:pt x="187955" y="70234"/>
                </a:lnTo>
                <a:lnTo>
                  <a:pt x="187845" y="69850"/>
                </a:lnTo>
                <a:lnTo>
                  <a:pt x="188074" y="70532"/>
                </a:lnTo>
                <a:close/>
              </a:path>
              <a:path w="237489" h="866139">
                <a:moveTo>
                  <a:pt x="188429" y="71120"/>
                </a:moveTo>
                <a:lnTo>
                  <a:pt x="188074" y="70532"/>
                </a:lnTo>
                <a:lnTo>
                  <a:pt x="187845" y="69850"/>
                </a:lnTo>
                <a:lnTo>
                  <a:pt x="188429" y="71120"/>
                </a:lnTo>
                <a:close/>
              </a:path>
              <a:path w="237489" h="866139">
                <a:moveTo>
                  <a:pt x="188143" y="70895"/>
                </a:moveTo>
                <a:lnTo>
                  <a:pt x="188042" y="70709"/>
                </a:lnTo>
                <a:lnTo>
                  <a:pt x="187894" y="70234"/>
                </a:lnTo>
                <a:lnTo>
                  <a:pt x="188009" y="70425"/>
                </a:lnTo>
                <a:lnTo>
                  <a:pt x="188143" y="70895"/>
                </a:lnTo>
                <a:close/>
              </a:path>
              <a:path w="237489" h="866139">
                <a:moveTo>
                  <a:pt x="226826" y="77470"/>
                </a:moveTo>
                <a:lnTo>
                  <a:pt x="188709" y="77470"/>
                </a:lnTo>
                <a:lnTo>
                  <a:pt x="188785" y="76200"/>
                </a:lnTo>
                <a:lnTo>
                  <a:pt x="188772" y="73660"/>
                </a:lnTo>
                <a:lnTo>
                  <a:pt x="188582" y="72389"/>
                </a:lnTo>
                <a:lnTo>
                  <a:pt x="188074" y="70532"/>
                </a:lnTo>
                <a:lnTo>
                  <a:pt x="188429" y="71120"/>
                </a:lnTo>
                <a:lnTo>
                  <a:pt x="226669" y="71120"/>
                </a:lnTo>
                <a:lnTo>
                  <a:pt x="226767" y="72758"/>
                </a:lnTo>
                <a:lnTo>
                  <a:pt x="226826" y="77470"/>
                </a:lnTo>
                <a:close/>
              </a:path>
              <a:path w="237489" h="866139">
                <a:moveTo>
                  <a:pt x="188172" y="70995"/>
                </a:moveTo>
                <a:lnTo>
                  <a:pt x="188042" y="70709"/>
                </a:lnTo>
                <a:lnTo>
                  <a:pt x="188146" y="70904"/>
                </a:lnTo>
                <a:close/>
              </a:path>
              <a:path w="237489" h="866139">
                <a:moveTo>
                  <a:pt x="188427" y="71937"/>
                </a:moveTo>
                <a:lnTo>
                  <a:pt x="188104" y="70904"/>
                </a:lnTo>
                <a:lnTo>
                  <a:pt x="188207" y="71120"/>
                </a:lnTo>
                <a:lnTo>
                  <a:pt x="188427" y="71937"/>
                </a:lnTo>
                <a:close/>
              </a:path>
              <a:path w="237489" h="866139">
                <a:moveTo>
                  <a:pt x="188696" y="72389"/>
                </a:moveTo>
                <a:lnTo>
                  <a:pt x="188569" y="72389"/>
                </a:lnTo>
                <a:lnTo>
                  <a:pt x="188388" y="71755"/>
                </a:lnTo>
                <a:lnTo>
                  <a:pt x="188252" y="71120"/>
                </a:lnTo>
                <a:lnTo>
                  <a:pt x="188696" y="72389"/>
                </a:lnTo>
                <a:close/>
              </a:path>
              <a:path w="237489" h="866139">
                <a:moveTo>
                  <a:pt x="188569" y="72389"/>
                </a:moveTo>
                <a:lnTo>
                  <a:pt x="188427" y="71937"/>
                </a:lnTo>
                <a:lnTo>
                  <a:pt x="188569" y="72389"/>
                </a:lnTo>
                <a:close/>
              </a:path>
              <a:path w="237489" h="866139">
                <a:moveTo>
                  <a:pt x="188604" y="72758"/>
                </a:moveTo>
                <a:lnTo>
                  <a:pt x="188525" y="72389"/>
                </a:lnTo>
                <a:lnTo>
                  <a:pt x="188604" y="72758"/>
                </a:lnTo>
                <a:close/>
              </a:path>
              <a:path w="237489" h="866139">
                <a:moveTo>
                  <a:pt x="188798" y="73660"/>
                </a:moveTo>
                <a:lnTo>
                  <a:pt x="188604" y="72758"/>
                </a:lnTo>
                <a:lnTo>
                  <a:pt x="188582" y="72389"/>
                </a:lnTo>
                <a:lnTo>
                  <a:pt x="188798" y="73660"/>
                </a:lnTo>
                <a:close/>
              </a:path>
              <a:path w="237489" h="866139">
                <a:moveTo>
                  <a:pt x="188798" y="73660"/>
                </a:moveTo>
                <a:lnTo>
                  <a:pt x="188658" y="73660"/>
                </a:lnTo>
                <a:lnTo>
                  <a:pt x="188604" y="72758"/>
                </a:lnTo>
                <a:lnTo>
                  <a:pt x="188798" y="73660"/>
                </a:lnTo>
                <a:close/>
              </a:path>
              <a:path w="237489" h="866139">
                <a:moveTo>
                  <a:pt x="188747" y="75150"/>
                </a:moveTo>
                <a:lnTo>
                  <a:pt x="188658" y="73660"/>
                </a:lnTo>
                <a:lnTo>
                  <a:pt x="188747" y="75150"/>
                </a:lnTo>
                <a:close/>
              </a:path>
              <a:path w="237489" h="866139">
                <a:moveTo>
                  <a:pt x="188810" y="76200"/>
                </a:moveTo>
                <a:lnTo>
                  <a:pt x="188747" y="75150"/>
                </a:lnTo>
                <a:lnTo>
                  <a:pt x="188810" y="76200"/>
                </a:lnTo>
                <a:close/>
              </a:path>
              <a:path w="237489" h="866139">
                <a:moveTo>
                  <a:pt x="188717" y="76986"/>
                </a:moveTo>
                <a:lnTo>
                  <a:pt x="188730" y="76200"/>
                </a:lnTo>
                <a:lnTo>
                  <a:pt x="188717" y="76986"/>
                </a:lnTo>
                <a:close/>
              </a:path>
              <a:path w="237489" h="866139">
                <a:moveTo>
                  <a:pt x="226733" y="80010"/>
                </a:moveTo>
                <a:lnTo>
                  <a:pt x="188455" y="80010"/>
                </a:lnTo>
                <a:lnTo>
                  <a:pt x="188607" y="78739"/>
                </a:lnTo>
                <a:lnTo>
                  <a:pt x="188717" y="76986"/>
                </a:lnTo>
                <a:lnTo>
                  <a:pt x="188709" y="77470"/>
                </a:lnTo>
                <a:lnTo>
                  <a:pt x="226826" y="77470"/>
                </a:lnTo>
                <a:lnTo>
                  <a:pt x="226733" y="80010"/>
                </a:lnTo>
                <a:close/>
              </a:path>
              <a:path w="237489" h="866139">
                <a:moveTo>
                  <a:pt x="188512" y="79344"/>
                </a:moveTo>
                <a:lnTo>
                  <a:pt x="188565" y="78739"/>
                </a:lnTo>
                <a:lnTo>
                  <a:pt x="188512" y="79344"/>
                </a:lnTo>
                <a:close/>
              </a:path>
              <a:path w="237489" h="866139">
                <a:moveTo>
                  <a:pt x="188455" y="80010"/>
                </a:moveTo>
                <a:lnTo>
                  <a:pt x="188512" y="79344"/>
                </a:lnTo>
                <a:lnTo>
                  <a:pt x="188607" y="78739"/>
                </a:lnTo>
                <a:lnTo>
                  <a:pt x="188455" y="80010"/>
                </a:lnTo>
                <a:close/>
              </a:path>
              <a:path w="237489" h="866139">
                <a:moveTo>
                  <a:pt x="226504" y="82550"/>
                </a:moveTo>
                <a:lnTo>
                  <a:pt x="188010" y="82550"/>
                </a:lnTo>
                <a:lnTo>
                  <a:pt x="188226" y="81279"/>
                </a:lnTo>
                <a:lnTo>
                  <a:pt x="188512" y="79344"/>
                </a:lnTo>
                <a:lnTo>
                  <a:pt x="188455" y="80010"/>
                </a:lnTo>
                <a:lnTo>
                  <a:pt x="226733" y="80010"/>
                </a:lnTo>
                <a:lnTo>
                  <a:pt x="226504" y="82550"/>
                </a:lnTo>
                <a:close/>
              </a:path>
              <a:path w="237489" h="866139">
                <a:moveTo>
                  <a:pt x="188169" y="81533"/>
                </a:moveTo>
                <a:lnTo>
                  <a:pt x="188209" y="81279"/>
                </a:lnTo>
                <a:lnTo>
                  <a:pt x="188169" y="81533"/>
                </a:lnTo>
                <a:close/>
              </a:path>
              <a:path w="237489" h="866139">
                <a:moveTo>
                  <a:pt x="188010" y="82550"/>
                </a:moveTo>
                <a:lnTo>
                  <a:pt x="188169" y="81533"/>
                </a:lnTo>
                <a:lnTo>
                  <a:pt x="188226" y="81279"/>
                </a:lnTo>
                <a:lnTo>
                  <a:pt x="188010" y="82550"/>
                </a:lnTo>
                <a:close/>
              </a:path>
              <a:path w="237489" h="866139">
                <a:moveTo>
                  <a:pt x="226237" y="85089"/>
                </a:moveTo>
                <a:lnTo>
                  <a:pt x="187375" y="85089"/>
                </a:lnTo>
                <a:lnTo>
                  <a:pt x="188169" y="81533"/>
                </a:lnTo>
                <a:lnTo>
                  <a:pt x="188010" y="82550"/>
                </a:lnTo>
                <a:lnTo>
                  <a:pt x="226504" y="82550"/>
                </a:lnTo>
                <a:lnTo>
                  <a:pt x="226390" y="83820"/>
                </a:lnTo>
                <a:lnTo>
                  <a:pt x="226237" y="85089"/>
                </a:lnTo>
                <a:close/>
              </a:path>
              <a:path w="237489" h="866139">
                <a:moveTo>
                  <a:pt x="224857" y="91439"/>
                </a:moveTo>
                <a:lnTo>
                  <a:pt x="185470" y="91439"/>
                </a:lnTo>
                <a:lnTo>
                  <a:pt x="186778" y="87629"/>
                </a:lnTo>
                <a:lnTo>
                  <a:pt x="186524" y="87629"/>
                </a:lnTo>
                <a:lnTo>
                  <a:pt x="187617" y="83820"/>
                </a:lnTo>
                <a:lnTo>
                  <a:pt x="187375" y="85089"/>
                </a:lnTo>
                <a:lnTo>
                  <a:pt x="226237" y="85089"/>
                </a:lnTo>
                <a:lnTo>
                  <a:pt x="225640" y="88900"/>
                </a:lnTo>
                <a:lnTo>
                  <a:pt x="225425" y="88900"/>
                </a:lnTo>
                <a:lnTo>
                  <a:pt x="224857" y="91439"/>
                </a:lnTo>
                <a:close/>
              </a:path>
              <a:path w="237489" h="866139">
                <a:moveTo>
                  <a:pt x="223253" y="97789"/>
                </a:moveTo>
                <a:lnTo>
                  <a:pt x="182778" y="97789"/>
                </a:lnTo>
                <a:lnTo>
                  <a:pt x="184480" y="93979"/>
                </a:lnTo>
                <a:lnTo>
                  <a:pt x="184226" y="93979"/>
                </a:lnTo>
                <a:lnTo>
                  <a:pt x="185737" y="90170"/>
                </a:lnTo>
                <a:lnTo>
                  <a:pt x="185470" y="91439"/>
                </a:lnTo>
                <a:lnTo>
                  <a:pt x="224857" y="91439"/>
                </a:lnTo>
                <a:lnTo>
                  <a:pt x="224574" y="92710"/>
                </a:lnTo>
                <a:lnTo>
                  <a:pt x="224332" y="93979"/>
                </a:lnTo>
                <a:lnTo>
                  <a:pt x="223253" y="97789"/>
                </a:lnTo>
                <a:close/>
              </a:path>
              <a:path w="237489" h="866139">
                <a:moveTo>
                  <a:pt x="220802" y="105410"/>
                </a:moveTo>
                <a:lnTo>
                  <a:pt x="179209" y="105410"/>
                </a:lnTo>
                <a:lnTo>
                  <a:pt x="183159" y="96520"/>
                </a:lnTo>
                <a:lnTo>
                  <a:pt x="182778" y="97789"/>
                </a:lnTo>
                <a:lnTo>
                  <a:pt x="223253" y="97789"/>
                </a:lnTo>
                <a:lnTo>
                  <a:pt x="222999" y="99060"/>
                </a:lnTo>
                <a:lnTo>
                  <a:pt x="220802" y="105410"/>
                </a:lnTo>
                <a:close/>
              </a:path>
              <a:path w="237489" h="866139">
                <a:moveTo>
                  <a:pt x="217931" y="113029"/>
                </a:moveTo>
                <a:lnTo>
                  <a:pt x="175132" y="113029"/>
                </a:lnTo>
                <a:lnTo>
                  <a:pt x="179705" y="104139"/>
                </a:lnTo>
                <a:lnTo>
                  <a:pt x="179209" y="105410"/>
                </a:lnTo>
                <a:lnTo>
                  <a:pt x="220802" y="105410"/>
                </a:lnTo>
                <a:lnTo>
                  <a:pt x="219913" y="107950"/>
                </a:lnTo>
                <a:lnTo>
                  <a:pt x="217931" y="113029"/>
                </a:lnTo>
                <a:close/>
              </a:path>
              <a:path w="237489" h="866139">
                <a:moveTo>
                  <a:pt x="214165" y="120650"/>
                </a:moveTo>
                <a:lnTo>
                  <a:pt x="170535" y="120650"/>
                </a:lnTo>
                <a:lnTo>
                  <a:pt x="175615" y="111760"/>
                </a:lnTo>
                <a:lnTo>
                  <a:pt x="175132" y="113029"/>
                </a:lnTo>
                <a:lnTo>
                  <a:pt x="217551" y="113029"/>
                </a:lnTo>
                <a:lnTo>
                  <a:pt x="214165" y="120650"/>
                </a:lnTo>
                <a:close/>
              </a:path>
              <a:path w="237489" h="866139">
                <a:moveTo>
                  <a:pt x="193235" y="153670"/>
                </a:moveTo>
                <a:lnTo>
                  <a:pt x="143789" y="153670"/>
                </a:lnTo>
                <a:lnTo>
                  <a:pt x="149758" y="147320"/>
                </a:lnTo>
                <a:lnTo>
                  <a:pt x="149225" y="147320"/>
                </a:lnTo>
                <a:lnTo>
                  <a:pt x="155232" y="140970"/>
                </a:lnTo>
                <a:lnTo>
                  <a:pt x="154749" y="140970"/>
                </a:lnTo>
                <a:lnTo>
                  <a:pt x="160680" y="134620"/>
                </a:lnTo>
                <a:lnTo>
                  <a:pt x="160223" y="134620"/>
                </a:lnTo>
                <a:lnTo>
                  <a:pt x="165989" y="127000"/>
                </a:lnTo>
                <a:lnTo>
                  <a:pt x="165531" y="127000"/>
                </a:lnTo>
                <a:lnTo>
                  <a:pt x="171005" y="119379"/>
                </a:lnTo>
                <a:lnTo>
                  <a:pt x="170535" y="120650"/>
                </a:lnTo>
                <a:lnTo>
                  <a:pt x="214165" y="120650"/>
                </a:lnTo>
                <a:lnTo>
                  <a:pt x="213601" y="121920"/>
                </a:lnTo>
                <a:lnTo>
                  <a:pt x="213093" y="123189"/>
                </a:lnTo>
                <a:lnTo>
                  <a:pt x="208533" y="130810"/>
                </a:lnTo>
                <a:lnTo>
                  <a:pt x="208051" y="132079"/>
                </a:lnTo>
                <a:lnTo>
                  <a:pt x="197053" y="148589"/>
                </a:lnTo>
                <a:lnTo>
                  <a:pt x="193235" y="153670"/>
                </a:lnTo>
                <a:close/>
              </a:path>
              <a:path w="237489" h="866139">
                <a:moveTo>
                  <a:pt x="189384" y="158750"/>
                </a:moveTo>
                <a:lnTo>
                  <a:pt x="138595" y="158750"/>
                </a:lnTo>
                <a:lnTo>
                  <a:pt x="144411" y="152400"/>
                </a:lnTo>
                <a:lnTo>
                  <a:pt x="143789" y="153670"/>
                </a:lnTo>
                <a:lnTo>
                  <a:pt x="193235" y="153670"/>
                </a:lnTo>
                <a:lnTo>
                  <a:pt x="190373" y="157479"/>
                </a:lnTo>
                <a:lnTo>
                  <a:pt x="189384" y="158750"/>
                </a:lnTo>
                <a:close/>
              </a:path>
              <a:path w="237489" h="866139">
                <a:moveTo>
                  <a:pt x="188396" y="160020"/>
                </a:moveTo>
                <a:lnTo>
                  <a:pt x="136499" y="160020"/>
                </a:lnTo>
                <a:lnTo>
                  <a:pt x="139547" y="157479"/>
                </a:lnTo>
                <a:lnTo>
                  <a:pt x="138595" y="158750"/>
                </a:lnTo>
                <a:lnTo>
                  <a:pt x="189384" y="158750"/>
                </a:lnTo>
                <a:lnTo>
                  <a:pt x="188396" y="160020"/>
                </a:lnTo>
                <a:close/>
              </a:path>
              <a:path w="237489" h="866139">
                <a:moveTo>
                  <a:pt x="185430" y="163829"/>
                </a:moveTo>
                <a:lnTo>
                  <a:pt x="131267" y="163829"/>
                </a:lnTo>
                <a:lnTo>
                  <a:pt x="135064" y="161289"/>
                </a:lnTo>
                <a:lnTo>
                  <a:pt x="134137" y="161289"/>
                </a:lnTo>
                <a:lnTo>
                  <a:pt x="137579" y="158750"/>
                </a:lnTo>
                <a:lnTo>
                  <a:pt x="136499" y="160020"/>
                </a:lnTo>
                <a:lnTo>
                  <a:pt x="188396" y="160020"/>
                </a:lnTo>
                <a:lnTo>
                  <a:pt x="185430" y="163829"/>
                </a:lnTo>
                <a:close/>
              </a:path>
              <a:path w="237489" h="866139">
                <a:moveTo>
                  <a:pt x="182101" y="167639"/>
                </a:moveTo>
                <a:lnTo>
                  <a:pt x="124218" y="167639"/>
                </a:lnTo>
                <a:lnTo>
                  <a:pt x="128638" y="165100"/>
                </a:lnTo>
                <a:lnTo>
                  <a:pt x="127939" y="165100"/>
                </a:lnTo>
                <a:lnTo>
                  <a:pt x="132080" y="162560"/>
                </a:lnTo>
                <a:lnTo>
                  <a:pt x="131267" y="163829"/>
                </a:lnTo>
                <a:lnTo>
                  <a:pt x="185430" y="163829"/>
                </a:lnTo>
                <a:lnTo>
                  <a:pt x="184442" y="165100"/>
                </a:lnTo>
                <a:lnTo>
                  <a:pt x="182101" y="167639"/>
                </a:lnTo>
                <a:close/>
              </a:path>
              <a:path w="237489" h="866139">
                <a:moveTo>
                  <a:pt x="166465" y="184150"/>
                </a:moveTo>
                <a:lnTo>
                  <a:pt x="79578" y="184150"/>
                </a:lnTo>
                <a:lnTo>
                  <a:pt x="90843" y="180339"/>
                </a:lnTo>
                <a:lnTo>
                  <a:pt x="90411" y="180339"/>
                </a:lnTo>
                <a:lnTo>
                  <a:pt x="101511" y="176529"/>
                </a:lnTo>
                <a:lnTo>
                  <a:pt x="100926" y="176529"/>
                </a:lnTo>
                <a:lnTo>
                  <a:pt x="111620" y="172720"/>
                </a:lnTo>
                <a:lnTo>
                  <a:pt x="110845" y="172720"/>
                </a:lnTo>
                <a:lnTo>
                  <a:pt x="120865" y="168910"/>
                </a:lnTo>
                <a:lnTo>
                  <a:pt x="120129" y="168910"/>
                </a:lnTo>
                <a:lnTo>
                  <a:pt x="124815" y="166370"/>
                </a:lnTo>
                <a:lnTo>
                  <a:pt x="124218" y="167639"/>
                </a:lnTo>
                <a:lnTo>
                  <a:pt x="182101" y="167639"/>
                </a:lnTo>
                <a:lnTo>
                  <a:pt x="177419" y="172720"/>
                </a:lnTo>
                <a:lnTo>
                  <a:pt x="171450" y="179070"/>
                </a:lnTo>
                <a:lnTo>
                  <a:pt x="170827" y="180339"/>
                </a:lnTo>
                <a:lnTo>
                  <a:pt x="166465" y="184150"/>
                </a:lnTo>
                <a:close/>
              </a:path>
              <a:path w="237489" h="866139">
                <a:moveTo>
                  <a:pt x="106832" y="240029"/>
                </a:moveTo>
                <a:lnTo>
                  <a:pt x="8636" y="240029"/>
                </a:lnTo>
                <a:lnTo>
                  <a:pt x="6413" y="238760"/>
                </a:lnTo>
                <a:lnTo>
                  <a:pt x="4470" y="236220"/>
                </a:lnTo>
                <a:lnTo>
                  <a:pt x="2870" y="233679"/>
                </a:lnTo>
                <a:lnTo>
                  <a:pt x="1625" y="231139"/>
                </a:lnTo>
                <a:lnTo>
                  <a:pt x="1346" y="229870"/>
                </a:lnTo>
                <a:lnTo>
                  <a:pt x="368" y="227329"/>
                </a:lnTo>
                <a:lnTo>
                  <a:pt x="0" y="223520"/>
                </a:lnTo>
                <a:lnTo>
                  <a:pt x="254" y="219710"/>
                </a:lnTo>
                <a:lnTo>
                  <a:pt x="1117" y="217170"/>
                </a:lnTo>
                <a:lnTo>
                  <a:pt x="1409" y="215900"/>
                </a:lnTo>
                <a:lnTo>
                  <a:pt x="2552" y="213360"/>
                </a:lnTo>
                <a:lnTo>
                  <a:pt x="4051" y="210820"/>
                </a:lnTo>
                <a:lnTo>
                  <a:pt x="5892" y="209550"/>
                </a:lnTo>
                <a:lnTo>
                  <a:pt x="6756" y="208279"/>
                </a:lnTo>
                <a:lnTo>
                  <a:pt x="8255" y="207010"/>
                </a:lnTo>
                <a:lnTo>
                  <a:pt x="9893" y="205739"/>
                </a:lnTo>
                <a:lnTo>
                  <a:pt x="11290" y="204470"/>
                </a:lnTo>
                <a:lnTo>
                  <a:pt x="13157" y="203200"/>
                </a:lnTo>
                <a:lnTo>
                  <a:pt x="15062" y="203200"/>
                </a:lnTo>
                <a:lnTo>
                  <a:pt x="16624" y="201929"/>
                </a:lnTo>
                <a:lnTo>
                  <a:pt x="21805" y="200660"/>
                </a:lnTo>
                <a:lnTo>
                  <a:pt x="22872" y="199389"/>
                </a:lnTo>
                <a:lnTo>
                  <a:pt x="30340" y="196850"/>
                </a:lnTo>
                <a:lnTo>
                  <a:pt x="47980" y="191770"/>
                </a:lnTo>
                <a:lnTo>
                  <a:pt x="68961" y="186689"/>
                </a:lnTo>
                <a:lnTo>
                  <a:pt x="68732" y="186689"/>
                </a:lnTo>
                <a:lnTo>
                  <a:pt x="79882" y="182879"/>
                </a:lnTo>
                <a:lnTo>
                  <a:pt x="79578" y="184150"/>
                </a:lnTo>
                <a:lnTo>
                  <a:pt x="166465" y="184150"/>
                </a:lnTo>
                <a:lnTo>
                  <a:pt x="165011" y="185420"/>
                </a:lnTo>
                <a:lnTo>
                  <a:pt x="164058" y="186689"/>
                </a:lnTo>
                <a:lnTo>
                  <a:pt x="160997" y="189229"/>
                </a:lnTo>
                <a:lnTo>
                  <a:pt x="159918" y="190500"/>
                </a:lnTo>
                <a:lnTo>
                  <a:pt x="156464" y="193039"/>
                </a:lnTo>
                <a:lnTo>
                  <a:pt x="155524" y="193039"/>
                </a:lnTo>
                <a:lnTo>
                  <a:pt x="151726" y="195579"/>
                </a:lnTo>
                <a:lnTo>
                  <a:pt x="150914" y="195579"/>
                </a:lnTo>
                <a:lnTo>
                  <a:pt x="146088" y="199389"/>
                </a:lnTo>
                <a:lnTo>
                  <a:pt x="143579" y="200660"/>
                </a:lnTo>
                <a:lnTo>
                  <a:pt x="117195" y="200660"/>
                </a:lnTo>
                <a:lnTo>
                  <a:pt x="105791" y="201929"/>
                </a:lnTo>
                <a:lnTo>
                  <a:pt x="94233" y="201929"/>
                </a:lnTo>
                <a:lnTo>
                  <a:pt x="71577" y="203200"/>
                </a:lnTo>
                <a:lnTo>
                  <a:pt x="50698" y="205739"/>
                </a:lnTo>
                <a:lnTo>
                  <a:pt x="24549" y="205739"/>
                </a:lnTo>
                <a:lnTo>
                  <a:pt x="26403" y="207010"/>
                </a:lnTo>
                <a:lnTo>
                  <a:pt x="25882" y="207010"/>
                </a:lnTo>
                <a:lnTo>
                  <a:pt x="30873" y="209550"/>
                </a:lnTo>
                <a:lnTo>
                  <a:pt x="31036" y="209550"/>
                </a:lnTo>
                <a:lnTo>
                  <a:pt x="36768" y="216818"/>
                </a:lnTo>
                <a:lnTo>
                  <a:pt x="36970" y="229117"/>
                </a:lnTo>
                <a:lnTo>
                  <a:pt x="33432" y="235130"/>
                </a:lnTo>
                <a:lnTo>
                  <a:pt x="32086" y="236220"/>
                </a:lnTo>
                <a:lnTo>
                  <a:pt x="31915" y="236220"/>
                </a:lnTo>
                <a:lnTo>
                  <a:pt x="30048" y="237489"/>
                </a:lnTo>
                <a:lnTo>
                  <a:pt x="212568" y="237489"/>
                </a:lnTo>
                <a:lnTo>
                  <a:pt x="214020" y="238760"/>
                </a:lnTo>
                <a:lnTo>
                  <a:pt x="117576" y="238760"/>
                </a:lnTo>
                <a:lnTo>
                  <a:pt x="106832" y="240029"/>
                </a:lnTo>
                <a:close/>
              </a:path>
              <a:path w="237489" h="866139">
                <a:moveTo>
                  <a:pt x="133362" y="201929"/>
                </a:moveTo>
                <a:lnTo>
                  <a:pt x="105791" y="201929"/>
                </a:lnTo>
                <a:lnTo>
                  <a:pt x="117195" y="200660"/>
                </a:lnTo>
                <a:lnTo>
                  <a:pt x="128016" y="200660"/>
                </a:lnTo>
                <a:lnTo>
                  <a:pt x="133362" y="201929"/>
                </a:lnTo>
                <a:close/>
              </a:path>
              <a:path w="237489" h="866139">
                <a:moveTo>
                  <a:pt x="30873" y="209550"/>
                </a:moveTo>
                <a:lnTo>
                  <a:pt x="25882" y="207010"/>
                </a:lnTo>
                <a:lnTo>
                  <a:pt x="34010" y="207010"/>
                </a:lnTo>
                <a:lnTo>
                  <a:pt x="42049" y="205739"/>
                </a:lnTo>
                <a:lnTo>
                  <a:pt x="50698" y="205739"/>
                </a:lnTo>
                <a:lnTo>
                  <a:pt x="71577" y="203200"/>
                </a:lnTo>
                <a:lnTo>
                  <a:pt x="94233" y="201929"/>
                </a:lnTo>
                <a:lnTo>
                  <a:pt x="133362" y="201929"/>
                </a:lnTo>
                <a:lnTo>
                  <a:pt x="128016" y="200660"/>
                </a:lnTo>
                <a:lnTo>
                  <a:pt x="143579" y="200660"/>
                </a:lnTo>
                <a:lnTo>
                  <a:pt x="141071" y="201929"/>
                </a:lnTo>
                <a:lnTo>
                  <a:pt x="136385" y="203200"/>
                </a:lnTo>
                <a:lnTo>
                  <a:pt x="125615" y="208279"/>
                </a:lnTo>
                <a:lnTo>
                  <a:pt x="30035" y="208279"/>
                </a:lnTo>
                <a:lnTo>
                  <a:pt x="30873" y="209550"/>
                </a:lnTo>
                <a:close/>
              </a:path>
              <a:path w="237489" h="866139">
                <a:moveTo>
                  <a:pt x="212568" y="237489"/>
                </a:moveTo>
                <a:lnTo>
                  <a:pt x="30518" y="237489"/>
                </a:lnTo>
                <a:lnTo>
                  <a:pt x="35572" y="236220"/>
                </a:lnTo>
                <a:lnTo>
                  <a:pt x="34505" y="236220"/>
                </a:lnTo>
                <a:lnTo>
                  <a:pt x="41325" y="233679"/>
                </a:lnTo>
                <a:lnTo>
                  <a:pt x="40690" y="233679"/>
                </a:lnTo>
                <a:lnTo>
                  <a:pt x="58204" y="228600"/>
                </a:lnTo>
                <a:lnTo>
                  <a:pt x="79070" y="223520"/>
                </a:lnTo>
                <a:lnTo>
                  <a:pt x="113550" y="212089"/>
                </a:lnTo>
                <a:lnTo>
                  <a:pt x="125615" y="208279"/>
                </a:lnTo>
                <a:lnTo>
                  <a:pt x="136385" y="203200"/>
                </a:lnTo>
                <a:lnTo>
                  <a:pt x="141071" y="201929"/>
                </a:lnTo>
                <a:lnTo>
                  <a:pt x="143675" y="201929"/>
                </a:lnTo>
                <a:lnTo>
                  <a:pt x="147662" y="203200"/>
                </a:lnTo>
                <a:lnTo>
                  <a:pt x="152336" y="203200"/>
                </a:lnTo>
                <a:lnTo>
                  <a:pt x="153593" y="204470"/>
                </a:lnTo>
                <a:lnTo>
                  <a:pt x="156895" y="204470"/>
                </a:lnTo>
                <a:lnTo>
                  <a:pt x="158064" y="205739"/>
                </a:lnTo>
                <a:lnTo>
                  <a:pt x="165087" y="208279"/>
                </a:lnTo>
                <a:lnTo>
                  <a:pt x="171170" y="210820"/>
                </a:lnTo>
                <a:lnTo>
                  <a:pt x="172008" y="210820"/>
                </a:lnTo>
                <a:lnTo>
                  <a:pt x="177965" y="213360"/>
                </a:lnTo>
                <a:lnTo>
                  <a:pt x="178803" y="213360"/>
                </a:lnTo>
                <a:lnTo>
                  <a:pt x="184569" y="217170"/>
                </a:lnTo>
                <a:lnTo>
                  <a:pt x="185432" y="217170"/>
                </a:lnTo>
                <a:lnTo>
                  <a:pt x="190995" y="220979"/>
                </a:lnTo>
                <a:lnTo>
                  <a:pt x="191858" y="220979"/>
                </a:lnTo>
                <a:lnTo>
                  <a:pt x="197180" y="224789"/>
                </a:lnTo>
                <a:lnTo>
                  <a:pt x="198069" y="224789"/>
                </a:lnTo>
                <a:lnTo>
                  <a:pt x="203098" y="228600"/>
                </a:lnTo>
                <a:lnTo>
                  <a:pt x="204012" y="229870"/>
                </a:lnTo>
                <a:lnTo>
                  <a:pt x="208724" y="233679"/>
                </a:lnTo>
                <a:lnTo>
                  <a:pt x="209664" y="234950"/>
                </a:lnTo>
                <a:lnTo>
                  <a:pt x="212568" y="237489"/>
                </a:lnTo>
                <a:close/>
              </a:path>
              <a:path w="237489" h="866139">
                <a:moveTo>
                  <a:pt x="34010" y="207010"/>
                </a:moveTo>
                <a:lnTo>
                  <a:pt x="27254" y="207010"/>
                </a:lnTo>
                <a:lnTo>
                  <a:pt x="24549" y="205739"/>
                </a:lnTo>
                <a:lnTo>
                  <a:pt x="42049" y="205739"/>
                </a:lnTo>
                <a:lnTo>
                  <a:pt x="34010" y="207010"/>
                </a:lnTo>
                <a:close/>
              </a:path>
              <a:path w="237489" h="866139">
                <a:moveTo>
                  <a:pt x="31036" y="209550"/>
                </a:moveTo>
                <a:lnTo>
                  <a:pt x="30873" y="209550"/>
                </a:lnTo>
                <a:lnTo>
                  <a:pt x="30035" y="208279"/>
                </a:lnTo>
                <a:lnTo>
                  <a:pt x="31036" y="209550"/>
                </a:lnTo>
                <a:close/>
              </a:path>
              <a:path w="237489" h="866139">
                <a:moveTo>
                  <a:pt x="36768" y="216818"/>
                </a:moveTo>
                <a:lnTo>
                  <a:pt x="30035" y="208279"/>
                </a:lnTo>
                <a:lnTo>
                  <a:pt x="125615" y="208279"/>
                </a:lnTo>
                <a:lnTo>
                  <a:pt x="113550" y="212089"/>
                </a:lnTo>
                <a:lnTo>
                  <a:pt x="102006" y="215900"/>
                </a:lnTo>
                <a:lnTo>
                  <a:pt x="36753" y="215900"/>
                </a:lnTo>
                <a:lnTo>
                  <a:pt x="36768" y="216818"/>
                </a:lnTo>
                <a:close/>
              </a:path>
              <a:path w="237489" h="866139">
                <a:moveTo>
                  <a:pt x="37045" y="217170"/>
                </a:moveTo>
                <a:lnTo>
                  <a:pt x="36768" y="216818"/>
                </a:lnTo>
                <a:lnTo>
                  <a:pt x="36753" y="215900"/>
                </a:lnTo>
                <a:lnTo>
                  <a:pt x="37045" y="217170"/>
                </a:lnTo>
                <a:close/>
              </a:path>
              <a:path w="237489" h="866139">
                <a:moveTo>
                  <a:pt x="98158" y="217170"/>
                </a:moveTo>
                <a:lnTo>
                  <a:pt x="37045" y="217170"/>
                </a:lnTo>
                <a:lnTo>
                  <a:pt x="36753" y="215900"/>
                </a:lnTo>
                <a:lnTo>
                  <a:pt x="102006" y="215900"/>
                </a:lnTo>
                <a:lnTo>
                  <a:pt x="98158" y="217170"/>
                </a:lnTo>
                <a:close/>
              </a:path>
              <a:path w="237489" h="866139">
                <a:moveTo>
                  <a:pt x="36970" y="229117"/>
                </a:moveTo>
                <a:lnTo>
                  <a:pt x="36768" y="216818"/>
                </a:lnTo>
                <a:lnTo>
                  <a:pt x="37045" y="217170"/>
                </a:lnTo>
                <a:lnTo>
                  <a:pt x="98158" y="217170"/>
                </a:lnTo>
                <a:lnTo>
                  <a:pt x="79070" y="223520"/>
                </a:lnTo>
                <a:lnTo>
                  <a:pt x="58089" y="228600"/>
                </a:lnTo>
                <a:lnTo>
                  <a:pt x="37274" y="228600"/>
                </a:lnTo>
                <a:lnTo>
                  <a:pt x="36970" y="229117"/>
                </a:lnTo>
                <a:close/>
              </a:path>
              <a:path w="237489" h="866139">
                <a:moveTo>
                  <a:pt x="36982" y="229870"/>
                </a:moveTo>
                <a:lnTo>
                  <a:pt x="36970" y="229117"/>
                </a:lnTo>
                <a:lnTo>
                  <a:pt x="37274" y="228600"/>
                </a:lnTo>
                <a:lnTo>
                  <a:pt x="36982" y="229870"/>
                </a:lnTo>
                <a:close/>
              </a:path>
              <a:path w="237489" h="866139">
                <a:moveTo>
                  <a:pt x="53825" y="229870"/>
                </a:moveTo>
                <a:lnTo>
                  <a:pt x="36982" y="229870"/>
                </a:lnTo>
                <a:lnTo>
                  <a:pt x="37274" y="228600"/>
                </a:lnTo>
                <a:lnTo>
                  <a:pt x="58204" y="228600"/>
                </a:lnTo>
                <a:lnTo>
                  <a:pt x="53825" y="229870"/>
                </a:lnTo>
                <a:close/>
              </a:path>
              <a:path w="237489" h="866139">
                <a:moveTo>
                  <a:pt x="34505" y="236220"/>
                </a:moveTo>
                <a:lnTo>
                  <a:pt x="32791" y="236220"/>
                </a:lnTo>
                <a:lnTo>
                  <a:pt x="33655" y="234950"/>
                </a:lnTo>
                <a:lnTo>
                  <a:pt x="36970" y="229117"/>
                </a:lnTo>
                <a:lnTo>
                  <a:pt x="36982" y="229870"/>
                </a:lnTo>
                <a:lnTo>
                  <a:pt x="53825" y="229870"/>
                </a:lnTo>
                <a:lnTo>
                  <a:pt x="40690" y="233679"/>
                </a:lnTo>
                <a:lnTo>
                  <a:pt x="41325" y="233679"/>
                </a:lnTo>
                <a:lnTo>
                  <a:pt x="34505" y="236220"/>
                </a:lnTo>
                <a:close/>
              </a:path>
              <a:path w="237489" h="866139">
                <a:moveTo>
                  <a:pt x="33432" y="235130"/>
                </a:moveTo>
                <a:lnTo>
                  <a:pt x="33538" y="234950"/>
                </a:lnTo>
                <a:lnTo>
                  <a:pt x="33432" y="235130"/>
                </a:lnTo>
                <a:close/>
              </a:path>
              <a:path w="237489" h="866139">
                <a:moveTo>
                  <a:pt x="32791" y="236220"/>
                </a:moveTo>
                <a:lnTo>
                  <a:pt x="33432" y="235130"/>
                </a:lnTo>
                <a:lnTo>
                  <a:pt x="33655" y="234950"/>
                </a:lnTo>
                <a:lnTo>
                  <a:pt x="32791" y="236220"/>
                </a:lnTo>
                <a:close/>
              </a:path>
              <a:path w="237489" h="866139">
                <a:moveTo>
                  <a:pt x="30573" y="237445"/>
                </a:moveTo>
                <a:lnTo>
                  <a:pt x="33432" y="235130"/>
                </a:lnTo>
                <a:lnTo>
                  <a:pt x="32791" y="236220"/>
                </a:lnTo>
                <a:lnTo>
                  <a:pt x="35572" y="236220"/>
                </a:lnTo>
                <a:lnTo>
                  <a:pt x="30573" y="237445"/>
                </a:lnTo>
                <a:close/>
              </a:path>
              <a:path w="237489" h="866139">
                <a:moveTo>
                  <a:pt x="30391" y="237489"/>
                </a:moveTo>
                <a:lnTo>
                  <a:pt x="30048" y="237489"/>
                </a:lnTo>
                <a:lnTo>
                  <a:pt x="31915" y="236220"/>
                </a:lnTo>
                <a:lnTo>
                  <a:pt x="30564" y="237447"/>
                </a:lnTo>
                <a:lnTo>
                  <a:pt x="30391" y="237489"/>
                </a:lnTo>
                <a:close/>
              </a:path>
              <a:path w="237489" h="866139">
                <a:moveTo>
                  <a:pt x="30564" y="237447"/>
                </a:moveTo>
                <a:lnTo>
                  <a:pt x="31915" y="236220"/>
                </a:lnTo>
                <a:lnTo>
                  <a:pt x="32086" y="236220"/>
                </a:lnTo>
                <a:lnTo>
                  <a:pt x="30564" y="237447"/>
                </a:lnTo>
                <a:close/>
              </a:path>
              <a:path w="237489" h="866139">
                <a:moveTo>
                  <a:pt x="30518" y="237489"/>
                </a:moveTo>
                <a:close/>
              </a:path>
              <a:path w="237489" h="866139">
                <a:moveTo>
                  <a:pt x="171716" y="254000"/>
                </a:moveTo>
                <a:lnTo>
                  <a:pt x="166154" y="250189"/>
                </a:lnTo>
                <a:lnTo>
                  <a:pt x="167005" y="250189"/>
                </a:lnTo>
                <a:lnTo>
                  <a:pt x="161239" y="247650"/>
                </a:lnTo>
                <a:lnTo>
                  <a:pt x="162077" y="247650"/>
                </a:lnTo>
                <a:lnTo>
                  <a:pt x="156133" y="245110"/>
                </a:lnTo>
                <a:lnTo>
                  <a:pt x="156971" y="245110"/>
                </a:lnTo>
                <a:lnTo>
                  <a:pt x="150888" y="243839"/>
                </a:lnTo>
                <a:lnTo>
                  <a:pt x="151726" y="243839"/>
                </a:lnTo>
                <a:lnTo>
                  <a:pt x="145542" y="241300"/>
                </a:lnTo>
                <a:lnTo>
                  <a:pt x="144665" y="241300"/>
                </a:lnTo>
                <a:lnTo>
                  <a:pt x="141008" y="240029"/>
                </a:lnTo>
                <a:lnTo>
                  <a:pt x="135229" y="240029"/>
                </a:lnTo>
                <a:lnTo>
                  <a:pt x="130682" y="238760"/>
                </a:lnTo>
                <a:lnTo>
                  <a:pt x="214020" y="238760"/>
                </a:lnTo>
                <a:lnTo>
                  <a:pt x="214972" y="240029"/>
                </a:lnTo>
                <a:lnTo>
                  <a:pt x="218922" y="243839"/>
                </a:lnTo>
                <a:lnTo>
                  <a:pt x="219875" y="245110"/>
                </a:lnTo>
                <a:lnTo>
                  <a:pt x="223405" y="250189"/>
                </a:lnTo>
                <a:lnTo>
                  <a:pt x="224345" y="251460"/>
                </a:lnTo>
                <a:lnTo>
                  <a:pt x="225110" y="252729"/>
                </a:lnTo>
                <a:lnTo>
                  <a:pt x="170840" y="252729"/>
                </a:lnTo>
                <a:lnTo>
                  <a:pt x="171716" y="254000"/>
                </a:lnTo>
                <a:close/>
              </a:path>
              <a:path w="237489" h="866139">
                <a:moveTo>
                  <a:pt x="53746" y="243839"/>
                </a:moveTo>
                <a:lnTo>
                  <a:pt x="15824" y="243839"/>
                </a:lnTo>
                <a:lnTo>
                  <a:pt x="14465" y="242570"/>
                </a:lnTo>
                <a:lnTo>
                  <a:pt x="11887" y="241300"/>
                </a:lnTo>
                <a:lnTo>
                  <a:pt x="9474" y="240029"/>
                </a:lnTo>
                <a:lnTo>
                  <a:pt x="96621" y="240029"/>
                </a:lnTo>
                <a:lnTo>
                  <a:pt x="74383" y="241300"/>
                </a:lnTo>
                <a:lnTo>
                  <a:pt x="74574" y="241300"/>
                </a:lnTo>
                <a:lnTo>
                  <a:pt x="53746" y="243839"/>
                </a:lnTo>
                <a:close/>
              </a:path>
              <a:path w="237489" h="866139">
                <a:moveTo>
                  <a:pt x="35572" y="245110"/>
                </a:moveTo>
                <a:lnTo>
                  <a:pt x="24256" y="245110"/>
                </a:lnTo>
                <a:lnTo>
                  <a:pt x="21945" y="243839"/>
                </a:lnTo>
                <a:lnTo>
                  <a:pt x="44259" y="243839"/>
                </a:lnTo>
                <a:lnTo>
                  <a:pt x="35572" y="245110"/>
                </a:lnTo>
                <a:close/>
              </a:path>
              <a:path w="237489" h="866139">
                <a:moveTo>
                  <a:pt x="176149" y="256539"/>
                </a:moveTo>
                <a:lnTo>
                  <a:pt x="170840" y="252729"/>
                </a:lnTo>
                <a:lnTo>
                  <a:pt x="225110" y="252729"/>
                </a:lnTo>
                <a:lnTo>
                  <a:pt x="226641" y="255270"/>
                </a:lnTo>
                <a:lnTo>
                  <a:pt x="175259" y="255270"/>
                </a:lnTo>
                <a:lnTo>
                  <a:pt x="176149" y="256539"/>
                </a:lnTo>
                <a:close/>
              </a:path>
              <a:path w="237489" h="866139">
                <a:moveTo>
                  <a:pt x="184073" y="262889"/>
                </a:moveTo>
                <a:lnTo>
                  <a:pt x="179374" y="259079"/>
                </a:lnTo>
                <a:lnTo>
                  <a:pt x="180289" y="259079"/>
                </a:lnTo>
                <a:lnTo>
                  <a:pt x="175259" y="255270"/>
                </a:lnTo>
                <a:lnTo>
                  <a:pt x="226641" y="255270"/>
                </a:lnTo>
                <a:lnTo>
                  <a:pt x="227406" y="256539"/>
                </a:lnTo>
                <a:lnTo>
                  <a:pt x="228282" y="257810"/>
                </a:lnTo>
                <a:lnTo>
                  <a:pt x="230206" y="261620"/>
                </a:lnTo>
                <a:lnTo>
                  <a:pt x="183146" y="261620"/>
                </a:lnTo>
                <a:lnTo>
                  <a:pt x="184073" y="262889"/>
                </a:lnTo>
                <a:close/>
              </a:path>
              <a:path w="237489" h="866139">
                <a:moveTo>
                  <a:pt x="187490" y="266700"/>
                </a:moveTo>
                <a:lnTo>
                  <a:pt x="183146" y="261620"/>
                </a:lnTo>
                <a:lnTo>
                  <a:pt x="230206" y="261620"/>
                </a:lnTo>
                <a:lnTo>
                  <a:pt x="230847" y="262889"/>
                </a:lnTo>
                <a:lnTo>
                  <a:pt x="231635" y="264160"/>
                </a:lnTo>
                <a:lnTo>
                  <a:pt x="232140" y="265429"/>
                </a:lnTo>
                <a:lnTo>
                  <a:pt x="186550" y="265429"/>
                </a:lnTo>
                <a:lnTo>
                  <a:pt x="187490" y="266700"/>
                </a:lnTo>
                <a:close/>
              </a:path>
              <a:path w="237489" h="866139">
                <a:moveTo>
                  <a:pt x="190288" y="269035"/>
                </a:moveTo>
                <a:lnTo>
                  <a:pt x="186550" y="265429"/>
                </a:lnTo>
                <a:lnTo>
                  <a:pt x="232140" y="265429"/>
                </a:lnTo>
                <a:lnTo>
                  <a:pt x="233149" y="267970"/>
                </a:lnTo>
                <a:lnTo>
                  <a:pt x="189547" y="267970"/>
                </a:lnTo>
                <a:lnTo>
                  <a:pt x="190288" y="269035"/>
                </a:lnTo>
                <a:close/>
              </a:path>
              <a:path w="237489" h="866139">
                <a:moveTo>
                  <a:pt x="190500" y="269239"/>
                </a:moveTo>
                <a:lnTo>
                  <a:pt x="190288" y="269035"/>
                </a:lnTo>
                <a:lnTo>
                  <a:pt x="189547" y="267970"/>
                </a:lnTo>
                <a:lnTo>
                  <a:pt x="190500" y="269239"/>
                </a:lnTo>
                <a:close/>
              </a:path>
              <a:path w="237489" h="866139">
                <a:moveTo>
                  <a:pt x="233654" y="269239"/>
                </a:moveTo>
                <a:lnTo>
                  <a:pt x="190500" y="269239"/>
                </a:lnTo>
                <a:lnTo>
                  <a:pt x="189547" y="267970"/>
                </a:lnTo>
                <a:lnTo>
                  <a:pt x="233149" y="267970"/>
                </a:lnTo>
                <a:lnTo>
                  <a:pt x="233654" y="269239"/>
                </a:lnTo>
                <a:close/>
              </a:path>
              <a:path w="237489" h="866139">
                <a:moveTo>
                  <a:pt x="234549" y="273050"/>
                </a:moveTo>
                <a:lnTo>
                  <a:pt x="193078" y="273050"/>
                </a:lnTo>
                <a:lnTo>
                  <a:pt x="190288" y="269035"/>
                </a:lnTo>
                <a:lnTo>
                  <a:pt x="190500" y="269239"/>
                </a:lnTo>
                <a:lnTo>
                  <a:pt x="233654" y="269239"/>
                </a:lnTo>
                <a:lnTo>
                  <a:pt x="234149" y="271779"/>
                </a:lnTo>
                <a:lnTo>
                  <a:pt x="234549" y="273050"/>
                </a:lnTo>
                <a:close/>
              </a:path>
              <a:path w="237489" h="866139">
                <a:moveTo>
                  <a:pt x="235656" y="276860"/>
                </a:moveTo>
                <a:lnTo>
                  <a:pt x="195211" y="276860"/>
                </a:lnTo>
                <a:lnTo>
                  <a:pt x="192151" y="271779"/>
                </a:lnTo>
                <a:lnTo>
                  <a:pt x="193078" y="273050"/>
                </a:lnTo>
                <a:lnTo>
                  <a:pt x="234549" y="273050"/>
                </a:lnTo>
                <a:lnTo>
                  <a:pt x="234950" y="274320"/>
                </a:lnTo>
                <a:lnTo>
                  <a:pt x="235216" y="274320"/>
                </a:lnTo>
                <a:lnTo>
                  <a:pt x="235656" y="276860"/>
                </a:lnTo>
                <a:close/>
              </a:path>
              <a:path w="237489" h="866139">
                <a:moveTo>
                  <a:pt x="196900" y="280670"/>
                </a:moveTo>
                <a:lnTo>
                  <a:pt x="194335" y="275589"/>
                </a:lnTo>
                <a:lnTo>
                  <a:pt x="195211" y="276860"/>
                </a:lnTo>
                <a:lnTo>
                  <a:pt x="235656" y="276860"/>
                </a:lnTo>
                <a:lnTo>
                  <a:pt x="235877" y="278129"/>
                </a:lnTo>
                <a:lnTo>
                  <a:pt x="196113" y="278129"/>
                </a:lnTo>
                <a:lnTo>
                  <a:pt x="196900" y="280670"/>
                </a:lnTo>
                <a:close/>
              </a:path>
              <a:path w="237489" h="866139">
                <a:moveTo>
                  <a:pt x="236588" y="281939"/>
                </a:moveTo>
                <a:lnTo>
                  <a:pt x="197637" y="281939"/>
                </a:lnTo>
                <a:lnTo>
                  <a:pt x="196113" y="278129"/>
                </a:lnTo>
                <a:lnTo>
                  <a:pt x="236093" y="278129"/>
                </a:lnTo>
                <a:lnTo>
                  <a:pt x="236588" y="281939"/>
                </a:lnTo>
                <a:close/>
              </a:path>
              <a:path w="237489" h="866139">
                <a:moveTo>
                  <a:pt x="236981" y="284479"/>
                </a:moveTo>
                <a:lnTo>
                  <a:pt x="198450" y="284479"/>
                </a:lnTo>
                <a:lnTo>
                  <a:pt x="198170" y="283210"/>
                </a:lnTo>
                <a:lnTo>
                  <a:pt x="197650" y="281939"/>
                </a:lnTo>
                <a:lnTo>
                  <a:pt x="236753" y="281939"/>
                </a:lnTo>
                <a:lnTo>
                  <a:pt x="236981" y="284479"/>
                </a:lnTo>
                <a:close/>
              </a:path>
              <a:path w="237489" h="866139">
                <a:moveTo>
                  <a:pt x="198145" y="283210"/>
                </a:moveTo>
                <a:lnTo>
                  <a:pt x="197697" y="282089"/>
                </a:lnTo>
                <a:lnTo>
                  <a:pt x="198145" y="283210"/>
                </a:lnTo>
                <a:close/>
              </a:path>
              <a:path w="237489" h="866139">
                <a:moveTo>
                  <a:pt x="198312" y="284042"/>
                </a:moveTo>
                <a:lnTo>
                  <a:pt x="198050" y="283210"/>
                </a:lnTo>
                <a:lnTo>
                  <a:pt x="198312" y="284042"/>
                </a:lnTo>
                <a:close/>
              </a:path>
              <a:path w="237489" h="866139">
                <a:moveTo>
                  <a:pt x="198450" y="284479"/>
                </a:moveTo>
                <a:lnTo>
                  <a:pt x="198312" y="284042"/>
                </a:lnTo>
                <a:lnTo>
                  <a:pt x="198170" y="283210"/>
                </a:lnTo>
                <a:lnTo>
                  <a:pt x="198450" y="284479"/>
                </a:lnTo>
                <a:close/>
              </a:path>
              <a:path w="237489" h="866139">
                <a:moveTo>
                  <a:pt x="237388" y="289560"/>
                </a:moveTo>
                <a:lnTo>
                  <a:pt x="199275" y="289560"/>
                </a:lnTo>
                <a:lnTo>
                  <a:pt x="199174" y="288289"/>
                </a:lnTo>
                <a:lnTo>
                  <a:pt x="198932" y="287020"/>
                </a:lnTo>
                <a:lnTo>
                  <a:pt x="198602" y="285749"/>
                </a:lnTo>
                <a:lnTo>
                  <a:pt x="198312" y="284042"/>
                </a:lnTo>
                <a:lnTo>
                  <a:pt x="198450" y="284479"/>
                </a:lnTo>
                <a:lnTo>
                  <a:pt x="236981" y="284479"/>
                </a:lnTo>
                <a:lnTo>
                  <a:pt x="237388" y="289560"/>
                </a:lnTo>
                <a:close/>
              </a:path>
              <a:path w="237489" h="866139">
                <a:moveTo>
                  <a:pt x="199097" y="288289"/>
                </a:moveTo>
                <a:lnTo>
                  <a:pt x="198850" y="287020"/>
                </a:lnTo>
                <a:lnTo>
                  <a:pt x="199097" y="288289"/>
                </a:lnTo>
                <a:close/>
              </a:path>
              <a:path w="237489" h="866139">
                <a:moveTo>
                  <a:pt x="199219" y="289145"/>
                </a:moveTo>
                <a:lnTo>
                  <a:pt x="199104" y="288289"/>
                </a:lnTo>
                <a:lnTo>
                  <a:pt x="199219" y="289145"/>
                </a:lnTo>
                <a:close/>
              </a:path>
              <a:path w="237489" h="866139">
                <a:moveTo>
                  <a:pt x="237468" y="292100"/>
                </a:moveTo>
                <a:lnTo>
                  <a:pt x="199377" y="292100"/>
                </a:lnTo>
                <a:lnTo>
                  <a:pt x="199326" y="290829"/>
                </a:lnTo>
                <a:lnTo>
                  <a:pt x="199219" y="289145"/>
                </a:lnTo>
                <a:lnTo>
                  <a:pt x="199275" y="289560"/>
                </a:lnTo>
                <a:lnTo>
                  <a:pt x="237426" y="289560"/>
                </a:lnTo>
                <a:lnTo>
                  <a:pt x="237468" y="292100"/>
                </a:lnTo>
                <a:close/>
              </a:path>
              <a:path w="237489" h="866139">
                <a:moveTo>
                  <a:pt x="199348" y="291555"/>
                </a:moveTo>
                <a:lnTo>
                  <a:pt x="199309" y="290829"/>
                </a:lnTo>
                <a:lnTo>
                  <a:pt x="199348" y="291555"/>
                </a:lnTo>
                <a:close/>
              </a:path>
              <a:path w="237489" h="866139">
                <a:moveTo>
                  <a:pt x="237284" y="299720"/>
                </a:moveTo>
                <a:lnTo>
                  <a:pt x="199161" y="299720"/>
                </a:lnTo>
                <a:lnTo>
                  <a:pt x="199250" y="298450"/>
                </a:lnTo>
                <a:lnTo>
                  <a:pt x="199354" y="294639"/>
                </a:lnTo>
                <a:lnTo>
                  <a:pt x="199348" y="291555"/>
                </a:lnTo>
                <a:lnTo>
                  <a:pt x="199377" y="292100"/>
                </a:lnTo>
                <a:lnTo>
                  <a:pt x="237468" y="292100"/>
                </a:lnTo>
                <a:lnTo>
                  <a:pt x="237477" y="294639"/>
                </a:lnTo>
                <a:lnTo>
                  <a:pt x="237284" y="299720"/>
                </a:lnTo>
                <a:close/>
              </a:path>
              <a:path w="237489" h="866139">
                <a:moveTo>
                  <a:pt x="199189" y="298971"/>
                </a:moveTo>
                <a:lnTo>
                  <a:pt x="199209" y="298450"/>
                </a:lnTo>
                <a:lnTo>
                  <a:pt x="199189" y="298971"/>
                </a:lnTo>
                <a:close/>
              </a:path>
              <a:path w="237489" h="866139">
                <a:moveTo>
                  <a:pt x="235864" y="312420"/>
                </a:moveTo>
                <a:lnTo>
                  <a:pt x="197434" y="312420"/>
                </a:lnTo>
                <a:lnTo>
                  <a:pt x="198653" y="304800"/>
                </a:lnTo>
                <a:lnTo>
                  <a:pt x="198513" y="304800"/>
                </a:lnTo>
                <a:lnTo>
                  <a:pt x="199189" y="298971"/>
                </a:lnTo>
                <a:lnTo>
                  <a:pt x="199161" y="299720"/>
                </a:lnTo>
                <a:lnTo>
                  <a:pt x="237284" y="299720"/>
                </a:lnTo>
                <a:lnTo>
                  <a:pt x="237236" y="300989"/>
                </a:lnTo>
                <a:lnTo>
                  <a:pt x="237147" y="302260"/>
                </a:lnTo>
                <a:lnTo>
                  <a:pt x="236410" y="309879"/>
                </a:lnTo>
                <a:lnTo>
                  <a:pt x="236270" y="309879"/>
                </a:lnTo>
                <a:lnTo>
                  <a:pt x="235864" y="312420"/>
                </a:lnTo>
                <a:close/>
              </a:path>
              <a:path w="237489" h="866139">
                <a:moveTo>
                  <a:pt x="234873" y="318770"/>
                </a:moveTo>
                <a:lnTo>
                  <a:pt x="195910" y="318770"/>
                </a:lnTo>
                <a:lnTo>
                  <a:pt x="197612" y="311150"/>
                </a:lnTo>
                <a:lnTo>
                  <a:pt x="197434" y="312420"/>
                </a:lnTo>
                <a:lnTo>
                  <a:pt x="235864" y="312420"/>
                </a:lnTo>
                <a:lnTo>
                  <a:pt x="235051" y="317500"/>
                </a:lnTo>
                <a:lnTo>
                  <a:pt x="234873" y="318770"/>
                </a:lnTo>
                <a:close/>
              </a:path>
              <a:path w="237489" h="866139">
                <a:moveTo>
                  <a:pt x="233184" y="326389"/>
                </a:moveTo>
                <a:lnTo>
                  <a:pt x="193979" y="326389"/>
                </a:lnTo>
                <a:lnTo>
                  <a:pt x="196126" y="317500"/>
                </a:lnTo>
                <a:lnTo>
                  <a:pt x="195910" y="318770"/>
                </a:lnTo>
                <a:lnTo>
                  <a:pt x="234873" y="318770"/>
                </a:lnTo>
                <a:lnTo>
                  <a:pt x="233184" y="326389"/>
                </a:lnTo>
                <a:close/>
              </a:path>
              <a:path w="237489" h="866139">
                <a:moveTo>
                  <a:pt x="231159" y="334010"/>
                </a:moveTo>
                <a:lnTo>
                  <a:pt x="191617" y="334010"/>
                </a:lnTo>
                <a:lnTo>
                  <a:pt x="194208" y="325120"/>
                </a:lnTo>
                <a:lnTo>
                  <a:pt x="193979" y="326389"/>
                </a:lnTo>
                <a:lnTo>
                  <a:pt x="233184" y="326389"/>
                </a:lnTo>
                <a:lnTo>
                  <a:pt x="231159" y="334010"/>
                </a:lnTo>
                <a:close/>
              </a:path>
              <a:path w="237489" h="866139">
                <a:moveTo>
                  <a:pt x="229100" y="341629"/>
                </a:moveTo>
                <a:lnTo>
                  <a:pt x="188874" y="341629"/>
                </a:lnTo>
                <a:lnTo>
                  <a:pt x="191896" y="332739"/>
                </a:lnTo>
                <a:lnTo>
                  <a:pt x="191617" y="334010"/>
                </a:lnTo>
                <a:lnTo>
                  <a:pt x="231159" y="334010"/>
                </a:lnTo>
                <a:lnTo>
                  <a:pt x="230822" y="335279"/>
                </a:lnTo>
                <a:lnTo>
                  <a:pt x="230581" y="336550"/>
                </a:lnTo>
                <a:lnTo>
                  <a:pt x="229100" y="341629"/>
                </a:lnTo>
                <a:close/>
              </a:path>
              <a:path w="237489" h="866139">
                <a:moveTo>
                  <a:pt x="226453" y="349250"/>
                </a:moveTo>
                <a:lnTo>
                  <a:pt x="185750" y="349250"/>
                </a:lnTo>
                <a:lnTo>
                  <a:pt x="189191" y="340360"/>
                </a:lnTo>
                <a:lnTo>
                  <a:pt x="188874" y="341629"/>
                </a:lnTo>
                <a:lnTo>
                  <a:pt x="229100" y="341629"/>
                </a:lnTo>
                <a:lnTo>
                  <a:pt x="227990" y="345439"/>
                </a:lnTo>
                <a:lnTo>
                  <a:pt x="227711" y="345439"/>
                </a:lnTo>
                <a:lnTo>
                  <a:pt x="226453" y="349250"/>
                </a:lnTo>
                <a:close/>
              </a:path>
              <a:path w="237489" h="866139">
                <a:moveTo>
                  <a:pt x="224358" y="355600"/>
                </a:moveTo>
                <a:lnTo>
                  <a:pt x="182270" y="355600"/>
                </a:lnTo>
                <a:lnTo>
                  <a:pt x="186131" y="347979"/>
                </a:lnTo>
                <a:lnTo>
                  <a:pt x="185750" y="349250"/>
                </a:lnTo>
                <a:lnTo>
                  <a:pt x="226453" y="349250"/>
                </a:lnTo>
                <a:lnTo>
                  <a:pt x="224358" y="355600"/>
                </a:lnTo>
                <a:close/>
              </a:path>
              <a:path w="237489" h="866139">
                <a:moveTo>
                  <a:pt x="221070" y="363220"/>
                </a:moveTo>
                <a:lnTo>
                  <a:pt x="178485" y="363220"/>
                </a:lnTo>
                <a:lnTo>
                  <a:pt x="182740" y="354329"/>
                </a:lnTo>
                <a:lnTo>
                  <a:pt x="182270" y="355600"/>
                </a:lnTo>
                <a:lnTo>
                  <a:pt x="224358" y="355600"/>
                </a:lnTo>
                <a:lnTo>
                  <a:pt x="221070" y="363220"/>
                </a:lnTo>
                <a:close/>
              </a:path>
              <a:path w="237489" h="866139">
                <a:moveTo>
                  <a:pt x="217948" y="369570"/>
                </a:moveTo>
                <a:lnTo>
                  <a:pt x="174421" y="369570"/>
                </a:lnTo>
                <a:lnTo>
                  <a:pt x="179057" y="361950"/>
                </a:lnTo>
                <a:lnTo>
                  <a:pt x="178485" y="363220"/>
                </a:lnTo>
                <a:lnTo>
                  <a:pt x="221070" y="363220"/>
                </a:lnTo>
                <a:lnTo>
                  <a:pt x="220522" y="364489"/>
                </a:lnTo>
                <a:lnTo>
                  <a:pt x="217948" y="369570"/>
                </a:lnTo>
                <a:close/>
              </a:path>
              <a:path w="237489" h="866139">
                <a:moveTo>
                  <a:pt x="211366" y="382270"/>
                </a:moveTo>
                <a:lnTo>
                  <a:pt x="163664" y="382270"/>
                </a:lnTo>
                <a:lnTo>
                  <a:pt x="166484" y="379729"/>
                </a:lnTo>
                <a:lnTo>
                  <a:pt x="165912" y="379729"/>
                </a:lnTo>
                <a:lnTo>
                  <a:pt x="168643" y="377189"/>
                </a:lnTo>
                <a:lnTo>
                  <a:pt x="168135" y="377189"/>
                </a:lnTo>
                <a:lnTo>
                  <a:pt x="170776" y="374650"/>
                </a:lnTo>
                <a:lnTo>
                  <a:pt x="170116" y="374650"/>
                </a:lnTo>
                <a:lnTo>
                  <a:pt x="175132" y="368300"/>
                </a:lnTo>
                <a:lnTo>
                  <a:pt x="174421" y="369570"/>
                </a:lnTo>
                <a:lnTo>
                  <a:pt x="217948" y="369570"/>
                </a:lnTo>
                <a:lnTo>
                  <a:pt x="216662" y="372110"/>
                </a:lnTo>
                <a:lnTo>
                  <a:pt x="216192" y="373379"/>
                </a:lnTo>
                <a:lnTo>
                  <a:pt x="211937" y="381000"/>
                </a:lnTo>
                <a:lnTo>
                  <a:pt x="211366" y="382270"/>
                </a:lnTo>
                <a:close/>
              </a:path>
              <a:path w="237489" h="866139">
                <a:moveTo>
                  <a:pt x="209816" y="384810"/>
                </a:moveTo>
                <a:lnTo>
                  <a:pt x="161417" y="384810"/>
                </a:lnTo>
                <a:lnTo>
                  <a:pt x="164325" y="381000"/>
                </a:lnTo>
                <a:lnTo>
                  <a:pt x="163664" y="382270"/>
                </a:lnTo>
                <a:lnTo>
                  <a:pt x="211366" y="382270"/>
                </a:lnTo>
                <a:lnTo>
                  <a:pt x="209816" y="384810"/>
                </a:lnTo>
                <a:close/>
              </a:path>
              <a:path w="237489" h="866139">
                <a:moveTo>
                  <a:pt x="206717" y="389889"/>
                </a:moveTo>
                <a:lnTo>
                  <a:pt x="152488" y="389889"/>
                </a:lnTo>
                <a:lnTo>
                  <a:pt x="156286" y="388620"/>
                </a:lnTo>
                <a:lnTo>
                  <a:pt x="154838" y="388620"/>
                </a:lnTo>
                <a:lnTo>
                  <a:pt x="158191" y="387350"/>
                </a:lnTo>
                <a:lnTo>
                  <a:pt x="156933" y="387350"/>
                </a:lnTo>
                <a:lnTo>
                  <a:pt x="159994" y="386079"/>
                </a:lnTo>
                <a:lnTo>
                  <a:pt x="159169" y="386079"/>
                </a:lnTo>
                <a:lnTo>
                  <a:pt x="162153" y="383539"/>
                </a:lnTo>
                <a:lnTo>
                  <a:pt x="161417" y="384810"/>
                </a:lnTo>
                <a:lnTo>
                  <a:pt x="209816" y="384810"/>
                </a:lnTo>
                <a:lnTo>
                  <a:pt x="206717" y="389889"/>
                </a:lnTo>
                <a:close/>
              </a:path>
              <a:path w="237489" h="866139">
                <a:moveTo>
                  <a:pt x="191058" y="408939"/>
                </a:moveTo>
                <a:lnTo>
                  <a:pt x="18262" y="408939"/>
                </a:lnTo>
                <a:lnTo>
                  <a:pt x="20421" y="407670"/>
                </a:lnTo>
                <a:lnTo>
                  <a:pt x="21678" y="407670"/>
                </a:lnTo>
                <a:lnTo>
                  <a:pt x="28333" y="406400"/>
                </a:lnTo>
                <a:lnTo>
                  <a:pt x="36449" y="406400"/>
                </a:lnTo>
                <a:lnTo>
                  <a:pt x="56286" y="405129"/>
                </a:lnTo>
                <a:lnTo>
                  <a:pt x="79933" y="403860"/>
                </a:lnTo>
                <a:lnTo>
                  <a:pt x="79603" y="403860"/>
                </a:lnTo>
                <a:lnTo>
                  <a:pt x="92189" y="402589"/>
                </a:lnTo>
                <a:lnTo>
                  <a:pt x="91820" y="402589"/>
                </a:lnTo>
                <a:lnTo>
                  <a:pt x="104520" y="401320"/>
                </a:lnTo>
                <a:lnTo>
                  <a:pt x="104013" y="401320"/>
                </a:lnTo>
                <a:lnTo>
                  <a:pt x="116509" y="398779"/>
                </a:lnTo>
                <a:lnTo>
                  <a:pt x="115849" y="398779"/>
                </a:lnTo>
                <a:lnTo>
                  <a:pt x="127850" y="397510"/>
                </a:lnTo>
                <a:lnTo>
                  <a:pt x="127215" y="397510"/>
                </a:lnTo>
                <a:lnTo>
                  <a:pt x="132943" y="396239"/>
                </a:lnTo>
                <a:lnTo>
                  <a:pt x="132422" y="396239"/>
                </a:lnTo>
                <a:lnTo>
                  <a:pt x="137921" y="394970"/>
                </a:lnTo>
                <a:lnTo>
                  <a:pt x="137312" y="394970"/>
                </a:lnTo>
                <a:lnTo>
                  <a:pt x="142544" y="393700"/>
                </a:lnTo>
                <a:lnTo>
                  <a:pt x="141833" y="393700"/>
                </a:lnTo>
                <a:lnTo>
                  <a:pt x="146761" y="392429"/>
                </a:lnTo>
                <a:lnTo>
                  <a:pt x="145910" y="392429"/>
                </a:lnTo>
                <a:lnTo>
                  <a:pt x="150494" y="391160"/>
                </a:lnTo>
                <a:lnTo>
                  <a:pt x="149479" y="391160"/>
                </a:lnTo>
                <a:lnTo>
                  <a:pt x="153695" y="389889"/>
                </a:lnTo>
                <a:lnTo>
                  <a:pt x="206006" y="389889"/>
                </a:lnTo>
                <a:lnTo>
                  <a:pt x="200990" y="397510"/>
                </a:lnTo>
                <a:lnTo>
                  <a:pt x="200329" y="398779"/>
                </a:lnTo>
                <a:lnTo>
                  <a:pt x="197688" y="401320"/>
                </a:lnTo>
                <a:lnTo>
                  <a:pt x="194449" y="405129"/>
                </a:lnTo>
                <a:lnTo>
                  <a:pt x="193878" y="406400"/>
                </a:lnTo>
                <a:lnTo>
                  <a:pt x="191058" y="408939"/>
                </a:lnTo>
                <a:close/>
              </a:path>
              <a:path w="237489" h="866139">
                <a:moveTo>
                  <a:pt x="35687" y="419100"/>
                </a:moveTo>
                <a:lnTo>
                  <a:pt x="2933" y="419100"/>
                </a:lnTo>
                <a:lnTo>
                  <a:pt x="4432" y="416560"/>
                </a:lnTo>
                <a:lnTo>
                  <a:pt x="6210" y="414020"/>
                </a:lnTo>
                <a:lnTo>
                  <a:pt x="8255" y="412750"/>
                </a:lnTo>
                <a:lnTo>
                  <a:pt x="10502" y="411479"/>
                </a:lnTo>
                <a:lnTo>
                  <a:pt x="11480" y="410210"/>
                </a:lnTo>
                <a:lnTo>
                  <a:pt x="13195" y="410210"/>
                </a:lnTo>
                <a:lnTo>
                  <a:pt x="14973" y="408939"/>
                </a:lnTo>
                <a:lnTo>
                  <a:pt x="190411" y="408939"/>
                </a:lnTo>
                <a:lnTo>
                  <a:pt x="187502" y="411479"/>
                </a:lnTo>
                <a:lnTo>
                  <a:pt x="24765" y="411479"/>
                </a:lnTo>
                <a:lnTo>
                  <a:pt x="28473" y="412750"/>
                </a:lnTo>
                <a:lnTo>
                  <a:pt x="28860" y="412750"/>
                </a:lnTo>
                <a:lnTo>
                  <a:pt x="35687" y="419100"/>
                </a:lnTo>
                <a:close/>
              </a:path>
              <a:path w="237489" h="866139">
                <a:moveTo>
                  <a:pt x="28473" y="412750"/>
                </a:moveTo>
                <a:lnTo>
                  <a:pt x="24765" y="411479"/>
                </a:lnTo>
                <a:lnTo>
                  <a:pt x="27495" y="411479"/>
                </a:lnTo>
                <a:lnTo>
                  <a:pt x="28473" y="412750"/>
                </a:lnTo>
                <a:close/>
              </a:path>
              <a:path w="237489" h="866139">
                <a:moveTo>
                  <a:pt x="28860" y="412750"/>
                </a:moveTo>
                <a:lnTo>
                  <a:pt x="28473" y="412750"/>
                </a:lnTo>
                <a:lnTo>
                  <a:pt x="27495" y="411479"/>
                </a:lnTo>
                <a:lnTo>
                  <a:pt x="28860" y="412750"/>
                </a:lnTo>
                <a:close/>
              </a:path>
              <a:path w="237489" h="866139">
                <a:moveTo>
                  <a:pt x="161417" y="419100"/>
                </a:moveTo>
                <a:lnTo>
                  <a:pt x="35687" y="419100"/>
                </a:lnTo>
                <a:lnTo>
                  <a:pt x="27495" y="411479"/>
                </a:lnTo>
                <a:lnTo>
                  <a:pt x="81305" y="411479"/>
                </a:lnTo>
                <a:lnTo>
                  <a:pt x="94411" y="412750"/>
                </a:lnTo>
                <a:lnTo>
                  <a:pt x="120548" y="412750"/>
                </a:lnTo>
                <a:lnTo>
                  <a:pt x="133311" y="414020"/>
                </a:lnTo>
                <a:lnTo>
                  <a:pt x="144538" y="415289"/>
                </a:lnTo>
                <a:lnTo>
                  <a:pt x="150520" y="416560"/>
                </a:lnTo>
                <a:lnTo>
                  <a:pt x="161417" y="419100"/>
                </a:lnTo>
                <a:close/>
              </a:path>
              <a:path w="237489" h="866139">
                <a:moveTo>
                  <a:pt x="172501" y="422522"/>
                </a:moveTo>
                <a:lnTo>
                  <a:pt x="171513" y="421639"/>
                </a:lnTo>
                <a:lnTo>
                  <a:pt x="167716" y="420370"/>
                </a:lnTo>
                <a:lnTo>
                  <a:pt x="166560" y="420370"/>
                </a:lnTo>
                <a:lnTo>
                  <a:pt x="162356" y="419100"/>
                </a:lnTo>
                <a:lnTo>
                  <a:pt x="161417" y="419100"/>
                </a:lnTo>
                <a:lnTo>
                  <a:pt x="150520" y="416560"/>
                </a:lnTo>
                <a:lnTo>
                  <a:pt x="144538" y="415289"/>
                </a:lnTo>
                <a:lnTo>
                  <a:pt x="133311" y="414020"/>
                </a:lnTo>
                <a:lnTo>
                  <a:pt x="120548" y="412750"/>
                </a:lnTo>
                <a:lnTo>
                  <a:pt x="94411" y="412750"/>
                </a:lnTo>
                <a:lnTo>
                  <a:pt x="81305" y="411479"/>
                </a:lnTo>
                <a:lnTo>
                  <a:pt x="187502" y="411479"/>
                </a:lnTo>
                <a:lnTo>
                  <a:pt x="186766" y="412750"/>
                </a:lnTo>
                <a:lnTo>
                  <a:pt x="183769" y="415289"/>
                </a:lnTo>
                <a:lnTo>
                  <a:pt x="182943" y="415289"/>
                </a:lnTo>
                <a:lnTo>
                  <a:pt x="179870" y="417829"/>
                </a:lnTo>
                <a:lnTo>
                  <a:pt x="178600" y="419100"/>
                </a:lnTo>
                <a:lnTo>
                  <a:pt x="175259" y="421639"/>
                </a:lnTo>
                <a:lnTo>
                  <a:pt x="173824" y="421639"/>
                </a:lnTo>
                <a:lnTo>
                  <a:pt x="172501" y="422522"/>
                </a:lnTo>
                <a:close/>
              </a:path>
              <a:path w="237489" h="866139">
                <a:moveTo>
                  <a:pt x="209537" y="453389"/>
                </a:moveTo>
                <a:lnTo>
                  <a:pt x="140042" y="453389"/>
                </a:lnTo>
                <a:lnTo>
                  <a:pt x="128816" y="452120"/>
                </a:lnTo>
                <a:lnTo>
                  <a:pt x="129565" y="452120"/>
                </a:lnTo>
                <a:lnTo>
                  <a:pt x="117563" y="450850"/>
                </a:lnTo>
                <a:lnTo>
                  <a:pt x="93611" y="450850"/>
                </a:lnTo>
                <a:lnTo>
                  <a:pt x="81013" y="449579"/>
                </a:lnTo>
                <a:lnTo>
                  <a:pt x="21475" y="449579"/>
                </a:lnTo>
                <a:lnTo>
                  <a:pt x="19316" y="448310"/>
                </a:lnTo>
                <a:lnTo>
                  <a:pt x="15951" y="448310"/>
                </a:lnTo>
                <a:lnTo>
                  <a:pt x="14071" y="447039"/>
                </a:lnTo>
                <a:lnTo>
                  <a:pt x="11264" y="447039"/>
                </a:lnTo>
                <a:lnTo>
                  <a:pt x="8839" y="444500"/>
                </a:lnTo>
                <a:lnTo>
                  <a:pt x="6629" y="443229"/>
                </a:lnTo>
                <a:lnTo>
                  <a:pt x="4699" y="441960"/>
                </a:lnTo>
                <a:lnTo>
                  <a:pt x="3086" y="439420"/>
                </a:lnTo>
                <a:lnTo>
                  <a:pt x="2743" y="438150"/>
                </a:lnTo>
                <a:lnTo>
                  <a:pt x="1257" y="435610"/>
                </a:lnTo>
                <a:lnTo>
                  <a:pt x="330" y="431800"/>
                </a:lnTo>
                <a:lnTo>
                  <a:pt x="165" y="430529"/>
                </a:lnTo>
                <a:lnTo>
                  <a:pt x="93" y="427989"/>
                </a:lnTo>
                <a:lnTo>
                  <a:pt x="279" y="425450"/>
                </a:lnTo>
                <a:lnTo>
                  <a:pt x="1155" y="421639"/>
                </a:lnTo>
                <a:lnTo>
                  <a:pt x="2603" y="419100"/>
                </a:lnTo>
                <a:lnTo>
                  <a:pt x="35344" y="419100"/>
                </a:lnTo>
                <a:lnTo>
                  <a:pt x="35496" y="438150"/>
                </a:lnTo>
                <a:lnTo>
                  <a:pt x="35826" y="438150"/>
                </a:lnTo>
                <a:lnTo>
                  <a:pt x="28270" y="444500"/>
                </a:lnTo>
                <a:lnTo>
                  <a:pt x="29248" y="444500"/>
                </a:lnTo>
                <a:lnTo>
                  <a:pt x="25742" y="445770"/>
                </a:lnTo>
                <a:lnTo>
                  <a:pt x="204089" y="445770"/>
                </a:lnTo>
                <a:lnTo>
                  <a:pt x="205066" y="447039"/>
                </a:lnTo>
                <a:lnTo>
                  <a:pt x="209537" y="453389"/>
                </a:lnTo>
                <a:close/>
              </a:path>
              <a:path w="237489" h="866139">
                <a:moveTo>
                  <a:pt x="38989" y="444500"/>
                </a:moveTo>
                <a:lnTo>
                  <a:pt x="28270" y="444500"/>
                </a:lnTo>
                <a:lnTo>
                  <a:pt x="35826" y="438150"/>
                </a:lnTo>
                <a:lnTo>
                  <a:pt x="35496" y="438150"/>
                </a:lnTo>
                <a:lnTo>
                  <a:pt x="35344" y="419100"/>
                </a:lnTo>
                <a:lnTo>
                  <a:pt x="162356" y="419100"/>
                </a:lnTo>
                <a:lnTo>
                  <a:pt x="166560" y="420370"/>
                </a:lnTo>
                <a:lnTo>
                  <a:pt x="167716" y="420370"/>
                </a:lnTo>
                <a:lnTo>
                  <a:pt x="171513" y="421639"/>
                </a:lnTo>
                <a:lnTo>
                  <a:pt x="172501" y="422522"/>
                </a:lnTo>
                <a:lnTo>
                  <a:pt x="170014" y="424179"/>
                </a:lnTo>
                <a:lnTo>
                  <a:pt x="168808" y="424179"/>
                </a:lnTo>
                <a:lnTo>
                  <a:pt x="164604" y="426720"/>
                </a:lnTo>
                <a:lnTo>
                  <a:pt x="163588" y="426720"/>
                </a:lnTo>
                <a:lnTo>
                  <a:pt x="159004" y="427989"/>
                </a:lnTo>
                <a:lnTo>
                  <a:pt x="158153" y="429260"/>
                </a:lnTo>
                <a:lnTo>
                  <a:pt x="146659" y="431800"/>
                </a:lnTo>
                <a:lnTo>
                  <a:pt x="140639" y="433070"/>
                </a:lnTo>
                <a:lnTo>
                  <a:pt x="134912" y="434339"/>
                </a:lnTo>
                <a:lnTo>
                  <a:pt x="122262" y="436879"/>
                </a:lnTo>
                <a:lnTo>
                  <a:pt x="108597" y="438150"/>
                </a:lnTo>
                <a:lnTo>
                  <a:pt x="95910" y="440689"/>
                </a:lnTo>
                <a:lnTo>
                  <a:pt x="82626" y="440689"/>
                </a:lnTo>
                <a:lnTo>
                  <a:pt x="58826" y="443229"/>
                </a:lnTo>
                <a:lnTo>
                  <a:pt x="38989" y="444500"/>
                </a:lnTo>
                <a:close/>
              </a:path>
              <a:path w="237489" h="866139">
                <a:moveTo>
                  <a:pt x="180670" y="426720"/>
                </a:moveTo>
                <a:lnTo>
                  <a:pt x="164604" y="426720"/>
                </a:lnTo>
                <a:lnTo>
                  <a:pt x="168808" y="424179"/>
                </a:lnTo>
                <a:lnTo>
                  <a:pt x="170014" y="424179"/>
                </a:lnTo>
                <a:lnTo>
                  <a:pt x="172501" y="422522"/>
                </a:lnTo>
                <a:lnTo>
                  <a:pt x="172935" y="422910"/>
                </a:lnTo>
                <a:lnTo>
                  <a:pt x="176288" y="424179"/>
                </a:lnTo>
                <a:lnTo>
                  <a:pt x="177596" y="425450"/>
                </a:lnTo>
                <a:lnTo>
                  <a:pt x="180670" y="426720"/>
                </a:lnTo>
                <a:close/>
              </a:path>
              <a:path w="237489" h="866139">
                <a:moveTo>
                  <a:pt x="204089" y="445770"/>
                </a:moveTo>
                <a:lnTo>
                  <a:pt x="26530" y="445770"/>
                </a:lnTo>
                <a:lnTo>
                  <a:pt x="32410" y="444500"/>
                </a:lnTo>
                <a:lnTo>
                  <a:pt x="38989" y="444500"/>
                </a:lnTo>
                <a:lnTo>
                  <a:pt x="58826" y="443229"/>
                </a:lnTo>
                <a:lnTo>
                  <a:pt x="82626" y="440689"/>
                </a:lnTo>
                <a:lnTo>
                  <a:pt x="95910" y="440689"/>
                </a:lnTo>
                <a:lnTo>
                  <a:pt x="108597" y="438150"/>
                </a:lnTo>
                <a:lnTo>
                  <a:pt x="122262" y="436879"/>
                </a:lnTo>
                <a:lnTo>
                  <a:pt x="134912" y="434339"/>
                </a:lnTo>
                <a:lnTo>
                  <a:pt x="140639" y="433070"/>
                </a:lnTo>
                <a:lnTo>
                  <a:pt x="146659" y="431800"/>
                </a:lnTo>
                <a:lnTo>
                  <a:pt x="158153" y="429260"/>
                </a:lnTo>
                <a:lnTo>
                  <a:pt x="159004" y="427989"/>
                </a:lnTo>
                <a:lnTo>
                  <a:pt x="163588" y="426720"/>
                </a:lnTo>
                <a:lnTo>
                  <a:pt x="181571" y="426720"/>
                </a:lnTo>
                <a:lnTo>
                  <a:pt x="184531" y="429260"/>
                </a:lnTo>
                <a:lnTo>
                  <a:pt x="185369" y="429260"/>
                </a:lnTo>
                <a:lnTo>
                  <a:pt x="188239" y="431800"/>
                </a:lnTo>
                <a:lnTo>
                  <a:pt x="191782" y="434339"/>
                </a:lnTo>
                <a:lnTo>
                  <a:pt x="192811" y="435610"/>
                </a:lnTo>
                <a:lnTo>
                  <a:pt x="198056" y="439420"/>
                </a:lnTo>
                <a:lnTo>
                  <a:pt x="199237" y="440689"/>
                </a:lnTo>
                <a:lnTo>
                  <a:pt x="204089" y="445770"/>
                </a:lnTo>
                <a:close/>
              </a:path>
              <a:path w="237489" h="866139">
                <a:moveTo>
                  <a:pt x="26530" y="445770"/>
                </a:moveTo>
                <a:lnTo>
                  <a:pt x="25742" y="445770"/>
                </a:lnTo>
                <a:lnTo>
                  <a:pt x="29248" y="444500"/>
                </a:lnTo>
                <a:lnTo>
                  <a:pt x="32410" y="444500"/>
                </a:lnTo>
                <a:lnTo>
                  <a:pt x="26530" y="445770"/>
                </a:lnTo>
                <a:close/>
              </a:path>
              <a:path w="237489" h="866139">
                <a:moveTo>
                  <a:pt x="158597" y="458470"/>
                </a:moveTo>
                <a:lnTo>
                  <a:pt x="154787" y="455929"/>
                </a:lnTo>
                <a:lnTo>
                  <a:pt x="152654" y="455929"/>
                </a:lnTo>
                <a:lnTo>
                  <a:pt x="148069" y="454660"/>
                </a:lnTo>
                <a:lnTo>
                  <a:pt x="144526" y="454660"/>
                </a:lnTo>
                <a:lnTo>
                  <a:pt x="139293" y="453389"/>
                </a:lnTo>
                <a:lnTo>
                  <a:pt x="210337" y="453389"/>
                </a:lnTo>
                <a:lnTo>
                  <a:pt x="212791" y="457200"/>
                </a:lnTo>
                <a:lnTo>
                  <a:pt x="157162" y="457200"/>
                </a:lnTo>
                <a:lnTo>
                  <a:pt x="158597" y="458470"/>
                </a:lnTo>
                <a:close/>
              </a:path>
              <a:path w="237489" h="866139">
                <a:moveTo>
                  <a:pt x="155943" y="457200"/>
                </a:moveTo>
                <a:lnTo>
                  <a:pt x="151726" y="455929"/>
                </a:lnTo>
                <a:lnTo>
                  <a:pt x="154787" y="455929"/>
                </a:lnTo>
                <a:lnTo>
                  <a:pt x="155943" y="457200"/>
                </a:lnTo>
                <a:close/>
              </a:path>
              <a:path w="237489" h="866139">
                <a:moveTo>
                  <a:pt x="168363" y="464820"/>
                </a:moveTo>
                <a:lnTo>
                  <a:pt x="165582" y="462279"/>
                </a:lnTo>
                <a:lnTo>
                  <a:pt x="166357" y="462279"/>
                </a:lnTo>
                <a:lnTo>
                  <a:pt x="163487" y="461010"/>
                </a:lnTo>
                <a:lnTo>
                  <a:pt x="164325" y="461010"/>
                </a:lnTo>
                <a:lnTo>
                  <a:pt x="161353" y="459739"/>
                </a:lnTo>
                <a:lnTo>
                  <a:pt x="162255" y="459739"/>
                </a:lnTo>
                <a:lnTo>
                  <a:pt x="159194" y="458470"/>
                </a:lnTo>
                <a:lnTo>
                  <a:pt x="160515" y="458470"/>
                </a:lnTo>
                <a:lnTo>
                  <a:pt x="157162" y="457200"/>
                </a:lnTo>
                <a:lnTo>
                  <a:pt x="212791" y="457200"/>
                </a:lnTo>
                <a:lnTo>
                  <a:pt x="214426" y="459739"/>
                </a:lnTo>
                <a:lnTo>
                  <a:pt x="215087" y="461010"/>
                </a:lnTo>
                <a:lnTo>
                  <a:pt x="216565" y="463550"/>
                </a:lnTo>
                <a:lnTo>
                  <a:pt x="167322" y="463550"/>
                </a:lnTo>
                <a:lnTo>
                  <a:pt x="168363" y="464820"/>
                </a:lnTo>
                <a:close/>
              </a:path>
              <a:path w="237489" h="866139">
                <a:moveTo>
                  <a:pt x="172580" y="468629"/>
                </a:moveTo>
                <a:lnTo>
                  <a:pt x="167322" y="463550"/>
                </a:lnTo>
                <a:lnTo>
                  <a:pt x="216565" y="463550"/>
                </a:lnTo>
                <a:lnTo>
                  <a:pt x="218782" y="467360"/>
                </a:lnTo>
                <a:lnTo>
                  <a:pt x="171399" y="467360"/>
                </a:lnTo>
                <a:lnTo>
                  <a:pt x="172580" y="468629"/>
                </a:lnTo>
                <a:close/>
              </a:path>
              <a:path w="237489" h="866139">
                <a:moveTo>
                  <a:pt x="176263" y="472439"/>
                </a:moveTo>
                <a:lnTo>
                  <a:pt x="171399" y="467360"/>
                </a:lnTo>
                <a:lnTo>
                  <a:pt x="218782" y="467360"/>
                </a:lnTo>
                <a:lnTo>
                  <a:pt x="219329" y="468629"/>
                </a:lnTo>
                <a:lnTo>
                  <a:pt x="220649" y="471170"/>
                </a:lnTo>
                <a:lnTo>
                  <a:pt x="175298" y="471170"/>
                </a:lnTo>
                <a:lnTo>
                  <a:pt x="176263" y="472439"/>
                </a:lnTo>
                <a:close/>
              </a:path>
              <a:path w="237489" h="866139">
                <a:moveTo>
                  <a:pt x="179768" y="476250"/>
                </a:moveTo>
                <a:lnTo>
                  <a:pt x="175298" y="471170"/>
                </a:lnTo>
                <a:lnTo>
                  <a:pt x="220649" y="471170"/>
                </a:lnTo>
                <a:lnTo>
                  <a:pt x="222631" y="474979"/>
                </a:lnTo>
                <a:lnTo>
                  <a:pt x="178968" y="474979"/>
                </a:lnTo>
                <a:lnTo>
                  <a:pt x="179768" y="476250"/>
                </a:lnTo>
                <a:close/>
              </a:path>
              <a:path w="237489" h="866139">
                <a:moveTo>
                  <a:pt x="183045" y="481329"/>
                </a:moveTo>
                <a:lnTo>
                  <a:pt x="178968" y="474979"/>
                </a:lnTo>
                <a:lnTo>
                  <a:pt x="223100" y="474979"/>
                </a:lnTo>
                <a:lnTo>
                  <a:pt x="225427" y="480060"/>
                </a:lnTo>
                <a:lnTo>
                  <a:pt x="182384" y="480060"/>
                </a:lnTo>
                <a:lnTo>
                  <a:pt x="183045" y="481329"/>
                </a:lnTo>
                <a:close/>
              </a:path>
              <a:path w="237489" h="866139">
                <a:moveTo>
                  <a:pt x="186080" y="486410"/>
                </a:moveTo>
                <a:lnTo>
                  <a:pt x="182384" y="480060"/>
                </a:lnTo>
                <a:lnTo>
                  <a:pt x="225427" y="480060"/>
                </a:lnTo>
                <a:lnTo>
                  <a:pt x="226009" y="481329"/>
                </a:lnTo>
                <a:lnTo>
                  <a:pt x="226402" y="482600"/>
                </a:lnTo>
                <a:lnTo>
                  <a:pt x="227413" y="485139"/>
                </a:lnTo>
                <a:lnTo>
                  <a:pt x="185534" y="485139"/>
                </a:lnTo>
                <a:lnTo>
                  <a:pt x="186080" y="486410"/>
                </a:lnTo>
                <a:close/>
              </a:path>
              <a:path w="237489" h="866139">
                <a:moveTo>
                  <a:pt x="191300" y="497839"/>
                </a:moveTo>
                <a:lnTo>
                  <a:pt x="188379" y="491489"/>
                </a:lnTo>
                <a:lnTo>
                  <a:pt x="188836" y="491489"/>
                </a:lnTo>
                <a:lnTo>
                  <a:pt x="185534" y="485139"/>
                </a:lnTo>
                <a:lnTo>
                  <a:pt x="227413" y="485139"/>
                </a:lnTo>
                <a:lnTo>
                  <a:pt x="228930" y="488950"/>
                </a:lnTo>
                <a:lnTo>
                  <a:pt x="229260" y="490220"/>
                </a:lnTo>
                <a:lnTo>
                  <a:pt x="231394" y="496570"/>
                </a:lnTo>
                <a:lnTo>
                  <a:pt x="190906" y="496570"/>
                </a:lnTo>
                <a:lnTo>
                  <a:pt x="191300" y="497839"/>
                </a:lnTo>
                <a:close/>
              </a:path>
              <a:path w="237489" h="866139">
                <a:moveTo>
                  <a:pt x="193433" y="502920"/>
                </a:moveTo>
                <a:lnTo>
                  <a:pt x="190906" y="496570"/>
                </a:lnTo>
                <a:lnTo>
                  <a:pt x="231394" y="496570"/>
                </a:lnTo>
                <a:lnTo>
                  <a:pt x="231673" y="497839"/>
                </a:lnTo>
                <a:lnTo>
                  <a:pt x="232724" y="501650"/>
                </a:lnTo>
                <a:lnTo>
                  <a:pt x="193103" y="501650"/>
                </a:lnTo>
                <a:lnTo>
                  <a:pt x="193433" y="502920"/>
                </a:lnTo>
                <a:close/>
              </a:path>
              <a:path w="237489" h="866139">
                <a:moveTo>
                  <a:pt x="236194" y="518160"/>
                </a:moveTo>
                <a:lnTo>
                  <a:pt x="197568" y="518160"/>
                </a:lnTo>
                <a:lnTo>
                  <a:pt x="196481" y="513079"/>
                </a:lnTo>
                <a:lnTo>
                  <a:pt x="194970" y="508000"/>
                </a:lnTo>
                <a:lnTo>
                  <a:pt x="195249" y="508000"/>
                </a:lnTo>
                <a:lnTo>
                  <a:pt x="193103" y="501650"/>
                </a:lnTo>
                <a:lnTo>
                  <a:pt x="232724" y="501650"/>
                </a:lnTo>
                <a:lnTo>
                  <a:pt x="233426" y="504189"/>
                </a:lnTo>
                <a:lnTo>
                  <a:pt x="233667" y="504189"/>
                </a:lnTo>
                <a:lnTo>
                  <a:pt x="235026" y="510539"/>
                </a:lnTo>
                <a:lnTo>
                  <a:pt x="236194" y="518160"/>
                </a:lnTo>
                <a:close/>
              </a:path>
              <a:path w="237489" h="866139">
                <a:moveTo>
                  <a:pt x="196723" y="514350"/>
                </a:moveTo>
                <a:lnTo>
                  <a:pt x="196372" y="513079"/>
                </a:lnTo>
                <a:lnTo>
                  <a:pt x="196723" y="514350"/>
                </a:lnTo>
                <a:close/>
              </a:path>
              <a:path w="237489" h="866139">
                <a:moveTo>
                  <a:pt x="197813" y="519302"/>
                </a:moveTo>
                <a:lnTo>
                  <a:pt x="197568" y="518160"/>
                </a:lnTo>
                <a:lnTo>
                  <a:pt x="197813" y="519302"/>
                </a:lnTo>
                <a:close/>
              </a:path>
              <a:path w="237489" h="866139">
                <a:moveTo>
                  <a:pt x="236463" y="519429"/>
                </a:moveTo>
                <a:lnTo>
                  <a:pt x="197840" y="519429"/>
                </a:lnTo>
                <a:lnTo>
                  <a:pt x="197637" y="518160"/>
                </a:lnTo>
                <a:lnTo>
                  <a:pt x="236346" y="518160"/>
                </a:lnTo>
                <a:lnTo>
                  <a:pt x="236463" y="519429"/>
                </a:lnTo>
                <a:close/>
              </a:path>
              <a:path w="237489" h="866139">
                <a:moveTo>
                  <a:pt x="236931" y="524510"/>
                </a:moveTo>
                <a:lnTo>
                  <a:pt x="198615" y="524510"/>
                </a:lnTo>
                <a:lnTo>
                  <a:pt x="198462" y="523239"/>
                </a:lnTo>
                <a:lnTo>
                  <a:pt x="197813" y="519302"/>
                </a:lnTo>
                <a:lnTo>
                  <a:pt x="197840" y="519429"/>
                </a:lnTo>
                <a:lnTo>
                  <a:pt x="236463" y="519429"/>
                </a:lnTo>
                <a:lnTo>
                  <a:pt x="236931" y="524510"/>
                </a:lnTo>
                <a:close/>
              </a:path>
              <a:path w="237489" h="866139">
                <a:moveTo>
                  <a:pt x="198590" y="524347"/>
                </a:moveTo>
                <a:lnTo>
                  <a:pt x="198419" y="523239"/>
                </a:lnTo>
                <a:lnTo>
                  <a:pt x="198590" y="524347"/>
                </a:lnTo>
                <a:close/>
              </a:path>
              <a:path w="237489" h="866139">
                <a:moveTo>
                  <a:pt x="237121" y="528320"/>
                </a:moveTo>
                <a:lnTo>
                  <a:pt x="199047" y="528320"/>
                </a:lnTo>
                <a:lnTo>
                  <a:pt x="198958" y="527050"/>
                </a:lnTo>
                <a:lnTo>
                  <a:pt x="198590" y="524347"/>
                </a:lnTo>
                <a:lnTo>
                  <a:pt x="198615" y="524510"/>
                </a:lnTo>
                <a:lnTo>
                  <a:pt x="236931" y="524510"/>
                </a:lnTo>
                <a:lnTo>
                  <a:pt x="237020" y="525779"/>
                </a:lnTo>
                <a:lnTo>
                  <a:pt x="237121" y="528320"/>
                </a:lnTo>
                <a:close/>
              </a:path>
              <a:path w="237489" h="866139">
                <a:moveTo>
                  <a:pt x="198985" y="527787"/>
                </a:moveTo>
                <a:lnTo>
                  <a:pt x="198901" y="527050"/>
                </a:lnTo>
                <a:lnTo>
                  <a:pt x="198985" y="527787"/>
                </a:lnTo>
                <a:close/>
              </a:path>
              <a:path w="237489" h="866139">
                <a:moveTo>
                  <a:pt x="237223" y="532129"/>
                </a:moveTo>
                <a:lnTo>
                  <a:pt x="199148" y="532129"/>
                </a:lnTo>
                <a:lnTo>
                  <a:pt x="199148" y="530860"/>
                </a:lnTo>
                <a:lnTo>
                  <a:pt x="198985" y="527787"/>
                </a:lnTo>
                <a:lnTo>
                  <a:pt x="199047" y="528320"/>
                </a:lnTo>
                <a:lnTo>
                  <a:pt x="237121" y="528320"/>
                </a:lnTo>
                <a:lnTo>
                  <a:pt x="237223" y="532129"/>
                </a:lnTo>
                <a:close/>
              </a:path>
              <a:path w="237489" h="866139">
                <a:moveTo>
                  <a:pt x="199121" y="531404"/>
                </a:moveTo>
                <a:lnTo>
                  <a:pt x="199101" y="530860"/>
                </a:lnTo>
                <a:lnTo>
                  <a:pt x="199121" y="531404"/>
                </a:lnTo>
                <a:close/>
              </a:path>
              <a:path w="237489" h="866139">
                <a:moveTo>
                  <a:pt x="237121" y="534670"/>
                </a:moveTo>
                <a:lnTo>
                  <a:pt x="198958" y="534670"/>
                </a:lnTo>
                <a:lnTo>
                  <a:pt x="199085" y="533400"/>
                </a:lnTo>
                <a:lnTo>
                  <a:pt x="199121" y="531404"/>
                </a:lnTo>
                <a:lnTo>
                  <a:pt x="199148" y="532129"/>
                </a:lnTo>
                <a:lnTo>
                  <a:pt x="237223" y="532129"/>
                </a:lnTo>
                <a:lnTo>
                  <a:pt x="237121" y="534670"/>
                </a:lnTo>
                <a:close/>
              </a:path>
              <a:path w="237489" h="866139">
                <a:moveTo>
                  <a:pt x="198972" y="534376"/>
                </a:moveTo>
                <a:lnTo>
                  <a:pt x="199021" y="533400"/>
                </a:lnTo>
                <a:lnTo>
                  <a:pt x="198972" y="534376"/>
                </a:lnTo>
                <a:close/>
              </a:path>
              <a:path w="237489" h="866139">
                <a:moveTo>
                  <a:pt x="236893" y="538479"/>
                </a:moveTo>
                <a:lnTo>
                  <a:pt x="198501" y="538479"/>
                </a:lnTo>
                <a:lnTo>
                  <a:pt x="198780" y="537210"/>
                </a:lnTo>
                <a:lnTo>
                  <a:pt x="198647" y="537210"/>
                </a:lnTo>
                <a:lnTo>
                  <a:pt x="198972" y="534376"/>
                </a:lnTo>
                <a:lnTo>
                  <a:pt x="198958" y="534670"/>
                </a:lnTo>
                <a:lnTo>
                  <a:pt x="237121" y="534670"/>
                </a:lnTo>
                <a:lnTo>
                  <a:pt x="237020" y="537210"/>
                </a:lnTo>
                <a:lnTo>
                  <a:pt x="198780" y="537210"/>
                </a:lnTo>
                <a:lnTo>
                  <a:pt x="198538" y="538151"/>
                </a:lnTo>
                <a:lnTo>
                  <a:pt x="236925" y="538151"/>
                </a:lnTo>
                <a:lnTo>
                  <a:pt x="236893" y="538479"/>
                </a:lnTo>
                <a:close/>
              </a:path>
              <a:path w="237489" h="866139">
                <a:moveTo>
                  <a:pt x="198501" y="538479"/>
                </a:moveTo>
                <a:lnTo>
                  <a:pt x="198538" y="538151"/>
                </a:lnTo>
                <a:lnTo>
                  <a:pt x="198780" y="537210"/>
                </a:lnTo>
                <a:lnTo>
                  <a:pt x="198501" y="538479"/>
                </a:lnTo>
                <a:close/>
              </a:path>
              <a:path w="237489" h="866139">
                <a:moveTo>
                  <a:pt x="236600" y="541020"/>
                </a:moveTo>
                <a:lnTo>
                  <a:pt x="197802" y="541020"/>
                </a:lnTo>
                <a:lnTo>
                  <a:pt x="198208" y="539750"/>
                </a:lnTo>
                <a:lnTo>
                  <a:pt x="198538" y="538151"/>
                </a:lnTo>
                <a:lnTo>
                  <a:pt x="198501" y="538479"/>
                </a:lnTo>
                <a:lnTo>
                  <a:pt x="236893" y="538479"/>
                </a:lnTo>
                <a:lnTo>
                  <a:pt x="236600" y="541020"/>
                </a:lnTo>
                <a:close/>
              </a:path>
              <a:path w="237489" h="866139">
                <a:moveTo>
                  <a:pt x="197922" y="540554"/>
                </a:moveTo>
                <a:lnTo>
                  <a:pt x="198128" y="539750"/>
                </a:lnTo>
                <a:lnTo>
                  <a:pt x="197922" y="540554"/>
                </a:lnTo>
                <a:close/>
              </a:path>
              <a:path w="237489" h="866139">
                <a:moveTo>
                  <a:pt x="197802" y="541020"/>
                </a:moveTo>
                <a:lnTo>
                  <a:pt x="197922" y="540554"/>
                </a:lnTo>
                <a:lnTo>
                  <a:pt x="198208" y="539750"/>
                </a:lnTo>
                <a:lnTo>
                  <a:pt x="197802" y="541020"/>
                </a:lnTo>
                <a:close/>
              </a:path>
              <a:path w="237489" h="866139">
                <a:moveTo>
                  <a:pt x="195730" y="547117"/>
                </a:moveTo>
                <a:lnTo>
                  <a:pt x="197396" y="542289"/>
                </a:lnTo>
                <a:lnTo>
                  <a:pt x="197922" y="540554"/>
                </a:lnTo>
                <a:lnTo>
                  <a:pt x="197802" y="541020"/>
                </a:lnTo>
                <a:lnTo>
                  <a:pt x="236600" y="541020"/>
                </a:lnTo>
                <a:lnTo>
                  <a:pt x="236308" y="543560"/>
                </a:lnTo>
                <a:lnTo>
                  <a:pt x="236042" y="544829"/>
                </a:lnTo>
                <a:lnTo>
                  <a:pt x="235716" y="546100"/>
                </a:lnTo>
                <a:lnTo>
                  <a:pt x="196303" y="546100"/>
                </a:lnTo>
                <a:lnTo>
                  <a:pt x="195730" y="547117"/>
                </a:lnTo>
                <a:close/>
              </a:path>
              <a:path w="237489" h="866139">
                <a:moveTo>
                  <a:pt x="196850" y="543560"/>
                </a:moveTo>
                <a:lnTo>
                  <a:pt x="197302" y="542289"/>
                </a:lnTo>
                <a:lnTo>
                  <a:pt x="196850" y="543560"/>
                </a:lnTo>
                <a:close/>
              </a:path>
              <a:path w="237489" h="866139">
                <a:moveTo>
                  <a:pt x="195643" y="547370"/>
                </a:moveTo>
                <a:lnTo>
                  <a:pt x="195730" y="547117"/>
                </a:lnTo>
                <a:lnTo>
                  <a:pt x="196303" y="546100"/>
                </a:lnTo>
                <a:lnTo>
                  <a:pt x="195643" y="547370"/>
                </a:lnTo>
                <a:close/>
              </a:path>
              <a:path w="237489" h="866139">
                <a:moveTo>
                  <a:pt x="235390" y="547370"/>
                </a:moveTo>
                <a:lnTo>
                  <a:pt x="195643" y="547370"/>
                </a:lnTo>
                <a:lnTo>
                  <a:pt x="196303" y="546100"/>
                </a:lnTo>
                <a:lnTo>
                  <a:pt x="235716" y="546100"/>
                </a:lnTo>
                <a:lnTo>
                  <a:pt x="235390" y="547370"/>
                </a:lnTo>
                <a:close/>
              </a:path>
              <a:path w="237489" h="866139">
                <a:moveTo>
                  <a:pt x="234861" y="549910"/>
                </a:moveTo>
                <a:lnTo>
                  <a:pt x="194157" y="549910"/>
                </a:lnTo>
                <a:lnTo>
                  <a:pt x="194906" y="548639"/>
                </a:lnTo>
                <a:lnTo>
                  <a:pt x="195730" y="547117"/>
                </a:lnTo>
                <a:lnTo>
                  <a:pt x="195643" y="547370"/>
                </a:lnTo>
                <a:lnTo>
                  <a:pt x="235390" y="547370"/>
                </a:lnTo>
                <a:lnTo>
                  <a:pt x="235064" y="548639"/>
                </a:lnTo>
                <a:lnTo>
                  <a:pt x="234861" y="549910"/>
                </a:lnTo>
                <a:close/>
              </a:path>
              <a:path w="237489" h="866139">
                <a:moveTo>
                  <a:pt x="194682" y="548978"/>
                </a:moveTo>
                <a:lnTo>
                  <a:pt x="194873" y="548639"/>
                </a:lnTo>
                <a:lnTo>
                  <a:pt x="194682" y="548978"/>
                </a:lnTo>
                <a:close/>
              </a:path>
              <a:path w="237489" h="866139">
                <a:moveTo>
                  <a:pt x="194157" y="549910"/>
                </a:moveTo>
                <a:lnTo>
                  <a:pt x="194682" y="548978"/>
                </a:lnTo>
                <a:lnTo>
                  <a:pt x="194906" y="548639"/>
                </a:lnTo>
                <a:lnTo>
                  <a:pt x="194157" y="549910"/>
                </a:lnTo>
                <a:close/>
              </a:path>
              <a:path w="237489" h="866139">
                <a:moveTo>
                  <a:pt x="234200" y="552450"/>
                </a:moveTo>
                <a:lnTo>
                  <a:pt x="192379" y="552450"/>
                </a:lnTo>
                <a:lnTo>
                  <a:pt x="194682" y="548978"/>
                </a:lnTo>
                <a:lnTo>
                  <a:pt x="194157" y="549910"/>
                </a:lnTo>
                <a:lnTo>
                  <a:pt x="234861" y="549910"/>
                </a:lnTo>
                <a:lnTo>
                  <a:pt x="234657" y="551179"/>
                </a:lnTo>
                <a:lnTo>
                  <a:pt x="234200" y="552450"/>
                </a:lnTo>
                <a:close/>
              </a:path>
              <a:path w="237489" h="866139">
                <a:moveTo>
                  <a:pt x="231876" y="558800"/>
                </a:moveTo>
                <a:lnTo>
                  <a:pt x="187807" y="558800"/>
                </a:lnTo>
                <a:lnTo>
                  <a:pt x="191109" y="554989"/>
                </a:lnTo>
                <a:lnTo>
                  <a:pt x="190271" y="554989"/>
                </a:lnTo>
                <a:lnTo>
                  <a:pt x="193179" y="551179"/>
                </a:lnTo>
                <a:lnTo>
                  <a:pt x="192379" y="552450"/>
                </a:lnTo>
                <a:lnTo>
                  <a:pt x="234200" y="552450"/>
                </a:lnTo>
                <a:lnTo>
                  <a:pt x="233286" y="554989"/>
                </a:lnTo>
                <a:lnTo>
                  <a:pt x="232752" y="556260"/>
                </a:lnTo>
                <a:lnTo>
                  <a:pt x="231876" y="558800"/>
                </a:lnTo>
                <a:close/>
              </a:path>
              <a:path w="237489" h="866139">
                <a:moveTo>
                  <a:pt x="231000" y="561339"/>
                </a:moveTo>
                <a:lnTo>
                  <a:pt x="184975" y="561339"/>
                </a:lnTo>
                <a:lnTo>
                  <a:pt x="188671" y="557529"/>
                </a:lnTo>
                <a:lnTo>
                  <a:pt x="187807" y="558800"/>
                </a:lnTo>
                <a:lnTo>
                  <a:pt x="231876" y="558800"/>
                </a:lnTo>
                <a:lnTo>
                  <a:pt x="231000" y="561339"/>
                </a:lnTo>
                <a:close/>
              </a:path>
              <a:path w="237489" h="866139">
                <a:moveTo>
                  <a:pt x="227456" y="567689"/>
                </a:moveTo>
                <a:lnTo>
                  <a:pt x="178117" y="567689"/>
                </a:lnTo>
                <a:lnTo>
                  <a:pt x="182587" y="563879"/>
                </a:lnTo>
                <a:lnTo>
                  <a:pt x="181749" y="563879"/>
                </a:lnTo>
                <a:lnTo>
                  <a:pt x="185839" y="560070"/>
                </a:lnTo>
                <a:lnTo>
                  <a:pt x="184975" y="561339"/>
                </a:lnTo>
                <a:lnTo>
                  <a:pt x="231000" y="561339"/>
                </a:lnTo>
                <a:lnTo>
                  <a:pt x="230339" y="562610"/>
                </a:lnTo>
                <a:lnTo>
                  <a:pt x="228206" y="566420"/>
                </a:lnTo>
                <a:lnTo>
                  <a:pt x="227456" y="567689"/>
                </a:lnTo>
                <a:close/>
              </a:path>
              <a:path w="237489" h="866139">
                <a:moveTo>
                  <a:pt x="226193" y="570229"/>
                </a:moveTo>
                <a:lnTo>
                  <a:pt x="174066" y="570229"/>
                </a:lnTo>
                <a:lnTo>
                  <a:pt x="178930" y="566420"/>
                </a:lnTo>
                <a:lnTo>
                  <a:pt x="178117" y="567689"/>
                </a:lnTo>
                <a:lnTo>
                  <a:pt x="227456" y="567689"/>
                </a:lnTo>
                <a:lnTo>
                  <a:pt x="226193" y="570229"/>
                </a:lnTo>
                <a:close/>
              </a:path>
              <a:path w="237489" h="866139">
                <a:moveTo>
                  <a:pt x="220357" y="579120"/>
                </a:moveTo>
                <a:lnTo>
                  <a:pt x="159346" y="579120"/>
                </a:lnTo>
                <a:lnTo>
                  <a:pt x="165366" y="575310"/>
                </a:lnTo>
                <a:lnTo>
                  <a:pt x="164680" y="575310"/>
                </a:lnTo>
                <a:lnTo>
                  <a:pt x="170319" y="572770"/>
                </a:lnTo>
                <a:lnTo>
                  <a:pt x="169595" y="572770"/>
                </a:lnTo>
                <a:lnTo>
                  <a:pt x="174840" y="568960"/>
                </a:lnTo>
                <a:lnTo>
                  <a:pt x="174066" y="570229"/>
                </a:lnTo>
                <a:lnTo>
                  <a:pt x="226193" y="570229"/>
                </a:lnTo>
                <a:lnTo>
                  <a:pt x="224929" y="572770"/>
                </a:lnTo>
                <a:lnTo>
                  <a:pt x="224129" y="574039"/>
                </a:lnTo>
                <a:lnTo>
                  <a:pt x="221208" y="577850"/>
                </a:lnTo>
                <a:lnTo>
                  <a:pt x="220357" y="579120"/>
                </a:lnTo>
                <a:close/>
              </a:path>
              <a:path w="237489" h="866139">
                <a:moveTo>
                  <a:pt x="219257" y="580389"/>
                </a:moveTo>
                <a:lnTo>
                  <a:pt x="156844" y="580389"/>
                </a:lnTo>
                <a:lnTo>
                  <a:pt x="160185" y="577850"/>
                </a:lnTo>
                <a:lnTo>
                  <a:pt x="159346" y="579120"/>
                </a:lnTo>
                <a:lnTo>
                  <a:pt x="220357" y="579120"/>
                </a:lnTo>
                <a:lnTo>
                  <a:pt x="219257" y="580389"/>
                </a:lnTo>
                <a:close/>
              </a:path>
              <a:path w="237489" h="866139">
                <a:moveTo>
                  <a:pt x="218156" y="581660"/>
                </a:moveTo>
                <a:lnTo>
                  <a:pt x="153911" y="581660"/>
                </a:lnTo>
                <a:lnTo>
                  <a:pt x="157695" y="579120"/>
                </a:lnTo>
                <a:lnTo>
                  <a:pt x="156844" y="580389"/>
                </a:lnTo>
                <a:lnTo>
                  <a:pt x="219257" y="580389"/>
                </a:lnTo>
                <a:lnTo>
                  <a:pt x="218156" y="581660"/>
                </a:lnTo>
                <a:close/>
              </a:path>
              <a:path w="237489" h="866139">
                <a:moveTo>
                  <a:pt x="216192" y="584200"/>
                </a:moveTo>
                <a:lnTo>
                  <a:pt x="146138" y="584200"/>
                </a:lnTo>
                <a:lnTo>
                  <a:pt x="154863" y="580389"/>
                </a:lnTo>
                <a:lnTo>
                  <a:pt x="153911" y="581660"/>
                </a:lnTo>
                <a:lnTo>
                  <a:pt x="218156" y="581660"/>
                </a:lnTo>
                <a:lnTo>
                  <a:pt x="217055" y="582929"/>
                </a:lnTo>
                <a:lnTo>
                  <a:pt x="216192" y="584200"/>
                </a:lnTo>
                <a:close/>
              </a:path>
              <a:path w="237489" h="866139">
                <a:moveTo>
                  <a:pt x="196570" y="600710"/>
                </a:moveTo>
                <a:lnTo>
                  <a:pt x="78397" y="600710"/>
                </a:lnTo>
                <a:lnTo>
                  <a:pt x="103365" y="594360"/>
                </a:lnTo>
                <a:lnTo>
                  <a:pt x="103085" y="594360"/>
                </a:lnTo>
                <a:lnTo>
                  <a:pt x="115404" y="591820"/>
                </a:lnTo>
                <a:lnTo>
                  <a:pt x="115100" y="591820"/>
                </a:lnTo>
                <a:lnTo>
                  <a:pt x="126936" y="589279"/>
                </a:lnTo>
                <a:lnTo>
                  <a:pt x="126517" y="589279"/>
                </a:lnTo>
                <a:lnTo>
                  <a:pt x="137591" y="586739"/>
                </a:lnTo>
                <a:lnTo>
                  <a:pt x="136982" y="586739"/>
                </a:lnTo>
                <a:lnTo>
                  <a:pt x="147027" y="582929"/>
                </a:lnTo>
                <a:lnTo>
                  <a:pt x="146138" y="584200"/>
                </a:lnTo>
                <a:lnTo>
                  <a:pt x="216192" y="584200"/>
                </a:lnTo>
                <a:lnTo>
                  <a:pt x="212496" y="588010"/>
                </a:lnTo>
                <a:lnTo>
                  <a:pt x="211632" y="588010"/>
                </a:lnTo>
                <a:lnTo>
                  <a:pt x="207556" y="591820"/>
                </a:lnTo>
                <a:lnTo>
                  <a:pt x="206717" y="593089"/>
                </a:lnTo>
                <a:lnTo>
                  <a:pt x="201434" y="596900"/>
                </a:lnTo>
                <a:lnTo>
                  <a:pt x="196570" y="600710"/>
                </a:lnTo>
                <a:close/>
              </a:path>
              <a:path w="237489" h="866139">
                <a:moveTo>
                  <a:pt x="53187" y="651510"/>
                </a:moveTo>
                <a:lnTo>
                  <a:pt x="9740" y="651510"/>
                </a:lnTo>
                <a:lnTo>
                  <a:pt x="7340" y="648970"/>
                </a:lnTo>
                <a:lnTo>
                  <a:pt x="5206" y="647700"/>
                </a:lnTo>
                <a:lnTo>
                  <a:pt x="3352" y="645160"/>
                </a:lnTo>
                <a:lnTo>
                  <a:pt x="1968" y="642620"/>
                </a:lnTo>
                <a:lnTo>
                  <a:pt x="1130" y="641350"/>
                </a:lnTo>
                <a:lnTo>
                  <a:pt x="469" y="638810"/>
                </a:lnTo>
                <a:lnTo>
                  <a:pt x="25" y="636270"/>
                </a:lnTo>
                <a:lnTo>
                  <a:pt x="76" y="632460"/>
                </a:lnTo>
                <a:lnTo>
                  <a:pt x="177" y="631189"/>
                </a:lnTo>
                <a:lnTo>
                  <a:pt x="558" y="629920"/>
                </a:lnTo>
                <a:lnTo>
                  <a:pt x="1206" y="627379"/>
                </a:lnTo>
                <a:lnTo>
                  <a:pt x="2209" y="624839"/>
                </a:lnTo>
                <a:lnTo>
                  <a:pt x="3505" y="623570"/>
                </a:lnTo>
                <a:lnTo>
                  <a:pt x="5041" y="621029"/>
                </a:lnTo>
                <a:lnTo>
                  <a:pt x="5626" y="621029"/>
                </a:lnTo>
                <a:lnTo>
                  <a:pt x="7785" y="618489"/>
                </a:lnTo>
                <a:lnTo>
                  <a:pt x="10223" y="617220"/>
                </a:lnTo>
                <a:lnTo>
                  <a:pt x="11417" y="615950"/>
                </a:lnTo>
                <a:lnTo>
                  <a:pt x="14274" y="614679"/>
                </a:lnTo>
                <a:lnTo>
                  <a:pt x="18351" y="613410"/>
                </a:lnTo>
                <a:lnTo>
                  <a:pt x="19862" y="613410"/>
                </a:lnTo>
                <a:lnTo>
                  <a:pt x="26657" y="610870"/>
                </a:lnTo>
                <a:lnTo>
                  <a:pt x="34975" y="609600"/>
                </a:lnTo>
                <a:lnTo>
                  <a:pt x="55003" y="604520"/>
                </a:lnTo>
                <a:lnTo>
                  <a:pt x="78549" y="599439"/>
                </a:lnTo>
                <a:lnTo>
                  <a:pt x="78397" y="600710"/>
                </a:lnTo>
                <a:lnTo>
                  <a:pt x="195795" y="600710"/>
                </a:lnTo>
                <a:lnTo>
                  <a:pt x="190550" y="604520"/>
                </a:lnTo>
                <a:lnTo>
                  <a:pt x="189814" y="605789"/>
                </a:lnTo>
                <a:lnTo>
                  <a:pt x="185597" y="608329"/>
                </a:lnTo>
                <a:lnTo>
                  <a:pt x="105498" y="608329"/>
                </a:lnTo>
                <a:lnTo>
                  <a:pt x="93700" y="609600"/>
                </a:lnTo>
                <a:lnTo>
                  <a:pt x="81800" y="609600"/>
                </a:lnTo>
                <a:lnTo>
                  <a:pt x="70205" y="610870"/>
                </a:lnTo>
                <a:lnTo>
                  <a:pt x="48983" y="613410"/>
                </a:lnTo>
                <a:lnTo>
                  <a:pt x="40373" y="614679"/>
                </a:lnTo>
                <a:lnTo>
                  <a:pt x="32169" y="614679"/>
                </a:lnTo>
                <a:lnTo>
                  <a:pt x="25641" y="615950"/>
                </a:lnTo>
                <a:lnTo>
                  <a:pt x="22961" y="615950"/>
                </a:lnTo>
                <a:lnTo>
                  <a:pt x="29070" y="618489"/>
                </a:lnTo>
                <a:lnTo>
                  <a:pt x="28448" y="618489"/>
                </a:lnTo>
                <a:lnTo>
                  <a:pt x="34798" y="623570"/>
                </a:lnTo>
                <a:lnTo>
                  <a:pt x="36106" y="626110"/>
                </a:lnTo>
                <a:lnTo>
                  <a:pt x="37541" y="629920"/>
                </a:lnTo>
                <a:lnTo>
                  <a:pt x="38023" y="635000"/>
                </a:lnTo>
                <a:lnTo>
                  <a:pt x="37465" y="638810"/>
                </a:lnTo>
                <a:lnTo>
                  <a:pt x="36868" y="640079"/>
                </a:lnTo>
                <a:lnTo>
                  <a:pt x="33045" y="646429"/>
                </a:lnTo>
                <a:lnTo>
                  <a:pt x="33629" y="646429"/>
                </a:lnTo>
                <a:lnTo>
                  <a:pt x="30765" y="648797"/>
                </a:lnTo>
                <a:lnTo>
                  <a:pt x="29933" y="648970"/>
                </a:lnTo>
                <a:lnTo>
                  <a:pt x="30213" y="648970"/>
                </a:lnTo>
                <a:lnTo>
                  <a:pt x="27355" y="650239"/>
                </a:lnTo>
                <a:lnTo>
                  <a:pt x="63620" y="650239"/>
                </a:lnTo>
                <a:lnTo>
                  <a:pt x="53187" y="651510"/>
                </a:lnTo>
                <a:close/>
              </a:path>
              <a:path w="237489" h="866139">
                <a:moveTo>
                  <a:pt x="128231" y="609600"/>
                </a:moveTo>
                <a:lnTo>
                  <a:pt x="93700" y="609600"/>
                </a:lnTo>
                <a:lnTo>
                  <a:pt x="105498" y="608329"/>
                </a:lnTo>
                <a:lnTo>
                  <a:pt x="123164" y="608329"/>
                </a:lnTo>
                <a:lnTo>
                  <a:pt x="128231" y="609600"/>
                </a:lnTo>
                <a:close/>
              </a:path>
              <a:path w="237489" h="866139">
                <a:moveTo>
                  <a:pt x="177457" y="612139"/>
                </a:moveTo>
                <a:lnTo>
                  <a:pt x="145605" y="612139"/>
                </a:lnTo>
                <a:lnTo>
                  <a:pt x="144462" y="610870"/>
                </a:lnTo>
                <a:lnTo>
                  <a:pt x="139179" y="610870"/>
                </a:lnTo>
                <a:lnTo>
                  <a:pt x="133756" y="609600"/>
                </a:lnTo>
                <a:lnTo>
                  <a:pt x="128231" y="609600"/>
                </a:lnTo>
                <a:lnTo>
                  <a:pt x="123164" y="608329"/>
                </a:lnTo>
                <a:lnTo>
                  <a:pt x="185597" y="608329"/>
                </a:lnTo>
                <a:lnTo>
                  <a:pt x="183489" y="609600"/>
                </a:lnTo>
                <a:lnTo>
                  <a:pt x="177457" y="612139"/>
                </a:lnTo>
                <a:close/>
              </a:path>
              <a:path w="237489" h="866139">
                <a:moveTo>
                  <a:pt x="42799" y="646429"/>
                </a:moveTo>
                <a:lnTo>
                  <a:pt x="33045" y="646429"/>
                </a:lnTo>
                <a:lnTo>
                  <a:pt x="36893" y="640079"/>
                </a:lnTo>
                <a:lnTo>
                  <a:pt x="37490" y="638810"/>
                </a:lnTo>
                <a:lnTo>
                  <a:pt x="37837" y="636270"/>
                </a:lnTo>
                <a:lnTo>
                  <a:pt x="37896" y="633729"/>
                </a:lnTo>
                <a:lnTo>
                  <a:pt x="37515" y="629920"/>
                </a:lnTo>
                <a:lnTo>
                  <a:pt x="36080" y="626110"/>
                </a:lnTo>
                <a:lnTo>
                  <a:pt x="34759" y="623570"/>
                </a:lnTo>
                <a:lnTo>
                  <a:pt x="28448" y="618489"/>
                </a:lnTo>
                <a:lnTo>
                  <a:pt x="29070" y="618489"/>
                </a:lnTo>
                <a:lnTo>
                  <a:pt x="22961" y="615950"/>
                </a:lnTo>
                <a:lnTo>
                  <a:pt x="31762" y="615950"/>
                </a:lnTo>
                <a:lnTo>
                  <a:pt x="48983" y="613410"/>
                </a:lnTo>
                <a:lnTo>
                  <a:pt x="70205" y="610870"/>
                </a:lnTo>
                <a:lnTo>
                  <a:pt x="81800" y="609600"/>
                </a:lnTo>
                <a:lnTo>
                  <a:pt x="133756" y="609600"/>
                </a:lnTo>
                <a:lnTo>
                  <a:pt x="139179" y="610870"/>
                </a:lnTo>
                <a:lnTo>
                  <a:pt x="144462" y="610870"/>
                </a:lnTo>
                <a:lnTo>
                  <a:pt x="145605" y="612139"/>
                </a:lnTo>
                <a:lnTo>
                  <a:pt x="149618" y="612139"/>
                </a:lnTo>
                <a:lnTo>
                  <a:pt x="150990" y="613410"/>
                </a:lnTo>
                <a:lnTo>
                  <a:pt x="154673" y="614679"/>
                </a:lnTo>
                <a:lnTo>
                  <a:pt x="156298" y="614679"/>
                </a:lnTo>
                <a:lnTo>
                  <a:pt x="159613" y="615950"/>
                </a:lnTo>
                <a:lnTo>
                  <a:pt x="160947" y="617220"/>
                </a:lnTo>
                <a:lnTo>
                  <a:pt x="162939" y="618033"/>
                </a:lnTo>
                <a:lnTo>
                  <a:pt x="158991" y="619760"/>
                </a:lnTo>
                <a:lnTo>
                  <a:pt x="158115" y="619760"/>
                </a:lnTo>
                <a:lnTo>
                  <a:pt x="147472" y="623570"/>
                </a:lnTo>
                <a:lnTo>
                  <a:pt x="135966" y="626110"/>
                </a:lnTo>
                <a:lnTo>
                  <a:pt x="123812" y="628650"/>
                </a:lnTo>
                <a:lnTo>
                  <a:pt x="111201" y="632460"/>
                </a:lnTo>
                <a:lnTo>
                  <a:pt x="86080" y="637539"/>
                </a:lnTo>
                <a:lnTo>
                  <a:pt x="62534" y="642620"/>
                </a:lnTo>
                <a:lnTo>
                  <a:pt x="62674" y="642620"/>
                </a:lnTo>
                <a:lnTo>
                  <a:pt x="42799" y="646429"/>
                </a:lnTo>
                <a:close/>
              </a:path>
              <a:path w="237489" h="866139">
                <a:moveTo>
                  <a:pt x="173278" y="614679"/>
                </a:moveTo>
                <a:lnTo>
                  <a:pt x="154673" y="614679"/>
                </a:lnTo>
                <a:lnTo>
                  <a:pt x="150990" y="613410"/>
                </a:lnTo>
                <a:lnTo>
                  <a:pt x="149618" y="612139"/>
                </a:lnTo>
                <a:lnTo>
                  <a:pt x="176618" y="612139"/>
                </a:lnTo>
                <a:lnTo>
                  <a:pt x="173278" y="614679"/>
                </a:lnTo>
                <a:close/>
              </a:path>
              <a:path w="237489" h="866139">
                <a:moveTo>
                  <a:pt x="31762" y="615950"/>
                </a:moveTo>
                <a:lnTo>
                  <a:pt x="25641" y="615950"/>
                </a:lnTo>
                <a:lnTo>
                  <a:pt x="32169" y="614679"/>
                </a:lnTo>
                <a:lnTo>
                  <a:pt x="31762" y="615950"/>
                </a:lnTo>
                <a:close/>
              </a:path>
              <a:path w="237489" h="866139">
                <a:moveTo>
                  <a:pt x="31762" y="615950"/>
                </a:moveTo>
                <a:lnTo>
                  <a:pt x="32169" y="614679"/>
                </a:lnTo>
                <a:lnTo>
                  <a:pt x="40373" y="614679"/>
                </a:lnTo>
                <a:lnTo>
                  <a:pt x="31762" y="615950"/>
                </a:lnTo>
                <a:close/>
              </a:path>
              <a:path w="237489" h="866139">
                <a:moveTo>
                  <a:pt x="162939" y="618033"/>
                </a:moveTo>
                <a:lnTo>
                  <a:pt x="160947" y="617220"/>
                </a:lnTo>
                <a:lnTo>
                  <a:pt x="159613" y="615950"/>
                </a:lnTo>
                <a:lnTo>
                  <a:pt x="156298" y="614679"/>
                </a:lnTo>
                <a:lnTo>
                  <a:pt x="172427" y="614679"/>
                </a:lnTo>
                <a:lnTo>
                  <a:pt x="168656" y="615950"/>
                </a:lnTo>
                <a:lnTo>
                  <a:pt x="167703" y="615950"/>
                </a:lnTo>
                <a:lnTo>
                  <a:pt x="162939" y="618033"/>
                </a:lnTo>
                <a:close/>
              </a:path>
              <a:path w="237489" h="866139">
                <a:moveTo>
                  <a:pt x="145770" y="652779"/>
                </a:moveTo>
                <a:lnTo>
                  <a:pt x="142659" y="650239"/>
                </a:lnTo>
                <a:lnTo>
                  <a:pt x="142316" y="650239"/>
                </a:lnTo>
                <a:lnTo>
                  <a:pt x="138633" y="648970"/>
                </a:lnTo>
                <a:lnTo>
                  <a:pt x="137121" y="648970"/>
                </a:lnTo>
                <a:lnTo>
                  <a:pt x="132791" y="647700"/>
                </a:lnTo>
                <a:lnTo>
                  <a:pt x="125755" y="647700"/>
                </a:lnTo>
                <a:lnTo>
                  <a:pt x="120688" y="646429"/>
                </a:lnTo>
                <a:lnTo>
                  <a:pt x="42799" y="646429"/>
                </a:lnTo>
                <a:lnTo>
                  <a:pt x="62674" y="642620"/>
                </a:lnTo>
                <a:lnTo>
                  <a:pt x="62534" y="642620"/>
                </a:lnTo>
                <a:lnTo>
                  <a:pt x="86080" y="637539"/>
                </a:lnTo>
                <a:lnTo>
                  <a:pt x="111201" y="632460"/>
                </a:lnTo>
                <a:lnTo>
                  <a:pt x="123812" y="628650"/>
                </a:lnTo>
                <a:lnTo>
                  <a:pt x="135966" y="626110"/>
                </a:lnTo>
                <a:lnTo>
                  <a:pt x="147472" y="623570"/>
                </a:lnTo>
                <a:lnTo>
                  <a:pt x="158115" y="619760"/>
                </a:lnTo>
                <a:lnTo>
                  <a:pt x="158991" y="619760"/>
                </a:lnTo>
                <a:lnTo>
                  <a:pt x="162939" y="618033"/>
                </a:lnTo>
                <a:lnTo>
                  <a:pt x="164058" y="618489"/>
                </a:lnTo>
                <a:lnTo>
                  <a:pt x="167944" y="621029"/>
                </a:lnTo>
                <a:lnTo>
                  <a:pt x="168960" y="622300"/>
                </a:lnTo>
                <a:lnTo>
                  <a:pt x="175120" y="626110"/>
                </a:lnTo>
                <a:lnTo>
                  <a:pt x="176263" y="627379"/>
                </a:lnTo>
                <a:lnTo>
                  <a:pt x="182333" y="632460"/>
                </a:lnTo>
                <a:lnTo>
                  <a:pt x="183286" y="632460"/>
                </a:lnTo>
                <a:lnTo>
                  <a:pt x="189204" y="638810"/>
                </a:lnTo>
                <a:lnTo>
                  <a:pt x="190017" y="638810"/>
                </a:lnTo>
                <a:lnTo>
                  <a:pt x="195745" y="645160"/>
                </a:lnTo>
                <a:lnTo>
                  <a:pt x="196443" y="646429"/>
                </a:lnTo>
                <a:lnTo>
                  <a:pt x="200832" y="651510"/>
                </a:lnTo>
                <a:lnTo>
                  <a:pt x="144995" y="651510"/>
                </a:lnTo>
                <a:lnTo>
                  <a:pt x="145770" y="652779"/>
                </a:lnTo>
                <a:close/>
              </a:path>
              <a:path w="237489" h="866139">
                <a:moveTo>
                  <a:pt x="30765" y="648797"/>
                </a:moveTo>
                <a:lnTo>
                  <a:pt x="33629" y="646429"/>
                </a:lnTo>
                <a:lnTo>
                  <a:pt x="43230" y="646429"/>
                </a:lnTo>
                <a:lnTo>
                  <a:pt x="35369" y="647700"/>
                </a:lnTo>
                <a:lnTo>
                  <a:pt x="36042" y="647700"/>
                </a:lnTo>
                <a:lnTo>
                  <a:pt x="30765" y="648797"/>
                </a:lnTo>
                <a:close/>
              </a:path>
              <a:path w="237489" h="866139">
                <a:moveTo>
                  <a:pt x="95262" y="647700"/>
                </a:moveTo>
                <a:lnTo>
                  <a:pt x="35369" y="647700"/>
                </a:lnTo>
                <a:lnTo>
                  <a:pt x="43230" y="646429"/>
                </a:lnTo>
                <a:lnTo>
                  <a:pt x="106527" y="646429"/>
                </a:lnTo>
                <a:lnTo>
                  <a:pt x="95262" y="647700"/>
                </a:lnTo>
                <a:close/>
              </a:path>
              <a:path w="237489" h="866139">
                <a:moveTo>
                  <a:pt x="30021" y="649412"/>
                </a:moveTo>
                <a:lnTo>
                  <a:pt x="30765" y="648797"/>
                </a:lnTo>
                <a:lnTo>
                  <a:pt x="36042" y="647700"/>
                </a:lnTo>
                <a:lnTo>
                  <a:pt x="84861" y="647700"/>
                </a:lnTo>
                <a:lnTo>
                  <a:pt x="73672" y="648970"/>
                </a:lnTo>
                <a:lnTo>
                  <a:pt x="31445" y="648970"/>
                </a:lnTo>
                <a:lnTo>
                  <a:pt x="30021" y="649412"/>
                </a:lnTo>
                <a:close/>
              </a:path>
              <a:path w="237489" h="866139">
                <a:moveTo>
                  <a:pt x="27355" y="650239"/>
                </a:moveTo>
                <a:lnTo>
                  <a:pt x="30213" y="648970"/>
                </a:lnTo>
                <a:lnTo>
                  <a:pt x="29705" y="649510"/>
                </a:lnTo>
                <a:lnTo>
                  <a:pt x="27355" y="650239"/>
                </a:lnTo>
                <a:close/>
              </a:path>
              <a:path w="237489" h="866139">
                <a:moveTo>
                  <a:pt x="29705" y="649510"/>
                </a:moveTo>
                <a:lnTo>
                  <a:pt x="30213" y="648970"/>
                </a:lnTo>
                <a:lnTo>
                  <a:pt x="30556" y="648970"/>
                </a:lnTo>
                <a:lnTo>
                  <a:pt x="30021" y="649412"/>
                </a:lnTo>
                <a:lnTo>
                  <a:pt x="29705" y="649510"/>
                </a:lnTo>
                <a:close/>
              </a:path>
              <a:path w="237489" h="866139">
                <a:moveTo>
                  <a:pt x="63620" y="650239"/>
                </a:moveTo>
                <a:lnTo>
                  <a:pt x="29019" y="650239"/>
                </a:lnTo>
                <a:lnTo>
                  <a:pt x="30021" y="649412"/>
                </a:lnTo>
                <a:lnTo>
                  <a:pt x="31445" y="648970"/>
                </a:lnTo>
                <a:lnTo>
                  <a:pt x="74053" y="648970"/>
                </a:lnTo>
                <a:lnTo>
                  <a:pt x="63620" y="650239"/>
                </a:lnTo>
                <a:close/>
              </a:path>
              <a:path w="237489" h="866139">
                <a:moveTo>
                  <a:pt x="140004" y="650239"/>
                </a:moveTo>
                <a:lnTo>
                  <a:pt x="135978" y="648970"/>
                </a:lnTo>
                <a:lnTo>
                  <a:pt x="138633" y="648970"/>
                </a:lnTo>
                <a:lnTo>
                  <a:pt x="140004" y="650239"/>
                </a:lnTo>
                <a:close/>
              </a:path>
              <a:path w="237489" h="866139">
                <a:moveTo>
                  <a:pt x="29019" y="650239"/>
                </a:moveTo>
                <a:lnTo>
                  <a:pt x="27355" y="650239"/>
                </a:lnTo>
                <a:lnTo>
                  <a:pt x="29705" y="649510"/>
                </a:lnTo>
                <a:lnTo>
                  <a:pt x="29019" y="650239"/>
                </a:lnTo>
                <a:close/>
              </a:path>
              <a:path w="237489" h="866139">
                <a:moveTo>
                  <a:pt x="143992" y="651510"/>
                </a:moveTo>
                <a:lnTo>
                  <a:pt x="140690" y="650239"/>
                </a:lnTo>
                <a:lnTo>
                  <a:pt x="142659" y="650239"/>
                </a:lnTo>
                <a:lnTo>
                  <a:pt x="143992" y="651510"/>
                </a:lnTo>
                <a:close/>
              </a:path>
              <a:path w="237489" h="866139">
                <a:moveTo>
                  <a:pt x="29209" y="654050"/>
                </a:moveTo>
                <a:lnTo>
                  <a:pt x="16471" y="654050"/>
                </a:lnTo>
                <a:lnTo>
                  <a:pt x="13322" y="652779"/>
                </a:lnTo>
                <a:lnTo>
                  <a:pt x="10363" y="651510"/>
                </a:lnTo>
                <a:lnTo>
                  <a:pt x="53289" y="651510"/>
                </a:lnTo>
                <a:lnTo>
                  <a:pt x="35750" y="652779"/>
                </a:lnTo>
                <a:lnTo>
                  <a:pt x="29209" y="654050"/>
                </a:lnTo>
                <a:close/>
              </a:path>
              <a:path w="237489" h="866139">
                <a:moveTo>
                  <a:pt x="148094" y="654050"/>
                </a:moveTo>
                <a:lnTo>
                  <a:pt x="144995" y="651510"/>
                </a:lnTo>
                <a:lnTo>
                  <a:pt x="200832" y="651510"/>
                </a:lnTo>
                <a:lnTo>
                  <a:pt x="201930" y="652779"/>
                </a:lnTo>
                <a:lnTo>
                  <a:pt x="147078" y="652779"/>
                </a:lnTo>
                <a:lnTo>
                  <a:pt x="148094" y="654050"/>
                </a:lnTo>
                <a:close/>
              </a:path>
              <a:path w="237489" h="866139">
                <a:moveTo>
                  <a:pt x="153250" y="657860"/>
                </a:moveTo>
                <a:lnTo>
                  <a:pt x="147078" y="652779"/>
                </a:lnTo>
                <a:lnTo>
                  <a:pt x="202552" y="652779"/>
                </a:lnTo>
                <a:lnTo>
                  <a:pt x="205149" y="656589"/>
                </a:lnTo>
                <a:lnTo>
                  <a:pt x="152107" y="656589"/>
                </a:lnTo>
                <a:lnTo>
                  <a:pt x="153250" y="657860"/>
                </a:lnTo>
                <a:close/>
              </a:path>
              <a:path w="237489" h="866139">
                <a:moveTo>
                  <a:pt x="158178" y="661670"/>
                </a:moveTo>
                <a:lnTo>
                  <a:pt x="152107" y="656589"/>
                </a:lnTo>
                <a:lnTo>
                  <a:pt x="205149" y="656589"/>
                </a:lnTo>
                <a:lnTo>
                  <a:pt x="207746" y="660400"/>
                </a:lnTo>
                <a:lnTo>
                  <a:pt x="157226" y="660400"/>
                </a:lnTo>
                <a:lnTo>
                  <a:pt x="158178" y="661670"/>
                </a:lnTo>
                <a:close/>
              </a:path>
              <a:path w="237489" h="866139">
                <a:moveTo>
                  <a:pt x="163156" y="666750"/>
                </a:moveTo>
                <a:lnTo>
                  <a:pt x="157226" y="660400"/>
                </a:lnTo>
                <a:lnTo>
                  <a:pt x="208318" y="660400"/>
                </a:lnTo>
                <a:lnTo>
                  <a:pt x="211552" y="665479"/>
                </a:lnTo>
                <a:lnTo>
                  <a:pt x="162344" y="665479"/>
                </a:lnTo>
                <a:lnTo>
                  <a:pt x="163156" y="666750"/>
                </a:lnTo>
                <a:close/>
              </a:path>
              <a:path w="237489" h="866139">
                <a:moveTo>
                  <a:pt x="168071" y="671829"/>
                </a:moveTo>
                <a:lnTo>
                  <a:pt x="162344" y="665479"/>
                </a:lnTo>
                <a:lnTo>
                  <a:pt x="211552" y="665479"/>
                </a:lnTo>
                <a:lnTo>
                  <a:pt x="213169" y="668020"/>
                </a:lnTo>
                <a:lnTo>
                  <a:pt x="213690" y="669289"/>
                </a:lnTo>
                <a:lnTo>
                  <a:pt x="214584" y="670560"/>
                </a:lnTo>
                <a:lnTo>
                  <a:pt x="167373" y="670560"/>
                </a:lnTo>
                <a:lnTo>
                  <a:pt x="168071" y="671829"/>
                </a:lnTo>
                <a:close/>
              </a:path>
              <a:path w="237489" h="866139">
                <a:moveTo>
                  <a:pt x="177419" y="683260"/>
                </a:moveTo>
                <a:lnTo>
                  <a:pt x="172224" y="676910"/>
                </a:lnTo>
                <a:lnTo>
                  <a:pt x="172859" y="676910"/>
                </a:lnTo>
                <a:lnTo>
                  <a:pt x="167373" y="670560"/>
                </a:lnTo>
                <a:lnTo>
                  <a:pt x="214584" y="670560"/>
                </a:lnTo>
                <a:lnTo>
                  <a:pt x="218160" y="675639"/>
                </a:lnTo>
                <a:lnTo>
                  <a:pt x="218655" y="676910"/>
                </a:lnTo>
                <a:lnTo>
                  <a:pt x="221339" y="681989"/>
                </a:lnTo>
                <a:lnTo>
                  <a:pt x="176860" y="681989"/>
                </a:lnTo>
                <a:lnTo>
                  <a:pt x="177419" y="683260"/>
                </a:lnTo>
                <a:close/>
              </a:path>
              <a:path w="237489" h="866139">
                <a:moveTo>
                  <a:pt x="181711" y="689610"/>
                </a:moveTo>
                <a:lnTo>
                  <a:pt x="176860" y="681989"/>
                </a:lnTo>
                <a:lnTo>
                  <a:pt x="221339" y="681989"/>
                </a:lnTo>
                <a:lnTo>
                  <a:pt x="222681" y="684529"/>
                </a:lnTo>
                <a:lnTo>
                  <a:pt x="223151" y="685800"/>
                </a:lnTo>
                <a:lnTo>
                  <a:pt x="224332" y="688339"/>
                </a:lnTo>
                <a:lnTo>
                  <a:pt x="181190" y="688339"/>
                </a:lnTo>
                <a:lnTo>
                  <a:pt x="181711" y="689610"/>
                </a:lnTo>
                <a:close/>
              </a:path>
              <a:path w="237489" h="866139">
                <a:moveTo>
                  <a:pt x="185648" y="695960"/>
                </a:moveTo>
                <a:lnTo>
                  <a:pt x="181190" y="688339"/>
                </a:lnTo>
                <a:lnTo>
                  <a:pt x="224332" y="688339"/>
                </a:lnTo>
                <a:lnTo>
                  <a:pt x="226694" y="693420"/>
                </a:lnTo>
                <a:lnTo>
                  <a:pt x="227139" y="693420"/>
                </a:lnTo>
                <a:lnTo>
                  <a:pt x="227641" y="694689"/>
                </a:lnTo>
                <a:lnTo>
                  <a:pt x="185153" y="694689"/>
                </a:lnTo>
                <a:lnTo>
                  <a:pt x="185648" y="695960"/>
                </a:lnTo>
                <a:close/>
              </a:path>
              <a:path w="237489" h="866139">
                <a:moveTo>
                  <a:pt x="237134" y="732789"/>
                </a:moveTo>
                <a:lnTo>
                  <a:pt x="198932" y="732789"/>
                </a:lnTo>
                <a:lnTo>
                  <a:pt x="198818" y="731520"/>
                </a:lnTo>
                <a:lnTo>
                  <a:pt x="198462" y="728979"/>
                </a:lnTo>
                <a:lnTo>
                  <a:pt x="197954" y="726439"/>
                </a:lnTo>
                <a:lnTo>
                  <a:pt x="197307" y="723900"/>
                </a:lnTo>
                <a:lnTo>
                  <a:pt x="197484" y="723900"/>
                </a:lnTo>
                <a:lnTo>
                  <a:pt x="196507" y="721360"/>
                </a:lnTo>
                <a:lnTo>
                  <a:pt x="196811" y="721360"/>
                </a:lnTo>
                <a:lnTo>
                  <a:pt x="194386" y="715010"/>
                </a:lnTo>
                <a:lnTo>
                  <a:pt x="194805" y="715010"/>
                </a:lnTo>
                <a:lnTo>
                  <a:pt x="191808" y="708660"/>
                </a:lnTo>
                <a:lnTo>
                  <a:pt x="192252" y="708660"/>
                </a:lnTo>
                <a:lnTo>
                  <a:pt x="188709" y="702310"/>
                </a:lnTo>
                <a:lnTo>
                  <a:pt x="189179" y="702310"/>
                </a:lnTo>
                <a:lnTo>
                  <a:pt x="185153" y="694689"/>
                </a:lnTo>
                <a:lnTo>
                  <a:pt x="227641" y="694689"/>
                </a:lnTo>
                <a:lnTo>
                  <a:pt x="230149" y="701039"/>
                </a:lnTo>
                <a:lnTo>
                  <a:pt x="232994" y="709929"/>
                </a:lnTo>
                <a:lnTo>
                  <a:pt x="233286" y="711200"/>
                </a:lnTo>
                <a:lnTo>
                  <a:pt x="234454" y="715010"/>
                </a:lnTo>
                <a:lnTo>
                  <a:pt x="235267" y="718820"/>
                </a:lnTo>
                <a:lnTo>
                  <a:pt x="235432" y="720089"/>
                </a:lnTo>
                <a:lnTo>
                  <a:pt x="236067" y="722629"/>
                </a:lnTo>
                <a:lnTo>
                  <a:pt x="236677" y="727710"/>
                </a:lnTo>
                <a:lnTo>
                  <a:pt x="236778" y="728979"/>
                </a:lnTo>
                <a:lnTo>
                  <a:pt x="237070" y="731520"/>
                </a:lnTo>
                <a:lnTo>
                  <a:pt x="237134" y="732789"/>
                </a:lnTo>
                <a:close/>
              </a:path>
              <a:path w="237489" h="866139">
                <a:moveTo>
                  <a:pt x="198119" y="727710"/>
                </a:moveTo>
                <a:lnTo>
                  <a:pt x="197849" y="726439"/>
                </a:lnTo>
                <a:lnTo>
                  <a:pt x="198119" y="727710"/>
                </a:lnTo>
                <a:close/>
              </a:path>
              <a:path w="237489" h="866139">
                <a:moveTo>
                  <a:pt x="198602" y="730250"/>
                </a:moveTo>
                <a:lnTo>
                  <a:pt x="198386" y="728979"/>
                </a:lnTo>
                <a:lnTo>
                  <a:pt x="198602" y="730250"/>
                </a:lnTo>
                <a:close/>
              </a:path>
              <a:path w="237489" h="866139">
                <a:moveTo>
                  <a:pt x="198888" y="732427"/>
                </a:moveTo>
                <a:lnTo>
                  <a:pt x="198776" y="731520"/>
                </a:lnTo>
                <a:lnTo>
                  <a:pt x="198888" y="732427"/>
                </a:lnTo>
                <a:close/>
              </a:path>
              <a:path w="237489" h="866139">
                <a:moveTo>
                  <a:pt x="237193" y="735329"/>
                </a:moveTo>
                <a:lnTo>
                  <a:pt x="199110" y="735329"/>
                </a:lnTo>
                <a:lnTo>
                  <a:pt x="199047" y="734060"/>
                </a:lnTo>
                <a:lnTo>
                  <a:pt x="198888" y="732427"/>
                </a:lnTo>
                <a:lnTo>
                  <a:pt x="198932" y="732789"/>
                </a:lnTo>
                <a:lnTo>
                  <a:pt x="237134" y="732789"/>
                </a:lnTo>
                <a:lnTo>
                  <a:pt x="237193" y="735329"/>
                </a:lnTo>
                <a:close/>
              </a:path>
              <a:path w="237489" h="866139">
                <a:moveTo>
                  <a:pt x="199075" y="734872"/>
                </a:moveTo>
                <a:lnTo>
                  <a:pt x="199013" y="734060"/>
                </a:lnTo>
                <a:lnTo>
                  <a:pt x="199075" y="734872"/>
                </a:lnTo>
                <a:close/>
              </a:path>
              <a:path w="237489" h="866139">
                <a:moveTo>
                  <a:pt x="237164" y="739139"/>
                </a:moveTo>
                <a:lnTo>
                  <a:pt x="199047" y="739139"/>
                </a:lnTo>
                <a:lnTo>
                  <a:pt x="199110" y="737870"/>
                </a:lnTo>
                <a:lnTo>
                  <a:pt x="199075" y="734872"/>
                </a:lnTo>
                <a:lnTo>
                  <a:pt x="199110" y="735329"/>
                </a:lnTo>
                <a:lnTo>
                  <a:pt x="237193" y="735329"/>
                </a:lnTo>
                <a:lnTo>
                  <a:pt x="237164" y="739139"/>
                </a:lnTo>
                <a:close/>
              </a:path>
              <a:path w="237489" h="866139">
                <a:moveTo>
                  <a:pt x="199075" y="738327"/>
                </a:moveTo>
                <a:lnTo>
                  <a:pt x="199091" y="737870"/>
                </a:lnTo>
                <a:lnTo>
                  <a:pt x="199075" y="738327"/>
                </a:lnTo>
                <a:close/>
              </a:path>
              <a:path w="237489" h="866139">
                <a:moveTo>
                  <a:pt x="237070" y="741679"/>
                </a:moveTo>
                <a:lnTo>
                  <a:pt x="198818" y="741679"/>
                </a:lnTo>
                <a:lnTo>
                  <a:pt x="198932" y="740410"/>
                </a:lnTo>
                <a:lnTo>
                  <a:pt x="199075" y="738327"/>
                </a:lnTo>
                <a:lnTo>
                  <a:pt x="199047" y="739139"/>
                </a:lnTo>
                <a:lnTo>
                  <a:pt x="237164" y="739139"/>
                </a:lnTo>
                <a:lnTo>
                  <a:pt x="237070" y="741679"/>
                </a:lnTo>
                <a:close/>
              </a:path>
              <a:path w="237489" h="866139">
                <a:moveTo>
                  <a:pt x="198888" y="740772"/>
                </a:moveTo>
                <a:lnTo>
                  <a:pt x="198915" y="740410"/>
                </a:lnTo>
                <a:lnTo>
                  <a:pt x="198888" y="740772"/>
                </a:lnTo>
                <a:close/>
              </a:path>
              <a:path w="237489" h="866139">
                <a:moveTo>
                  <a:pt x="236778" y="744220"/>
                </a:moveTo>
                <a:lnTo>
                  <a:pt x="198462" y="744220"/>
                </a:lnTo>
                <a:lnTo>
                  <a:pt x="198888" y="740772"/>
                </a:lnTo>
                <a:lnTo>
                  <a:pt x="198818" y="741679"/>
                </a:lnTo>
                <a:lnTo>
                  <a:pt x="237070" y="741679"/>
                </a:lnTo>
                <a:lnTo>
                  <a:pt x="236778" y="744220"/>
                </a:lnTo>
                <a:close/>
              </a:path>
              <a:path w="237489" h="866139">
                <a:moveTo>
                  <a:pt x="236524" y="746760"/>
                </a:moveTo>
                <a:lnTo>
                  <a:pt x="197954" y="746760"/>
                </a:lnTo>
                <a:lnTo>
                  <a:pt x="198602" y="742950"/>
                </a:lnTo>
                <a:lnTo>
                  <a:pt x="198462" y="744220"/>
                </a:lnTo>
                <a:lnTo>
                  <a:pt x="236778" y="744220"/>
                </a:lnTo>
                <a:lnTo>
                  <a:pt x="236677" y="745489"/>
                </a:lnTo>
                <a:lnTo>
                  <a:pt x="236524" y="746760"/>
                </a:lnTo>
                <a:close/>
              </a:path>
              <a:path w="237489" h="866139">
                <a:moveTo>
                  <a:pt x="234454" y="758189"/>
                </a:moveTo>
                <a:lnTo>
                  <a:pt x="194386" y="758189"/>
                </a:lnTo>
                <a:lnTo>
                  <a:pt x="196811" y="751839"/>
                </a:lnTo>
                <a:lnTo>
                  <a:pt x="196507" y="751839"/>
                </a:lnTo>
                <a:lnTo>
                  <a:pt x="197484" y="749300"/>
                </a:lnTo>
                <a:lnTo>
                  <a:pt x="197307" y="749300"/>
                </a:lnTo>
                <a:lnTo>
                  <a:pt x="198119" y="745489"/>
                </a:lnTo>
                <a:lnTo>
                  <a:pt x="197954" y="746760"/>
                </a:lnTo>
                <a:lnTo>
                  <a:pt x="236524" y="746760"/>
                </a:lnTo>
                <a:lnTo>
                  <a:pt x="236067" y="750570"/>
                </a:lnTo>
                <a:lnTo>
                  <a:pt x="235432" y="753110"/>
                </a:lnTo>
                <a:lnTo>
                  <a:pt x="235267" y="754379"/>
                </a:lnTo>
                <a:lnTo>
                  <a:pt x="234454" y="758189"/>
                </a:lnTo>
                <a:close/>
              </a:path>
              <a:path w="237489" h="866139">
                <a:moveTo>
                  <a:pt x="227641" y="778510"/>
                </a:moveTo>
                <a:lnTo>
                  <a:pt x="185153" y="778510"/>
                </a:lnTo>
                <a:lnTo>
                  <a:pt x="189179" y="770889"/>
                </a:lnTo>
                <a:lnTo>
                  <a:pt x="188709" y="770889"/>
                </a:lnTo>
                <a:lnTo>
                  <a:pt x="192252" y="764539"/>
                </a:lnTo>
                <a:lnTo>
                  <a:pt x="191808" y="764539"/>
                </a:lnTo>
                <a:lnTo>
                  <a:pt x="194805" y="756920"/>
                </a:lnTo>
                <a:lnTo>
                  <a:pt x="194386" y="758189"/>
                </a:lnTo>
                <a:lnTo>
                  <a:pt x="234454" y="758189"/>
                </a:lnTo>
                <a:lnTo>
                  <a:pt x="233286" y="762000"/>
                </a:lnTo>
                <a:lnTo>
                  <a:pt x="232994" y="763270"/>
                </a:lnTo>
                <a:lnTo>
                  <a:pt x="230149" y="772160"/>
                </a:lnTo>
                <a:lnTo>
                  <a:pt x="227641" y="778510"/>
                </a:lnTo>
                <a:close/>
              </a:path>
              <a:path w="237489" h="866139">
                <a:moveTo>
                  <a:pt x="224332" y="784860"/>
                </a:moveTo>
                <a:lnTo>
                  <a:pt x="181190" y="784860"/>
                </a:lnTo>
                <a:lnTo>
                  <a:pt x="185648" y="777239"/>
                </a:lnTo>
                <a:lnTo>
                  <a:pt x="185153" y="778510"/>
                </a:lnTo>
                <a:lnTo>
                  <a:pt x="227641" y="778510"/>
                </a:lnTo>
                <a:lnTo>
                  <a:pt x="227139" y="779779"/>
                </a:lnTo>
                <a:lnTo>
                  <a:pt x="226694" y="779779"/>
                </a:lnTo>
                <a:lnTo>
                  <a:pt x="224332" y="784860"/>
                </a:lnTo>
                <a:close/>
              </a:path>
              <a:path w="237489" h="866139">
                <a:moveTo>
                  <a:pt x="221339" y="791210"/>
                </a:moveTo>
                <a:lnTo>
                  <a:pt x="176860" y="791210"/>
                </a:lnTo>
                <a:lnTo>
                  <a:pt x="181711" y="783589"/>
                </a:lnTo>
                <a:lnTo>
                  <a:pt x="181190" y="784860"/>
                </a:lnTo>
                <a:lnTo>
                  <a:pt x="224332" y="784860"/>
                </a:lnTo>
                <a:lnTo>
                  <a:pt x="223151" y="787400"/>
                </a:lnTo>
                <a:lnTo>
                  <a:pt x="222681" y="788670"/>
                </a:lnTo>
                <a:lnTo>
                  <a:pt x="221339" y="791210"/>
                </a:lnTo>
                <a:close/>
              </a:path>
              <a:path w="237489" h="866139">
                <a:moveTo>
                  <a:pt x="214584" y="802639"/>
                </a:moveTo>
                <a:lnTo>
                  <a:pt x="167373" y="802639"/>
                </a:lnTo>
                <a:lnTo>
                  <a:pt x="172859" y="796289"/>
                </a:lnTo>
                <a:lnTo>
                  <a:pt x="172224" y="796289"/>
                </a:lnTo>
                <a:lnTo>
                  <a:pt x="177419" y="789939"/>
                </a:lnTo>
                <a:lnTo>
                  <a:pt x="176860" y="791210"/>
                </a:lnTo>
                <a:lnTo>
                  <a:pt x="221339" y="791210"/>
                </a:lnTo>
                <a:lnTo>
                  <a:pt x="218655" y="796289"/>
                </a:lnTo>
                <a:lnTo>
                  <a:pt x="218160" y="797560"/>
                </a:lnTo>
                <a:lnTo>
                  <a:pt x="214584" y="802639"/>
                </a:lnTo>
                <a:close/>
              </a:path>
              <a:path w="237489" h="866139">
                <a:moveTo>
                  <a:pt x="211552" y="807720"/>
                </a:moveTo>
                <a:lnTo>
                  <a:pt x="162344" y="807720"/>
                </a:lnTo>
                <a:lnTo>
                  <a:pt x="168071" y="801370"/>
                </a:lnTo>
                <a:lnTo>
                  <a:pt x="167373" y="802639"/>
                </a:lnTo>
                <a:lnTo>
                  <a:pt x="214584" y="802639"/>
                </a:lnTo>
                <a:lnTo>
                  <a:pt x="213690" y="803910"/>
                </a:lnTo>
                <a:lnTo>
                  <a:pt x="213169" y="805179"/>
                </a:lnTo>
                <a:lnTo>
                  <a:pt x="211552" y="807720"/>
                </a:lnTo>
                <a:close/>
              </a:path>
              <a:path w="237489" h="866139">
                <a:moveTo>
                  <a:pt x="208318" y="812800"/>
                </a:moveTo>
                <a:lnTo>
                  <a:pt x="157226" y="812800"/>
                </a:lnTo>
                <a:lnTo>
                  <a:pt x="163156" y="806450"/>
                </a:lnTo>
                <a:lnTo>
                  <a:pt x="162344" y="807720"/>
                </a:lnTo>
                <a:lnTo>
                  <a:pt x="211552" y="807720"/>
                </a:lnTo>
                <a:lnTo>
                  <a:pt x="208318" y="812800"/>
                </a:lnTo>
                <a:close/>
              </a:path>
              <a:path w="237489" h="866139">
                <a:moveTo>
                  <a:pt x="205149" y="816610"/>
                </a:moveTo>
                <a:lnTo>
                  <a:pt x="152107" y="816610"/>
                </a:lnTo>
                <a:lnTo>
                  <a:pt x="158178" y="811529"/>
                </a:lnTo>
                <a:lnTo>
                  <a:pt x="157226" y="812800"/>
                </a:lnTo>
                <a:lnTo>
                  <a:pt x="207746" y="812800"/>
                </a:lnTo>
                <a:lnTo>
                  <a:pt x="205149" y="816610"/>
                </a:lnTo>
                <a:close/>
              </a:path>
              <a:path w="237489" h="866139">
                <a:moveTo>
                  <a:pt x="202552" y="820419"/>
                </a:moveTo>
                <a:lnTo>
                  <a:pt x="147078" y="820419"/>
                </a:lnTo>
                <a:lnTo>
                  <a:pt x="153250" y="815339"/>
                </a:lnTo>
                <a:lnTo>
                  <a:pt x="152107" y="816610"/>
                </a:lnTo>
                <a:lnTo>
                  <a:pt x="205149" y="816610"/>
                </a:lnTo>
                <a:lnTo>
                  <a:pt x="202552" y="820419"/>
                </a:lnTo>
                <a:close/>
              </a:path>
              <a:path w="237489" h="866139">
                <a:moveTo>
                  <a:pt x="200832" y="821689"/>
                </a:moveTo>
                <a:lnTo>
                  <a:pt x="144995" y="821689"/>
                </a:lnTo>
                <a:lnTo>
                  <a:pt x="148094" y="819150"/>
                </a:lnTo>
                <a:lnTo>
                  <a:pt x="147078" y="820419"/>
                </a:lnTo>
                <a:lnTo>
                  <a:pt x="201930" y="820419"/>
                </a:lnTo>
                <a:lnTo>
                  <a:pt x="200832" y="821689"/>
                </a:lnTo>
                <a:close/>
              </a:path>
              <a:path w="237489" h="866139">
                <a:moveTo>
                  <a:pt x="156641" y="858519"/>
                </a:moveTo>
                <a:lnTo>
                  <a:pt x="18415" y="858519"/>
                </a:lnTo>
                <a:lnTo>
                  <a:pt x="19672" y="820419"/>
                </a:lnTo>
                <a:lnTo>
                  <a:pt x="32804" y="820419"/>
                </a:lnTo>
                <a:lnTo>
                  <a:pt x="49047" y="822960"/>
                </a:lnTo>
                <a:lnTo>
                  <a:pt x="66713" y="824230"/>
                </a:lnTo>
                <a:lnTo>
                  <a:pt x="66509" y="824230"/>
                </a:lnTo>
                <a:lnTo>
                  <a:pt x="75869" y="825500"/>
                </a:lnTo>
                <a:lnTo>
                  <a:pt x="75577" y="825500"/>
                </a:lnTo>
                <a:lnTo>
                  <a:pt x="85115" y="826769"/>
                </a:lnTo>
                <a:lnTo>
                  <a:pt x="93776" y="826769"/>
                </a:lnTo>
                <a:lnTo>
                  <a:pt x="103327" y="828039"/>
                </a:lnTo>
                <a:lnTo>
                  <a:pt x="195745" y="828039"/>
                </a:lnTo>
                <a:lnTo>
                  <a:pt x="190017" y="834389"/>
                </a:lnTo>
                <a:lnTo>
                  <a:pt x="189204" y="834389"/>
                </a:lnTo>
                <a:lnTo>
                  <a:pt x="183286" y="840739"/>
                </a:lnTo>
                <a:lnTo>
                  <a:pt x="182333" y="840739"/>
                </a:lnTo>
                <a:lnTo>
                  <a:pt x="176263" y="845819"/>
                </a:lnTo>
                <a:lnTo>
                  <a:pt x="175120" y="847089"/>
                </a:lnTo>
                <a:lnTo>
                  <a:pt x="168960" y="850900"/>
                </a:lnTo>
                <a:lnTo>
                  <a:pt x="167944" y="852169"/>
                </a:lnTo>
                <a:lnTo>
                  <a:pt x="164833" y="853439"/>
                </a:lnTo>
                <a:lnTo>
                  <a:pt x="164058" y="854710"/>
                </a:lnTo>
                <a:lnTo>
                  <a:pt x="160947" y="855980"/>
                </a:lnTo>
                <a:lnTo>
                  <a:pt x="159867" y="855980"/>
                </a:lnTo>
                <a:lnTo>
                  <a:pt x="156641" y="858519"/>
                </a:lnTo>
                <a:close/>
              </a:path>
              <a:path w="237489" h="866139">
                <a:moveTo>
                  <a:pt x="195745" y="828039"/>
                </a:moveTo>
                <a:lnTo>
                  <a:pt x="119367" y="828039"/>
                </a:lnTo>
                <a:lnTo>
                  <a:pt x="123748" y="826769"/>
                </a:lnTo>
                <a:lnTo>
                  <a:pt x="129984" y="826769"/>
                </a:lnTo>
                <a:lnTo>
                  <a:pt x="133959" y="825500"/>
                </a:lnTo>
                <a:lnTo>
                  <a:pt x="135851" y="825500"/>
                </a:lnTo>
                <a:lnTo>
                  <a:pt x="139471" y="824230"/>
                </a:lnTo>
                <a:lnTo>
                  <a:pt x="138341" y="824230"/>
                </a:lnTo>
                <a:lnTo>
                  <a:pt x="141770" y="822960"/>
                </a:lnTo>
                <a:lnTo>
                  <a:pt x="142659" y="822960"/>
                </a:lnTo>
                <a:lnTo>
                  <a:pt x="145770" y="820419"/>
                </a:lnTo>
                <a:lnTo>
                  <a:pt x="144995" y="821689"/>
                </a:lnTo>
                <a:lnTo>
                  <a:pt x="200832" y="821689"/>
                </a:lnTo>
                <a:lnTo>
                  <a:pt x="196443" y="826769"/>
                </a:lnTo>
                <a:lnTo>
                  <a:pt x="195745" y="828039"/>
                </a:lnTo>
                <a:close/>
              </a:path>
              <a:path w="237489" h="866139">
                <a:moveTo>
                  <a:pt x="142659" y="822960"/>
                </a:moveTo>
                <a:lnTo>
                  <a:pt x="140525" y="822960"/>
                </a:lnTo>
                <a:lnTo>
                  <a:pt x="143738" y="821689"/>
                </a:lnTo>
                <a:lnTo>
                  <a:pt x="142659" y="822960"/>
                </a:lnTo>
                <a:close/>
              </a:path>
              <a:path w="237489" h="866139">
                <a:moveTo>
                  <a:pt x="135851" y="825500"/>
                </a:moveTo>
                <a:lnTo>
                  <a:pt x="133057" y="825500"/>
                </a:lnTo>
                <a:lnTo>
                  <a:pt x="136867" y="824230"/>
                </a:lnTo>
                <a:lnTo>
                  <a:pt x="135851" y="825500"/>
                </a:lnTo>
                <a:close/>
              </a:path>
              <a:path w="237489" h="866139">
                <a:moveTo>
                  <a:pt x="129984" y="826769"/>
                </a:moveTo>
                <a:lnTo>
                  <a:pt x="126669" y="826769"/>
                </a:lnTo>
                <a:lnTo>
                  <a:pt x="130797" y="825500"/>
                </a:lnTo>
                <a:lnTo>
                  <a:pt x="129984" y="826769"/>
                </a:lnTo>
                <a:close/>
              </a:path>
              <a:path w="237489" h="866139">
                <a:moveTo>
                  <a:pt x="119367" y="828039"/>
                </a:moveTo>
                <a:lnTo>
                  <a:pt x="111112" y="828039"/>
                </a:lnTo>
                <a:lnTo>
                  <a:pt x="120192" y="826769"/>
                </a:lnTo>
                <a:lnTo>
                  <a:pt x="119367" y="828039"/>
                </a:lnTo>
                <a:close/>
              </a:path>
              <a:path w="237489" h="866139">
                <a:moveTo>
                  <a:pt x="147193" y="861060"/>
                </a:moveTo>
                <a:lnTo>
                  <a:pt x="44704" y="861060"/>
                </a:lnTo>
                <a:lnTo>
                  <a:pt x="29248" y="858519"/>
                </a:lnTo>
                <a:lnTo>
                  <a:pt x="155384" y="858519"/>
                </a:lnTo>
                <a:lnTo>
                  <a:pt x="151955" y="859789"/>
                </a:lnTo>
                <a:lnTo>
                  <a:pt x="150825" y="859789"/>
                </a:lnTo>
                <a:lnTo>
                  <a:pt x="147193" y="861060"/>
                </a:lnTo>
                <a:close/>
              </a:path>
              <a:path w="237489" h="866139">
                <a:moveTo>
                  <a:pt x="132537" y="864869"/>
                </a:moveTo>
                <a:lnTo>
                  <a:pt x="81584" y="864869"/>
                </a:lnTo>
                <a:lnTo>
                  <a:pt x="62204" y="862330"/>
                </a:lnTo>
                <a:lnTo>
                  <a:pt x="44538" y="861060"/>
                </a:lnTo>
                <a:lnTo>
                  <a:pt x="146164" y="861060"/>
                </a:lnTo>
                <a:lnTo>
                  <a:pt x="142354" y="862330"/>
                </a:lnTo>
                <a:lnTo>
                  <a:pt x="141452" y="862330"/>
                </a:lnTo>
                <a:lnTo>
                  <a:pt x="137477" y="863600"/>
                </a:lnTo>
                <a:lnTo>
                  <a:pt x="132537" y="864869"/>
                </a:lnTo>
                <a:close/>
              </a:path>
              <a:path w="237489" h="866139">
                <a:moveTo>
                  <a:pt x="112636" y="866139"/>
                </a:moveTo>
                <a:lnTo>
                  <a:pt x="101688" y="866139"/>
                </a:lnTo>
                <a:lnTo>
                  <a:pt x="91592" y="864869"/>
                </a:lnTo>
                <a:lnTo>
                  <a:pt x="121716" y="864869"/>
                </a:lnTo>
                <a:lnTo>
                  <a:pt x="112636" y="866139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2400" y="2724619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599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22400" y="272461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22400" y="4934419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22400" y="554401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51200" y="2724619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599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51200" y="4553419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53496" y="3696461"/>
            <a:ext cx="237490" cy="866140"/>
          </a:xfrm>
          <a:custGeom>
            <a:avLst/>
            <a:gdLst/>
            <a:ahLst/>
            <a:cxnLst/>
            <a:rect l="l" t="t" r="r" b="b"/>
            <a:pathLst>
              <a:path w="237489" h="866139">
                <a:moveTo>
                  <a:pt x="126580" y="172720"/>
                </a:moveTo>
                <a:lnTo>
                  <a:pt x="59474" y="172720"/>
                </a:lnTo>
                <a:lnTo>
                  <a:pt x="53466" y="166370"/>
                </a:lnTo>
                <a:lnTo>
                  <a:pt x="47040" y="157479"/>
                </a:lnTo>
                <a:lnTo>
                  <a:pt x="40373" y="148589"/>
                </a:lnTo>
                <a:lnTo>
                  <a:pt x="34899" y="140970"/>
                </a:lnTo>
                <a:lnTo>
                  <a:pt x="34442" y="139700"/>
                </a:lnTo>
                <a:lnTo>
                  <a:pt x="29362" y="132079"/>
                </a:lnTo>
                <a:lnTo>
                  <a:pt x="28892" y="130810"/>
                </a:lnTo>
                <a:lnTo>
                  <a:pt x="24320" y="123189"/>
                </a:lnTo>
                <a:lnTo>
                  <a:pt x="23825" y="121920"/>
                </a:lnTo>
                <a:lnTo>
                  <a:pt x="19862" y="113029"/>
                </a:lnTo>
                <a:lnTo>
                  <a:pt x="17767" y="107950"/>
                </a:lnTo>
                <a:lnTo>
                  <a:pt x="15989" y="104139"/>
                </a:lnTo>
                <a:lnTo>
                  <a:pt x="13081" y="93979"/>
                </a:lnTo>
                <a:lnTo>
                  <a:pt x="12839" y="92710"/>
                </a:lnTo>
                <a:lnTo>
                  <a:pt x="11988" y="88900"/>
                </a:lnTo>
                <a:lnTo>
                  <a:pt x="11785" y="88900"/>
                </a:lnTo>
                <a:lnTo>
                  <a:pt x="11188" y="85089"/>
                </a:lnTo>
                <a:lnTo>
                  <a:pt x="11023" y="83820"/>
                </a:lnTo>
                <a:lnTo>
                  <a:pt x="10693" y="80010"/>
                </a:lnTo>
                <a:lnTo>
                  <a:pt x="10672" y="72389"/>
                </a:lnTo>
                <a:lnTo>
                  <a:pt x="10913" y="68845"/>
                </a:lnTo>
                <a:lnTo>
                  <a:pt x="11036" y="67310"/>
                </a:lnTo>
                <a:lnTo>
                  <a:pt x="11569" y="64770"/>
                </a:lnTo>
                <a:lnTo>
                  <a:pt x="12014" y="62229"/>
                </a:lnTo>
                <a:lnTo>
                  <a:pt x="12865" y="59689"/>
                </a:lnTo>
                <a:lnTo>
                  <a:pt x="13588" y="57150"/>
                </a:lnTo>
                <a:lnTo>
                  <a:pt x="14782" y="54610"/>
                </a:lnTo>
                <a:lnTo>
                  <a:pt x="15824" y="52070"/>
                </a:lnTo>
                <a:lnTo>
                  <a:pt x="17360" y="49529"/>
                </a:lnTo>
                <a:lnTo>
                  <a:pt x="18719" y="48260"/>
                </a:lnTo>
                <a:lnTo>
                  <a:pt x="20612" y="45720"/>
                </a:lnTo>
                <a:lnTo>
                  <a:pt x="22453" y="43179"/>
                </a:lnTo>
                <a:lnTo>
                  <a:pt x="24841" y="40639"/>
                </a:lnTo>
                <a:lnTo>
                  <a:pt x="26758" y="39370"/>
                </a:lnTo>
                <a:lnTo>
                  <a:pt x="29743" y="36829"/>
                </a:lnTo>
                <a:lnTo>
                  <a:pt x="31343" y="35560"/>
                </a:lnTo>
                <a:lnTo>
                  <a:pt x="34874" y="33020"/>
                </a:lnTo>
                <a:lnTo>
                  <a:pt x="36182" y="33020"/>
                </a:lnTo>
                <a:lnTo>
                  <a:pt x="40233" y="30479"/>
                </a:lnTo>
                <a:lnTo>
                  <a:pt x="41300" y="30479"/>
                </a:lnTo>
                <a:lnTo>
                  <a:pt x="45834" y="27939"/>
                </a:lnTo>
                <a:lnTo>
                  <a:pt x="46710" y="27939"/>
                </a:lnTo>
                <a:lnTo>
                  <a:pt x="51676" y="26670"/>
                </a:lnTo>
                <a:lnTo>
                  <a:pt x="57772" y="24129"/>
                </a:lnTo>
                <a:lnTo>
                  <a:pt x="64122" y="22860"/>
                </a:lnTo>
                <a:lnTo>
                  <a:pt x="70700" y="20320"/>
                </a:lnTo>
                <a:lnTo>
                  <a:pt x="91465" y="16510"/>
                </a:lnTo>
                <a:lnTo>
                  <a:pt x="136067" y="8889"/>
                </a:lnTo>
                <a:lnTo>
                  <a:pt x="150723" y="7620"/>
                </a:lnTo>
                <a:lnTo>
                  <a:pt x="177939" y="3810"/>
                </a:lnTo>
                <a:lnTo>
                  <a:pt x="200469" y="1270"/>
                </a:lnTo>
                <a:lnTo>
                  <a:pt x="200063" y="1270"/>
                </a:lnTo>
                <a:lnTo>
                  <a:pt x="208914" y="0"/>
                </a:lnTo>
                <a:lnTo>
                  <a:pt x="215049" y="0"/>
                </a:lnTo>
                <a:lnTo>
                  <a:pt x="221691" y="36829"/>
                </a:lnTo>
                <a:lnTo>
                  <a:pt x="214185" y="38100"/>
                </a:lnTo>
                <a:lnTo>
                  <a:pt x="205333" y="39370"/>
                </a:lnTo>
                <a:lnTo>
                  <a:pt x="182359" y="41910"/>
                </a:lnTo>
                <a:lnTo>
                  <a:pt x="155257" y="45720"/>
                </a:lnTo>
                <a:lnTo>
                  <a:pt x="155435" y="45720"/>
                </a:lnTo>
                <a:lnTo>
                  <a:pt x="140995" y="46989"/>
                </a:lnTo>
                <a:lnTo>
                  <a:pt x="141211" y="46989"/>
                </a:lnTo>
                <a:lnTo>
                  <a:pt x="126568" y="49529"/>
                </a:lnTo>
                <a:lnTo>
                  <a:pt x="126860" y="49529"/>
                </a:lnTo>
                <a:lnTo>
                  <a:pt x="112318" y="50800"/>
                </a:lnTo>
                <a:lnTo>
                  <a:pt x="112725" y="50800"/>
                </a:lnTo>
                <a:lnTo>
                  <a:pt x="98577" y="53339"/>
                </a:lnTo>
                <a:lnTo>
                  <a:pt x="99110" y="53339"/>
                </a:lnTo>
                <a:lnTo>
                  <a:pt x="85674" y="55879"/>
                </a:lnTo>
                <a:lnTo>
                  <a:pt x="86194" y="55879"/>
                </a:lnTo>
                <a:lnTo>
                  <a:pt x="79832" y="57150"/>
                </a:lnTo>
                <a:lnTo>
                  <a:pt x="80263" y="57150"/>
                </a:lnTo>
                <a:lnTo>
                  <a:pt x="77228" y="58420"/>
                </a:lnTo>
                <a:lnTo>
                  <a:pt x="74688" y="58420"/>
                </a:lnTo>
                <a:lnTo>
                  <a:pt x="68948" y="60960"/>
                </a:lnTo>
                <a:lnTo>
                  <a:pt x="69545" y="60960"/>
                </a:lnTo>
                <a:lnTo>
                  <a:pt x="64173" y="62229"/>
                </a:lnTo>
                <a:lnTo>
                  <a:pt x="64884" y="62229"/>
                </a:lnTo>
                <a:lnTo>
                  <a:pt x="59918" y="63500"/>
                </a:lnTo>
                <a:lnTo>
                  <a:pt x="60782" y="63500"/>
                </a:lnTo>
                <a:lnTo>
                  <a:pt x="56261" y="64770"/>
                </a:lnTo>
                <a:lnTo>
                  <a:pt x="57315" y="64770"/>
                </a:lnTo>
                <a:lnTo>
                  <a:pt x="55289" y="66039"/>
                </a:lnTo>
                <a:lnTo>
                  <a:pt x="54571" y="66039"/>
                </a:lnTo>
                <a:lnTo>
                  <a:pt x="52806" y="67310"/>
                </a:lnTo>
                <a:lnTo>
                  <a:pt x="51587" y="67310"/>
                </a:lnTo>
                <a:lnTo>
                  <a:pt x="50393" y="68579"/>
                </a:lnTo>
                <a:lnTo>
                  <a:pt x="50037" y="68579"/>
                </a:lnTo>
                <a:lnTo>
                  <a:pt x="49738" y="69276"/>
                </a:lnTo>
                <a:lnTo>
                  <a:pt x="49199" y="69850"/>
                </a:lnTo>
                <a:lnTo>
                  <a:pt x="49517" y="69850"/>
                </a:lnTo>
                <a:lnTo>
                  <a:pt x="48996" y="71120"/>
                </a:lnTo>
                <a:lnTo>
                  <a:pt x="49149" y="71120"/>
                </a:lnTo>
                <a:lnTo>
                  <a:pt x="48846" y="72008"/>
                </a:lnTo>
                <a:lnTo>
                  <a:pt x="48844" y="72389"/>
                </a:lnTo>
                <a:lnTo>
                  <a:pt x="48628" y="73660"/>
                </a:lnTo>
                <a:lnTo>
                  <a:pt x="48628" y="76200"/>
                </a:lnTo>
                <a:lnTo>
                  <a:pt x="48742" y="77470"/>
                </a:lnTo>
                <a:lnTo>
                  <a:pt x="48806" y="78739"/>
                </a:lnTo>
                <a:lnTo>
                  <a:pt x="48905" y="79501"/>
                </a:lnTo>
                <a:lnTo>
                  <a:pt x="49005" y="80010"/>
                </a:lnTo>
                <a:lnTo>
                  <a:pt x="49204" y="81279"/>
                </a:lnTo>
                <a:lnTo>
                  <a:pt x="49402" y="82550"/>
                </a:lnTo>
                <a:lnTo>
                  <a:pt x="50050" y="85089"/>
                </a:lnTo>
                <a:lnTo>
                  <a:pt x="50888" y="87629"/>
                </a:lnTo>
                <a:lnTo>
                  <a:pt x="50634" y="87629"/>
                </a:lnTo>
                <a:lnTo>
                  <a:pt x="51943" y="91439"/>
                </a:lnTo>
                <a:lnTo>
                  <a:pt x="52184" y="91439"/>
                </a:lnTo>
                <a:lnTo>
                  <a:pt x="53200" y="93979"/>
                </a:lnTo>
                <a:lnTo>
                  <a:pt x="52933" y="93979"/>
                </a:lnTo>
                <a:lnTo>
                  <a:pt x="54648" y="97789"/>
                </a:lnTo>
                <a:lnTo>
                  <a:pt x="54820" y="97789"/>
                </a:lnTo>
                <a:lnTo>
                  <a:pt x="58216" y="105410"/>
                </a:lnTo>
                <a:lnTo>
                  <a:pt x="58361" y="105410"/>
                </a:lnTo>
                <a:lnTo>
                  <a:pt x="62280" y="113029"/>
                </a:lnTo>
                <a:lnTo>
                  <a:pt x="62523" y="113029"/>
                </a:lnTo>
                <a:lnTo>
                  <a:pt x="66878" y="120650"/>
                </a:lnTo>
                <a:lnTo>
                  <a:pt x="67331" y="120650"/>
                </a:lnTo>
                <a:lnTo>
                  <a:pt x="71882" y="127000"/>
                </a:lnTo>
                <a:lnTo>
                  <a:pt x="71437" y="127000"/>
                </a:lnTo>
                <a:lnTo>
                  <a:pt x="77190" y="134620"/>
                </a:lnTo>
                <a:lnTo>
                  <a:pt x="76733" y="134620"/>
                </a:lnTo>
                <a:lnTo>
                  <a:pt x="82664" y="140970"/>
                </a:lnTo>
                <a:lnTo>
                  <a:pt x="82181" y="140970"/>
                </a:lnTo>
                <a:lnTo>
                  <a:pt x="88188" y="147320"/>
                </a:lnTo>
                <a:lnTo>
                  <a:pt x="87655" y="147320"/>
                </a:lnTo>
                <a:lnTo>
                  <a:pt x="93624" y="153670"/>
                </a:lnTo>
                <a:lnTo>
                  <a:pt x="94165" y="153670"/>
                </a:lnTo>
                <a:lnTo>
                  <a:pt x="98818" y="158750"/>
                </a:lnTo>
                <a:lnTo>
                  <a:pt x="99396" y="158750"/>
                </a:lnTo>
                <a:lnTo>
                  <a:pt x="100926" y="160020"/>
                </a:lnTo>
                <a:lnTo>
                  <a:pt x="101561" y="160020"/>
                </a:lnTo>
                <a:lnTo>
                  <a:pt x="103289" y="161289"/>
                </a:lnTo>
                <a:lnTo>
                  <a:pt x="102349" y="161289"/>
                </a:lnTo>
                <a:lnTo>
                  <a:pt x="106159" y="163829"/>
                </a:lnTo>
                <a:lnTo>
                  <a:pt x="107410" y="163829"/>
                </a:lnTo>
                <a:lnTo>
                  <a:pt x="109474" y="165100"/>
                </a:lnTo>
                <a:lnTo>
                  <a:pt x="108775" y="165100"/>
                </a:lnTo>
                <a:lnTo>
                  <a:pt x="113207" y="167639"/>
                </a:lnTo>
                <a:lnTo>
                  <a:pt x="114947" y="167639"/>
                </a:lnTo>
                <a:lnTo>
                  <a:pt x="117284" y="168910"/>
                </a:lnTo>
                <a:lnTo>
                  <a:pt x="116547" y="168910"/>
                </a:lnTo>
                <a:lnTo>
                  <a:pt x="126580" y="172720"/>
                </a:lnTo>
                <a:close/>
              </a:path>
              <a:path w="237489" h="866139">
                <a:moveTo>
                  <a:pt x="74193" y="59689"/>
                </a:moveTo>
                <a:lnTo>
                  <a:pt x="74688" y="58420"/>
                </a:lnTo>
                <a:lnTo>
                  <a:pt x="77228" y="58420"/>
                </a:lnTo>
                <a:lnTo>
                  <a:pt x="74193" y="59689"/>
                </a:lnTo>
                <a:close/>
              </a:path>
              <a:path w="237489" h="866139">
                <a:moveTo>
                  <a:pt x="53263" y="67310"/>
                </a:moveTo>
                <a:lnTo>
                  <a:pt x="54571" y="66039"/>
                </a:lnTo>
                <a:lnTo>
                  <a:pt x="55289" y="66039"/>
                </a:lnTo>
                <a:lnTo>
                  <a:pt x="53263" y="67310"/>
                </a:lnTo>
                <a:close/>
              </a:path>
              <a:path w="237489" h="866139">
                <a:moveTo>
                  <a:pt x="50216" y="69149"/>
                </a:moveTo>
                <a:lnTo>
                  <a:pt x="51587" y="67310"/>
                </a:lnTo>
                <a:lnTo>
                  <a:pt x="52641" y="67310"/>
                </a:lnTo>
                <a:lnTo>
                  <a:pt x="51041" y="68579"/>
                </a:lnTo>
                <a:lnTo>
                  <a:pt x="50216" y="69149"/>
                </a:lnTo>
                <a:close/>
              </a:path>
              <a:path w="237489" h="866139">
                <a:moveTo>
                  <a:pt x="51041" y="68579"/>
                </a:moveTo>
                <a:lnTo>
                  <a:pt x="52641" y="67310"/>
                </a:lnTo>
                <a:lnTo>
                  <a:pt x="51763" y="68060"/>
                </a:lnTo>
                <a:lnTo>
                  <a:pt x="51041" y="68579"/>
                </a:lnTo>
                <a:close/>
              </a:path>
              <a:path w="237489" h="866139">
                <a:moveTo>
                  <a:pt x="51763" y="68060"/>
                </a:moveTo>
                <a:lnTo>
                  <a:pt x="52641" y="67310"/>
                </a:lnTo>
                <a:lnTo>
                  <a:pt x="52806" y="67310"/>
                </a:lnTo>
                <a:lnTo>
                  <a:pt x="51763" y="68060"/>
                </a:lnTo>
                <a:close/>
              </a:path>
              <a:path w="237489" h="866139">
                <a:moveTo>
                  <a:pt x="50844" y="68845"/>
                </a:moveTo>
                <a:lnTo>
                  <a:pt x="51041" y="68579"/>
                </a:lnTo>
                <a:lnTo>
                  <a:pt x="51763" y="68060"/>
                </a:lnTo>
                <a:lnTo>
                  <a:pt x="50844" y="68845"/>
                </a:lnTo>
                <a:close/>
              </a:path>
              <a:path w="237489" h="866139">
                <a:moveTo>
                  <a:pt x="49762" y="69250"/>
                </a:moveTo>
                <a:lnTo>
                  <a:pt x="50037" y="68579"/>
                </a:lnTo>
                <a:lnTo>
                  <a:pt x="49835" y="69173"/>
                </a:lnTo>
                <a:close/>
              </a:path>
              <a:path w="237489" h="866139">
                <a:moveTo>
                  <a:pt x="49863" y="69144"/>
                </a:moveTo>
                <a:lnTo>
                  <a:pt x="50037" y="68579"/>
                </a:lnTo>
                <a:lnTo>
                  <a:pt x="50393" y="68579"/>
                </a:lnTo>
                <a:lnTo>
                  <a:pt x="49863" y="69144"/>
                </a:lnTo>
                <a:close/>
              </a:path>
              <a:path w="237489" h="866139">
                <a:moveTo>
                  <a:pt x="50153" y="69192"/>
                </a:moveTo>
                <a:lnTo>
                  <a:pt x="50520" y="68579"/>
                </a:lnTo>
                <a:lnTo>
                  <a:pt x="50258" y="69070"/>
                </a:lnTo>
                <a:close/>
              </a:path>
              <a:path w="237489" h="866139">
                <a:moveTo>
                  <a:pt x="49985" y="69580"/>
                </a:moveTo>
                <a:lnTo>
                  <a:pt x="50202" y="69173"/>
                </a:lnTo>
                <a:lnTo>
                  <a:pt x="51041" y="68579"/>
                </a:lnTo>
                <a:lnTo>
                  <a:pt x="50844" y="68845"/>
                </a:lnTo>
                <a:lnTo>
                  <a:pt x="49985" y="69580"/>
                </a:lnTo>
                <a:close/>
              </a:path>
              <a:path w="237489" h="866139">
                <a:moveTo>
                  <a:pt x="49314" y="70913"/>
                </a:moveTo>
                <a:lnTo>
                  <a:pt x="49373" y="70724"/>
                </a:lnTo>
                <a:lnTo>
                  <a:pt x="49924" y="69694"/>
                </a:lnTo>
                <a:lnTo>
                  <a:pt x="50026" y="69544"/>
                </a:lnTo>
                <a:lnTo>
                  <a:pt x="50844" y="68845"/>
                </a:lnTo>
                <a:lnTo>
                  <a:pt x="49314" y="70913"/>
                </a:lnTo>
                <a:close/>
              </a:path>
              <a:path w="237489" h="866139">
                <a:moveTo>
                  <a:pt x="49642" y="69544"/>
                </a:moveTo>
                <a:lnTo>
                  <a:pt x="49752" y="69276"/>
                </a:lnTo>
                <a:lnTo>
                  <a:pt x="49863" y="69144"/>
                </a:lnTo>
                <a:lnTo>
                  <a:pt x="49765" y="69460"/>
                </a:lnTo>
                <a:close/>
              </a:path>
              <a:path w="237489" h="866139">
                <a:moveTo>
                  <a:pt x="49852" y="69694"/>
                </a:moveTo>
                <a:lnTo>
                  <a:pt x="50102" y="69276"/>
                </a:lnTo>
                <a:lnTo>
                  <a:pt x="50216" y="69149"/>
                </a:lnTo>
                <a:lnTo>
                  <a:pt x="49985" y="69580"/>
                </a:lnTo>
                <a:lnTo>
                  <a:pt x="49852" y="69694"/>
                </a:lnTo>
                <a:close/>
              </a:path>
              <a:path w="237489" h="866139">
                <a:moveTo>
                  <a:pt x="49669" y="69850"/>
                </a:moveTo>
                <a:lnTo>
                  <a:pt x="49765" y="69460"/>
                </a:lnTo>
                <a:lnTo>
                  <a:pt x="50153" y="69192"/>
                </a:lnTo>
                <a:lnTo>
                  <a:pt x="49669" y="69850"/>
                </a:lnTo>
                <a:close/>
              </a:path>
              <a:path w="237489" h="866139">
                <a:moveTo>
                  <a:pt x="49669" y="69850"/>
                </a:moveTo>
                <a:lnTo>
                  <a:pt x="50102" y="69276"/>
                </a:lnTo>
                <a:lnTo>
                  <a:pt x="49852" y="69694"/>
                </a:lnTo>
                <a:lnTo>
                  <a:pt x="49669" y="69850"/>
                </a:lnTo>
                <a:close/>
              </a:path>
              <a:path w="237489" h="866139">
                <a:moveTo>
                  <a:pt x="49644" y="69850"/>
                </a:moveTo>
                <a:lnTo>
                  <a:pt x="49642" y="69544"/>
                </a:lnTo>
                <a:lnTo>
                  <a:pt x="49644" y="69850"/>
                </a:lnTo>
                <a:close/>
              </a:path>
              <a:path w="237489" h="866139">
                <a:moveTo>
                  <a:pt x="49517" y="69850"/>
                </a:moveTo>
                <a:lnTo>
                  <a:pt x="49199" y="69850"/>
                </a:lnTo>
                <a:lnTo>
                  <a:pt x="49642" y="69544"/>
                </a:lnTo>
                <a:lnTo>
                  <a:pt x="49517" y="69850"/>
                </a:lnTo>
                <a:close/>
              </a:path>
              <a:path w="237489" h="866139">
                <a:moveTo>
                  <a:pt x="49758" y="69850"/>
                </a:moveTo>
                <a:lnTo>
                  <a:pt x="49852" y="69694"/>
                </a:lnTo>
                <a:lnTo>
                  <a:pt x="49758" y="69850"/>
                </a:lnTo>
                <a:close/>
              </a:path>
              <a:path w="237489" h="866139">
                <a:moveTo>
                  <a:pt x="48996" y="71120"/>
                </a:moveTo>
                <a:lnTo>
                  <a:pt x="49517" y="69850"/>
                </a:lnTo>
                <a:lnTo>
                  <a:pt x="49348" y="70533"/>
                </a:lnTo>
                <a:lnTo>
                  <a:pt x="48996" y="71120"/>
                </a:lnTo>
                <a:close/>
              </a:path>
              <a:path w="237489" h="866139">
                <a:moveTo>
                  <a:pt x="49348" y="70533"/>
                </a:moveTo>
                <a:lnTo>
                  <a:pt x="49580" y="69850"/>
                </a:lnTo>
                <a:lnTo>
                  <a:pt x="49468" y="70244"/>
                </a:lnTo>
                <a:lnTo>
                  <a:pt x="49348" y="70533"/>
                </a:lnTo>
                <a:close/>
              </a:path>
              <a:path w="237489" h="866139">
                <a:moveTo>
                  <a:pt x="49419" y="70414"/>
                </a:moveTo>
                <a:lnTo>
                  <a:pt x="49580" y="69850"/>
                </a:lnTo>
                <a:lnTo>
                  <a:pt x="49522" y="70244"/>
                </a:lnTo>
                <a:lnTo>
                  <a:pt x="49419" y="70414"/>
                </a:lnTo>
                <a:close/>
              </a:path>
              <a:path w="237489" h="866139">
                <a:moveTo>
                  <a:pt x="49522" y="70244"/>
                </a:moveTo>
                <a:lnTo>
                  <a:pt x="49644" y="69850"/>
                </a:lnTo>
                <a:lnTo>
                  <a:pt x="49522" y="70244"/>
                </a:lnTo>
                <a:close/>
              </a:path>
              <a:path w="237489" h="866139">
                <a:moveTo>
                  <a:pt x="49284" y="70891"/>
                </a:moveTo>
                <a:lnTo>
                  <a:pt x="49419" y="70414"/>
                </a:lnTo>
                <a:lnTo>
                  <a:pt x="49522" y="70244"/>
                </a:lnTo>
                <a:lnTo>
                  <a:pt x="49373" y="70724"/>
                </a:lnTo>
                <a:lnTo>
                  <a:pt x="49284" y="70891"/>
                </a:lnTo>
                <a:close/>
              </a:path>
              <a:path w="237489" h="866139">
                <a:moveTo>
                  <a:pt x="49149" y="71120"/>
                </a:moveTo>
                <a:lnTo>
                  <a:pt x="48996" y="71120"/>
                </a:lnTo>
                <a:lnTo>
                  <a:pt x="49348" y="70533"/>
                </a:lnTo>
                <a:lnTo>
                  <a:pt x="49149" y="71120"/>
                </a:lnTo>
                <a:close/>
              </a:path>
              <a:path w="237489" h="866139">
                <a:moveTo>
                  <a:pt x="48975" y="72008"/>
                </a:moveTo>
                <a:lnTo>
                  <a:pt x="49218" y="71120"/>
                </a:lnTo>
                <a:lnTo>
                  <a:pt x="49314" y="70913"/>
                </a:lnTo>
                <a:lnTo>
                  <a:pt x="48975" y="72008"/>
                </a:lnTo>
                <a:close/>
              </a:path>
              <a:path w="237489" h="866139">
                <a:moveTo>
                  <a:pt x="48856" y="72389"/>
                </a:moveTo>
                <a:lnTo>
                  <a:pt x="48717" y="72389"/>
                </a:lnTo>
                <a:lnTo>
                  <a:pt x="49161" y="71120"/>
                </a:lnTo>
                <a:lnTo>
                  <a:pt x="48965" y="72008"/>
                </a:lnTo>
                <a:lnTo>
                  <a:pt x="48856" y="72389"/>
                </a:lnTo>
                <a:close/>
              </a:path>
              <a:path w="237489" h="866139">
                <a:moveTo>
                  <a:pt x="48894" y="72389"/>
                </a:moveTo>
                <a:lnTo>
                  <a:pt x="48975" y="72008"/>
                </a:lnTo>
                <a:lnTo>
                  <a:pt x="48894" y="72389"/>
                </a:lnTo>
                <a:close/>
              </a:path>
              <a:path w="237489" h="866139">
                <a:moveTo>
                  <a:pt x="48628" y="73660"/>
                </a:moveTo>
                <a:lnTo>
                  <a:pt x="48844" y="72389"/>
                </a:lnTo>
                <a:lnTo>
                  <a:pt x="48822" y="72736"/>
                </a:lnTo>
                <a:lnTo>
                  <a:pt x="48628" y="73660"/>
                </a:lnTo>
                <a:close/>
              </a:path>
              <a:path w="237489" h="866139">
                <a:moveTo>
                  <a:pt x="48822" y="72736"/>
                </a:moveTo>
                <a:lnTo>
                  <a:pt x="48844" y="72389"/>
                </a:lnTo>
                <a:lnTo>
                  <a:pt x="48822" y="72736"/>
                </a:lnTo>
                <a:close/>
              </a:path>
              <a:path w="237489" h="866139">
                <a:moveTo>
                  <a:pt x="48763" y="73660"/>
                </a:moveTo>
                <a:lnTo>
                  <a:pt x="48628" y="73660"/>
                </a:lnTo>
                <a:lnTo>
                  <a:pt x="48822" y="72736"/>
                </a:lnTo>
                <a:lnTo>
                  <a:pt x="48763" y="73660"/>
                </a:lnTo>
                <a:close/>
              </a:path>
              <a:path w="237489" h="866139">
                <a:moveTo>
                  <a:pt x="48672" y="75095"/>
                </a:moveTo>
                <a:lnTo>
                  <a:pt x="48653" y="73660"/>
                </a:lnTo>
                <a:lnTo>
                  <a:pt x="48672" y="75095"/>
                </a:lnTo>
                <a:close/>
              </a:path>
              <a:path w="237489" h="866139">
                <a:moveTo>
                  <a:pt x="48687" y="76200"/>
                </a:moveTo>
                <a:lnTo>
                  <a:pt x="48672" y="75095"/>
                </a:lnTo>
                <a:lnTo>
                  <a:pt x="48687" y="76200"/>
                </a:lnTo>
                <a:close/>
              </a:path>
              <a:path w="237489" h="866139">
                <a:moveTo>
                  <a:pt x="48697" y="76973"/>
                </a:moveTo>
                <a:lnTo>
                  <a:pt x="48628" y="76200"/>
                </a:lnTo>
                <a:lnTo>
                  <a:pt x="48697" y="76973"/>
                </a:lnTo>
                <a:close/>
              </a:path>
              <a:path w="237489" h="866139">
                <a:moveTo>
                  <a:pt x="48742" y="77470"/>
                </a:moveTo>
                <a:lnTo>
                  <a:pt x="48697" y="76973"/>
                </a:lnTo>
                <a:lnTo>
                  <a:pt x="48742" y="77470"/>
                </a:lnTo>
                <a:close/>
              </a:path>
              <a:path w="237489" h="866139">
                <a:moveTo>
                  <a:pt x="48971" y="80010"/>
                </a:moveTo>
                <a:lnTo>
                  <a:pt x="48806" y="78739"/>
                </a:lnTo>
                <a:lnTo>
                  <a:pt x="48925" y="79501"/>
                </a:lnTo>
                <a:lnTo>
                  <a:pt x="48971" y="80010"/>
                </a:lnTo>
                <a:close/>
              </a:path>
              <a:path w="237489" h="866139">
                <a:moveTo>
                  <a:pt x="48925" y="79501"/>
                </a:moveTo>
                <a:lnTo>
                  <a:pt x="48806" y="78739"/>
                </a:lnTo>
                <a:lnTo>
                  <a:pt x="48925" y="79501"/>
                </a:lnTo>
                <a:close/>
              </a:path>
              <a:path w="237489" h="866139">
                <a:moveTo>
                  <a:pt x="49005" y="80010"/>
                </a:moveTo>
                <a:lnTo>
                  <a:pt x="48925" y="79501"/>
                </a:lnTo>
                <a:lnTo>
                  <a:pt x="49005" y="80010"/>
                </a:lnTo>
                <a:close/>
              </a:path>
              <a:path w="237489" h="866139">
                <a:moveTo>
                  <a:pt x="49483" y="82550"/>
                </a:moveTo>
                <a:lnTo>
                  <a:pt x="49213" y="81343"/>
                </a:lnTo>
                <a:lnTo>
                  <a:pt x="49483" y="82550"/>
                </a:lnTo>
                <a:close/>
              </a:path>
              <a:path w="237489" h="866139">
                <a:moveTo>
                  <a:pt x="50169" y="85089"/>
                </a:moveTo>
                <a:lnTo>
                  <a:pt x="49809" y="83820"/>
                </a:lnTo>
                <a:lnTo>
                  <a:pt x="50169" y="85089"/>
                </a:lnTo>
                <a:close/>
              </a:path>
              <a:path w="237489" h="866139">
                <a:moveTo>
                  <a:pt x="52184" y="91439"/>
                </a:moveTo>
                <a:lnTo>
                  <a:pt x="51943" y="91439"/>
                </a:lnTo>
                <a:lnTo>
                  <a:pt x="51676" y="90170"/>
                </a:lnTo>
                <a:lnTo>
                  <a:pt x="52184" y="91439"/>
                </a:lnTo>
                <a:close/>
              </a:path>
              <a:path w="237489" h="866139">
                <a:moveTo>
                  <a:pt x="54820" y="97789"/>
                </a:moveTo>
                <a:lnTo>
                  <a:pt x="54648" y="97789"/>
                </a:lnTo>
                <a:lnTo>
                  <a:pt x="54254" y="96520"/>
                </a:lnTo>
                <a:lnTo>
                  <a:pt x="54820" y="97789"/>
                </a:lnTo>
                <a:close/>
              </a:path>
              <a:path w="237489" h="866139">
                <a:moveTo>
                  <a:pt x="58361" y="105410"/>
                </a:moveTo>
                <a:lnTo>
                  <a:pt x="58216" y="105410"/>
                </a:lnTo>
                <a:lnTo>
                  <a:pt x="57708" y="104139"/>
                </a:lnTo>
                <a:lnTo>
                  <a:pt x="58361" y="105410"/>
                </a:lnTo>
                <a:close/>
              </a:path>
              <a:path w="237489" h="866139">
                <a:moveTo>
                  <a:pt x="62523" y="113029"/>
                </a:moveTo>
                <a:lnTo>
                  <a:pt x="62280" y="113029"/>
                </a:lnTo>
                <a:lnTo>
                  <a:pt x="61798" y="111760"/>
                </a:lnTo>
                <a:lnTo>
                  <a:pt x="62523" y="113029"/>
                </a:lnTo>
                <a:close/>
              </a:path>
              <a:path w="237489" h="866139">
                <a:moveTo>
                  <a:pt x="67331" y="120650"/>
                </a:moveTo>
                <a:lnTo>
                  <a:pt x="66878" y="120650"/>
                </a:lnTo>
                <a:lnTo>
                  <a:pt x="66421" y="119379"/>
                </a:lnTo>
                <a:lnTo>
                  <a:pt x="67331" y="120650"/>
                </a:lnTo>
                <a:close/>
              </a:path>
              <a:path w="237489" h="866139">
                <a:moveTo>
                  <a:pt x="94165" y="153670"/>
                </a:moveTo>
                <a:lnTo>
                  <a:pt x="93624" y="153670"/>
                </a:lnTo>
                <a:lnTo>
                  <a:pt x="93002" y="152400"/>
                </a:lnTo>
                <a:lnTo>
                  <a:pt x="94165" y="153670"/>
                </a:lnTo>
                <a:close/>
              </a:path>
              <a:path w="237489" h="866139">
                <a:moveTo>
                  <a:pt x="99396" y="158750"/>
                </a:moveTo>
                <a:lnTo>
                  <a:pt x="98818" y="158750"/>
                </a:lnTo>
                <a:lnTo>
                  <a:pt x="97866" y="157479"/>
                </a:lnTo>
                <a:lnTo>
                  <a:pt x="99396" y="158750"/>
                </a:lnTo>
                <a:close/>
              </a:path>
              <a:path w="237489" h="866139">
                <a:moveTo>
                  <a:pt x="101561" y="160020"/>
                </a:moveTo>
                <a:lnTo>
                  <a:pt x="100926" y="160020"/>
                </a:lnTo>
                <a:lnTo>
                  <a:pt x="99834" y="158750"/>
                </a:lnTo>
                <a:lnTo>
                  <a:pt x="101561" y="160020"/>
                </a:lnTo>
                <a:close/>
              </a:path>
              <a:path w="237489" h="866139">
                <a:moveTo>
                  <a:pt x="107410" y="163829"/>
                </a:moveTo>
                <a:lnTo>
                  <a:pt x="106159" y="163829"/>
                </a:lnTo>
                <a:lnTo>
                  <a:pt x="105346" y="162560"/>
                </a:lnTo>
                <a:lnTo>
                  <a:pt x="107410" y="163829"/>
                </a:lnTo>
                <a:close/>
              </a:path>
              <a:path w="237489" h="866139">
                <a:moveTo>
                  <a:pt x="114947" y="167639"/>
                </a:moveTo>
                <a:lnTo>
                  <a:pt x="113207" y="167639"/>
                </a:lnTo>
                <a:lnTo>
                  <a:pt x="112610" y="166370"/>
                </a:lnTo>
                <a:lnTo>
                  <a:pt x="114947" y="167639"/>
                </a:lnTo>
                <a:close/>
              </a:path>
              <a:path w="237489" h="866139">
                <a:moveTo>
                  <a:pt x="206552" y="209550"/>
                </a:moveTo>
                <a:lnTo>
                  <a:pt x="207390" y="208279"/>
                </a:lnTo>
                <a:lnTo>
                  <a:pt x="111810" y="208279"/>
                </a:lnTo>
                <a:lnTo>
                  <a:pt x="101777" y="204470"/>
                </a:lnTo>
                <a:lnTo>
                  <a:pt x="101041" y="203200"/>
                </a:lnTo>
                <a:lnTo>
                  <a:pt x="95745" y="200660"/>
                </a:lnTo>
                <a:lnTo>
                  <a:pt x="91325" y="199389"/>
                </a:lnTo>
                <a:lnTo>
                  <a:pt x="86499" y="195579"/>
                </a:lnTo>
                <a:lnTo>
                  <a:pt x="85699" y="195579"/>
                </a:lnTo>
                <a:lnTo>
                  <a:pt x="81889" y="193039"/>
                </a:lnTo>
                <a:lnTo>
                  <a:pt x="80949" y="193039"/>
                </a:lnTo>
                <a:lnTo>
                  <a:pt x="77508" y="190500"/>
                </a:lnTo>
                <a:lnTo>
                  <a:pt x="76415" y="189229"/>
                </a:lnTo>
                <a:lnTo>
                  <a:pt x="73355" y="186689"/>
                </a:lnTo>
                <a:lnTo>
                  <a:pt x="72402" y="185420"/>
                </a:lnTo>
                <a:lnTo>
                  <a:pt x="66586" y="180339"/>
                </a:lnTo>
                <a:lnTo>
                  <a:pt x="65976" y="179070"/>
                </a:lnTo>
                <a:lnTo>
                  <a:pt x="60007" y="172720"/>
                </a:lnTo>
                <a:lnTo>
                  <a:pt x="125793" y="172720"/>
                </a:lnTo>
                <a:lnTo>
                  <a:pt x="136499" y="176529"/>
                </a:lnTo>
                <a:lnTo>
                  <a:pt x="135915" y="176529"/>
                </a:lnTo>
                <a:lnTo>
                  <a:pt x="147015" y="180339"/>
                </a:lnTo>
                <a:lnTo>
                  <a:pt x="146583" y="180339"/>
                </a:lnTo>
                <a:lnTo>
                  <a:pt x="157835" y="184150"/>
                </a:lnTo>
                <a:lnTo>
                  <a:pt x="161247" y="184150"/>
                </a:lnTo>
                <a:lnTo>
                  <a:pt x="168681" y="186689"/>
                </a:lnTo>
                <a:lnTo>
                  <a:pt x="168452" y="186689"/>
                </a:lnTo>
                <a:lnTo>
                  <a:pt x="189445" y="191770"/>
                </a:lnTo>
                <a:lnTo>
                  <a:pt x="207086" y="196850"/>
                </a:lnTo>
                <a:lnTo>
                  <a:pt x="214541" y="199389"/>
                </a:lnTo>
                <a:lnTo>
                  <a:pt x="215607" y="200660"/>
                </a:lnTo>
                <a:lnTo>
                  <a:pt x="109397" y="200660"/>
                </a:lnTo>
                <a:lnTo>
                  <a:pt x="104063" y="201929"/>
                </a:lnTo>
                <a:lnTo>
                  <a:pt x="143179" y="201929"/>
                </a:lnTo>
                <a:lnTo>
                  <a:pt x="165836" y="203200"/>
                </a:lnTo>
                <a:lnTo>
                  <a:pt x="186715" y="205739"/>
                </a:lnTo>
                <a:lnTo>
                  <a:pt x="195376" y="205739"/>
                </a:lnTo>
                <a:lnTo>
                  <a:pt x="203403" y="207010"/>
                </a:lnTo>
                <a:lnTo>
                  <a:pt x="211531" y="207010"/>
                </a:lnTo>
                <a:lnTo>
                  <a:pt x="206552" y="209550"/>
                </a:lnTo>
                <a:close/>
              </a:path>
              <a:path w="237489" h="866139">
                <a:moveTo>
                  <a:pt x="161247" y="184150"/>
                </a:moveTo>
                <a:lnTo>
                  <a:pt x="157835" y="184150"/>
                </a:lnTo>
                <a:lnTo>
                  <a:pt x="157530" y="182879"/>
                </a:lnTo>
                <a:lnTo>
                  <a:pt x="161247" y="184150"/>
                </a:lnTo>
                <a:close/>
              </a:path>
              <a:path w="237489" h="866139">
                <a:moveTo>
                  <a:pt x="131635" y="201929"/>
                </a:moveTo>
                <a:lnTo>
                  <a:pt x="104063" y="201929"/>
                </a:lnTo>
                <a:lnTo>
                  <a:pt x="109397" y="200660"/>
                </a:lnTo>
                <a:lnTo>
                  <a:pt x="120230" y="200660"/>
                </a:lnTo>
                <a:lnTo>
                  <a:pt x="131635" y="201929"/>
                </a:lnTo>
                <a:close/>
              </a:path>
              <a:path w="237489" h="866139">
                <a:moveTo>
                  <a:pt x="231521" y="209550"/>
                </a:moveTo>
                <a:lnTo>
                  <a:pt x="206552" y="209550"/>
                </a:lnTo>
                <a:lnTo>
                  <a:pt x="211531" y="207010"/>
                </a:lnTo>
                <a:lnTo>
                  <a:pt x="211010" y="207010"/>
                </a:lnTo>
                <a:lnTo>
                  <a:pt x="212864" y="205739"/>
                </a:lnTo>
                <a:lnTo>
                  <a:pt x="186715" y="205739"/>
                </a:lnTo>
                <a:lnTo>
                  <a:pt x="165836" y="203200"/>
                </a:lnTo>
                <a:lnTo>
                  <a:pt x="143179" y="201929"/>
                </a:lnTo>
                <a:lnTo>
                  <a:pt x="131635" y="201929"/>
                </a:lnTo>
                <a:lnTo>
                  <a:pt x="120230" y="200660"/>
                </a:lnTo>
                <a:lnTo>
                  <a:pt x="215607" y="200660"/>
                </a:lnTo>
                <a:lnTo>
                  <a:pt x="220789" y="201929"/>
                </a:lnTo>
                <a:lnTo>
                  <a:pt x="222364" y="203200"/>
                </a:lnTo>
                <a:lnTo>
                  <a:pt x="224256" y="203200"/>
                </a:lnTo>
                <a:lnTo>
                  <a:pt x="226123" y="204470"/>
                </a:lnTo>
                <a:lnTo>
                  <a:pt x="227520" y="205739"/>
                </a:lnTo>
                <a:lnTo>
                  <a:pt x="229158" y="207010"/>
                </a:lnTo>
                <a:lnTo>
                  <a:pt x="230670" y="208279"/>
                </a:lnTo>
                <a:lnTo>
                  <a:pt x="231521" y="209550"/>
                </a:lnTo>
                <a:close/>
              </a:path>
              <a:path w="237489" h="866139">
                <a:moveTo>
                  <a:pt x="40512" y="280670"/>
                </a:moveTo>
                <a:lnTo>
                  <a:pt x="41300" y="278129"/>
                </a:lnTo>
                <a:lnTo>
                  <a:pt x="1549" y="278129"/>
                </a:lnTo>
                <a:lnTo>
                  <a:pt x="2197" y="274320"/>
                </a:lnTo>
                <a:lnTo>
                  <a:pt x="2476" y="274320"/>
                </a:lnTo>
                <a:lnTo>
                  <a:pt x="3276" y="271779"/>
                </a:lnTo>
                <a:lnTo>
                  <a:pt x="3759" y="269239"/>
                </a:lnTo>
                <a:lnTo>
                  <a:pt x="5791" y="264160"/>
                </a:lnTo>
                <a:lnTo>
                  <a:pt x="6565" y="262889"/>
                </a:lnTo>
                <a:lnTo>
                  <a:pt x="9131" y="257810"/>
                </a:lnTo>
                <a:lnTo>
                  <a:pt x="10007" y="256539"/>
                </a:lnTo>
                <a:lnTo>
                  <a:pt x="13081" y="251460"/>
                </a:lnTo>
                <a:lnTo>
                  <a:pt x="14008" y="250189"/>
                </a:lnTo>
                <a:lnTo>
                  <a:pt x="17538" y="245110"/>
                </a:lnTo>
                <a:lnTo>
                  <a:pt x="18491" y="243839"/>
                </a:lnTo>
                <a:lnTo>
                  <a:pt x="22453" y="240029"/>
                </a:lnTo>
                <a:lnTo>
                  <a:pt x="23406" y="238760"/>
                </a:lnTo>
                <a:lnTo>
                  <a:pt x="27749" y="234950"/>
                </a:lnTo>
                <a:lnTo>
                  <a:pt x="28689" y="233679"/>
                </a:lnTo>
                <a:lnTo>
                  <a:pt x="33400" y="229870"/>
                </a:lnTo>
                <a:lnTo>
                  <a:pt x="34315" y="228600"/>
                </a:lnTo>
                <a:lnTo>
                  <a:pt x="39344" y="224789"/>
                </a:lnTo>
                <a:lnTo>
                  <a:pt x="40246" y="224789"/>
                </a:lnTo>
                <a:lnTo>
                  <a:pt x="45554" y="220979"/>
                </a:lnTo>
                <a:lnTo>
                  <a:pt x="46431" y="220979"/>
                </a:lnTo>
                <a:lnTo>
                  <a:pt x="52844" y="217170"/>
                </a:lnTo>
                <a:lnTo>
                  <a:pt x="58610" y="213360"/>
                </a:lnTo>
                <a:lnTo>
                  <a:pt x="65405" y="210820"/>
                </a:lnTo>
                <a:lnTo>
                  <a:pt x="66243" y="210820"/>
                </a:lnTo>
                <a:lnTo>
                  <a:pt x="72326" y="208279"/>
                </a:lnTo>
                <a:lnTo>
                  <a:pt x="79349" y="205739"/>
                </a:lnTo>
                <a:lnTo>
                  <a:pt x="80518" y="204470"/>
                </a:lnTo>
                <a:lnTo>
                  <a:pt x="83820" y="204470"/>
                </a:lnTo>
                <a:lnTo>
                  <a:pt x="85077" y="203200"/>
                </a:lnTo>
                <a:lnTo>
                  <a:pt x="89750" y="203200"/>
                </a:lnTo>
                <a:lnTo>
                  <a:pt x="93738" y="201929"/>
                </a:lnTo>
                <a:lnTo>
                  <a:pt x="98393" y="201929"/>
                </a:lnTo>
                <a:lnTo>
                  <a:pt x="101041" y="203200"/>
                </a:lnTo>
                <a:lnTo>
                  <a:pt x="101777" y="204470"/>
                </a:lnTo>
                <a:lnTo>
                  <a:pt x="111810" y="208279"/>
                </a:lnTo>
                <a:lnTo>
                  <a:pt x="112585" y="208279"/>
                </a:lnTo>
                <a:lnTo>
                  <a:pt x="158343" y="223520"/>
                </a:lnTo>
                <a:lnTo>
                  <a:pt x="179336" y="228600"/>
                </a:lnTo>
                <a:lnTo>
                  <a:pt x="196723" y="233679"/>
                </a:lnTo>
                <a:lnTo>
                  <a:pt x="196087" y="233679"/>
                </a:lnTo>
                <a:lnTo>
                  <a:pt x="202907" y="236220"/>
                </a:lnTo>
                <a:lnTo>
                  <a:pt x="201841" y="236220"/>
                </a:lnTo>
                <a:lnTo>
                  <a:pt x="206853" y="237445"/>
                </a:lnTo>
                <a:lnTo>
                  <a:pt x="231971" y="237489"/>
                </a:lnTo>
                <a:lnTo>
                  <a:pt x="231000" y="238760"/>
                </a:lnTo>
                <a:lnTo>
                  <a:pt x="106743" y="238760"/>
                </a:lnTo>
                <a:lnTo>
                  <a:pt x="102184" y="240029"/>
                </a:lnTo>
                <a:lnTo>
                  <a:pt x="96405" y="240029"/>
                </a:lnTo>
                <a:lnTo>
                  <a:pt x="92748" y="241300"/>
                </a:lnTo>
                <a:lnTo>
                  <a:pt x="91884" y="241300"/>
                </a:lnTo>
                <a:lnTo>
                  <a:pt x="85699" y="243839"/>
                </a:lnTo>
                <a:lnTo>
                  <a:pt x="86537" y="243839"/>
                </a:lnTo>
                <a:lnTo>
                  <a:pt x="80454" y="245110"/>
                </a:lnTo>
                <a:lnTo>
                  <a:pt x="81292" y="245110"/>
                </a:lnTo>
                <a:lnTo>
                  <a:pt x="75336" y="247650"/>
                </a:lnTo>
                <a:lnTo>
                  <a:pt x="76187" y="247650"/>
                </a:lnTo>
                <a:lnTo>
                  <a:pt x="70408" y="250189"/>
                </a:lnTo>
                <a:lnTo>
                  <a:pt x="71272" y="250189"/>
                </a:lnTo>
                <a:lnTo>
                  <a:pt x="67564" y="252729"/>
                </a:lnTo>
                <a:lnTo>
                  <a:pt x="66586" y="252729"/>
                </a:lnTo>
                <a:lnTo>
                  <a:pt x="63038" y="255270"/>
                </a:lnTo>
                <a:lnTo>
                  <a:pt x="62166" y="255270"/>
                </a:lnTo>
                <a:lnTo>
                  <a:pt x="57137" y="259079"/>
                </a:lnTo>
                <a:lnTo>
                  <a:pt x="58051" y="259079"/>
                </a:lnTo>
                <a:lnTo>
                  <a:pt x="54910" y="261620"/>
                </a:lnTo>
                <a:lnTo>
                  <a:pt x="54279" y="261620"/>
                </a:lnTo>
                <a:lnTo>
                  <a:pt x="51012" y="265429"/>
                </a:lnTo>
                <a:lnTo>
                  <a:pt x="50876" y="265429"/>
                </a:lnTo>
                <a:lnTo>
                  <a:pt x="48234" y="267970"/>
                </a:lnTo>
                <a:lnTo>
                  <a:pt x="47866" y="267970"/>
                </a:lnTo>
                <a:lnTo>
                  <a:pt x="46913" y="269239"/>
                </a:lnTo>
                <a:lnTo>
                  <a:pt x="44335" y="273050"/>
                </a:lnTo>
                <a:lnTo>
                  <a:pt x="44497" y="273050"/>
                </a:lnTo>
                <a:lnTo>
                  <a:pt x="42202" y="276860"/>
                </a:lnTo>
                <a:lnTo>
                  <a:pt x="42437" y="276860"/>
                </a:lnTo>
                <a:lnTo>
                  <a:pt x="40512" y="280670"/>
                </a:lnTo>
                <a:close/>
              </a:path>
              <a:path w="237489" h="866139">
                <a:moveTo>
                  <a:pt x="210172" y="207010"/>
                </a:moveTo>
                <a:lnTo>
                  <a:pt x="203403" y="207010"/>
                </a:lnTo>
                <a:lnTo>
                  <a:pt x="195376" y="205739"/>
                </a:lnTo>
                <a:lnTo>
                  <a:pt x="212864" y="205739"/>
                </a:lnTo>
                <a:lnTo>
                  <a:pt x="210172" y="207010"/>
                </a:lnTo>
                <a:close/>
              </a:path>
              <a:path w="237489" h="866139">
                <a:moveTo>
                  <a:pt x="200455" y="229117"/>
                </a:moveTo>
                <a:lnTo>
                  <a:pt x="200151" y="228600"/>
                </a:lnTo>
                <a:lnTo>
                  <a:pt x="179336" y="228600"/>
                </a:lnTo>
                <a:lnTo>
                  <a:pt x="158343" y="223520"/>
                </a:lnTo>
                <a:lnTo>
                  <a:pt x="112585" y="208279"/>
                </a:lnTo>
                <a:lnTo>
                  <a:pt x="207390" y="208279"/>
                </a:lnTo>
                <a:lnTo>
                  <a:pt x="201382" y="215900"/>
                </a:lnTo>
                <a:lnTo>
                  <a:pt x="200660" y="215900"/>
                </a:lnTo>
                <a:lnTo>
                  <a:pt x="200380" y="217170"/>
                </a:lnTo>
                <a:lnTo>
                  <a:pt x="200640" y="217170"/>
                </a:lnTo>
                <a:lnTo>
                  <a:pt x="200455" y="229117"/>
                </a:lnTo>
                <a:close/>
              </a:path>
              <a:path w="237489" h="866139">
                <a:moveTo>
                  <a:pt x="206861" y="237447"/>
                </a:moveTo>
                <a:lnTo>
                  <a:pt x="203983" y="235131"/>
                </a:lnTo>
                <a:lnTo>
                  <a:pt x="200455" y="229117"/>
                </a:lnTo>
                <a:lnTo>
                  <a:pt x="200645" y="216833"/>
                </a:lnTo>
                <a:lnTo>
                  <a:pt x="207390" y="208279"/>
                </a:lnTo>
                <a:lnTo>
                  <a:pt x="206552" y="209550"/>
                </a:lnTo>
                <a:lnTo>
                  <a:pt x="231521" y="209550"/>
                </a:lnTo>
                <a:lnTo>
                  <a:pt x="233362" y="210820"/>
                </a:lnTo>
                <a:lnTo>
                  <a:pt x="234873" y="213360"/>
                </a:lnTo>
                <a:lnTo>
                  <a:pt x="236004" y="215900"/>
                </a:lnTo>
                <a:lnTo>
                  <a:pt x="236296" y="217170"/>
                </a:lnTo>
                <a:lnTo>
                  <a:pt x="237159" y="219710"/>
                </a:lnTo>
                <a:lnTo>
                  <a:pt x="237244" y="220979"/>
                </a:lnTo>
                <a:lnTo>
                  <a:pt x="237295" y="224789"/>
                </a:lnTo>
                <a:lnTo>
                  <a:pt x="237058" y="227329"/>
                </a:lnTo>
                <a:lnTo>
                  <a:pt x="236080" y="229870"/>
                </a:lnTo>
                <a:lnTo>
                  <a:pt x="235788" y="231139"/>
                </a:lnTo>
                <a:lnTo>
                  <a:pt x="234543" y="233679"/>
                </a:lnTo>
                <a:lnTo>
                  <a:pt x="232943" y="236220"/>
                </a:lnTo>
                <a:lnTo>
                  <a:pt x="205511" y="236220"/>
                </a:lnTo>
                <a:lnTo>
                  <a:pt x="206861" y="237447"/>
                </a:lnTo>
                <a:close/>
              </a:path>
              <a:path w="237489" h="866139">
                <a:moveTo>
                  <a:pt x="200380" y="217170"/>
                </a:moveTo>
                <a:lnTo>
                  <a:pt x="200660" y="215900"/>
                </a:lnTo>
                <a:lnTo>
                  <a:pt x="200645" y="216833"/>
                </a:lnTo>
                <a:lnTo>
                  <a:pt x="200380" y="217170"/>
                </a:lnTo>
                <a:close/>
              </a:path>
              <a:path w="237489" h="866139">
                <a:moveTo>
                  <a:pt x="200645" y="216833"/>
                </a:moveTo>
                <a:lnTo>
                  <a:pt x="200660" y="215900"/>
                </a:lnTo>
                <a:lnTo>
                  <a:pt x="201382" y="215900"/>
                </a:lnTo>
                <a:lnTo>
                  <a:pt x="200645" y="216833"/>
                </a:lnTo>
                <a:close/>
              </a:path>
              <a:path w="237489" h="866139">
                <a:moveTo>
                  <a:pt x="200640" y="217170"/>
                </a:moveTo>
                <a:lnTo>
                  <a:pt x="200380" y="217170"/>
                </a:lnTo>
                <a:lnTo>
                  <a:pt x="200645" y="216833"/>
                </a:lnTo>
                <a:lnTo>
                  <a:pt x="200640" y="217170"/>
                </a:lnTo>
                <a:close/>
              </a:path>
              <a:path w="237489" h="866139">
                <a:moveTo>
                  <a:pt x="204622" y="236220"/>
                </a:moveTo>
                <a:lnTo>
                  <a:pt x="202907" y="236220"/>
                </a:lnTo>
                <a:lnTo>
                  <a:pt x="196087" y="233679"/>
                </a:lnTo>
                <a:lnTo>
                  <a:pt x="196723" y="233679"/>
                </a:lnTo>
                <a:lnTo>
                  <a:pt x="179209" y="228600"/>
                </a:lnTo>
                <a:lnTo>
                  <a:pt x="200151" y="228600"/>
                </a:lnTo>
                <a:lnTo>
                  <a:pt x="200444" y="229870"/>
                </a:lnTo>
                <a:lnTo>
                  <a:pt x="200897" y="229870"/>
                </a:lnTo>
                <a:lnTo>
                  <a:pt x="203877" y="234950"/>
                </a:lnTo>
                <a:lnTo>
                  <a:pt x="204622" y="236220"/>
                </a:lnTo>
                <a:close/>
              </a:path>
              <a:path w="237489" h="866139">
                <a:moveTo>
                  <a:pt x="200444" y="229870"/>
                </a:moveTo>
                <a:lnTo>
                  <a:pt x="200151" y="228600"/>
                </a:lnTo>
                <a:lnTo>
                  <a:pt x="200455" y="229117"/>
                </a:lnTo>
                <a:lnTo>
                  <a:pt x="200444" y="229870"/>
                </a:lnTo>
                <a:close/>
              </a:path>
              <a:path w="237489" h="866139">
                <a:moveTo>
                  <a:pt x="200897" y="229870"/>
                </a:moveTo>
                <a:lnTo>
                  <a:pt x="200444" y="229870"/>
                </a:lnTo>
                <a:lnTo>
                  <a:pt x="200455" y="229117"/>
                </a:lnTo>
                <a:lnTo>
                  <a:pt x="200897" y="229870"/>
                </a:lnTo>
                <a:close/>
              </a:path>
              <a:path w="237489" h="866139">
                <a:moveTo>
                  <a:pt x="204622" y="236220"/>
                </a:moveTo>
                <a:lnTo>
                  <a:pt x="203758" y="234950"/>
                </a:lnTo>
                <a:lnTo>
                  <a:pt x="203983" y="235131"/>
                </a:lnTo>
                <a:lnTo>
                  <a:pt x="204622" y="236220"/>
                </a:lnTo>
                <a:close/>
              </a:path>
              <a:path w="237489" h="866139">
                <a:moveTo>
                  <a:pt x="203983" y="235131"/>
                </a:moveTo>
                <a:lnTo>
                  <a:pt x="203758" y="234950"/>
                </a:lnTo>
                <a:lnTo>
                  <a:pt x="203983" y="235131"/>
                </a:lnTo>
                <a:close/>
              </a:path>
              <a:path w="237489" h="866139">
                <a:moveTo>
                  <a:pt x="206853" y="237445"/>
                </a:moveTo>
                <a:lnTo>
                  <a:pt x="201841" y="236220"/>
                </a:lnTo>
                <a:lnTo>
                  <a:pt x="204622" y="236220"/>
                </a:lnTo>
                <a:lnTo>
                  <a:pt x="203983" y="235131"/>
                </a:lnTo>
                <a:lnTo>
                  <a:pt x="206853" y="237445"/>
                </a:lnTo>
                <a:close/>
              </a:path>
              <a:path w="237489" h="866139">
                <a:moveTo>
                  <a:pt x="207365" y="237489"/>
                </a:moveTo>
                <a:lnTo>
                  <a:pt x="207035" y="237489"/>
                </a:lnTo>
                <a:lnTo>
                  <a:pt x="206859" y="237445"/>
                </a:lnTo>
                <a:lnTo>
                  <a:pt x="205511" y="236220"/>
                </a:lnTo>
                <a:lnTo>
                  <a:pt x="207365" y="237489"/>
                </a:lnTo>
                <a:close/>
              </a:path>
              <a:path w="237489" h="866139">
                <a:moveTo>
                  <a:pt x="231971" y="237489"/>
                </a:moveTo>
                <a:lnTo>
                  <a:pt x="207365" y="237489"/>
                </a:lnTo>
                <a:lnTo>
                  <a:pt x="205511" y="236220"/>
                </a:lnTo>
                <a:lnTo>
                  <a:pt x="232943" y="236220"/>
                </a:lnTo>
                <a:lnTo>
                  <a:pt x="231971" y="237489"/>
                </a:lnTo>
                <a:close/>
              </a:path>
              <a:path w="237489" h="866139">
                <a:moveTo>
                  <a:pt x="207035" y="237489"/>
                </a:moveTo>
                <a:lnTo>
                  <a:pt x="206861" y="237447"/>
                </a:lnTo>
                <a:lnTo>
                  <a:pt x="207035" y="237489"/>
                </a:lnTo>
                <a:close/>
              </a:path>
              <a:path w="237489" h="866139">
                <a:moveTo>
                  <a:pt x="228777" y="240029"/>
                </a:moveTo>
                <a:lnTo>
                  <a:pt x="130594" y="240029"/>
                </a:lnTo>
                <a:lnTo>
                  <a:pt x="119837" y="238760"/>
                </a:lnTo>
                <a:lnTo>
                  <a:pt x="231000" y="238760"/>
                </a:lnTo>
                <a:lnTo>
                  <a:pt x="228777" y="240029"/>
                </a:lnTo>
                <a:close/>
              </a:path>
              <a:path w="237489" h="866139">
                <a:moveTo>
                  <a:pt x="221589" y="243839"/>
                </a:moveTo>
                <a:lnTo>
                  <a:pt x="183667" y="243839"/>
                </a:lnTo>
                <a:lnTo>
                  <a:pt x="162839" y="241300"/>
                </a:lnTo>
                <a:lnTo>
                  <a:pt x="163042" y="241300"/>
                </a:lnTo>
                <a:lnTo>
                  <a:pt x="140804" y="240029"/>
                </a:lnTo>
                <a:lnTo>
                  <a:pt x="227939" y="240029"/>
                </a:lnTo>
                <a:lnTo>
                  <a:pt x="225539" y="241300"/>
                </a:lnTo>
                <a:lnTo>
                  <a:pt x="222961" y="242570"/>
                </a:lnTo>
                <a:lnTo>
                  <a:pt x="221589" y="243839"/>
                </a:lnTo>
                <a:close/>
              </a:path>
              <a:path w="237489" h="866139">
                <a:moveTo>
                  <a:pt x="213156" y="245110"/>
                </a:moveTo>
                <a:lnTo>
                  <a:pt x="201180" y="245110"/>
                </a:lnTo>
                <a:lnTo>
                  <a:pt x="193154" y="243839"/>
                </a:lnTo>
                <a:lnTo>
                  <a:pt x="215480" y="243839"/>
                </a:lnTo>
                <a:lnTo>
                  <a:pt x="213156" y="245110"/>
                </a:lnTo>
                <a:close/>
              </a:path>
              <a:path w="237489" h="866139">
                <a:moveTo>
                  <a:pt x="65709" y="254000"/>
                </a:moveTo>
                <a:lnTo>
                  <a:pt x="66586" y="252729"/>
                </a:lnTo>
                <a:lnTo>
                  <a:pt x="67564" y="252729"/>
                </a:lnTo>
                <a:lnTo>
                  <a:pt x="65709" y="254000"/>
                </a:lnTo>
                <a:close/>
              </a:path>
              <a:path w="237489" h="866139">
                <a:moveTo>
                  <a:pt x="61264" y="256539"/>
                </a:moveTo>
                <a:lnTo>
                  <a:pt x="62166" y="255270"/>
                </a:lnTo>
                <a:lnTo>
                  <a:pt x="63038" y="255270"/>
                </a:lnTo>
                <a:lnTo>
                  <a:pt x="61264" y="256539"/>
                </a:lnTo>
                <a:close/>
              </a:path>
              <a:path w="237489" h="866139">
                <a:moveTo>
                  <a:pt x="53339" y="262889"/>
                </a:moveTo>
                <a:lnTo>
                  <a:pt x="54279" y="261620"/>
                </a:lnTo>
                <a:lnTo>
                  <a:pt x="54910" y="261620"/>
                </a:lnTo>
                <a:lnTo>
                  <a:pt x="53339" y="262889"/>
                </a:lnTo>
                <a:close/>
              </a:path>
              <a:path w="237489" h="866139">
                <a:moveTo>
                  <a:pt x="49923" y="266700"/>
                </a:moveTo>
                <a:lnTo>
                  <a:pt x="50876" y="265429"/>
                </a:lnTo>
                <a:lnTo>
                  <a:pt x="51012" y="265429"/>
                </a:lnTo>
                <a:lnTo>
                  <a:pt x="49923" y="266700"/>
                </a:lnTo>
                <a:close/>
              </a:path>
              <a:path w="237489" h="866139">
                <a:moveTo>
                  <a:pt x="46913" y="269239"/>
                </a:moveTo>
                <a:lnTo>
                  <a:pt x="47866" y="267970"/>
                </a:lnTo>
                <a:lnTo>
                  <a:pt x="47124" y="269037"/>
                </a:lnTo>
                <a:lnTo>
                  <a:pt x="46913" y="269239"/>
                </a:lnTo>
                <a:close/>
              </a:path>
              <a:path w="237489" h="866139">
                <a:moveTo>
                  <a:pt x="47124" y="269037"/>
                </a:moveTo>
                <a:lnTo>
                  <a:pt x="47866" y="267970"/>
                </a:lnTo>
                <a:lnTo>
                  <a:pt x="48234" y="267970"/>
                </a:lnTo>
                <a:lnTo>
                  <a:pt x="47124" y="269037"/>
                </a:lnTo>
                <a:close/>
              </a:path>
              <a:path w="237489" h="866139">
                <a:moveTo>
                  <a:pt x="46983" y="269239"/>
                </a:moveTo>
                <a:lnTo>
                  <a:pt x="47124" y="269037"/>
                </a:lnTo>
                <a:lnTo>
                  <a:pt x="46983" y="269239"/>
                </a:lnTo>
                <a:close/>
              </a:path>
              <a:path w="237489" h="866139">
                <a:moveTo>
                  <a:pt x="44497" y="273050"/>
                </a:moveTo>
                <a:lnTo>
                  <a:pt x="44335" y="273050"/>
                </a:lnTo>
                <a:lnTo>
                  <a:pt x="45262" y="271779"/>
                </a:lnTo>
                <a:lnTo>
                  <a:pt x="44497" y="273050"/>
                </a:lnTo>
                <a:close/>
              </a:path>
              <a:path w="237489" h="866139">
                <a:moveTo>
                  <a:pt x="42437" y="276860"/>
                </a:moveTo>
                <a:lnTo>
                  <a:pt x="42202" y="276860"/>
                </a:lnTo>
                <a:lnTo>
                  <a:pt x="43078" y="275589"/>
                </a:lnTo>
                <a:lnTo>
                  <a:pt x="42437" y="276860"/>
                </a:lnTo>
                <a:close/>
              </a:path>
              <a:path w="237489" h="866139">
                <a:moveTo>
                  <a:pt x="39785" y="281939"/>
                </a:moveTo>
                <a:lnTo>
                  <a:pt x="825" y="281939"/>
                </a:lnTo>
                <a:lnTo>
                  <a:pt x="1320" y="278129"/>
                </a:lnTo>
                <a:lnTo>
                  <a:pt x="41300" y="278129"/>
                </a:lnTo>
                <a:lnTo>
                  <a:pt x="39785" y="281939"/>
                </a:lnTo>
                <a:close/>
              </a:path>
              <a:path w="237489" h="866139">
                <a:moveTo>
                  <a:pt x="38150" y="289560"/>
                </a:moveTo>
                <a:lnTo>
                  <a:pt x="38" y="289560"/>
                </a:lnTo>
                <a:lnTo>
                  <a:pt x="228" y="285750"/>
                </a:lnTo>
                <a:lnTo>
                  <a:pt x="660" y="281939"/>
                </a:lnTo>
                <a:lnTo>
                  <a:pt x="39776" y="281939"/>
                </a:lnTo>
                <a:lnTo>
                  <a:pt x="39281" y="283210"/>
                </a:lnTo>
                <a:lnTo>
                  <a:pt x="39049" y="284129"/>
                </a:lnTo>
                <a:lnTo>
                  <a:pt x="39027" y="284479"/>
                </a:lnTo>
                <a:lnTo>
                  <a:pt x="38739" y="286173"/>
                </a:lnTo>
                <a:lnTo>
                  <a:pt x="38569" y="287020"/>
                </a:lnTo>
                <a:lnTo>
                  <a:pt x="38315" y="288289"/>
                </a:lnTo>
                <a:lnTo>
                  <a:pt x="38150" y="289560"/>
                </a:lnTo>
                <a:close/>
              </a:path>
              <a:path w="237489" h="866139">
                <a:moveTo>
                  <a:pt x="39740" y="282055"/>
                </a:moveTo>
                <a:close/>
              </a:path>
              <a:path w="237489" h="866139">
                <a:moveTo>
                  <a:pt x="39086" y="284129"/>
                </a:moveTo>
                <a:lnTo>
                  <a:pt x="39243" y="283210"/>
                </a:lnTo>
                <a:lnTo>
                  <a:pt x="39740" y="282055"/>
                </a:lnTo>
                <a:lnTo>
                  <a:pt x="39086" y="284129"/>
                </a:lnTo>
                <a:close/>
              </a:path>
              <a:path w="237489" h="866139">
                <a:moveTo>
                  <a:pt x="38976" y="284479"/>
                </a:moveTo>
                <a:lnTo>
                  <a:pt x="39243" y="283210"/>
                </a:lnTo>
                <a:lnTo>
                  <a:pt x="39086" y="284129"/>
                </a:lnTo>
                <a:lnTo>
                  <a:pt x="38976" y="284479"/>
                </a:lnTo>
                <a:close/>
              </a:path>
              <a:path w="237489" h="866139">
                <a:moveTo>
                  <a:pt x="39027" y="284479"/>
                </a:moveTo>
                <a:lnTo>
                  <a:pt x="39086" y="284129"/>
                </a:lnTo>
                <a:lnTo>
                  <a:pt x="39027" y="284479"/>
                </a:lnTo>
                <a:close/>
              </a:path>
              <a:path w="237489" h="866139">
                <a:moveTo>
                  <a:pt x="38315" y="288289"/>
                </a:moveTo>
                <a:lnTo>
                  <a:pt x="38481" y="287020"/>
                </a:lnTo>
                <a:lnTo>
                  <a:pt x="38315" y="288289"/>
                </a:lnTo>
                <a:close/>
              </a:path>
              <a:path w="237489" h="866139">
                <a:moveTo>
                  <a:pt x="38192" y="289242"/>
                </a:moveTo>
                <a:lnTo>
                  <a:pt x="38239" y="288289"/>
                </a:lnTo>
                <a:lnTo>
                  <a:pt x="38192" y="289242"/>
                </a:lnTo>
                <a:close/>
              </a:path>
              <a:path w="237489" h="866139">
                <a:moveTo>
                  <a:pt x="84937" y="389889"/>
                </a:moveTo>
                <a:lnTo>
                  <a:pt x="30695" y="389889"/>
                </a:lnTo>
                <a:lnTo>
                  <a:pt x="26060" y="382270"/>
                </a:lnTo>
                <a:lnTo>
                  <a:pt x="25488" y="381000"/>
                </a:lnTo>
                <a:lnTo>
                  <a:pt x="21234" y="373379"/>
                </a:lnTo>
                <a:lnTo>
                  <a:pt x="20764" y="372110"/>
                </a:lnTo>
                <a:lnTo>
                  <a:pt x="16903" y="364489"/>
                </a:lnTo>
                <a:lnTo>
                  <a:pt x="16510" y="363220"/>
                </a:lnTo>
                <a:lnTo>
                  <a:pt x="13068" y="355600"/>
                </a:lnTo>
                <a:lnTo>
                  <a:pt x="12738" y="354329"/>
                </a:lnTo>
                <a:lnTo>
                  <a:pt x="9715" y="345439"/>
                </a:lnTo>
                <a:lnTo>
                  <a:pt x="9436" y="345439"/>
                </a:lnTo>
                <a:lnTo>
                  <a:pt x="6832" y="336550"/>
                </a:lnTo>
                <a:lnTo>
                  <a:pt x="6591" y="335279"/>
                </a:lnTo>
                <a:lnTo>
                  <a:pt x="4445" y="327660"/>
                </a:lnTo>
                <a:lnTo>
                  <a:pt x="4241" y="326389"/>
                </a:lnTo>
                <a:lnTo>
                  <a:pt x="2552" y="318770"/>
                </a:lnTo>
                <a:lnTo>
                  <a:pt x="2374" y="317500"/>
                </a:lnTo>
                <a:lnTo>
                  <a:pt x="1155" y="309879"/>
                </a:lnTo>
                <a:lnTo>
                  <a:pt x="1003" y="309879"/>
                </a:lnTo>
                <a:lnTo>
                  <a:pt x="266" y="302260"/>
                </a:lnTo>
                <a:lnTo>
                  <a:pt x="177" y="300989"/>
                </a:lnTo>
                <a:lnTo>
                  <a:pt x="100" y="298958"/>
                </a:lnTo>
                <a:lnTo>
                  <a:pt x="0" y="289560"/>
                </a:lnTo>
                <a:lnTo>
                  <a:pt x="38150" y="289560"/>
                </a:lnTo>
                <a:lnTo>
                  <a:pt x="38192" y="289242"/>
                </a:lnTo>
                <a:lnTo>
                  <a:pt x="38087" y="290829"/>
                </a:lnTo>
                <a:lnTo>
                  <a:pt x="38059" y="294639"/>
                </a:lnTo>
                <a:lnTo>
                  <a:pt x="38163" y="298450"/>
                </a:lnTo>
                <a:lnTo>
                  <a:pt x="38252" y="299720"/>
                </a:lnTo>
                <a:lnTo>
                  <a:pt x="38912" y="304800"/>
                </a:lnTo>
                <a:lnTo>
                  <a:pt x="38773" y="304800"/>
                </a:lnTo>
                <a:lnTo>
                  <a:pt x="39992" y="312420"/>
                </a:lnTo>
                <a:lnTo>
                  <a:pt x="41503" y="318770"/>
                </a:lnTo>
                <a:lnTo>
                  <a:pt x="43446" y="326389"/>
                </a:lnTo>
                <a:lnTo>
                  <a:pt x="43575" y="326389"/>
                </a:lnTo>
                <a:lnTo>
                  <a:pt x="45796" y="334010"/>
                </a:lnTo>
                <a:lnTo>
                  <a:pt x="45950" y="334010"/>
                </a:lnTo>
                <a:lnTo>
                  <a:pt x="48552" y="341629"/>
                </a:lnTo>
                <a:lnTo>
                  <a:pt x="48715" y="341629"/>
                </a:lnTo>
                <a:lnTo>
                  <a:pt x="51676" y="349250"/>
                </a:lnTo>
                <a:lnTo>
                  <a:pt x="51926" y="349250"/>
                </a:lnTo>
                <a:lnTo>
                  <a:pt x="55143" y="355600"/>
                </a:lnTo>
                <a:lnTo>
                  <a:pt x="55281" y="355600"/>
                </a:lnTo>
                <a:lnTo>
                  <a:pt x="58927" y="363220"/>
                </a:lnTo>
                <a:lnTo>
                  <a:pt x="59131" y="363220"/>
                </a:lnTo>
                <a:lnTo>
                  <a:pt x="63004" y="369570"/>
                </a:lnTo>
                <a:lnTo>
                  <a:pt x="63284" y="369570"/>
                </a:lnTo>
                <a:lnTo>
                  <a:pt x="67297" y="374650"/>
                </a:lnTo>
                <a:lnTo>
                  <a:pt x="66636" y="374650"/>
                </a:lnTo>
                <a:lnTo>
                  <a:pt x="69291" y="377189"/>
                </a:lnTo>
                <a:lnTo>
                  <a:pt x="68770" y="377189"/>
                </a:lnTo>
                <a:lnTo>
                  <a:pt x="71513" y="379729"/>
                </a:lnTo>
                <a:lnTo>
                  <a:pt x="70929" y="379729"/>
                </a:lnTo>
                <a:lnTo>
                  <a:pt x="73748" y="382270"/>
                </a:lnTo>
                <a:lnTo>
                  <a:pt x="74070" y="382270"/>
                </a:lnTo>
                <a:lnTo>
                  <a:pt x="76009" y="384810"/>
                </a:lnTo>
                <a:lnTo>
                  <a:pt x="76758" y="384810"/>
                </a:lnTo>
                <a:lnTo>
                  <a:pt x="78257" y="386079"/>
                </a:lnTo>
                <a:lnTo>
                  <a:pt x="77419" y="386079"/>
                </a:lnTo>
                <a:lnTo>
                  <a:pt x="80492" y="387350"/>
                </a:lnTo>
                <a:lnTo>
                  <a:pt x="79222" y="387350"/>
                </a:lnTo>
                <a:lnTo>
                  <a:pt x="82575" y="388620"/>
                </a:lnTo>
                <a:lnTo>
                  <a:pt x="81140" y="388620"/>
                </a:lnTo>
                <a:lnTo>
                  <a:pt x="84937" y="389889"/>
                </a:lnTo>
                <a:close/>
              </a:path>
              <a:path w="237489" h="866139">
                <a:moveTo>
                  <a:pt x="38049" y="292099"/>
                </a:moveTo>
                <a:lnTo>
                  <a:pt x="38087" y="290829"/>
                </a:lnTo>
                <a:lnTo>
                  <a:pt x="38049" y="292099"/>
                </a:lnTo>
                <a:close/>
              </a:path>
              <a:path w="237489" h="866139">
                <a:moveTo>
                  <a:pt x="38223" y="298958"/>
                </a:moveTo>
                <a:lnTo>
                  <a:pt x="38163" y="298450"/>
                </a:lnTo>
                <a:lnTo>
                  <a:pt x="38223" y="298958"/>
                </a:lnTo>
                <a:close/>
              </a:path>
              <a:path w="237489" h="866139">
                <a:moveTo>
                  <a:pt x="38313" y="299720"/>
                </a:moveTo>
                <a:lnTo>
                  <a:pt x="38223" y="298958"/>
                </a:lnTo>
                <a:lnTo>
                  <a:pt x="38313" y="299720"/>
                </a:lnTo>
                <a:close/>
              </a:path>
              <a:path w="237489" h="866139">
                <a:moveTo>
                  <a:pt x="40096" y="312420"/>
                </a:moveTo>
                <a:lnTo>
                  <a:pt x="39814" y="311150"/>
                </a:lnTo>
                <a:lnTo>
                  <a:pt x="40096" y="312420"/>
                </a:lnTo>
                <a:close/>
              </a:path>
              <a:path w="237489" h="866139">
                <a:moveTo>
                  <a:pt x="41607" y="318770"/>
                </a:moveTo>
                <a:lnTo>
                  <a:pt x="41300" y="317500"/>
                </a:lnTo>
                <a:lnTo>
                  <a:pt x="41607" y="318770"/>
                </a:lnTo>
                <a:close/>
              </a:path>
              <a:path w="237489" h="866139">
                <a:moveTo>
                  <a:pt x="43575" y="326389"/>
                </a:moveTo>
                <a:lnTo>
                  <a:pt x="43446" y="326389"/>
                </a:lnTo>
                <a:lnTo>
                  <a:pt x="43205" y="325120"/>
                </a:lnTo>
                <a:lnTo>
                  <a:pt x="43575" y="326389"/>
                </a:lnTo>
                <a:close/>
              </a:path>
              <a:path w="237489" h="866139">
                <a:moveTo>
                  <a:pt x="45950" y="334010"/>
                </a:moveTo>
                <a:lnTo>
                  <a:pt x="45796" y="334010"/>
                </a:lnTo>
                <a:lnTo>
                  <a:pt x="45516" y="332739"/>
                </a:lnTo>
                <a:lnTo>
                  <a:pt x="45950" y="334010"/>
                </a:lnTo>
                <a:close/>
              </a:path>
              <a:path w="237489" h="866139">
                <a:moveTo>
                  <a:pt x="48715" y="341629"/>
                </a:moveTo>
                <a:lnTo>
                  <a:pt x="48552" y="341629"/>
                </a:lnTo>
                <a:lnTo>
                  <a:pt x="48221" y="340360"/>
                </a:lnTo>
                <a:lnTo>
                  <a:pt x="48715" y="341629"/>
                </a:lnTo>
                <a:close/>
              </a:path>
              <a:path w="237489" h="866139">
                <a:moveTo>
                  <a:pt x="51926" y="349250"/>
                </a:moveTo>
                <a:lnTo>
                  <a:pt x="51676" y="349250"/>
                </a:lnTo>
                <a:lnTo>
                  <a:pt x="51282" y="347979"/>
                </a:lnTo>
                <a:lnTo>
                  <a:pt x="51926" y="349250"/>
                </a:lnTo>
                <a:close/>
              </a:path>
              <a:path w="237489" h="866139">
                <a:moveTo>
                  <a:pt x="55281" y="355600"/>
                </a:moveTo>
                <a:lnTo>
                  <a:pt x="55143" y="355600"/>
                </a:lnTo>
                <a:lnTo>
                  <a:pt x="54673" y="354329"/>
                </a:lnTo>
                <a:lnTo>
                  <a:pt x="55281" y="355600"/>
                </a:lnTo>
                <a:close/>
              </a:path>
              <a:path w="237489" h="866139">
                <a:moveTo>
                  <a:pt x="59131" y="363220"/>
                </a:moveTo>
                <a:lnTo>
                  <a:pt x="58927" y="363220"/>
                </a:lnTo>
                <a:lnTo>
                  <a:pt x="58356" y="361950"/>
                </a:lnTo>
                <a:lnTo>
                  <a:pt x="59131" y="363220"/>
                </a:lnTo>
                <a:close/>
              </a:path>
              <a:path w="237489" h="866139">
                <a:moveTo>
                  <a:pt x="63284" y="369570"/>
                </a:moveTo>
                <a:lnTo>
                  <a:pt x="63004" y="369570"/>
                </a:lnTo>
                <a:lnTo>
                  <a:pt x="62280" y="368300"/>
                </a:lnTo>
                <a:lnTo>
                  <a:pt x="63284" y="369570"/>
                </a:lnTo>
                <a:close/>
              </a:path>
              <a:path w="237489" h="866139">
                <a:moveTo>
                  <a:pt x="74070" y="382270"/>
                </a:moveTo>
                <a:lnTo>
                  <a:pt x="73748" y="382270"/>
                </a:lnTo>
                <a:lnTo>
                  <a:pt x="73101" y="381000"/>
                </a:lnTo>
                <a:lnTo>
                  <a:pt x="74070" y="382270"/>
                </a:lnTo>
                <a:close/>
              </a:path>
              <a:path w="237489" h="866139">
                <a:moveTo>
                  <a:pt x="76758" y="384810"/>
                </a:moveTo>
                <a:lnTo>
                  <a:pt x="76009" y="384810"/>
                </a:lnTo>
                <a:lnTo>
                  <a:pt x="75260" y="383539"/>
                </a:lnTo>
                <a:lnTo>
                  <a:pt x="76758" y="384810"/>
                </a:lnTo>
                <a:close/>
              </a:path>
              <a:path w="237489" h="866139">
                <a:moveTo>
                  <a:pt x="219163" y="408939"/>
                </a:moveTo>
                <a:lnTo>
                  <a:pt x="46367" y="408939"/>
                </a:lnTo>
                <a:lnTo>
                  <a:pt x="42964" y="405129"/>
                </a:lnTo>
                <a:lnTo>
                  <a:pt x="39725" y="401320"/>
                </a:lnTo>
                <a:lnTo>
                  <a:pt x="37084" y="398779"/>
                </a:lnTo>
                <a:lnTo>
                  <a:pt x="36423" y="397510"/>
                </a:lnTo>
                <a:lnTo>
                  <a:pt x="31419" y="389889"/>
                </a:lnTo>
                <a:lnTo>
                  <a:pt x="83718" y="389889"/>
                </a:lnTo>
                <a:lnTo>
                  <a:pt x="87934" y="391160"/>
                </a:lnTo>
                <a:lnTo>
                  <a:pt x="86918" y="391160"/>
                </a:lnTo>
                <a:lnTo>
                  <a:pt x="91516" y="392429"/>
                </a:lnTo>
                <a:lnTo>
                  <a:pt x="90665" y="392429"/>
                </a:lnTo>
                <a:lnTo>
                  <a:pt x="95592" y="393700"/>
                </a:lnTo>
                <a:lnTo>
                  <a:pt x="94869" y="393700"/>
                </a:lnTo>
                <a:lnTo>
                  <a:pt x="100101" y="394970"/>
                </a:lnTo>
                <a:lnTo>
                  <a:pt x="99491" y="394970"/>
                </a:lnTo>
                <a:lnTo>
                  <a:pt x="104990" y="396239"/>
                </a:lnTo>
                <a:lnTo>
                  <a:pt x="104470" y="396239"/>
                </a:lnTo>
                <a:lnTo>
                  <a:pt x="110210" y="397510"/>
                </a:lnTo>
                <a:lnTo>
                  <a:pt x="109562" y="397510"/>
                </a:lnTo>
                <a:lnTo>
                  <a:pt x="121577" y="398779"/>
                </a:lnTo>
                <a:lnTo>
                  <a:pt x="120903" y="398779"/>
                </a:lnTo>
                <a:lnTo>
                  <a:pt x="133400" y="401320"/>
                </a:lnTo>
                <a:lnTo>
                  <a:pt x="132905" y="401320"/>
                </a:lnTo>
                <a:lnTo>
                  <a:pt x="145592" y="402589"/>
                </a:lnTo>
                <a:lnTo>
                  <a:pt x="145224" y="402589"/>
                </a:lnTo>
                <a:lnTo>
                  <a:pt x="157822" y="403860"/>
                </a:lnTo>
                <a:lnTo>
                  <a:pt x="157480" y="403860"/>
                </a:lnTo>
                <a:lnTo>
                  <a:pt x="181216" y="405129"/>
                </a:lnTo>
                <a:lnTo>
                  <a:pt x="200977" y="406400"/>
                </a:lnTo>
                <a:lnTo>
                  <a:pt x="209080" y="406400"/>
                </a:lnTo>
                <a:lnTo>
                  <a:pt x="215734" y="407670"/>
                </a:lnTo>
                <a:lnTo>
                  <a:pt x="217004" y="407670"/>
                </a:lnTo>
                <a:lnTo>
                  <a:pt x="219163" y="408939"/>
                </a:lnTo>
                <a:close/>
              </a:path>
              <a:path w="237489" h="866139">
                <a:moveTo>
                  <a:pt x="64917" y="422520"/>
                </a:moveTo>
                <a:lnTo>
                  <a:pt x="63601" y="421639"/>
                </a:lnTo>
                <a:lnTo>
                  <a:pt x="62166" y="421639"/>
                </a:lnTo>
                <a:lnTo>
                  <a:pt x="58813" y="419100"/>
                </a:lnTo>
                <a:lnTo>
                  <a:pt x="57543" y="417829"/>
                </a:lnTo>
                <a:lnTo>
                  <a:pt x="54483" y="415289"/>
                </a:lnTo>
                <a:lnTo>
                  <a:pt x="53644" y="415289"/>
                </a:lnTo>
                <a:lnTo>
                  <a:pt x="50660" y="412750"/>
                </a:lnTo>
                <a:lnTo>
                  <a:pt x="49923" y="411479"/>
                </a:lnTo>
                <a:lnTo>
                  <a:pt x="47015" y="408939"/>
                </a:lnTo>
                <a:lnTo>
                  <a:pt x="222440" y="408939"/>
                </a:lnTo>
                <a:lnTo>
                  <a:pt x="224231" y="410210"/>
                </a:lnTo>
                <a:lnTo>
                  <a:pt x="225945" y="410210"/>
                </a:lnTo>
                <a:lnTo>
                  <a:pt x="226923" y="411479"/>
                </a:lnTo>
                <a:lnTo>
                  <a:pt x="156108" y="411479"/>
                </a:lnTo>
                <a:lnTo>
                  <a:pt x="143001" y="412750"/>
                </a:lnTo>
                <a:lnTo>
                  <a:pt x="116878" y="412750"/>
                </a:lnTo>
                <a:lnTo>
                  <a:pt x="104114" y="414020"/>
                </a:lnTo>
                <a:lnTo>
                  <a:pt x="92887" y="415289"/>
                </a:lnTo>
                <a:lnTo>
                  <a:pt x="86906" y="416560"/>
                </a:lnTo>
                <a:lnTo>
                  <a:pt x="75996" y="419100"/>
                </a:lnTo>
                <a:lnTo>
                  <a:pt x="75069" y="419100"/>
                </a:lnTo>
                <a:lnTo>
                  <a:pt x="70853" y="420370"/>
                </a:lnTo>
                <a:lnTo>
                  <a:pt x="69710" y="420370"/>
                </a:lnTo>
                <a:lnTo>
                  <a:pt x="65912" y="421639"/>
                </a:lnTo>
                <a:lnTo>
                  <a:pt x="64917" y="422520"/>
                </a:lnTo>
                <a:close/>
              </a:path>
              <a:path w="237489" h="866139">
                <a:moveTo>
                  <a:pt x="201739" y="419100"/>
                </a:moveTo>
                <a:lnTo>
                  <a:pt x="75996" y="419100"/>
                </a:lnTo>
                <a:lnTo>
                  <a:pt x="86906" y="416560"/>
                </a:lnTo>
                <a:lnTo>
                  <a:pt x="92887" y="415289"/>
                </a:lnTo>
                <a:lnTo>
                  <a:pt x="104114" y="414020"/>
                </a:lnTo>
                <a:lnTo>
                  <a:pt x="116878" y="412750"/>
                </a:lnTo>
                <a:lnTo>
                  <a:pt x="143001" y="412750"/>
                </a:lnTo>
                <a:lnTo>
                  <a:pt x="156108" y="411479"/>
                </a:lnTo>
                <a:lnTo>
                  <a:pt x="209918" y="411479"/>
                </a:lnTo>
                <a:lnTo>
                  <a:pt x="201739" y="419100"/>
                </a:lnTo>
                <a:close/>
              </a:path>
              <a:path w="237489" h="866139">
                <a:moveTo>
                  <a:pt x="234480" y="419100"/>
                </a:moveTo>
                <a:lnTo>
                  <a:pt x="201739" y="419100"/>
                </a:lnTo>
                <a:lnTo>
                  <a:pt x="209918" y="411479"/>
                </a:lnTo>
                <a:lnTo>
                  <a:pt x="208940" y="412750"/>
                </a:lnTo>
                <a:lnTo>
                  <a:pt x="229171" y="412750"/>
                </a:lnTo>
                <a:lnTo>
                  <a:pt x="231203" y="414020"/>
                </a:lnTo>
                <a:lnTo>
                  <a:pt x="232981" y="416560"/>
                </a:lnTo>
                <a:lnTo>
                  <a:pt x="234480" y="419100"/>
                </a:lnTo>
                <a:close/>
              </a:path>
              <a:path w="237489" h="866139">
                <a:moveTo>
                  <a:pt x="208940" y="412750"/>
                </a:moveTo>
                <a:lnTo>
                  <a:pt x="209918" y="411479"/>
                </a:lnTo>
                <a:lnTo>
                  <a:pt x="212648" y="411479"/>
                </a:lnTo>
                <a:lnTo>
                  <a:pt x="208940" y="412750"/>
                </a:lnTo>
                <a:close/>
              </a:path>
              <a:path w="237489" h="866139">
                <a:moveTo>
                  <a:pt x="229171" y="412750"/>
                </a:moveTo>
                <a:lnTo>
                  <a:pt x="208940" y="412750"/>
                </a:lnTo>
                <a:lnTo>
                  <a:pt x="212648" y="411479"/>
                </a:lnTo>
                <a:lnTo>
                  <a:pt x="226923" y="411479"/>
                </a:lnTo>
                <a:lnTo>
                  <a:pt x="229171" y="412750"/>
                </a:lnTo>
                <a:close/>
              </a:path>
              <a:path w="237489" h="866139">
                <a:moveTo>
                  <a:pt x="209156" y="444500"/>
                </a:moveTo>
                <a:lnTo>
                  <a:pt x="198424" y="444500"/>
                </a:lnTo>
                <a:lnTo>
                  <a:pt x="178600" y="443229"/>
                </a:lnTo>
                <a:lnTo>
                  <a:pt x="154800" y="440689"/>
                </a:lnTo>
                <a:lnTo>
                  <a:pt x="141503" y="440689"/>
                </a:lnTo>
                <a:lnTo>
                  <a:pt x="128816" y="438150"/>
                </a:lnTo>
                <a:lnTo>
                  <a:pt x="115824" y="436879"/>
                </a:lnTo>
                <a:lnTo>
                  <a:pt x="102514" y="434339"/>
                </a:lnTo>
                <a:lnTo>
                  <a:pt x="96774" y="433070"/>
                </a:lnTo>
                <a:lnTo>
                  <a:pt x="90754" y="431800"/>
                </a:lnTo>
                <a:lnTo>
                  <a:pt x="79273" y="429260"/>
                </a:lnTo>
                <a:lnTo>
                  <a:pt x="78422" y="427989"/>
                </a:lnTo>
                <a:lnTo>
                  <a:pt x="73837" y="426720"/>
                </a:lnTo>
                <a:lnTo>
                  <a:pt x="72821" y="426720"/>
                </a:lnTo>
                <a:lnTo>
                  <a:pt x="68605" y="424179"/>
                </a:lnTo>
                <a:lnTo>
                  <a:pt x="67398" y="424179"/>
                </a:lnTo>
                <a:lnTo>
                  <a:pt x="64917" y="422520"/>
                </a:lnTo>
                <a:lnTo>
                  <a:pt x="65912" y="421639"/>
                </a:lnTo>
                <a:lnTo>
                  <a:pt x="69710" y="420370"/>
                </a:lnTo>
                <a:lnTo>
                  <a:pt x="70853" y="420370"/>
                </a:lnTo>
                <a:lnTo>
                  <a:pt x="75069" y="419100"/>
                </a:lnTo>
                <a:lnTo>
                  <a:pt x="202069" y="419100"/>
                </a:lnTo>
                <a:lnTo>
                  <a:pt x="201930" y="438150"/>
                </a:lnTo>
                <a:lnTo>
                  <a:pt x="201599" y="438150"/>
                </a:lnTo>
                <a:lnTo>
                  <a:pt x="209156" y="444500"/>
                </a:lnTo>
                <a:close/>
              </a:path>
              <a:path w="237489" h="866139">
                <a:moveTo>
                  <a:pt x="227368" y="445770"/>
                </a:moveTo>
                <a:lnTo>
                  <a:pt x="211683" y="445770"/>
                </a:lnTo>
                <a:lnTo>
                  <a:pt x="208178" y="444500"/>
                </a:lnTo>
                <a:lnTo>
                  <a:pt x="209156" y="444500"/>
                </a:lnTo>
                <a:lnTo>
                  <a:pt x="201599" y="438150"/>
                </a:lnTo>
                <a:lnTo>
                  <a:pt x="201930" y="438150"/>
                </a:lnTo>
                <a:lnTo>
                  <a:pt x="202069" y="419100"/>
                </a:lnTo>
                <a:lnTo>
                  <a:pt x="234810" y="419100"/>
                </a:lnTo>
                <a:lnTo>
                  <a:pt x="236258" y="421639"/>
                </a:lnTo>
                <a:lnTo>
                  <a:pt x="237147" y="425450"/>
                </a:lnTo>
                <a:lnTo>
                  <a:pt x="237426" y="429260"/>
                </a:lnTo>
                <a:lnTo>
                  <a:pt x="237096" y="431800"/>
                </a:lnTo>
                <a:lnTo>
                  <a:pt x="236169" y="435610"/>
                </a:lnTo>
                <a:lnTo>
                  <a:pt x="234670" y="438150"/>
                </a:lnTo>
                <a:lnTo>
                  <a:pt x="234340" y="439420"/>
                </a:lnTo>
                <a:lnTo>
                  <a:pt x="232727" y="441960"/>
                </a:lnTo>
                <a:lnTo>
                  <a:pt x="230784" y="443229"/>
                </a:lnTo>
                <a:lnTo>
                  <a:pt x="228587" y="444500"/>
                </a:lnTo>
                <a:lnTo>
                  <a:pt x="227368" y="445770"/>
                </a:lnTo>
                <a:close/>
              </a:path>
              <a:path w="237489" h="866139">
                <a:moveTo>
                  <a:pt x="72821" y="426720"/>
                </a:moveTo>
                <a:lnTo>
                  <a:pt x="56756" y="426720"/>
                </a:lnTo>
                <a:lnTo>
                  <a:pt x="59816" y="425450"/>
                </a:lnTo>
                <a:lnTo>
                  <a:pt x="61125" y="424179"/>
                </a:lnTo>
                <a:lnTo>
                  <a:pt x="64477" y="422910"/>
                </a:lnTo>
                <a:lnTo>
                  <a:pt x="64917" y="422520"/>
                </a:lnTo>
                <a:lnTo>
                  <a:pt x="67398" y="424179"/>
                </a:lnTo>
                <a:lnTo>
                  <a:pt x="68605" y="424179"/>
                </a:lnTo>
                <a:lnTo>
                  <a:pt x="72821" y="426720"/>
                </a:lnTo>
                <a:close/>
              </a:path>
              <a:path w="237489" h="866139">
                <a:moveTo>
                  <a:pt x="97370" y="453389"/>
                </a:moveTo>
                <a:lnTo>
                  <a:pt x="27876" y="453389"/>
                </a:lnTo>
                <a:lnTo>
                  <a:pt x="32359" y="447039"/>
                </a:lnTo>
                <a:lnTo>
                  <a:pt x="33324" y="445770"/>
                </a:lnTo>
                <a:lnTo>
                  <a:pt x="38188" y="440689"/>
                </a:lnTo>
                <a:lnTo>
                  <a:pt x="39357" y="439420"/>
                </a:lnTo>
                <a:lnTo>
                  <a:pt x="44615" y="435610"/>
                </a:lnTo>
                <a:lnTo>
                  <a:pt x="45643" y="434339"/>
                </a:lnTo>
                <a:lnTo>
                  <a:pt x="48412" y="431800"/>
                </a:lnTo>
                <a:lnTo>
                  <a:pt x="49187" y="431800"/>
                </a:lnTo>
                <a:lnTo>
                  <a:pt x="52044" y="429260"/>
                </a:lnTo>
                <a:lnTo>
                  <a:pt x="52882" y="429260"/>
                </a:lnTo>
                <a:lnTo>
                  <a:pt x="55854" y="426720"/>
                </a:lnTo>
                <a:lnTo>
                  <a:pt x="73837" y="426720"/>
                </a:lnTo>
                <a:lnTo>
                  <a:pt x="78422" y="427989"/>
                </a:lnTo>
                <a:lnTo>
                  <a:pt x="79273" y="429260"/>
                </a:lnTo>
                <a:lnTo>
                  <a:pt x="90754" y="431800"/>
                </a:lnTo>
                <a:lnTo>
                  <a:pt x="96774" y="433070"/>
                </a:lnTo>
                <a:lnTo>
                  <a:pt x="102514" y="434339"/>
                </a:lnTo>
                <a:lnTo>
                  <a:pt x="115824" y="436879"/>
                </a:lnTo>
                <a:lnTo>
                  <a:pt x="128816" y="438150"/>
                </a:lnTo>
                <a:lnTo>
                  <a:pt x="141503" y="440689"/>
                </a:lnTo>
                <a:lnTo>
                  <a:pt x="154800" y="440689"/>
                </a:lnTo>
                <a:lnTo>
                  <a:pt x="178600" y="443229"/>
                </a:lnTo>
                <a:lnTo>
                  <a:pt x="198424" y="444500"/>
                </a:lnTo>
                <a:lnTo>
                  <a:pt x="205003" y="444500"/>
                </a:lnTo>
                <a:lnTo>
                  <a:pt x="210896" y="445770"/>
                </a:lnTo>
                <a:lnTo>
                  <a:pt x="227368" y="445770"/>
                </a:lnTo>
                <a:lnTo>
                  <a:pt x="226148" y="447039"/>
                </a:lnTo>
                <a:lnTo>
                  <a:pt x="223354" y="447039"/>
                </a:lnTo>
                <a:lnTo>
                  <a:pt x="221462" y="448310"/>
                </a:lnTo>
                <a:lnTo>
                  <a:pt x="218109" y="448310"/>
                </a:lnTo>
                <a:lnTo>
                  <a:pt x="215950" y="449579"/>
                </a:lnTo>
                <a:lnTo>
                  <a:pt x="156400" y="449579"/>
                </a:lnTo>
                <a:lnTo>
                  <a:pt x="143814" y="450850"/>
                </a:lnTo>
                <a:lnTo>
                  <a:pt x="119862" y="450850"/>
                </a:lnTo>
                <a:lnTo>
                  <a:pt x="107848" y="452120"/>
                </a:lnTo>
                <a:lnTo>
                  <a:pt x="108597" y="452120"/>
                </a:lnTo>
                <a:lnTo>
                  <a:pt x="97370" y="453389"/>
                </a:lnTo>
                <a:close/>
              </a:path>
              <a:path w="237489" h="866139">
                <a:moveTo>
                  <a:pt x="211683" y="445770"/>
                </a:moveTo>
                <a:lnTo>
                  <a:pt x="210896" y="445770"/>
                </a:lnTo>
                <a:lnTo>
                  <a:pt x="205003" y="444500"/>
                </a:lnTo>
                <a:lnTo>
                  <a:pt x="208178" y="444500"/>
                </a:lnTo>
                <a:lnTo>
                  <a:pt x="211683" y="445770"/>
                </a:lnTo>
                <a:close/>
              </a:path>
              <a:path w="237489" h="866139">
                <a:moveTo>
                  <a:pt x="57658" y="476250"/>
                </a:moveTo>
                <a:lnTo>
                  <a:pt x="58458" y="474979"/>
                </a:lnTo>
                <a:lnTo>
                  <a:pt x="14782" y="474979"/>
                </a:lnTo>
                <a:lnTo>
                  <a:pt x="18084" y="468629"/>
                </a:lnTo>
                <a:lnTo>
                  <a:pt x="18643" y="467360"/>
                </a:lnTo>
                <a:lnTo>
                  <a:pt x="22339" y="461010"/>
                </a:lnTo>
                <a:lnTo>
                  <a:pt x="22999" y="459739"/>
                </a:lnTo>
                <a:lnTo>
                  <a:pt x="27076" y="453389"/>
                </a:lnTo>
                <a:lnTo>
                  <a:pt x="98120" y="453389"/>
                </a:lnTo>
                <a:lnTo>
                  <a:pt x="92887" y="454660"/>
                </a:lnTo>
                <a:lnTo>
                  <a:pt x="89344" y="454660"/>
                </a:lnTo>
                <a:lnTo>
                  <a:pt x="84759" y="455929"/>
                </a:lnTo>
                <a:lnTo>
                  <a:pt x="82626" y="455929"/>
                </a:lnTo>
                <a:lnTo>
                  <a:pt x="80727" y="457200"/>
                </a:lnTo>
                <a:lnTo>
                  <a:pt x="80263" y="457200"/>
                </a:lnTo>
                <a:lnTo>
                  <a:pt x="76911" y="458470"/>
                </a:lnTo>
                <a:lnTo>
                  <a:pt x="78219" y="458470"/>
                </a:lnTo>
                <a:lnTo>
                  <a:pt x="75158" y="459739"/>
                </a:lnTo>
                <a:lnTo>
                  <a:pt x="76060" y="459739"/>
                </a:lnTo>
                <a:lnTo>
                  <a:pt x="73101" y="461010"/>
                </a:lnTo>
                <a:lnTo>
                  <a:pt x="73926" y="461010"/>
                </a:lnTo>
                <a:lnTo>
                  <a:pt x="71069" y="462279"/>
                </a:lnTo>
                <a:lnTo>
                  <a:pt x="71831" y="462279"/>
                </a:lnTo>
                <a:lnTo>
                  <a:pt x="70446" y="463550"/>
                </a:lnTo>
                <a:lnTo>
                  <a:pt x="70091" y="463550"/>
                </a:lnTo>
                <a:lnTo>
                  <a:pt x="66157" y="467360"/>
                </a:lnTo>
                <a:lnTo>
                  <a:pt x="66014" y="467360"/>
                </a:lnTo>
                <a:lnTo>
                  <a:pt x="62366" y="471170"/>
                </a:lnTo>
                <a:lnTo>
                  <a:pt x="62128" y="471170"/>
                </a:lnTo>
                <a:lnTo>
                  <a:pt x="57658" y="476250"/>
                </a:lnTo>
                <a:close/>
              </a:path>
              <a:path w="237489" h="866139">
                <a:moveTo>
                  <a:pt x="81483" y="457200"/>
                </a:moveTo>
                <a:lnTo>
                  <a:pt x="82626" y="455929"/>
                </a:lnTo>
                <a:lnTo>
                  <a:pt x="85686" y="455929"/>
                </a:lnTo>
                <a:lnTo>
                  <a:pt x="81483" y="457200"/>
                </a:lnTo>
                <a:close/>
              </a:path>
              <a:path w="237489" h="866139">
                <a:moveTo>
                  <a:pt x="78828" y="458470"/>
                </a:moveTo>
                <a:lnTo>
                  <a:pt x="80263" y="457200"/>
                </a:lnTo>
                <a:lnTo>
                  <a:pt x="80727" y="457200"/>
                </a:lnTo>
                <a:lnTo>
                  <a:pt x="78828" y="458470"/>
                </a:lnTo>
                <a:close/>
              </a:path>
              <a:path w="237489" h="866139">
                <a:moveTo>
                  <a:pt x="69062" y="464820"/>
                </a:moveTo>
                <a:lnTo>
                  <a:pt x="70091" y="463550"/>
                </a:lnTo>
                <a:lnTo>
                  <a:pt x="70446" y="463550"/>
                </a:lnTo>
                <a:lnTo>
                  <a:pt x="69062" y="464820"/>
                </a:lnTo>
                <a:close/>
              </a:path>
              <a:path w="237489" h="866139">
                <a:moveTo>
                  <a:pt x="64846" y="468629"/>
                </a:moveTo>
                <a:lnTo>
                  <a:pt x="66014" y="467360"/>
                </a:lnTo>
                <a:lnTo>
                  <a:pt x="66157" y="467360"/>
                </a:lnTo>
                <a:lnTo>
                  <a:pt x="64846" y="468629"/>
                </a:lnTo>
                <a:close/>
              </a:path>
              <a:path w="237489" h="866139">
                <a:moveTo>
                  <a:pt x="61150" y="472439"/>
                </a:moveTo>
                <a:lnTo>
                  <a:pt x="62128" y="471170"/>
                </a:lnTo>
                <a:lnTo>
                  <a:pt x="62366" y="471170"/>
                </a:lnTo>
                <a:lnTo>
                  <a:pt x="61150" y="472439"/>
                </a:lnTo>
                <a:close/>
              </a:path>
              <a:path w="237489" h="866139">
                <a:moveTo>
                  <a:pt x="39847" y="518160"/>
                </a:moveTo>
                <a:lnTo>
                  <a:pt x="1219" y="518160"/>
                </a:lnTo>
                <a:lnTo>
                  <a:pt x="2387" y="510539"/>
                </a:lnTo>
                <a:lnTo>
                  <a:pt x="3987" y="504189"/>
                </a:lnTo>
                <a:lnTo>
                  <a:pt x="5740" y="497839"/>
                </a:lnTo>
                <a:lnTo>
                  <a:pt x="6019" y="496570"/>
                </a:lnTo>
                <a:lnTo>
                  <a:pt x="8166" y="490220"/>
                </a:lnTo>
                <a:lnTo>
                  <a:pt x="8496" y="488950"/>
                </a:lnTo>
                <a:lnTo>
                  <a:pt x="11023" y="482600"/>
                </a:lnTo>
                <a:lnTo>
                  <a:pt x="11404" y="481329"/>
                </a:lnTo>
                <a:lnTo>
                  <a:pt x="14325" y="474979"/>
                </a:lnTo>
                <a:lnTo>
                  <a:pt x="58458" y="474979"/>
                </a:lnTo>
                <a:lnTo>
                  <a:pt x="55186" y="480060"/>
                </a:lnTo>
                <a:lnTo>
                  <a:pt x="55029" y="480060"/>
                </a:lnTo>
                <a:lnTo>
                  <a:pt x="52072" y="485139"/>
                </a:lnTo>
                <a:lnTo>
                  <a:pt x="51892" y="485139"/>
                </a:lnTo>
                <a:lnTo>
                  <a:pt x="48577" y="491489"/>
                </a:lnTo>
                <a:lnTo>
                  <a:pt x="49034" y="491489"/>
                </a:lnTo>
                <a:lnTo>
                  <a:pt x="46708" y="496570"/>
                </a:lnTo>
                <a:lnTo>
                  <a:pt x="46507" y="496570"/>
                </a:lnTo>
                <a:lnTo>
                  <a:pt x="44485" y="501650"/>
                </a:lnTo>
                <a:lnTo>
                  <a:pt x="44310" y="501650"/>
                </a:lnTo>
                <a:lnTo>
                  <a:pt x="42176" y="508000"/>
                </a:lnTo>
                <a:lnTo>
                  <a:pt x="42456" y="508000"/>
                </a:lnTo>
                <a:lnTo>
                  <a:pt x="41054" y="513079"/>
                </a:lnTo>
                <a:lnTo>
                  <a:pt x="39847" y="518160"/>
                </a:lnTo>
                <a:close/>
              </a:path>
              <a:path w="237489" h="866139">
                <a:moveTo>
                  <a:pt x="54368" y="481329"/>
                </a:moveTo>
                <a:lnTo>
                  <a:pt x="55029" y="480060"/>
                </a:lnTo>
                <a:lnTo>
                  <a:pt x="55186" y="480060"/>
                </a:lnTo>
                <a:lnTo>
                  <a:pt x="54368" y="481329"/>
                </a:lnTo>
                <a:close/>
              </a:path>
              <a:path w="237489" h="866139">
                <a:moveTo>
                  <a:pt x="51333" y="486410"/>
                </a:moveTo>
                <a:lnTo>
                  <a:pt x="51892" y="485139"/>
                </a:lnTo>
                <a:lnTo>
                  <a:pt x="52072" y="485139"/>
                </a:lnTo>
                <a:lnTo>
                  <a:pt x="51333" y="486410"/>
                </a:lnTo>
                <a:close/>
              </a:path>
              <a:path w="237489" h="866139">
                <a:moveTo>
                  <a:pt x="46126" y="497839"/>
                </a:moveTo>
                <a:lnTo>
                  <a:pt x="46507" y="496570"/>
                </a:lnTo>
                <a:lnTo>
                  <a:pt x="46708" y="496570"/>
                </a:lnTo>
                <a:lnTo>
                  <a:pt x="46126" y="497839"/>
                </a:lnTo>
                <a:close/>
              </a:path>
              <a:path w="237489" h="866139">
                <a:moveTo>
                  <a:pt x="43980" y="502920"/>
                </a:moveTo>
                <a:lnTo>
                  <a:pt x="44310" y="501650"/>
                </a:lnTo>
                <a:lnTo>
                  <a:pt x="44485" y="501650"/>
                </a:lnTo>
                <a:lnTo>
                  <a:pt x="43980" y="502920"/>
                </a:lnTo>
                <a:close/>
              </a:path>
              <a:path w="237489" h="866139">
                <a:moveTo>
                  <a:pt x="40703" y="514350"/>
                </a:moveTo>
                <a:lnTo>
                  <a:pt x="40944" y="513079"/>
                </a:lnTo>
                <a:lnTo>
                  <a:pt x="40703" y="514350"/>
                </a:lnTo>
                <a:close/>
              </a:path>
              <a:path w="237489" h="866139">
                <a:moveTo>
                  <a:pt x="159029" y="600710"/>
                </a:moveTo>
                <a:lnTo>
                  <a:pt x="40855" y="600710"/>
                </a:lnTo>
                <a:lnTo>
                  <a:pt x="35991" y="596900"/>
                </a:lnTo>
                <a:lnTo>
                  <a:pt x="35178" y="596900"/>
                </a:lnTo>
                <a:lnTo>
                  <a:pt x="30708" y="593089"/>
                </a:lnTo>
                <a:lnTo>
                  <a:pt x="29870" y="591820"/>
                </a:lnTo>
                <a:lnTo>
                  <a:pt x="25781" y="588010"/>
                </a:lnTo>
                <a:lnTo>
                  <a:pt x="24917" y="588010"/>
                </a:lnTo>
                <a:lnTo>
                  <a:pt x="21221" y="584200"/>
                </a:lnTo>
                <a:lnTo>
                  <a:pt x="20370" y="582929"/>
                </a:lnTo>
                <a:lnTo>
                  <a:pt x="17056" y="579120"/>
                </a:lnTo>
                <a:lnTo>
                  <a:pt x="16217" y="577850"/>
                </a:lnTo>
                <a:lnTo>
                  <a:pt x="13296" y="574039"/>
                </a:lnTo>
                <a:lnTo>
                  <a:pt x="12484" y="572770"/>
                </a:lnTo>
                <a:lnTo>
                  <a:pt x="9956" y="567689"/>
                </a:lnTo>
                <a:lnTo>
                  <a:pt x="9207" y="566420"/>
                </a:lnTo>
                <a:lnTo>
                  <a:pt x="7073" y="562610"/>
                </a:lnTo>
                <a:lnTo>
                  <a:pt x="6413" y="561339"/>
                </a:lnTo>
                <a:lnTo>
                  <a:pt x="4673" y="556260"/>
                </a:lnTo>
                <a:lnTo>
                  <a:pt x="4127" y="554989"/>
                </a:lnTo>
                <a:lnTo>
                  <a:pt x="2768" y="551179"/>
                </a:lnTo>
                <a:lnTo>
                  <a:pt x="2349" y="548639"/>
                </a:lnTo>
                <a:lnTo>
                  <a:pt x="1384" y="544829"/>
                </a:lnTo>
                <a:lnTo>
                  <a:pt x="1104" y="543560"/>
                </a:lnTo>
                <a:lnTo>
                  <a:pt x="393" y="537210"/>
                </a:lnTo>
                <a:lnTo>
                  <a:pt x="298" y="528320"/>
                </a:lnTo>
                <a:lnTo>
                  <a:pt x="393" y="525779"/>
                </a:lnTo>
                <a:lnTo>
                  <a:pt x="482" y="524510"/>
                </a:lnTo>
                <a:lnTo>
                  <a:pt x="1066" y="518160"/>
                </a:lnTo>
                <a:lnTo>
                  <a:pt x="39776" y="518160"/>
                </a:lnTo>
                <a:lnTo>
                  <a:pt x="38994" y="523239"/>
                </a:lnTo>
                <a:lnTo>
                  <a:pt x="38522" y="527050"/>
                </a:lnTo>
                <a:lnTo>
                  <a:pt x="38325" y="530860"/>
                </a:lnTo>
                <a:lnTo>
                  <a:pt x="38332" y="532129"/>
                </a:lnTo>
                <a:lnTo>
                  <a:pt x="38328" y="533400"/>
                </a:lnTo>
                <a:lnTo>
                  <a:pt x="38766" y="537210"/>
                </a:lnTo>
                <a:lnTo>
                  <a:pt x="38912" y="538479"/>
                </a:lnTo>
                <a:lnTo>
                  <a:pt x="39289" y="539750"/>
                </a:lnTo>
                <a:lnTo>
                  <a:pt x="39611" y="541020"/>
                </a:lnTo>
                <a:lnTo>
                  <a:pt x="40110" y="542289"/>
                </a:lnTo>
                <a:lnTo>
                  <a:pt x="41335" y="546100"/>
                </a:lnTo>
                <a:lnTo>
                  <a:pt x="41122" y="546100"/>
                </a:lnTo>
                <a:lnTo>
                  <a:pt x="41770" y="547370"/>
                </a:lnTo>
                <a:lnTo>
                  <a:pt x="42544" y="548639"/>
                </a:lnTo>
                <a:lnTo>
                  <a:pt x="43256" y="549910"/>
                </a:lnTo>
                <a:lnTo>
                  <a:pt x="45046" y="552450"/>
                </a:lnTo>
                <a:lnTo>
                  <a:pt x="45207" y="552450"/>
                </a:lnTo>
                <a:lnTo>
                  <a:pt x="47155" y="554989"/>
                </a:lnTo>
                <a:lnTo>
                  <a:pt x="46304" y="554989"/>
                </a:lnTo>
                <a:lnTo>
                  <a:pt x="49606" y="558800"/>
                </a:lnTo>
                <a:lnTo>
                  <a:pt x="49974" y="558800"/>
                </a:lnTo>
                <a:lnTo>
                  <a:pt x="52438" y="561339"/>
                </a:lnTo>
                <a:lnTo>
                  <a:pt x="52946" y="561339"/>
                </a:lnTo>
                <a:lnTo>
                  <a:pt x="55664" y="563879"/>
                </a:lnTo>
                <a:lnTo>
                  <a:pt x="54825" y="563879"/>
                </a:lnTo>
                <a:lnTo>
                  <a:pt x="59296" y="567689"/>
                </a:lnTo>
                <a:lnTo>
                  <a:pt x="60113" y="567689"/>
                </a:lnTo>
                <a:lnTo>
                  <a:pt x="63347" y="570229"/>
                </a:lnTo>
                <a:lnTo>
                  <a:pt x="64325" y="570229"/>
                </a:lnTo>
                <a:lnTo>
                  <a:pt x="67830" y="572770"/>
                </a:lnTo>
                <a:lnTo>
                  <a:pt x="67094" y="572770"/>
                </a:lnTo>
                <a:lnTo>
                  <a:pt x="72732" y="575310"/>
                </a:lnTo>
                <a:lnTo>
                  <a:pt x="72047" y="575310"/>
                </a:lnTo>
                <a:lnTo>
                  <a:pt x="78079" y="579120"/>
                </a:lnTo>
                <a:lnTo>
                  <a:pt x="78911" y="579120"/>
                </a:lnTo>
                <a:lnTo>
                  <a:pt x="80581" y="580389"/>
                </a:lnTo>
                <a:lnTo>
                  <a:pt x="81616" y="580389"/>
                </a:lnTo>
                <a:lnTo>
                  <a:pt x="83502" y="581660"/>
                </a:lnTo>
                <a:lnTo>
                  <a:pt x="85466" y="581660"/>
                </a:lnTo>
                <a:lnTo>
                  <a:pt x="91274" y="584200"/>
                </a:lnTo>
                <a:lnTo>
                  <a:pt x="93742" y="584200"/>
                </a:lnTo>
                <a:lnTo>
                  <a:pt x="100431" y="586739"/>
                </a:lnTo>
                <a:lnTo>
                  <a:pt x="99834" y="586739"/>
                </a:lnTo>
                <a:lnTo>
                  <a:pt x="110909" y="589279"/>
                </a:lnTo>
                <a:lnTo>
                  <a:pt x="110477" y="589279"/>
                </a:lnTo>
                <a:lnTo>
                  <a:pt x="122326" y="591820"/>
                </a:lnTo>
                <a:lnTo>
                  <a:pt x="122008" y="591820"/>
                </a:lnTo>
                <a:lnTo>
                  <a:pt x="134340" y="594360"/>
                </a:lnTo>
                <a:lnTo>
                  <a:pt x="134048" y="594360"/>
                </a:lnTo>
                <a:lnTo>
                  <a:pt x="159029" y="600710"/>
                </a:lnTo>
                <a:close/>
              </a:path>
              <a:path w="237489" h="866139">
                <a:moveTo>
                  <a:pt x="39599" y="519307"/>
                </a:moveTo>
                <a:lnTo>
                  <a:pt x="39776" y="518160"/>
                </a:lnTo>
                <a:lnTo>
                  <a:pt x="39599" y="519307"/>
                </a:lnTo>
                <a:close/>
              </a:path>
              <a:path w="237489" h="866139">
                <a:moveTo>
                  <a:pt x="39580" y="519429"/>
                </a:moveTo>
                <a:close/>
              </a:path>
              <a:path w="237489" h="866139">
                <a:moveTo>
                  <a:pt x="38833" y="524280"/>
                </a:moveTo>
                <a:lnTo>
                  <a:pt x="38950" y="523239"/>
                </a:lnTo>
                <a:lnTo>
                  <a:pt x="38833" y="524280"/>
                </a:lnTo>
                <a:close/>
              </a:path>
              <a:path w="237489" h="866139">
                <a:moveTo>
                  <a:pt x="38808" y="524510"/>
                </a:moveTo>
                <a:lnTo>
                  <a:pt x="38833" y="524280"/>
                </a:lnTo>
                <a:lnTo>
                  <a:pt x="38808" y="524510"/>
                </a:lnTo>
                <a:close/>
              </a:path>
              <a:path w="237489" h="866139">
                <a:moveTo>
                  <a:pt x="38441" y="527769"/>
                </a:moveTo>
                <a:lnTo>
                  <a:pt x="38468" y="527050"/>
                </a:lnTo>
                <a:lnTo>
                  <a:pt x="38441" y="527769"/>
                </a:lnTo>
                <a:close/>
              </a:path>
              <a:path w="237489" h="866139">
                <a:moveTo>
                  <a:pt x="38420" y="528320"/>
                </a:moveTo>
                <a:lnTo>
                  <a:pt x="38441" y="527769"/>
                </a:lnTo>
                <a:lnTo>
                  <a:pt x="38420" y="528320"/>
                </a:lnTo>
                <a:close/>
              </a:path>
              <a:path w="237489" h="866139">
                <a:moveTo>
                  <a:pt x="38300" y="531524"/>
                </a:moveTo>
                <a:lnTo>
                  <a:pt x="38265" y="530860"/>
                </a:lnTo>
                <a:lnTo>
                  <a:pt x="38300" y="531524"/>
                </a:lnTo>
                <a:close/>
              </a:path>
              <a:path w="237489" h="866139">
                <a:moveTo>
                  <a:pt x="38332" y="532129"/>
                </a:moveTo>
                <a:lnTo>
                  <a:pt x="38300" y="531524"/>
                </a:lnTo>
                <a:lnTo>
                  <a:pt x="38332" y="532129"/>
                </a:lnTo>
                <a:close/>
              </a:path>
              <a:path w="237489" h="866139">
                <a:moveTo>
                  <a:pt x="38462" y="534567"/>
                </a:moveTo>
                <a:lnTo>
                  <a:pt x="38328" y="533400"/>
                </a:lnTo>
                <a:lnTo>
                  <a:pt x="38462" y="534567"/>
                </a:lnTo>
                <a:close/>
              </a:path>
              <a:path w="237489" h="866139">
                <a:moveTo>
                  <a:pt x="38912" y="538479"/>
                </a:moveTo>
                <a:lnTo>
                  <a:pt x="38646" y="537210"/>
                </a:lnTo>
                <a:lnTo>
                  <a:pt x="38867" y="538082"/>
                </a:lnTo>
                <a:lnTo>
                  <a:pt x="38912" y="538479"/>
                </a:lnTo>
                <a:close/>
              </a:path>
              <a:path w="237489" h="866139">
                <a:moveTo>
                  <a:pt x="38867" y="538082"/>
                </a:moveTo>
                <a:lnTo>
                  <a:pt x="38646" y="537210"/>
                </a:lnTo>
                <a:lnTo>
                  <a:pt x="38867" y="538082"/>
                </a:lnTo>
                <a:close/>
              </a:path>
              <a:path w="237489" h="866139">
                <a:moveTo>
                  <a:pt x="38967" y="538479"/>
                </a:moveTo>
                <a:lnTo>
                  <a:pt x="38867" y="538082"/>
                </a:lnTo>
                <a:lnTo>
                  <a:pt x="38967" y="538479"/>
                </a:lnTo>
                <a:close/>
              </a:path>
              <a:path w="237489" h="866139">
                <a:moveTo>
                  <a:pt x="39611" y="541020"/>
                </a:moveTo>
                <a:lnTo>
                  <a:pt x="39204" y="539750"/>
                </a:lnTo>
                <a:lnTo>
                  <a:pt x="39497" y="540569"/>
                </a:lnTo>
                <a:lnTo>
                  <a:pt x="39611" y="541020"/>
                </a:lnTo>
                <a:close/>
              </a:path>
              <a:path w="237489" h="866139">
                <a:moveTo>
                  <a:pt x="39497" y="540569"/>
                </a:moveTo>
                <a:lnTo>
                  <a:pt x="39204" y="539750"/>
                </a:lnTo>
                <a:lnTo>
                  <a:pt x="39497" y="540569"/>
                </a:lnTo>
                <a:close/>
              </a:path>
              <a:path w="237489" h="866139">
                <a:moveTo>
                  <a:pt x="39657" y="541020"/>
                </a:moveTo>
                <a:lnTo>
                  <a:pt x="39497" y="540569"/>
                </a:lnTo>
                <a:lnTo>
                  <a:pt x="39657" y="541020"/>
                </a:lnTo>
                <a:close/>
              </a:path>
              <a:path w="237489" h="866139">
                <a:moveTo>
                  <a:pt x="40563" y="543560"/>
                </a:moveTo>
                <a:lnTo>
                  <a:pt x="40030" y="542289"/>
                </a:lnTo>
                <a:lnTo>
                  <a:pt x="40563" y="543560"/>
                </a:lnTo>
                <a:close/>
              </a:path>
              <a:path w="237489" h="866139">
                <a:moveTo>
                  <a:pt x="41770" y="547370"/>
                </a:moveTo>
                <a:lnTo>
                  <a:pt x="41122" y="546100"/>
                </a:lnTo>
                <a:lnTo>
                  <a:pt x="41670" y="547078"/>
                </a:lnTo>
                <a:lnTo>
                  <a:pt x="41770" y="547370"/>
                </a:lnTo>
                <a:close/>
              </a:path>
              <a:path w="237489" h="866139">
                <a:moveTo>
                  <a:pt x="41670" y="547078"/>
                </a:moveTo>
                <a:lnTo>
                  <a:pt x="41122" y="546100"/>
                </a:lnTo>
                <a:lnTo>
                  <a:pt x="41335" y="546100"/>
                </a:lnTo>
                <a:lnTo>
                  <a:pt x="41670" y="547078"/>
                </a:lnTo>
                <a:close/>
              </a:path>
              <a:path w="237489" h="866139">
                <a:moveTo>
                  <a:pt x="41833" y="547370"/>
                </a:moveTo>
                <a:lnTo>
                  <a:pt x="41670" y="547078"/>
                </a:lnTo>
                <a:lnTo>
                  <a:pt x="41833" y="547370"/>
                </a:lnTo>
                <a:close/>
              </a:path>
              <a:path w="237489" h="866139">
                <a:moveTo>
                  <a:pt x="43256" y="549910"/>
                </a:moveTo>
                <a:lnTo>
                  <a:pt x="42519" y="548639"/>
                </a:lnTo>
                <a:lnTo>
                  <a:pt x="42682" y="548885"/>
                </a:lnTo>
                <a:lnTo>
                  <a:pt x="43256" y="549910"/>
                </a:lnTo>
                <a:close/>
              </a:path>
              <a:path w="237489" h="866139">
                <a:moveTo>
                  <a:pt x="42682" y="548885"/>
                </a:moveTo>
                <a:lnTo>
                  <a:pt x="42519" y="548639"/>
                </a:lnTo>
                <a:lnTo>
                  <a:pt x="42682" y="548885"/>
                </a:lnTo>
                <a:close/>
              </a:path>
              <a:path w="237489" h="866139">
                <a:moveTo>
                  <a:pt x="43362" y="549910"/>
                </a:moveTo>
                <a:lnTo>
                  <a:pt x="42682" y="548885"/>
                </a:lnTo>
                <a:lnTo>
                  <a:pt x="43362" y="549910"/>
                </a:lnTo>
                <a:close/>
              </a:path>
              <a:path w="237489" h="866139">
                <a:moveTo>
                  <a:pt x="45207" y="552450"/>
                </a:moveTo>
                <a:lnTo>
                  <a:pt x="45046" y="552450"/>
                </a:lnTo>
                <a:lnTo>
                  <a:pt x="44234" y="551179"/>
                </a:lnTo>
                <a:lnTo>
                  <a:pt x="45207" y="552450"/>
                </a:lnTo>
                <a:close/>
              </a:path>
              <a:path w="237489" h="866139">
                <a:moveTo>
                  <a:pt x="49974" y="558800"/>
                </a:moveTo>
                <a:lnTo>
                  <a:pt x="49606" y="558800"/>
                </a:lnTo>
                <a:lnTo>
                  <a:pt x="48742" y="557529"/>
                </a:lnTo>
                <a:lnTo>
                  <a:pt x="49974" y="558800"/>
                </a:lnTo>
                <a:close/>
              </a:path>
              <a:path w="237489" h="866139">
                <a:moveTo>
                  <a:pt x="52946" y="561339"/>
                </a:moveTo>
                <a:lnTo>
                  <a:pt x="52438" y="561339"/>
                </a:lnTo>
                <a:lnTo>
                  <a:pt x="51587" y="560070"/>
                </a:lnTo>
                <a:lnTo>
                  <a:pt x="52946" y="561339"/>
                </a:lnTo>
                <a:close/>
              </a:path>
              <a:path w="237489" h="866139">
                <a:moveTo>
                  <a:pt x="60113" y="567689"/>
                </a:moveTo>
                <a:lnTo>
                  <a:pt x="59296" y="567689"/>
                </a:lnTo>
                <a:lnTo>
                  <a:pt x="58496" y="566420"/>
                </a:lnTo>
                <a:lnTo>
                  <a:pt x="60113" y="567689"/>
                </a:lnTo>
                <a:close/>
              </a:path>
              <a:path w="237489" h="866139">
                <a:moveTo>
                  <a:pt x="64325" y="570229"/>
                </a:moveTo>
                <a:lnTo>
                  <a:pt x="63347" y="570229"/>
                </a:lnTo>
                <a:lnTo>
                  <a:pt x="62572" y="568960"/>
                </a:lnTo>
                <a:lnTo>
                  <a:pt x="64325" y="570229"/>
                </a:lnTo>
                <a:close/>
              </a:path>
              <a:path w="237489" h="866139">
                <a:moveTo>
                  <a:pt x="78911" y="579120"/>
                </a:moveTo>
                <a:lnTo>
                  <a:pt x="78079" y="579120"/>
                </a:lnTo>
                <a:lnTo>
                  <a:pt x="77241" y="577850"/>
                </a:lnTo>
                <a:lnTo>
                  <a:pt x="78911" y="579120"/>
                </a:lnTo>
                <a:close/>
              </a:path>
              <a:path w="237489" h="866139">
                <a:moveTo>
                  <a:pt x="81616" y="580389"/>
                </a:moveTo>
                <a:lnTo>
                  <a:pt x="80581" y="580389"/>
                </a:lnTo>
                <a:lnTo>
                  <a:pt x="79730" y="579120"/>
                </a:lnTo>
                <a:lnTo>
                  <a:pt x="81616" y="580389"/>
                </a:lnTo>
                <a:close/>
              </a:path>
              <a:path w="237489" h="866139">
                <a:moveTo>
                  <a:pt x="85466" y="581660"/>
                </a:moveTo>
                <a:lnTo>
                  <a:pt x="83502" y="581660"/>
                </a:lnTo>
                <a:lnTo>
                  <a:pt x="82562" y="580389"/>
                </a:lnTo>
                <a:lnTo>
                  <a:pt x="85466" y="581660"/>
                </a:lnTo>
                <a:close/>
              </a:path>
              <a:path w="237489" h="866139">
                <a:moveTo>
                  <a:pt x="93742" y="584200"/>
                </a:moveTo>
                <a:lnTo>
                  <a:pt x="91274" y="584200"/>
                </a:lnTo>
                <a:lnTo>
                  <a:pt x="90398" y="582929"/>
                </a:lnTo>
                <a:lnTo>
                  <a:pt x="93742" y="584200"/>
                </a:lnTo>
                <a:close/>
              </a:path>
              <a:path w="237489" h="866139">
                <a:moveTo>
                  <a:pt x="91821" y="612139"/>
                </a:moveTo>
                <a:lnTo>
                  <a:pt x="59969" y="612139"/>
                </a:lnTo>
                <a:lnTo>
                  <a:pt x="53936" y="609600"/>
                </a:lnTo>
                <a:lnTo>
                  <a:pt x="47599" y="605789"/>
                </a:lnTo>
                <a:lnTo>
                  <a:pt x="46875" y="604520"/>
                </a:lnTo>
                <a:lnTo>
                  <a:pt x="41617" y="600710"/>
                </a:lnTo>
                <a:lnTo>
                  <a:pt x="159029" y="600710"/>
                </a:lnTo>
                <a:lnTo>
                  <a:pt x="158864" y="599439"/>
                </a:lnTo>
                <a:lnTo>
                  <a:pt x="182422" y="604520"/>
                </a:lnTo>
                <a:lnTo>
                  <a:pt x="197443" y="608329"/>
                </a:lnTo>
                <a:lnTo>
                  <a:pt x="114261" y="608329"/>
                </a:lnTo>
                <a:lnTo>
                  <a:pt x="109194" y="609600"/>
                </a:lnTo>
                <a:lnTo>
                  <a:pt x="103657" y="609600"/>
                </a:lnTo>
                <a:lnTo>
                  <a:pt x="98247" y="610870"/>
                </a:lnTo>
                <a:lnTo>
                  <a:pt x="92963" y="610870"/>
                </a:lnTo>
                <a:lnTo>
                  <a:pt x="91821" y="612139"/>
                </a:lnTo>
                <a:close/>
              </a:path>
              <a:path w="237489" h="866139">
                <a:moveTo>
                  <a:pt x="143713" y="609600"/>
                </a:moveTo>
                <a:lnTo>
                  <a:pt x="109194" y="609600"/>
                </a:lnTo>
                <a:lnTo>
                  <a:pt x="114261" y="608329"/>
                </a:lnTo>
                <a:lnTo>
                  <a:pt x="131927" y="608329"/>
                </a:lnTo>
                <a:lnTo>
                  <a:pt x="143713" y="609600"/>
                </a:lnTo>
                <a:close/>
              </a:path>
              <a:path w="237489" h="866139">
                <a:moveTo>
                  <a:pt x="205663" y="615950"/>
                </a:moveTo>
                <a:lnTo>
                  <a:pt x="188442" y="613410"/>
                </a:lnTo>
                <a:lnTo>
                  <a:pt x="167208" y="610870"/>
                </a:lnTo>
                <a:lnTo>
                  <a:pt x="155613" y="609600"/>
                </a:lnTo>
                <a:lnTo>
                  <a:pt x="143713" y="609600"/>
                </a:lnTo>
                <a:lnTo>
                  <a:pt x="131927" y="608329"/>
                </a:lnTo>
                <a:lnTo>
                  <a:pt x="197443" y="608329"/>
                </a:lnTo>
                <a:lnTo>
                  <a:pt x="202450" y="609600"/>
                </a:lnTo>
                <a:lnTo>
                  <a:pt x="210756" y="610870"/>
                </a:lnTo>
                <a:lnTo>
                  <a:pt x="217550" y="613410"/>
                </a:lnTo>
                <a:lnTo>
                  <a:pt x="219062" y="613410"/>
                </a:lnTo>
                <a:lnTo>
                  <a:pt x="223138" y="614679"/>
                </a:lnTo>
                <a:lnTo>
                  <a:pt x="205244" y="614679"/>
                </a:lnTo>
                <a:lnTo>
                  <a:pt x="205663" y="615950"/>
                </a:lnTo>
                <a:close/>
              </a:path>
              <a:path w="237489" h="866139">
                <a:moveTo>
                  <a:pt x="204368" y="646429"/>
                </a:moveTo>
                <a:lnTo>
                  <a:pt x="194627" y="646429"/>
                </a:lnTo>
                <a:lnTo>
                  <a:pt x="174739" y="642620"/>
                </a:lnTo>
                <a:lnTo>
                  <a:pt x="174878" y="642620"/>
                </a:lnTo>
                <a:lnTo>
                  <a:pt x="151333" y="637539"/>
                </a:lnTo>
                <a:lnTo>
                  <a:pt x="126212" y="632460"/>
                </a:lnTo>
                <a:lnTo>
                  <a:pt x="113601" y="628650"/>
                </a:lnTo>
                <a:lnTo>
                  <a:pt x="101460" y="626110"/>
                </a:lnTo>
                <a:lnTo>
                  <a:pt x="89954" y="623570"/>
                </a:lnTo>
                <a:lnTo>
                  <a:pt x="79311" y="619760"/>
                </a:lnTo>
                <a:lnTo>
                  <a:pt x="78435" y="619760"/>
                </a:lnTo>
                <a:lnTo>
                  <a:pt x="74477" y="618031"/>
                </a:lnTo>
                <a:lnTo>
                  <a:pt x="76466" y="617220"/>
                </a:lnTo>
                <a:lnTo>
                  <a:pt x="77800" y="615950"/>
                </a:lnTo>
                <a:lnTo>
                  <a:pt x="81114" y="614679"/>
                </a:lnTo>
                <a:lnTo>
                  <a:pt x="82753" y="614679"/>
                </a:lnTo>
                <a:lnTo>
                  <a:pt x="86436" y="613410"/>
                </a:lnTo>
                <a:lnTo>
                  <a:pt x="87795" y="612139"/>
                </a:lnTo>
                <a:lnTo>
                  <a:pt x="91821" y="612139"/>
                </a:lnTo>
                <a:lnTo>
                  <a:pt x="92963" y="610870"/>
                </a:lnTo>
                <a:lnTo>
                  <a:pt x="98247" y="610870"/>
                </a:lnTo>
                <a:lnTo>
                  <a:pt x="103657" y="609600"/>
                </a:lnTo>
                <a:lnTo>
                  <a:pt x="155613" y="609600"/>
                </a:lnTo>
                <a:lnTo>
                  <a:pt x="167208" y="610870"/>
                </a:lnTo>
                <a:lnTo>
                  <a:pt x="188442" y="613410"/>
                </a:lnTo>
                <a:lnTo>
                  <a:pt x="205663" y="615950"/>
                </a:lnTo>
                <a:lnTo>
                  <a:pt x="214452" y="615950"/>
                </a:lnTo>
                <a:lnTo>
                  <a:pt x="208356" y="618489"/>
                </a:lnTo>
                <a:lnTo>
                  <a:pt x="208978" y="618489"/>
                </a:lnTo>
                <a:lnTo>
                  <a:pt x="202628" y="623570"/>
                </a:lnTo>
                <a:lnTo>
                  <a:pt x="201307" y="626110"/>
                </a:lnTo>
                <a:lnTo>
                  <a:pt x="199872" y="629920"/>
                </a:lnTo>
                <a:lnTo>
                  <a:pt x="199402" y="635000"/>
                </a:lnTo>
                <a:lnTo>
                  <a:pt x="199948" y="638810"/>
                </a:lnTo>
                <a:lnTo>
                  <a:pt x="200558" y="640079"/>
                </a:lnTo>
                <a:lnTo>
                  <a:pt x="204368" y="646429"/>
                </a:lnTo>
                <a:close/>
              </a:path>
              <a:path w="237489" h="866139">
                <a:moveTo>
                  <a:pt x="82753" y="614679"/>
                </a:moveTo>
                <a:lnTo>
                  <a:pt x="64147" y="614679"/>
                </a:lnTo>
                <a:lnTo>
                  <a:pt x="60807" y="612139"/>
                </a:lnTo>
                <a:lnTo>
                  <a:pt x="87795" y="612139"/>
                </a:lnTo>
                <a:lnTo>
                  <a:pt x="86436" y="613410"/>
                </a:lnTo>
                <a:lnTo>
                  <a:pt x="82753" y="614679"/>
                </a:lnTo>
                <a:close/>
              </a:path>
              <a:path w="237489" h="866139">
                <a:moveTo>
                  <a:pt x="74477" y="618031"/>
                </a:moveTo>
                <a:lnTo>
                  <a:pt x="69710" y="615950"/>
                </a:lnTo>
                <a:lnTo>
                  <a:pt x="68770" y="615950"/>
                </a:lnTo>
                <a:lnTo>
                  <a:pt x="64998" y="614679"/>
                </a:lnTo>
                <a:lnTo>
                  <a:pt x="81114" y="614679"/>
                </a:lnTo>
                <a:lnTo>
                  <a:pt x="77800" y="615950"/>
                </a:lnTo>
                <a:lnTo>
                  <a:pt x="76466" y="617220"/>
                </a:lnTo>
                <a:lnTo>
                  <a:pt x="74477" y="618031"/>
                </a:lnTo>
                <a:close/>
              </a:path>
              <a:path w="237489" h="866139">
                <a:moveTo>
                  <a:pt x="211772" y="615950"/>
                </a:moveTo>
                <a:lnTo>
                  <a:pt x="205663" y="615950"/>
                </a:lnTo>
                <a:lnTo>
                  <a:pt x="205244" y="614679"/>
                </a:lnTo>
                <a:lnTo>
                  <a:pt x="211772" y="615950"/>
                </a:lnTo>
                <a:close/>
              </a:path>
              <a:path w="237489" h="866139">
                <a:moveTo>
                  <a:pt x="228879" y="650239"/>
                </a:moveTo>
                <a:lnTo>
                  <a:pt x="210058" y="650239"/>
                </a:lnTo>
                <a:lnTo>
                  <a:pt x="207213" y="648970"/>
                </a:lnTo>
                <a:lnTo>
                  <a:pt x="207492" y="648970"/>
                </a:lnTo>
                <a:lnTo>
                  <a:pt x="206644" y="648794"/>
                </a:lnTo>
                <a:lnTo>
                  <a:pt x="203784" y="646429"/>
                </a:lnTo>
                <a:lnTo>
                  <a:pt x="204368" y="646429"/>
                </a:lnTo>
                <a:lnTo>
                  <a:pt x="200533" y="640079"/>
                </a:lnTo>
                <a:lnTo>
                  <a:pt x="199936" y="638810"/>
                </a:lnTo>
                <a:lnTo>
                  <a:pt x="199584" y="636270"/>
                </a:lnTo>
                <a:lnTo>
                  <a:pt x="199529" y="633729"/>
                </a:lnTo>
                <a:lnTo>
                  <a:pt x="199910" y="629920"/>
                </a:lnTo>
                <a:lnTo>
                  <a:pt x="201345" y="626110"/>
                </a:lnTo>
                <a:lnTo>
                  <a:pt x="202666" y="623570"/>
                </a:lnTo>
                <a:lnTo>
                  <a:pt x="208978" y="618489"/>
                </a:lnTo>
                <a:lnTo>
                  <a:pt x="208356" y="618489"/>
                </a:lnTo>
                <a:lnTo>
                  <a:pt x="214452" y="615950"/>
                </a:lnTo>
                <a:lnTo>
                  <a:pt x="211772" y="615950"/>
                </a:lnTo>
                <a:lnTo>
                  <a:pt x="205244" y="614679"/>
                </a:lnTo>
                <a:lnTo>
                  <a:pt x="223138" y="614679"/>
                </a:lnTo>
                <a:lnTo>
                  <a:pt x="225996" y="615950"/>
                </a:lnTo>
                <a:lnTo>
                  <a:pt x="227190" y="617220"/>
                </a:lnTo>
                <a:lnTo>
                  <a:pt x="229641" y="618489"/>
                </a:lnTo>
                <a:lnTo>
                  <a:pt x="231800" y="621029"/>
                </a:lnTo>
                <a:lnTo>
                  <a:pt x="232371" y="621029"/>
                </a:lnTo>
                <a:lnTo>
                  <a:pt x="233921" y="623570"/>
                </a:lnTo>
                <a:lnTo>
                  <a:pt x="235203" y="624839"/>
                </a:lnTo>
                <a:lnTo>
                  <a:pt x="236220" y="627379"/>
                </a:lnTo>
                <a:lnTo>
                  <a:pt x="236867" y="629920"/>
                </a:lnTo>
                <a:lnTo>
                  <a:pt x="237248" y="631189"/>
                </a:lnTo>
                <a:lnTo>
                  <a:pt x="237343" y="632460"/>
                </a:lnTo>
                <a:lnTo>
                  <a:pt x="237401" y="636270"/>
                </a:lnTo>
                <a:lnTo>
                  <a:pt x="236943" y="638810"/>
                </a:lnTo>
                <a:lnTo>
                  <a:pt x="236296" y="641350"/>
                </a:lnTo>
                <a:lnTo>
                  <a:pt x="235445" y="642620"/>
                </a:lnTo>
                <a:lnTo>
                  <a:pt x="234073" y="645160"/>
                </a:lnTo>
                <a:lnTo>
                  <a:pt x="232219" y="647700"/>
                </a:lnTo>
                <a:lnTo>
                  <a:pt x="230085" y="648970"/>
                </a:lnTo>
                <a:lnTo>
                  <a:pt x="228879" y="650239"/>
                </a:lnTo>
                <a:close/>
              </a:path>
              <a:path w="237489" h="866139">
                <a:moveTo>
                  <a:pt x="89319" y="654050"/>
                </a:moveTo>
                <a:lnTo>
                  <a:pt x="90335" y="652779"/>
                </a:lnTo>
                <a:lnTo>
                  <a:pt x="35483" y="652779"/>
                </a:lnTo>
                <a:lnTo>
                  <a:pt x="40970" y="646429"/>
                </a:lnTo>
                <a:lnTo>
                  <a:pt x="41681" y="645160"/>
                </a:lnTo>
                <a:lnTo>
                  <a:pt x="47409" y="638810"/>
                </a:lnTo>
                <a:lnTo>
                  <a:pt x="48209" y="638810"/>
                </a:lnTo>
                <a:lnTo>
                  <a:pt x="54140" y="632460"/>
                </a:lnTo>
                <a:lnTo>
                  <a:pt x="55092" y="632460"/>
                </a:lnTo>
                <a:lnTo>
                  <a:pt x="61163" y="627379"/>
                </a:lnTo>
                <a:lnTo>
                  <a:pt x="62293" y="626110"/>
                </a:lnTo>
                <a:lnTo>
                  <a:pt x="68465" y="622300"/>
                </a:lnTo>
                <a:lnTo>
                  <a:pt x="69481" y="621029"/>
                </a:lnTo>
                <a:lnTo>
                  <a:pt x="73355" y="618489"/>
                </a:lnTo>
                <a:lnTo>
                  <a:pt x="74477" y="618031"/>
                </a:lnTo>
                <a:lnTo>
                  <a:pt x="78435" y="619760"/>
                </a:lnTo>
                <a:lnTo>
                  <a:pt x="79311" y="619760"/>
                </a:lnTo>
                <a:lnTo>
                  <a:pt x="89954" y="623570"/>
                </a:lnTo>
                <a:lnTo>
                  <a:pt x="101460" y="626110"/>
                </a:lnTo>
                <a:lnTo>
                  <a:pt x="113601" y="628650"/>
                </a:lnTo>
                <a:lnTo>
                  <a:pt x="126212" y="632460"/>
                </a:lnTo>
                <a:lnTo>
                  <a:pt x="151333" y="637539"/>
                </a:lnTo>
                <a:lnTo>
                  <a:pt x="174878" y="642620"/>
                </a:lnTo>
                <a:lnTo>
                  <a:pt x="174739" y="642620"/>
                </a:lnTo>
                <a:lnTo>
                  <a:pt x="194627" y="646429"/>
                </a:lnTo>
                <a:lnTo>
                  <a:pt x="116738" y="646429"/>
                </a:lnTo>
                <a:lnTo>
                  <a:pt x="111658" y="647700"/>
                </a:lnTo>
                <a:lnTo>
                  <a:pt x="104635" y="647700"/>
                </a:lnTo>
                <a:lnTo>
                  <a:pt x="100291" y="648970"/>
                </a:lnTo>
                <a:lnTo>
                  <a:pt x="98780" y="648970"/>
                </a:lnTo>
                <a:lnTo>
                  <a:pt x="95097" y="650239"/>
                </a:lnTo>
                <a:lnTo>
                  <a:pt x="94754" y="650239"/>
                </a:lnTo>
                <a:lnTo>
                  <a:pt x="93205" y="651510"/>
                </a:lnTo>
                <a:lnTo>
                  <a:pt x="92417" y="651510"/>
                </a:lnTo>
                <a:lnTo>
                  <a:pt x="89319" y="654050"/>
                </a:lnTo>
                <a:close/>
              </a:path>
              <a:path w="237489" h="866139">
                <a:moveTo>
                  <a:pt x="202057" y="647700"/>
                </a:moveTo>
                <a:lnTo>
                  <a:pt x="142151" y="647700"/>
                </a:lnTo>
                <a:lnTo>
                  <a:pt x="130886" y="646429"/>
                </a:lnTo>
                <a:lnTo>
                  <a:pt x="194183" y="646429"/>
                </a:lnTo>
                <a:lnTo>
                  <a:pt x="202057" y="647700"/>
                </a:lnTo>
                <a:close/>
              </a:path>
              <a:path w="237489" h="866139">
                <a:moveTo>
                  <a:pt x="206644" y="648794"/>
                </a:moveTo>
                <a:lnTo>
                  <a:pt x="201371" y="647700"/>
                </a:lnTo>
                <a:lnTo>
                  <a:pt x="202057" y="647700"/>
                </a:lnTo>
                <a:lnTo>
                  <a:pt x="194183" y="646429"/>
                </a:lnTo>
                <a:lnTo>
                  <a:pt x="203784" y="646429"/>
                </a:lnTo>
                <a:lnTo>
                  <a:pt x="206644" y="648794"/>
                </a:lnTo>
                <a:close/>
              </a:path>
              <a:path w="237489" h="866139">
                <a:moveTo>
                  <a:pt x="207387" y="649408"/>
                </a:moveTo>
                <a:lnTo>
                  <a:pt x="205981" y="648970"/>
                </a:lnTo>
                <a:lnTo>
                  <a:pt x="163741" y="648970"/>
                </a:lnTo>
                <a:lnTo>
                  <a:pt x="152552" y="647700"/>
                </a:lnTo>
                <a:lnTo>
                  <a:pt x="201371" y="647700"/>
                </a:lnTo>
                <a:lnTo>
                  <a:pt x="206644" y="648794"/>
                </a:lnTo>
                <a:lnTo>
                  <a:pt x="207387" y="649408"/>
                </a:lnTo>
                <a:close/>
              </a:path>
              <a:path w="237489" h="866139">
                <a:moveTo>
                  <a:pt x="97409" y="650239"/>
                </a:moveTo>
                <a:lnTo>
                  <a:pt x="98780" y="648970"/>
                </a:lnTo>
                <a:lnTo>
                  <a:pt x="101434" y="648970"/>
                </a:lnTo>
                <a:lnTo>
                  <a:pt x="97409" y="650239"/>
                </a:lnTo>
                <a:close/>
              </a:path>
              <a:path w="237489" h="866139">
                <a:moveTo>
                  <a:pt x="227672" y="651510"/>
                </a:moveTo>
                <a:lnTo>
                  <a:pt x="184226" y="651510"/>
                </a:lnTo>
                <a:lnTo>
                  <a:pt x="163372" y="648970"/>
                </a:lnTo>
                <a:lnTo>
                  <a:pt x="205981" y="648970"/>
                </a:lnTo>
                <a:lnTo>
                  <a:pt x="207387" y="649408"/>
                </a:lnTo>
                <a:lnTo>
                  <a:pt x="208394" y="650239"/>
                </a:lnTo>
                <a:lnTo>
                  <a:pt x="228879" y="650239"/>
                </a:lnTo>
                <a:lnTo>
                  <a:pt x="227672" y="651510"/>
                </a:lnTo>
                <a:close/>
              </a:path>
              <a:path w="237489" h="866139">
                <a:moveTo>
                  <a:pt x="207715" y="649510"/>
                </a:moveTo>
                <a:lnTo>
                  <a:pt x="207387" y="649408"/>
                </a:lnTo>
                <a:lnTo>
                  <a:pt x="206857" y="648970"/>
                </a:lnTo>
                <a:lnTo>
                  <a:pt x="207213" y="648970"/>
                </a:lnTo>
                <a:lnTo>
                  <a:pt x="207715" y="649510"/>
                </a:lnTo>
                <a:close/>
              </a:path>
              <a:path w="237489" h="866139">
                <a:moveTo>
                  <a:pt x="210058" y="650239"/>
                </a:moveTo>
                <a:lnTo>
                  <a:pt x="207715" y="649510"/>
                </a:lnTo>
                <a:lnTo>
                  <a:pt x="207213" y="648970"/>
                </a:lnTo>
                <a:lnTo>
                  <a:pt x="210058" y="650239"/>
                </a:lnTo>
                <a:close/>
              </a:path>
              <a:path w="237489" h="866139">
                <a:moveTo>
                  <a:pt x="210058" y="650239"/>
                </a:moveTo>
                <a:lnTo>
                  <a:pt x="208394" y="650239"/>
                </a:lnTo>
                <a:lnTo>
                  <a:pt x="207715" y="649510"/>
                </a:lnTo>
                <a:lnTo>
                  <a:pt x="210058" y="650239"/>
                </a:lnTo>
                <a:close/>
              </a:path>
              <a:path w="237489" h="866139">
                <a:moveTo>
                  <a:pt x="93421" y="651510"/>
                </a:moveTo>
                <a:lnTo>
                  <a:pt x="94754" y="650239"/>
                </a:lnTo>
                <a:lnTo>
                  <a:pt x="96735" y="650239"/>
                </a:lnTo>
                <a:lnTo>
                  <a:pt x="93421" y="651510"/>
                </a:lnTo>
                <a:close/>
              </a:path>
              <a:path w="237489" h="866139">
                <a:moveTo>
                  <a:pt x="91655" y="652779"/>
                </a:moveTo>
                <a:lnTo>
                  <a:pt x="92417" y="651510"/>
                </a:lnTo>
                <a:lnTo>
                  <a:pt x="93205" y="651510"/>
                </a:lnTo>
                <a:lnTo>
                  <a:pt x="91655" y="652779"/>
                </a:lnTo>
                <a:close/>
              </a:path>
              <a:path w="237489" h="866139">
                <a:moveTo>
                  <a:pt x="220941" y="654050"/>
                </a:moveTo>
                <a:lnTo>
                  <a:pt x="208203" y="654050"/>
                </a:lnTo>
                <a:lnTo>
                  <a:pt x="201675" y="652779"/>
                </a:lnTo>
                <a:lnTo>
                  <a:pt x="184137" y="651510"/>
                </a:lnTo>
                <a:lnTo>
                  <a:pt x="227050" y="651510"/>
                </a:lnTo>
                <a:lnTo>
                  <a:pt x="224091" y="652779"/>
                </a:lnTo>
                <a:lnTo>
                  <a:pt x="220941" y="654050"/>
                </a:lnTo>
                <a:close/>
              </a:path>
              <a:path w="237489" h="866139">
                <a:moveTo>
                  <a:pt x="79235" y="661670"/>
                </a:moveTo>
                <a:lnTo>
                  <a:pt x="80187" y="660400"/>
                </a:lnTo>
                <a:lnTo>
                  <a:pt x="29667" y="660400"/>
                </a:lnTo>
                <a:lnTo>
                  <a:pt x="34861" y="652779"/>
                </a:lnTo>
                <a:lnTo>
                  <a:pt x="90335" y="652779"/>
                </a:lnTo>
                <a:lnTo>
                  <a:pt x="85705" y="656589"/>
                </a:lnTo>
                <a:lnTo>
                  <a:pt x="85305" y="656589"/>
                </a:lnTo>
                <a:lnTo>
                  <a:pt x="79235" y="661670"/>
                </a:lnTo>
                <a:close/>
              </a:path>
              <a:path w="237489" h="866139">
                <a:moveTo>
                  <a:pt x="84162" y="657860"/>
                </a:moveTo>
                <a:lnTo>
                  <a:pt x="85305" y="656589"/>
                </a:lnTo>
                <a:lnTo>
                  <a:pt x="85705" y="656589"/>
                </a:lnTo>
                <a:lnTo>
                  <a:pt x="84162" y="657860"/>
                </a:lnTo>
                <a:close/>
              </a:path>
              <a:path w="237489" h="866139">
                <a:moveTo>
                  <a:pt x="80187" y="812800"/>
                </a:moveTo>
                <a:lnTo>
                  <a:pt x="29108" y="812800"/>
                </a:lnTo>
                <a:lnTo>
                  <a:pt x="24244" y="805179"/>
                </a:lnTo>
                <a:lnTo>
                  <a:pt x="23723" y="803910"/>
                </a:lnTo>
                <a:lnTo>
                  <a:pt x="19265" y="797560"/>
                </a:lnTo>
                <a:lnTo>
                  <a:pt x="18770" y="796289"/>
                </a:lnTo>
                <a:lnTo>
                  <a:pt x="14744" y="788670"/>
                </a:lnTo>
                <a:lnTo>
                  <a:pt x="14274" y="787400"/>
                </a:lnTo>
                <a:lnTo>
                  <a:pt x="10731" y="779779"/>
                </a:lnTo>
                <a:lnTo>
                  <a:pt x="10274" y="779779"/>
                </a:lnTo>
                <a:lnTo>
                  <a:pt x="7277" y="772160"/>
                </a:lnTo>
                <a:lnTo>
                  <a:pt x="6845" y="770889"/>
                </a:lnTo>
                <a:lnTo>
                  <a:pt x="4419" y="763270"/>
                </a:lnTo>
                <a:lnTo>
                  <a:pt x="4127" y="762000"/>
                </a:lnTo>
                <a:lnTo>
                  <a:pt x="2159" y="754379"/>
                </a:lnTo>
                <a:lnTo>
                  <a:pt x="1993" y="753110"/>
                </a:lnTo>
                <a:lnTo>
                  <a:pt x="1346" y="750570"/>
                </a:lnTo>
                <a:lnTo>
                  <a:pt x="736" y="745489"/>
                </a:lnTo>
                <a:lnTo>
                  <a:pt x="635" y="744220"/>
                </a:lnTo>
                <a:lnTo>
                  <a:pt x="355" y="741679"/>
                </a:lnTo>
                <a:lnTo>
                  <a:pt x="234" y="734948"/>
                </a:lnTo>
                <a:lnTo>
                  <a:pt x="355" y="731520"/>
                </a:lnTo>
                <a:lnTo>
                  <a:pt x="635" y="728979"/>
                </a:lnTo>
                <a:lnTo>
                  <a:pt x="736" y="727710"/>
                </a:lnTo>
                <a:lnTo>
                  <a:pt x="1346" y="722629"/>
                </a:lnTo>
                <a:lnTo>
                  <a:pt x="1993" y="720089"/>
                </a:lnTo>
                <a:lnTo>
                  <a:pt x="2159" y="718820"/>
                </a:lnTo>
                <a:lnTo>
                  <a:pt x="4127" y="711200"/>
                </a:lnTo>
                <a:lnTo>
                  <a:pt x="4419" y="709929"/>
                </a:lnTo>
                <a:lnTo>
                  <a:pt x="6845" y="702310"/>
                </a:lnTo>
                <a:lnTo>
                  <a:pt x="7277" y="701039"/>
                </a:lnTo>
                <a:lnTo>
                  <a:pt x="10274" y="693420"/>
                </a:lnTo>
                <a:lnTo>
                  <a:pt x="10731" y="693420"/>
                </a:lnTo>
                <a:lnTo>
                  <a:pt x="14274" y="685800"/>
                </a:lnTo>
                <a:lnTo>
                  <a:pt x="14744" y="684529"/>
                </a:lnTo>
                <a:lnTo>
                  <a:pt x="18770" y="676910"/>
                </a:lnTo>
                <a:lnTo>
                  <a:pt x="19265" y="675639"/>
                </a:lnTo>
                <a:lnTo>
                  <a:pt x="23723" y="669289"/>
                </a:lnTo>
                <a:lnTo>
                  <a:pt x="24244" y="668020"/>
                </a:lnTo>
                <a:lnTo>
                  <a:pt x="29108" y="660400"/>
                </a:lnTo>
                <a:lnTo>
                  <a:pt x="80187" y="660400"/>
                </a:lnTo>
                <a:lnTo>
                  <a:pt x="75453" y="665479"/>
                </a:lnTo>
                <a:lnTo>
                  <a:pt x="75069" y="665479"/>
                </a:lnTo>
                <a:lnTo>
                  <a:pt x="70487" y="670560"/>
                </a:lnTo>
                <a:lnTo>
                  <a:pt x="70053" y="670560"/>
                </a:lnTo>
                <a:lnTo>
                  <a:pt x="64566" y="676910"/>
                </a:lnTo>
                <a:lnTo>
                  <a:pt x="65189" y="676910"/>
                </a:lnTo>
                <a:lnTo>
                  <a:pt x="61033" y="681989"/>
                </a:lnTo>
                <a:lnTo>
                  <a:pt x="60566" y="681989"/>
                </a:lnTo>
                <a:lnTo>
                  <a:pt x="56512" y="688339"/>
                </a:lnTo>
                <a:lnTo>
                  <a:pt x="56235" y="688339"/>
                </a:lnTo>
                <a:lnTo>
                  <a:pt x="52510" y="694689"/>
                </a:lnTo>
                <a:lnTo>
                  <a:pt x="52260" y="694689"/>
                </a:lnTo>
                <a:lnTo>
                  <a:pt x="48234" y="702310"/>
                </a:lnTo>
                <a:lnTo>
                  <a:pt x="48704" y="702310"/>
                </a:lnTo>
                <a:lnTo>
                  <a:pt x="45161" y="708660"/>
                </a:lnTo>
                <a:lnTo>
                  <a:pt x="45618" y="708660"/>
                </a:lnTo>
                <a:lnTo>
                  <a:pt x="42608" y="715010"/>
                </a:lnTo>
                <a:lnTo>
                  <a:pt x="43027" y="715010"/>
                </a:lnTo>
                <a:lnTo>
                  <a:pt x="40614" y="721360"/>
                </a:lnTo>
                <a:lnTo>
                  <a:pt x="40906" y="721360"/>
                </a:lnTo>
                <a:lnTo>
                  <a:pt x="39928" y="723900"/>
                </a:lnTo>
                <a:lnTo>
                  <a:pt x="40106" y="723900"/>
                </a:lnTo>
                <a:lnTo>
                  <a:pt x="39564" y="726439"/>
                </a:lnTo>
                <a:lnTo>
                  <a:pt x="39035" y="728979"/>
                </a:lnTo>
                <a:lnTo>
                  <a:pt x="38650" y="731520"/>
                </a:lnTo>
                <a:lnTo>
                  <a:pt x="38502" y="732789"/>
                </a:lnTo>
                <a:lnTo>
                  <a:pt x="38379" y="734060"/>
                </a:lnTo>
                <a:lnTo>
                  <a:pt x="38328" y="735329"/>
                </a:lnTo>
                <a:lnTo>
                  <a:pt x="38315" y="737870"/>
                </a:lnTo>
                <a:lnTo>
                  <a:pt x="38595" y="741679"/>
                </a:lnTo>
                <a:lnTo>
                  <a:pt x="38963" y="744220"/>
                </a:lnTo>
                <a:lnTo>
                  <a:pt x="39458" y="746760"/>
                </a:lnTo>
                <a:lnTo>
                  <a:pt x="40106" y="749300"/>
                </a:lnTo>
                <a:lnTo>
                  <a:pt x="39928" y="749300"/>
                </a:lnTo>
                <a:lnTo>
                  <a:pt x="40906" y="751839"/>
                </a:lnTo>
                <a:lnTo>
                  <a:pt x="40614" y="751839"/>
                </a:lnTo>
                <a:lnTo>
                  <a:pt x="43027" y="758189"/>
                </a:lnTo>
                <a:lnTo>
                  <a:pt x="45618" y="764539"/>
                </a:lnTo>
                <a:lnTo>
                  <a:pt x="45161" y="764539"/>
                </a:lnTo>
                <a:lnTo>
                  <a:pt x="48704" y="770889"/>
                </a:lnTo>
                <a:lnTo>
                  <a:pt x="48234" y="770889"/>
                </a:lnTo>
                <a:lnTo>
                  <a:pt x="52260" y="778510"/>
                </a:lnTo>
                <a:lnTo>
                  <a:pt x="52510" y="778510"/>
                </a:lnTo>
                <a:lnTo>
                  <a:pt x="56235" y="784860"/>
                </a:lnTo>
                <a:lnTo>
                  <a:pt x="56512" y="784860"/>
                </a:lnTo>
                <a:lnTo>
                  <a:pt x="60566" y="791210"/>
                </a:lnTo>
                <a:lnTo>
                  <a:pt x="61033" y="791210"/>
                </a:lnTo>
                <a:lnTo>
                  <a:pt x="65189" y="796289"/>
                </a:lnTo>
                <a:lnTo>
                  <a:pt x="64566" y="796289"/>
                </a:lnTo>
                <a:lnTo>
                  <a:pt x="70053" y="802639"/>
                </a:lnTo>
                <a:lnTo>
                  <a:pt x="70487" y="802639"/>
                </a:lnTo>
                <a:lnTo>
                  <a:pt x="75069" y="807720"/>
                </a:lnTo>
                <a:lnTo>
                  <a:pt x="75453" y="807720"/>
                </a:lnTo>
                <a:lnTo>
                  <a:pt x="80187" y="812800"/>
                </a:lnTo>
                <a:close/>
              </a:path>
              <a:path w="237489" h="866139">
                <a:moveTo>
                  <a:pt x="74269" y="666750"/>
                </a:moveTo>
                <a:lnTo>
                  <a:pt x="75069" y="665479"/>
                </a:lnTo>
                <a:lnTo>
                  <a:pt x="75453" y="665479"/>
                </a:lnTo>
                <a:lnTo>
                  <a:pt x="74269" y="666750"/>
                </a:lnTo>
                <a:close/>
              </a:path>
              <a:path w="237489" h="866139">
                <a:moveTo>
                  <a:pt x="69341" y="671829"/>
                </a:moveTo>
                <a:lnTo>
                  <a:pt x="70053" y="670560"/>
                </a:lnTo>
                <a:lnTo>
                  <a:pt x="70487" y="670560"/>
                </a:lnTo>
                <a:lnTo>
                  <a:pt x="69341" y="671829"/>
                </a:lnTo>
                <a:close/>
              </a:path>
              <a:path w="237489" h="866139">
                <a:moveTo>
                  <a:pt x="59994" y="683260"/>
                </a:moveTo>
                <a:lnTo>
                  <a:pt x="60566" y="681989"/>
                </a:lnTo>
                <a:lnTo>
                  <a:pt x="61033" y="681989"/>
                </a:lnTo>
                <a:lnTo>
                  <a:pt x="59994" y="683260"/>
                </a:lnTo>
                <a:close/>
              </a:path>
              <a:path w="237489" h="866139">
                <a:moveTo>
                  <a:pt x="55702" y="689610"/>
                </a:moveTo>
                <a:lnTo>
                  <a:pt x="56235" y="688339"/>
                </a:lnTo>
                <a:lnTo>
                  <a:pt x="56512" y="688339"/>
                </a:lnTo>
                <a:lnTo>
                  <a:pt x="55702" y="689610"/>
                </a:lnTo>
                <a:close/>
              </a:path>
              <a:path w="237489" h="866139">
                <a:moveTo>
                  <a:pt x="51765" y="695960"/>
                </a:moveTo>
                <a:lnTo>
                  <a:pt x="52260" y="694689"/>
                </a:lnTo>
                <a:lnTo>
                  <a:pt x="52510" y="694689"/>
                </a:lnTo>
                <a:lnTo>
                  <a:pt x="51765" y="695960"/>
                </a:lnTo>
                <a:close/>
              </a:path>
              <a:path w="237489" h="866139">
                <a:moveTo>
                  <a:pt x="39293" y="727710"/>
                </a:moveTo>
                <a:lnTo>
                  <a:pt x="39458" y="726439"/>
                </a:lnTo>
                <a:lnTo>
                  <a:pt x="39293" y="727710"/>
                </a:lnTo>
                <a:close/>
              </a:path>
              <a:path w="237489" h="866139">
                <a:moveTo>
                  <a:pt x="38823" y="730250"/>
                </a:moveTo>
                <a:lnTo>
                  <a:pt x="38963" y="728979"/>
                </a:lnTo>
                <a:lnTo>
                  <a:pt x="38823" y="730250"/>
                </a:lnTo>
                <a:close/>
              </a:path>
              <a:path w="237489" h="866139">
                <a:moveTo>
                  <a:pt x="38514" y="732620"/>
                </a:moveTo>
                <a:lnTo>
                  <a:pt x="38595" y="731520"/>
                </a:lnTo>
                <a:lnTo>
                  <a:pt x="38514" y="732620"/>
                </a:lnTo>
                <a:close/>
              </a:path>
              <a:path w="237489" h="866139">
                <a:moveTo>
                  <a:pt x="38502" y="732789"/>
                </a:moveTo>
                <a:lnTo>
                  <a:pt x="38514" y="732620"/>
                </a:lnTo>
                <a:lnTo>
                  <a:pt x="38502" y="732789"/>
                </a:lnTo>
                <a:close/>
              </a:path>
              <a:path w="237489" h="866139">
                <a:moveTo>
                  <a:pt x="38343" y="734948"/>
                </a:moveTo>
                <a:lnTo>
                  <a:pt x="38379" y="734060"/>
                </a:lnTo>
                <a:lnTo>
                  <a:pt x="38343" y="734948"/>
                </a:lnTo>
                <a:close/>
              </a:path>
              <a:path w="237489" h="866139">
                <a:moveTo>
                  <a:pt x="38328" y="735329"/>
                </a:moveTo>
                <a:lnTo>
                  <a:pt x="38343" y="734948"/>
                </a:lnTo>
                <a:lnTo>
                  <a:pt x="38328" y="735329"/>
                </a:lnTo>
                <a:close/>
              </a:path>
              <a:path w="237489" h="866139">
                <a:moveTo>
                  <a:pt x="38409" y="739139"/>
                </a:moveTo>
                <a:lnTo>
                  <a:pt x="38343" y="738251"/>
                </a:lnTo>
                <a:lnTo>
                  <a:pt x="38409" y="739139"/>
                </a:lnTo>
                <a:close/>
              </a:path>
              <a:path w="237489" h="866139">
                <a:moveTo>
                  <a:pt x="38650" y="741679"/>
                </a:moveTo>
                <a:lnTo>
                  <a:pt x="38514" y="740579"/>
                </a:lnTo>
                <a:lnTo>
                  <a:pt x="38650" y="741679"/>
                </a:lnTo>
                <a:close/>
              </a:path>
              <a:path w="237489" h="866139">
                <a:moveTo>
                  <a:pt x="39035" y="744220"/>
                </a:moveTo>
                <a:lnTo>
                  <a:pt x="38823" y="742950"/>
                </a:lnTo>
                <a:lnTo>
                  <a:pt x="39035" y="744220"/>
                </a:lnTo>
                <a:close/>
              </a:path>
              <a:path w="237489" h="866139">
                <a:moveTo>
                  <a:pt x="39564" y="746760"/>
                </a:moveTo>
                <a:lnTo>
                  <a:pt x="39293" y="745489"/>
                </a:lnTo>
                <a:lnTo>
                  <a:pt x="39564" y="746760"/>
                </a:lnTo>
                <a:close/>
              </a:path>
              <a:path w="237489" h="866139">
                <a:moveTo>
                  <a:pt x="43110" y="758189"/>
                </a:moveTo>
                <a:lnTo>
                  <a:pt x="42608" y="756920"/>
                </a:lnTo>
                <a:lnTo>
                  <a:pt x="43110" y="758189"/>
                </a:lnTo>
                <a:close/>
              </a:path>
              <a:path w="237489" h="866139">
                <a:moveTo>
                  <a:pt x="52510" y="778510"/>
                </a:moveTo>
                <a:lnTo>
                  <a:pt x="52260" y="778510"/>
                </a:lnTo>
                <a:lnTo>
                  <a:pt x="51765" y="777239"/>
                </a:lnTo>
                <a:lnTo>
                  <a:pt x="52510" y="778510"/>
                </a:lnTo>
                <a:close/>
              </a:path>
              <a:path w="237489" h="866139">
                <a:moveTo>
                  <a:pt x="56512" y="784860"/>
                </a:moveTo>
                <a:lnTo>
                  <a:pt x="56235" y="784860"/>
                </a:lnTo>
                <a:lnTo>
                  <a:pt x="55702" y="783589"/>
                </a:lnTo>
                <a:lnTo>
                  <a:pt x="56512" y="784860"/>
                </a:lnTo>
                <a:close/>
              </a:path>
              <a:path w="237489" h="866139">
                <a:moveTo>
                  <a:pt x="61033" y="791210"/>
                </a:moveTo>
                <a:lnTo>
                  <a:pt x="60566" y="791210"/>
                </a:lnTo>
                <a:lnTo>
                  <a:pt x="59994" y="789939"/>
                </a:lnTo>
                <a:lnTo>
                  <a:pt x="61033" y="791210"/>
                </a:lnTo>
                <a:close/>
              </a:path>
              <a:path w="237489" h="866139">
                <a:moveTo>
                  <a:pt x="70487" y="802639"/>
                </a:moveTo>
                <a:lnTo>
                  <a:pt x="70053" y="802639"/>
                </a:lnTo>
                <a:lnTo>
                  <a:pt x="69341" y="801370"/>
                </a:lnTo>
                <a:lnTo>
                  <a:pt x="70487" y="802639"/>
                </a:lnTo>
                <a:close/>
              </a:path>
              <a:path w="237489" h="866139">
                <a:moveTo>
                  <a:pt x="75453" y="807720"/>
                </a:moveTo>
                <a:lnTo>
                  <a:pt x="75069" y="807720"/>
                </a:lnTo>
                <a:lnTo>
                  <a:pt x="74269" y="806450"/>
                </a:lnTo>
                <a:lnTo>
                  <a:pt x="75453" y="807720"/>
                </a:lnTo>
                <a:close/>
              </a:path>
              <a:path w="237489" h="866139">
                <a:moveTo>
                  <a:pt x="90335" y="820419"/>
                </a:moveTo>
                <a:lnTo>
                  <a:pt x="34861" y="820419"/>
                </a:lnTo>
                <a:lnTo>
                  <a:pt x="29667" y="812800"/>
                </a:lnTo>
                <a:lnTo>
                  <a:pt x="80187" y="812800"/>
                </a:lnTo>
                <a:lnTo>
                  <a:pt x="79235" y="811529"/>
                </a:lnTo>
                <a:lnTo>
                  <a:pt x="85305" y="816610"/>
                </a:lnTo>
                <a:lnTo>
                  <a:pt x="85705" y="816610"/>
                </a:lnTo>
                <a:lnTo>
                  <a:pt x="90335" y="820419"/>
                </a:lnTo>
                <a:close/>
              </a:path>
              <a:path w="237489" h="866139">
                <a:moveTo>
                  <a:pt x="85705" y="816610"/>
                </a:moveTo>
                <a:lnTo>
                  <a:pt x="85305" y="816610"/>
                </a:lnTo>
                <a:lnTo>
                  <a:pt x="84162" y="815339"/>
                </a:lnTo>
                <a:lnTo>
                  <a:pt x="85705" y="816610"/>
                </a:lnTo>
                <a:close/>
              </a:path>
              <a:path w="237489" h="866139">
                <a:moveTo>
                  <a:pt x="218998" y="858519"/>
                </a:moveTo>
                <a:lnTo>
                  <a:pt x="80772" y="858519"/>
                </a:lnTo>
                <a:lnTo>
                  <a:pt x="77558" y="855980"/>
                </a:lnTo>
                <a:lnTo>
                  <a:pt x="76466" y="855980"/>
                </a:lnTo>
                <a:lnTo>
                  <a:pt x="73355" y="854710"/>
                </a:lnTo>
                <a:lnTo>
                  <a:pt x="72580" y="853439"/>
                </a:lnTo>
                <a:lnTo>
                  <a:pt x="69481" y="852169"/>
                </a:lnTo>
                <a:lnTo>
                  <a:pt x="68465" y="850900"/>
                </a:lnTo>
                <a:lnTo>
                  <a:pt x="62293" y="847089"/>
                </a:lnTo>
                <a:lnTo>
                  <a:pt x="61163" y="845819"/>
                </a:lnTo>
                <a:lnTo>
                  <a:pt x="55092" y="840739"/>
                </a:lnTo>
                <a:lnTo>
                  <a:pt x="54140" y="840739"/>
                </a:lnTo>
                <a:lnTo>
                  <a:pt x="48209" y="834389"/>
                </a:lnTo>
                <a:lnTo>
                  <a:pt x="47409" y="834389"/>
                </a:lnTo>
                <a:lnTo>
                  <a:pt x="41681" y="828039"/>
                </a:lnTo>
                <a:lnTo>
                  <a:pt x="40970" y="826769"/>
                </a:lnTo>
                <a:lnTo>
                  <a:pt x="35483" y="820419"/>
                </a:lnTo>
                <a:lnTo>
                  <a:pt x="90335" y="820419"/>
                </a:lnTo>
                <a:lnTo>
                  <a:pt x="89319" y="819150"/>
                </a:lnTo>
                <a:lnTo>
                  <a:pt x="92417" y="821689"/>
                </a:lnTo>
                <a:lnTo>
                  <a:pt x="93205" y="821689"/>
                </a:lnTo>
                <a:lnTo>
                  <a:pt x="94754" y="822960"/>
                </a:lnTo>
                <a:lnTo>
                  <a:pt x="95643" y="822960"/>
                </a:lnTo>
                <a:lnTo>
                  <a:pt x="99072" y="824230"/>
                </a:lnTo>
                <a:lnTo>
                  <a:pt x="97942" y="824230"/>
                </a:lnTo>
                <a:lnTo>
                  <a:pt x="101574" y="825500"/>
                </a:lnTo>
                <a:lnTo>
                  <a:pt x="103454" y="825500"/>
                </a:lnTo>
                <a:lnTo>
                  <a:pt x="107429" y="826769"/>
                </a:lnTo>
                <a:lnTo>
                  <a:pt x="113664" y="826769"/>
                </a:lnTo>
                <a:lnTo>
                  <a:pt x="118046" y="828039"/>
                </a:lnTo>
                <a:lnTo>
                  <a:pt x="217992" y="828039"/>
                </a:lnTo>
                <a:lnTo>
                  <a:pt x="218998" y="858519"/>
                </a:lnTo>
                <a:close/>
              </a:path>
              <a:path w="237489" h="866139">
                <a:moveTo>
                  <a:pt x="93205" y="821689"/>
                </a:moveTo>
                <a:lnTo>
                  <a:pt x="92417" y="821689"/>
                </a:lnTo>
                <a:lnTo>
                  <a:pt x="91655" y="820419"/>
                </a:lnTo>
                <a:lnTo>
                  <a:pt x="93205" y="821689"/>
                </a:lnTo>
                <a:close/>
              </a:path>
              <a:path w="237489" h="866139">
                <a:moveTo>
                  <a:pt x="217992" y="828039"/>
                </a:moveTo>
                <a:lnTo>
                  <a:pt x="134086" y="828039"/>
                </a:lnTo>
                <a:lnTo>
                  <a:pt x="143637" y="826769"/>
                </a:lnTo>
                <a:lnTo>
                  <a:pt x="152298" y="826769"/>
                </a:lnTo>
                <a:lnTo>
                  <a:pt x="161836" y="825500"/>
                </a:lnTo>
                <a:lnTo>
                  <a:pt x="161556" y="825500"/>
                </a:lnTo>
                <a:lnTo>
                  <a:pt x="170903" y="824230"/>
                </a:lnTo>
                <a:lnTo>
                  <a:pt x="170713" y="824230"/>
                </a:lnTo>
                <a:lnTo>
                  <a:pt x="188379" y="822960"/>
                </a:lnTo>
                <a:lnTo>
                  <a:pt x="204609" y="820419"/>
                </a:lnTo>
                <a:lnTo>
                  <a:pt x="217741" y="820419"/>
                </a:lnTo>
                <a:lnTo>
                  <a:pt x="217992" y="828039"/>
                </a:lnTo>
                <a:close/>
              </a:path>
              <a:path w="237489" h="866139">
                <a:moveTo>
                  <a:pt x="96900" y="822960"/>
                </a:moveTo>
                <a:lnTo>
                  <a:pt x="94754" y="822960"/>
                </a:lnTo>
                <a:lnTo>
                  <a:pt x="93675" y="821689"/>
                </a:lnTo>
                <a:lnTo>
                  <a:pt x="96900" y="822960"/>
                </a:lnTo>
                <a:close/>
              </a:path>
              <a:path w="237489" h="866139">
                <a:moveTo>
                  <a:pt x="104368" y="825500"/>
                </a:moveTo>
                <a:lnTo>
                  <a:pt x="101574" y="825500"/>
                </a:lnTo>
                <a:lnTo>
                  <a:pt x="100558" y="824230"/>
                </a:lnTo>
                <a:lnTo>
                  <a:pt x="104368" y="825500"/>
                </a:lnTo>
                <a:close/>
              </a:path>
              <a:path w="237489" h="866139">
                <a:moveTo>
                  <a:pt x="110756" y="826769"/>
                </a:moveTo>
                <a:lnTo>
                  <a:pt x="107429" y="826769"/>
                </a:lnTo>
                <a:lnTo>
                  <a:pt x="106629" y="825500"/>
                </a:lnTo>
                <a:lnTo>
                  <a:pt x="110756" y="826769"/>
                </a:lnTo>
                <a:close/>
              </a:path>
              <a:path w="237489" h="866139">
                <a:moveTo>
                  <a:pt x="126301" y="828039"/>
                </a:moveTo>
                <a:lnTo>
                  <a:pt x="118046" y="828039"/>
                </a:lnTo>
                <a:lnTo>
                  <a:pt x="117233" y="826769"/>
                </a:lnTo>
                <a:lnTo>
                  <a:pt x="126301" y="828039"/>
                </a:lnTo>
                <a:close/>
              </a:path>
              <a:path w="237489" h="866139">
                <a:moveTo>
                  <a:pt x="192709" y="861060"/>
                </a:moveTo>
                <a:lnTo>
                  <a:pt x="90233" y="861060"/>
                </a:lnTo>
                <a:lnTo>
                  <a:pt x="86601" y="859789"/>
                </a:lnTo>
                <a:lnTo>
                  <a:pt x="85458" y="859789"/>
                </a:lnTo>
                <a:lnTo>
                  <a:pt x="82029" y="858519"/>
                </a:lnTo>
                <a:lnTo>
                  <a:pt x="208178" y="858519"/>
                </a:lnTo>
                <a:lnTo>
                  <a:pt x="192709" y="861060"/>
                </a:lnTo>
                <a:close/>
              </a:path>
              <a:path w="237489" h="866139">
                <a:moveTo>
                  <a:pt x="155841" y="864869"/>
                </a:moveTo>
                <a:lnTo>
                  <a:pt x="104889" y="864869"/>
                </a:lnTo>
                <a:lnTo>
                  <a:pt x="99949" y="863600"/>
                </a:lnTo>
                <a:lnTo>
                  <a:pt x="95973" y="862330"/>
                </a:lnTo>
                <a:lnTo>
                  <a:pt x="95059" y="862330"/>
                </a:lnTo>
                <a:lnTo>
                  <a:pt x="91249" y="861060"/>
                </a:lnTo>
                <a:lnTo>
                  <a:pt x="192874" y="861060"/>
                </a:lnTo>
                <a:lnTo>
                  <a:pt x="175221" y="862330"/>
                </a:lnTo>
                <a:lnTo>
                  <a:pt x="155841" y="864869"/>
                </a:lnTo>
                <a:close/>
              </a:path>
              <a:path w="237489" h="866139">
                <a:moveTo>
                  <a:pt x="135737" y="866139"/>
                </a:moveTo>
                <a:lnTo>
                  <a:pt x="124777" y="866139"/>
                </a:lnTo>
                <a:lnTo>
                  <a:pt x="115709" y="864869"/>
                </a:lnTo>
                <a:lnTo>
                  <a:pt x="145821" y="864869"/>
                </a:lnTo>
                <a:lnTo>
                  <a:pt x="135737" y="866139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70400" y="2724619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599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70400" y="4553419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17139" y="3796500"/>
            <a:ext cx="4533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latin typeface="Times New Roman"/>
                <a:cs typeface="Times New Roman"/>
              </a:rPr>
              <a:t>L</a:t>
            </a:r>
            <a:r>
              <a:rPr dirty="0" baseline="-16548" sz="3525" spc="-7" b="1" i="1">
                <a:latin typeface="Times New Roman"/>
                <a:cs typeface="Times New Roman"/>
              </a:rPr>
              <a:t>1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52340" y="3872700"/>
            <a:ext cx="4533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latin typeface="Times New Roman"/>
                <a:cs typeface="Times New Roman"/>
              </a:rPr>
              <a:t>L</a:t>
            </a:r>
            <a:r>
              <a:rPr dirty="0" baseline="-16548" sz="3525" spc="-7" b="1" i="1">
                <a:latin typeface="Times New Roman"/>
                <a:cs typeface="Times New Roman"/>
              </a:rPr>
              <a:t>2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70400" y="1810219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54016" y="1800517"/>
            <a:ext cx="439420" cy="705485"/>
          </a:xfrm>
          <a:custGeom>
            <a:avLst/>
            <a:gdLst/>
            <a:ahLst/>
            <a:cxnLst/>
            <a:rect l="l" t="t" r="r" b="b"/>
            <a:pathLst>
              <a:path w="439420" h="705485">
                <a:moveTo>
                  <a:pt x="32766" y="705218"/>
                </a:moveTo>
                <a:lnTo>
                  <a:pt x="0" y="685799"/>
                </a:lnTo>
                <a:lnTo>
                  <a:pt x="406400" y="0"/>
                </a:lnTo>
                <a:lnTo>
                  <a:pt x="439166" y="19418"/>
                </a:lnTo>
                <a:lnTo>
                  <a:pt x="32766" y="705218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47616" y="1800517"/>
            <a:ext cx="439420" cy="705485"/>
          </a:xfrm>
          <a:custGeom>
            <a:avLst/>
            <a:gdLst/>
            <a:ahLst/>
            <a:cxnLst/>
            <a:rect l="l" t="t" r="r" b="b"/>
            <a:pathLst>
              <a:path w="439420" h="705485">
                <a:moveTo>
                  <a:pt x="406400" y="705218"/>
                </a:moveTo>
                <a:lnTo>
                  <a:pt x="0" y="19418"/>
                </a:lnTo>
                <a:lnTo>
                  <a:pt x="32766" y="0"/>
                </a:lnTo>
                <a:lnTo>
                  <a:pt x="439166" y="685799"/>
                </a:lnTo>
                <a:lnTo>
                  <a:pt x="406400" y="705218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470400" y="2267419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470400" y="5467819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64000" y="5925019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 h="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67200" y="6077419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400" y="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68800" y="6229819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381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29025" y="2543644"/>
            <a:ext cx="1784350" cy="3028950"/>
          </a:xfrm>
          <a:custGeom>
            <a:avLst/>
            <a:gdLst/>
            <a:ahLst/>
            <a:cxnLst/>
            <a:rect l="l" t="t" r="r" b="b"/>
            <a:pathLst>
              <a:path w="1784350" h="3028950">
                <a:moveTo>
                  <a:pt x="1784350" y="3028949"/>
                </a:moveTo>
                <a:lnTo>
                  <a:pt x="0" y="3028949"/>
                </a:lnTo>
                <a:lnTo>
                  <a:pt x="0" y="0"/>
                </a:lnTo>
                <a:lnTo>
                  <a:pt x="1784350" y="0"/>
                </a:lnTo>
                <a:lnTo>
                  <a:pt x="1784350" y="28574"/>
                </a:lnTo>
                <a:lnTo>
                  <a:pt x="57150" y="28574"/>
                </a:lnTo>
                <a:lnTo>
                  <a:pt x="28575" y="57149"/>
                </a:lnTo>
                <a:lnTo>
                  <a:pt x="57150" y="57149"/>
                </a:lnTo>
                <a:lnTo>
                  <a:pt x="57150" y="2971799"/>
                </a:lnTo>
                <a:lnTo>
                  <a:pt x="28575" y="2971799"/>
                </a:lnTo>
                <a:lnTo>
                  <a:pt x="57150" y="3000374"/>
                </a:lnTo>
                <a:lnTo>
                  <a:pt x="1784350" y="3000375"/>
                </a:lnTo>
                <a:lnTo>
                  <a:pt x="1784350" y="3028949"/>
                </a:lnTo>
                <a:close/>
              </a:path>
              <a:path w="1784350" h="3028950">
                <a:moveTo>
                  <a:pt x="57150" y="57149"/>
                </a:moveTo>
                <a:lnTo>
                  <a:pt x="28575" y="57149"/>
                </a:lnTo>
                <a:lnTo>
                  <a:pt x="57150" y="28574"/>
                </a:lnTo>
                <a:lnTo>
                  <a:pt x="57150" y="57149"/>
                </a:lnTo>
                <a:close/>
              </a:path>
              <a:path w="1784350" h="3028950">
                <a:moveTo>
                  <a:pt x="1727200" y="57149"/>
                </a:moveTo>
                <a:lnTo>
                  <a:pt x="57150" y="57149"/>
                </a:lnTo>
                <a:lnTo>
                  <a:pt x="57150" y="28574"/>
                </a:lnTo>
                <a:lnTo>
                  <a:pt x="1727200" y="28574"/>
                </a:lnTo>
                <a:lnTo>
                  <a:pt x="1727200" y="57149"/>
                </a:lnTo>
                <a:close/>
              </a:path>
              <a:path w="1784350" h="3028950">
                <a:moveTo>
                  <a:pt x="1727200" y="3000374"/>
                </a:moveTo>
                <a:lnTo>
                  <a:pt x="1727200" y="28574"/>
                </a:lnTo>
                <a:lnTo>
                  <a:pt x="1755775" y="57149"/>
                </a:lnTo>
                <a:lnTo>
                  <a:pt x="1784350" y="57149"/>
                </a:lnTo>
                <a:lnTo>
                  <a:pt x="1784350" y="2971799"/>
                </a:lnTo>
                <a:lnTo>
                  <a:pt x="1755775" y="2971799"/>
                </a:lnTo>
                <a:lnTo>
                  <a:pt x="1727200" y="3000374"/>
                </a:lnTo>
                <a:close/>
              </a:path>
              <a:path w="1784350" h="3028950">
                <a:moveTo>
                  <a:pt x="1784350" y="57149"/>
                </a:moveTo>
                <a:lnTo>
                  <a:pt x="1755775" y="57149"/>
                </a:lnTo>
                <a:lnTo>
                  <a:pt x="1727200" y="28574"/>
                </a:lnTo>
                <a:lnTo>
                  <a:pt x="1784350" y="28574"/>
                </a:lnTo>
                <a:lnTo>
                  <a:pt x="1784350" y="57149"/>
                </a:lnTo>
                <a:close/>
              </a:path>
              <a:path w="1784350" h="3028950">
                <a:moveTo>
                  <a:pt x="57150" y="3000374"/>
                </a:moveTo>
                <a:lnTo>
                  <a:pt x="28575" y="2971799"/>
                </a:lnTo>
                <a:lnTo>
                  <a:pt x="57150" y="2971799"/>
                </a:lnTo>
                <a:lnTo>
                  <a:pt x="57150" y="3000374"/>
                </a:lnTo>
                <a:close/>
              </a:path>
              <a:path w="1784350" h="3028950">
                <a:moveTo>
                  <a:pt x="1727200" y="3000374"/>
                </a:moveTo>
                <a:lnTo>
                  <a:pt x="57150" y="3000374"/>
                </a:lnTo>
                <a:lnTo>
                  <a:pt x="57150" y="2971799"/>
                </a:lnTo>
                <a:lnTo>
                  <a:pt x="1727200" y="2971799"/>
                </a:lnTo>
                <a:lnTo>
                  <a:pt x="1727200" y="3000374"/>
                </a:lnTo>
                <a:close/>
              </a:path>
              <a:path w="1784350" h="3028950">
                <a:moveTo>
                  <a:pt x="1784350" y="3000375"/>
                </a:moveTo>
                <a:lnTo>
                  <a:pt x="1727200" y="3000374"/>
                </a:lnTo>
                <a:lnTo>
                  <a:pt x="1755775" y="2971799"/>
                </a:lnTo>
                <a:lnTo>
                  <a:pt x="1784350" y="2971799"/>
                </a:lnTo>
                <a:lnTo>
                  <a:pt x="1784350" y="3000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29025" y="2543644"/>
            <a:ext cx="1784350" cy="3028950"/>
          </a:xfrm>
          <a:custGeom>
            <a:avLst/>
            <a:gdLst/>
            <a:ahLst/>
            <a:cxnLst/>
            <a:rect l="l" t="t" r="r" b="b"/>
            <a:pathLst>
              <a:path w="1784350" h="3028950">
                <a:moveTo>
                  <a:pt x="1784350" y="3028949"/>
                </a:moveTo>
                <a:lnTo>
                  <a:pt x="0" y="3028949"/>
                </a:lnTo>
                <a:lnTo>
                  <a:pt x="0" y="0"/>
                </a:lnTo>
                <a:lnTo>
                  <a:pt x="1784350" y="0"/>
                </a:lnTo>
                <a:lnTo>
                  <a:pt x="1784350" y="28574"/>
                </a:lnTo>
                <a:lnTo>
                  <a:pt x="57150" y="28574"/>
                </a:lnTo>
                <a:lnTo>
                  <a:pt x="28575" y="57149"/>
                </a:lnTo>
                <a:lnTo>
                  <a:pt x="57150" y="57149"/>
                </a:lnTo>
                <a:lnTo>
                  <a:pt x="57150" y="2971799"/>
                </a:lnTo>
                <a:lnTo>
                  <a:pt x="28575" y="2971799"/>
                </a:lnTo>
                <a:lnTo>
                  <a:pt x="57150" y="3000374"/>
                </a:lnTo>
                <a:lnTo>
                  <a:pt x="1784350" y="3000375"/>
                </a:lnTo>
                <a:lnTo>
                  <a:pt x="1784350" y="3028949"/>
                </a:lnTo>
                <a:close/>
              </a:path>
              <a:path w="1784350" h="3028950">
                <a:moveTo>
                  <a:pt x="57150" y="57149"/>
                </a:moveTo>
                <a:lnTo>
                  <a:pt x="28575" y="57149"/>
                </a:lnTo>
                <a:lnTo>
                  <a:pt x="57150" y="28574"/>
                </a:lnTo>
                <a:lnTo>
                  <a:pt x="57150" y="57149"/>
                </a:lnTo>
                <a:close/>
              </a:path>
              <a:path w="1784350" h="3028950">
                <a:moveTo>
                  <a:pt x="1727200" y="57149"/>
                </a:moveTo>
                <a:lnTo>
                  <a:pt x="57150" y="57149"/>
                </a:lnTo>
                <a:lnTo>
                  <a:pt x="57150" y="28574"/>
                </a:lnTo>
                <a:lnTo>
                  <a:pt x="1727200" y="28574"/>
                </a:lnTo>
                <a:lnTo>
                  <a:pt x="1727200" y="57149"/>
                </a:lnTo>
                <a:close/>
              </a:path>
              <a:path w="1784350" h="3028950">
                <a:moveTo>
                  <a:pt x="1727200" y="3000374"/>
                </a:moveTo>
                <a:lnTo>
                  <a:pt x="1727200" y="28574"/>
                </a:lnTo>
                <a:lnTo>
                  <a:pt x="1755775" y="57149"/>
                </a:lnTo>
                <a:lnTo>
                  <a:pt x="1784350" y="57149"/>
                </a:lnTo>
                <a:lnTo>
                  <a:pt x="1784350" y="2971799"/>
                </a:lnTo>
                <a:lnTo>
                  <a:pt x="1755775" y="2971799"/>
                </a:lnTo>
                <a:lnTo>
                  <a:pt x="1727200" y="3000374"/>
                </a:lnTo>
                <a:close/>
              </a:path>
              <a:path w="1784350" h="3028950">
                <a:moveTo>
                  <a:pt x="1784350" y="57149"/>
                </a:moveTo>
                <a:lnTo>
                  <a:pt x="1755775" y="57149"/>
                </a:lnTo>
                <a:lnTo>
                  <a:pt x="1727200" y="28574"/>
                </a:lnTo>
                <a:lnTo>
                  <a:pt x="1784350" y="28574"/>
                </a:lnTo>
                <a:lnTo>
                  <a:pt x="1784350" y="57149"/>
                </a:lnTo>
                <a:close/>
              </a:path>
              <a:path w="1784350" h="3028950">
                <a:moveTo>
                  <a:pt x="57150" y="3000374"/>
                </a:moveTo>
                <a:lnTo>
                  <a:pt x="28575" y="2971799"/>
                </a:lnTo>
                <a:lnTo>
                  <a:pt x="57150" y="2971799"/>
                </a:lnTo>
                <a:lnTo>
                  <a:pt x="57150" y="3000374"/>
                </a:lnTo>
                <a:close/>
              </a:path>
              <a:path w="1784350" h="3028950">
                <a:moveTo>
                  <a:pt x="1727200" y="3000374"/>
                </a:moveTo>
                <a:lnTo>
                  <a:pt x="57150" y="3000374"/>
                </a:lnTo>
                <a:lnTo>
                  <a:pt x="57150" y="2971799"/>
                </a:lnTo>
                <a:lnTo>
                  <a:pt x="1727200" y="2971799"/>
                </a:lnTo>
                <a:lnTo>
                  <a:pt x="1727200" y="3000374"/>
                </a:lnTo>
                <a:close/>
              </a:path>
              <a:path w="1784350" h="3028950">
                <a:moveTo>
                  <a:pt x="1784350" y="3000375"/>
                </a:moveTo>
                <a:lnTo>
                  <a:pt x="1727200" y="3000374"/>
                </a:lnTo>
                <a:lnTo>
                  <a:pt x="1755775" y="2971799"/>
                </a:lnTo>
                <a:lnTo>
                  <a:pt x="1784350" y="2971799"/>
                </a:lnTo>
                <a:lnTo>
                  <a:pt x="1784350" y="3000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29025" y="2543644"/>
            <a:ext cx="1784350" cy="3028950"/>
          </a:xfrm>
          <a:custGeom>
            <a:avLst/>
            <a:gdLst/>
            <a:ahLst/>
            <a:cxnLst/>
            <a:rect l="l" t="t" r="r" b="b"/>
            <a:pathLst>
              <a:path w="1784350" h="3028950">
                <a:moveTo>
                  <a:pt x="1784350" y="3028949"/>
                </a:moveTo>
                <a:lnTo>
                  <a:pt x="0" y="3028949"/>
                </a:lnTo>
                <a:lnTo>
                  <a:pt x="0" y="0"/>
                </a:lnTo>
                <a:lnTo>
                  <a:pt x="1784350" y="0"/>
                </a:lnTo>
                <a:lnTo>
                  <a:pt x="1784350" y="28574"/>
                </a:lnTo>
                <a:lnTo>
                  <a:pt x="57150" y="28574"/>
                </a:lnTo>
                <a:lnTo>
                  <a:pt x="28575" y="57149"/>
                </a:lnTo>
                <a:lnTo>
                  <a:pt x="57150" y="57149"/>
                </a:lnTo>
                <a:lnTo>
                  <a:pt x="57150" y="2971799"/>
                </a:lnTo>
                <a:lnTo>
                  <a:pt x="28575" y="2971799"/>
                </a:lnTo>
                <a:lnTo>
                  <a:pt x="57150" y="3000374"/>
                </a:lnTo>
                <a:lnTo>
                  <a:pt x="1784350" y="3000375"/>
                </a:lnTo>
                <a:lnTo>
                  <a:pt x="1784350" y="3028949"/>
                </a:lnTo>
                <a:close/>
              </a:path>
              <a:path w="1784350" h="3028950">
                <a:moveTo>
                  <a:pt x="57150" y="57149"/>
                </a:moveTo>
                <a:lnTo>
                  <a:pt x="28575" y="57149"/>
                </a:lnTo>
                <a:lnTo>
                  <a:pt x="57150" y="28574"/>
                </a:lnTo>
                <a:lnTo>
                  <a:pt x="57150" y="57149"/>
                </a:lnTo>
                <a:close/>
              </a:path>
              <a:path w="1784350" h="3028950">
                <a:moveTo>
                  <a:pt x="1727200" y="57149"/>
                </a:moveTo>
                <a:lnTo>
                  <a:pt x="57150" y="57149"/>
                </a:lnTo>
                <a:lnTo>
                  <a:pt x="57150" y="28574"/>
                </a:lnTo>
                <a:lnTo>
                  <a:pt x="1727200" y="28574"/>
                </a:lnTo>
                <a:lnTo>
                  <a:pt x="1727200" y="57149"/>
                </a:lnTo>
                <a:close/>
              </a:path>
              <a:path w="1784350" h="3028950">
                <a:moveTo>
                  <a:pt x="1727200" y="3000374"/>
                </a:moveTo>
                <a:lnTo>
                  <a:pt x="1727200" y="28574"/>
                </a:lnTo>
                <a:lnTo>
                  <a:pt x="1755775" y="57149"/>
                </a:lnTo>
                <a:lnTo>
                  <a:pt x="1784350" y="57149"/>
                </a:lnTo>
                <a:lnTo>
                  <a:pt x="1784350" y="2971799"/>
                </a:lnTo>
                <a:lnTo>
                  <a:pt x="1755775" y="2971799"/>
                </a:lnTo>
                <a:lnTo>
                  <a:pt x="1727200" y="3000374"/>
                </a:lnTo>
                <a:close/>
              </a:path>
              <a:path w="1784350" h="3028950">
                <a:moveTo>
                  <a:pt x="1784350" y="57149"/>
                </a:moveTo>
                <a:lnTo>
                  <a:pt x="1755775" y="57149"/>
                </a:lnTo>
                <a:lnTo>
                  <a:pt x="1727200" y="28574"/>
                </a:lnTo>
                <a:lnTo>
                  <a:pt x="1784350" y="28574"/>
                </a:lnTo>
                <a:lnTo>
                  <a:pt x="1784350" y="57149"/>
                </a:lnTo>
                <a:close/>
              </a:path>
              <a:path w="1784350" h="3028950">
                <a:moveTo>
                  <a:pt x="57150" y="3000374"/>
                </a:moveTo>
                <a:lnTo>
                  <a:pt x="28575" y="2971799"/>
                </a:lnTo>
                <a:lnTo>
                  <a:pt x="57150" y="2971799"/>
                </a:lnTo>
                <a:lnTo>
                  <a:pt x="57150" y="3000374"/>
                </a:lnTo>
                <a:close/>
              </a:path>
              <a:path w="1784350" h="3028950">
                <a:moveTo>
                  <a:pt x="1727200" y="3000374"/>
                </a:moveTo>
                <a:lnTo>
                  <a:pt x="57150" y="3000374"/>
                </a:lnTo>
                <a:lnTo>
                  <a:pt x="57150" y="2971799"/>
                </a:lnTo>
                <a:lnTo>
                  <a:pt x="1727200" y="2971799"/>
                </a:lnTo>
                <a:lnTo>
                  <a:pt x="1727200" y="3000374"/>
                </a:lnTo>
                <a:close/>
              </a:path>
              <a:path w="1784350" h="3028950">
                <a:moveTo>
                  <a:pt x="1784350" y="3000375"/>
                </a:moveTo>
                <a:lnTo>
                  <a:pt x="1727200" y="3000374"/>
                </a:lnTo>
                <a:lnTo>
                  <a:pt x="1755775" y="2971799"/>
                </a:lnTo>
                <a:lnTo>
                  <a:pt x="1784350" y="2971799"/>
                </a:lnTo>
                <a:lnTo>
                  <a:pt x="1784350" y="3000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00800" y="2791967"/>
            <a:ext cx="2032000" cy="466725"/>
          </a:xfrm>
          <a:custGeom>
            <a:avLst/>
            <a:gdLst/>
            <a:ahLst/>
            <a:cxnLst/>
            <a:rect l="l" t="t" r="r" b="b"/>
            <a:pathLst>
              <a:path w="2032000" h="466725">
                <a:moveTo>
                  <a:pt x="0" y="0"/>
                </a:moveTo>
                <a:lnTo>
                  <a:pt x="2031492" y="0"/>
                </a:lnTo>
                <a:lnTo>
                  <a:pt x="2031492" y="466343"/>
                </a:lnTo>
                <a:lnTo>
                  <a:pt x="0" y="466343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96037" y="2786532"/>
            <a:ext cx="2041525" cy="476250"/>
          </a:xfrm>
          <a:custGeom>
            <a:avLst/>
            <a:gdLst/>
            <a:ahLst/>
            <a:cxnLst/>
            <a:rect l="l" t="t" r="r" b="b"/>
            <a:pathLst>
              <a:path w="2041525" h="476250">
                <a:moveTo>
                  <a:pt x="2041525" y="476249"/>
                </a:moveTo>
                <a:lnTo>
                  <a:pt x="0" y="476249"/>
                </a:lnTo>
                <a:lnTo>
                  <a:pt x="0" y="0"/>
                </a:lnTo>
                <a:lnTo>
                  <a:pt x="2041525" y="0"/>
                </a:lnTo>
                <a:lnTo>
                  <a:pt x="204152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66724"/>
                </a:lnTo>
                <a:lnTo>
                  <a:pt x="4762" y="466724"/>
                </a:lnTo>
                <a:lnTo>
                  <a:pt x="9525" y="471487"/>
                </a:lnTo>
                <a:lnTo>
                  <a:pt x="2041525" y="471487"/>
                </a:lnTo>
                <a:lnTo>
                  <a:pt x="2041525" y="476249"/>
                </a:lnTo>
                <a:close/>
              </a:path>
              <a:path w="2041525" h="476250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2041525" h="476250">
                <a:moveTo>
                  <a:pt x="203200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2032000" y="4762"/>
                </a:lnTo>
                <a:lnTo>
                  <a:pt x="2032000" y="9524"/>
                </a:lnTo>
                <a:close/>
              </a:path>
              <a:path w="2041525" h="476250">
                <a:moveTo>
                  <a:pt x="2032000" y="471487"/>
                </a:moveTo>
                <a:lnTo>
                  <a:pt x="2032000" y="4762"/>
                </a:lnTo>
                <a:lnTo>
                  <a:pt x="2036762" y="9524"/>
                </a:lnTo>
                <a:lnTo>
                  <a:pt x="2041525" y="9524"/>
                </a:lnTo>
                <a:lnTo>
                  <a:pt x="2041525" y="466724"/>
                </a:lnTo>
                <a:lnTo>
                  <a:pt x="2036762" y="466724"/>
                </a:lnTo>
                <a:lnTo>
                  <a:pt x="2032000" y="471487"/>
                </a:lnTo>
                <a:close/>
              </a:path>
              <a:path w="2041525" h="476250">
                <a:moveTo>
                  <a:pt x="2041525" y="9524"/>
                </a:moveTo>
                <a:lnTo>
                  <a:pt x="2036762" y="9524"/>
                </a:lnTo>
                <a:lnTo>
                  <a:pt x="2032000" y="4762"/>
                </a:lnTo>
                <a:lnTo>
                  <a:pt x="2041525" y="4762"/>
                </a:lnTo>
                <a:lnTo>
                  <a:pt x="2041525" y="9524"/>
                </a:lnTo>
                <a:close/>
              </a:path>
              <a:path w="2041525" h="476250">
                <a:moveTo>
                  <a:pt x="9525" y="471487"/>
                </a:moveTo>
                <a:lnTo>
                  <a:pt x="4762" y="466724"/>
                </a:lnTo>
                <a:lnTo>
                  <a:pt x="9525" y="466724"/>
                </a:lnTo>
                <a:lnTo>
                  <a:pt x="9525" y="471487"/>
                </a:lnTo>
                <a:close/>
              </a:path>
              <a:path w="2041525" h="476250">
                <a:moveTo>
                  <a:pt x="2032000" y="471487"/>
                </a:moveTo>
                <a:lnTo>
                  <a:pt x="9525" y="471487"/>
                </a:lnTo>
                <a:lnTo>
                  <a:pt x="9525" y="466724"/>
                </a:lnTo>
                <a:lnTo>
                  <a:pt x="2032000" y="466724"/>
                </a:lnTo>
                <a:lnTo>
                  <a:pt x="2032000" y="471487"/>
                </a:lnTo>
                <a:close/>
              </a:path>
              <a:path w="2041525" h="476250">
                <a:moveTo>
                  <a:pt x="2041525" y="471487"/>
                </a:moveTo>
                <a:lnTo>
                  <a:pt x="2032000" y="471487"/>
                </a:lnTo>
                <a:lnTo>
                  <a:pt x="2036762" y="466724"/>
                </a:lnTo>
                <a:lnTo>
                  <a:pt x="2041525" y="466724"/>
                </a:lnTo>
                <a:lnTo>
                  <a:pt x="2041525" y="47148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400800" y="2807169"/>
            <a:ext cx="2032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>
              <a:lnSpc>
                <a:spcPct val="100000"/>
              </a:lnSpc>
              <a:spcBef>
                <a:spcPts val="100"/>
              </a:spcBef>
            </a:pPr>
            <a:r>
              <a:rPr dirty="0" sz="2400" spc="10" b="1">
                <a:latin typeface="思源黑体 CN"/>
                <a:cs typeface="思源黑体 CN"/>
              </a:rPr>
              <a:t>开放电</a:t>
            </a:r>
            <a:r>
              <a:rPr dirty="0" sz="2400" b="1">
                <a:latin typeface="思源黑体 CN"/>
                <a:cs typeface="思源黑体 CN"/>
              </a:rPr>
              <a:t>路</a:t>
            </a:r>
            <a:endParaRPr sz="2400">
              <a:latin typeface="思源黑体 CN"/>
              <a:cs typeface="思源黑体 C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29025" y="5210644"/>
            <a:ext cx="1682750" cy="1200150"/>
          </a:xfrm>
          <a:custGeom>
            <a:avLst/>
            <a:gdLst/>
            <a:ahLst/>
            <a:cxnLst/>
            <a:rect l="l" t="t" r="r" b="b"/>
            <a:pathLst>
              <a:path w="1682750" h="1200150">
                <a:moveTo>
                  <a:pt x="1682750" y="1200150"/>
                </a:moveTo>
                <a:lnTo>
                  <a:pt x="0" y="1200150"/>
                </a:lnTo>
                <a:lnTo>
                  <a:pt x="0" y="0"/>
                </a:lnTo>
                <a:lnTo>
                  <a:pt x="1682750" y="0"/>
                </a:lnTo>
                <a:lnTo>
                  <a:pt x="168275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1143000"/>
                </a:lnTo>
                <a:lnTo>
                  <a:pt x="28575" y="1143000"/>
                </a:lnTo>
                <a:lnTo>
                  <a:pt x="57150" y="1171575"/>
                </a:lnTo>
                <a:lnTo>
                  <a:pt x="1682750" y="1171575"/>
                </a:lnTo>
                <a:lnTo>
                  <a:pt x="1682750" y="1200150"/>
                </a:lnTo>
                <a:close/>
              </a:path>
              <a:path w="1682750" h="12001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1682750" h="1200150">
                <a:moveTo>
                  <a:pt x="162560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1625600" y="28575"/>
                </a:lnTo>
                <a:lnTo>
                  <a:pt x="1625600" y="57150"/>
                </a:lnTo>
                <a:close/>
              </a:path>
              <a:path w="1682750" h="1200150">
                <a:moveTo>
                  <a:pt x="1625600" y="1171575"/>
                </a:moveTo>
                <a:lnTo>
                  <a:pt x="1625600" y="28575"/>
                </a:lnTo>
                <a:lnTo>
                  <a:pt x="1654175" y="57150"/>
                </a:lnTo>
                <a:lnTo>
                  <a:pt x="1682750" y="57150"/>
                </a:lnTo>
                <a:lnTo>
                  <a:pt x="1682750" y="1143000"/>
                </a:lnTo>
                <a:lnTo>
                  <a:pt x="1654175" y="1143000"/>
                </a:lnTo>
                <a:lnTo>
                  <a:pt x="1625600" y="1171575"/>
                </a:lnTo>
                <a:close/>
              </a:path>
              <a:path w="1682750" h="1200150">
                <a:moveTo>
                  <a:pt x="1682750" y="57150"/>
                </a:moveTo>
                <a:lnTo>
                  <a:pt x="1654175" y="57150"/>
                </a:lnTo>
                <a:lnTo>
                  <a:pt x="1625600" y="28575"/>
                </a:lnTo>
                <a:lnTo>
                  <a:pt x="1682750" y="28575"/>
                </a:lnTo>
                <a:lnTo>
                  <a:pt x="1682750" y="57150"/>
                </a:lnTo>
                <a:close/>
              </a:path>
              <a:path w="1682750" h="1200150">
                <a:moveTo>
                  <a:pt x="57150" y="1171575"/>
                </a:moveTo>
                <a:lnTo>
                  <a:pt x="28575" y="1143000"/>
                </a:lnTo>
                <a:lnTo>
                  <a:pt x="57150" y="1143000"/>
                </a:lnTo>
                <a:lnTo>
                  <a:pt x="57150" y="1171575"/>
                </a:lnTo>
                <a:close/>
              </a:path>
              <a:path w="1682750" h="1200150">
                <a:moveTo>
                  <a:pt x="1625600" y="1171575"/>
                </a:moveTo>
                <a:lnTo>
                  <a:pt x="57150" y="1171575"/>
                </a:lnTo>
                <a:lnTo>
                  <a:pt x="57150" y="1143000"/>
                </a:lnTo>
                <a:lnTo>
                  <a:pt x="1625600" y="1143000"/>
                </a:lnTo>
                <a:lnTo>
                  <a:pt x="1625600" y="1171575"/>
                </a:lnTo>
                <a:close/>
              </a:path>
              <a:path w="1682750" h="1200150">
                <a:moveTo>
                  <a:pt x="1682750" y="1171575"/>
                </a:moveTo>
                <a:lnTo>
                  <a:pt x="1625600" y="1171575"/>
                </a:lnTo>
                <a:lnTo>
                  <a:pt x="1654175" y="1143000"/>
                </a:lnTo>
                <a:lnTo>
                  <a:pt x="1682750" y="1143000"/>
                </a:lnTo>
                <a:lnTo>
                  <a:pt x="1682750" y="1171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29025" y="5210644"/>
            <a:ext cx="1682750" cy="1200150"/>
          </a:xfrm>
          <a:custGeom>
            <a:avLst/>
            <a:gdLst/>
            <a:ahLst/>
            <a:cxnLst/>
            <a:rect l="l" t="t" r="r" b="b"/>
            <a:pathLst>
              <a:path w="1682750" h="1200150">
                <a:moveTo>
                  <a:pt x="1682750" y="1200150"/>
                </a:moveTo>
                <a:lnTo>
                  <a:pt x="0" y="1200150"/>
                </a:lnTo>
                <a:lnTo>
                  <a:pt x="0" y="0"/>
                </a:lnTo>
                <a:lnTo>
                  <a:pt x="1682750" y="0"/>
                </a:lnTo>
                <a:lnTo>
                  <a:pt x="168275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1143000"/>
                </a:lnTo>
                <a:lnTo>
                  <a:pt x="28575" y="1143000"/>
                </a:lnTo>
                <a:lnTo>
                  <a:pt x="57150" y="1171575"/>
                </a:lnTo>
                <a:lnTo>
                  <a:pt x="1682750" y="1171575"/>
                </a:lnTo>
                <a:lnTo>
                  <a:pt x="1682750" y="1200150"/>
                </a:lnTo>
                <a:close/>
              </a:path>
              <a:path w="1682750" h="12001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1682750" h="1200150">
                <a:moveTo>
                  <a:pt x="162560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1625600" y="28575"/>
                </a:lnTo>
                <a:lnTo>
                  <a:pt x="1625600" y="57150"/>
                </a:lnTo>
                <a:close/>
              </a:path>
              <a:path w="1682750" h="1200150">
                <a:moveTo>
                  <a:pt x="1625600" y="1171575"/>
                </a:moveTo>
                <a:lnTo>
                  <a:pt x="1625600" y="28575"/>
                </a:lnTo>
                <a:lnTo>
                  <a:pt x="1654175" y="57150"/>
                </a:lnTo>
                <a:lnTo>
                  <a:pt x="1682750" y="57150"/>
                </a:lnTo>
                <a:lnTo>
                  <a:pt x="1682750" y="1143000"/>
                </a:lnTo>
                <a:lnTo>
                  <a:pt x="1654175" y="1143000"/>
                </a:lnTo>
                <a:lnTo>
                  <a:pt x="1625600" y="1171575"/>
                </a:lnTo>
                <a:close/>
              </a:path>
              <a:path w="1682750" h="1200150">
                <a:moveTo>
                  <a:pt x="1682750" y="57150"/>
                </a:moveTo>
                <a:lnTo>
                  <a:pt x="1654175" y="57150"/>
                </a:lnTo>
                <a:lnTo>
                  <a:pt x="1625600" y="28575"/>
                </a:lnTo>
                <a:lnTo>
                  <a:pt x="1682750" y="28575"/>
                </a:lnTo>
                <a:lnTo>
                  <a:pt x="1682750" y="57150"/>
                </a:lnTo>
                <a:close/>
              </a:path>
              <a:path w="1682750" h="1200150">
                <a:moveTo>
                  <a:pt x="57150" y="1171575"/>
                </a:moveTo>
                <a:lnTo>
                  <a:pt x="28575" y="1143000"/>
                </a:lnTo>
                <a:lnTo>
                  <a:pt x="57150" y="1143000"/>
                </a:lnTo>
                <a:lnTo>
                  <a:pt x="57150" y="1171575"/>
                </a:lnTo>
                <a:close/>
              </a:path>
              <a:path w="1682750" h="1200150">
                <a:moveTo>
                  <a:pt x="1625600" y="1171575"/>
                </a:moveTo>
                <a:lnTo>
                  <a:pt x="57150" y="1171575"/>
                </a:lnTo>
                <a:lnTo>
                  <a:pt x="57150" y="1143000"/>
                </a:lnTo>
                <a:lnTo>
                  <a:pt x="1625600" y="1143000"/>
                </a:lnTo>
                <a:lnTo>
                  <a:pt x="1625600" y="1171575"/>
                </a:lnTo>
                <a:close/>
              </a:path>
              <a:path w="1682750" h="1200150">
                <a:moveTo>
                  <a:pt x="1682750" y="1171575"/>
                </a:moveTo>
                <a:lnTo>
                  <a:pt x="1625600" y="1171575"/>
                </a:lnTo>
                <a:lnTo>
                  <a:pt x="1654175" y="1143000"/>
                </a:lnTo>
                <a:lnTo>
                  <a:pt x="1682750" y="1143000"/>
                </a:lnTo>
                <a:lnTo>
                  <a:pt x="1682750" y="1171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29025" y="5210644"/>
            <a:ext cx="1682750" cy="1200150"/>
          </a:xfrm>
          <a:custGeom>
            <a:avLst/>
            <a:gdLst/>
            <a:ahLst/>
            <a:cxnLst/>
            <a:rect l="l" t="t" r="r" b="b"/>
            <a:pathLst>
              <a:path w="1682750" h="1200150">
                <a:moveTo>
                  <a:pt x="1682750" y="1200150"/>
                </a:moveTo>
                <a:lnTo>
                  <a:pt x="0" y="1200150"/>
                </a:lnTo>
                <a:lnTo>
                  <a:pt x="0" y="0"/>
                </a:lnTo>
                <a:lnTo>
                  <a:pt x="1682750" y="0"/>
                </a:lnTo>
                <a:lnTo>
                  <a:pt x="168275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1143000"/>
                </a:lnTo>
                <a:lnTo>
                  <a:pt x="28575" y="1143000"/>
                </a:lnTo>
                <a:lnTo>
                  <a:pt x="57150" y="1171575"/>
                </a:lnTo>
                <a:lnTo>
                  <a:pt x="1682750" y="1171575"/>
                </a:lnTo>
                <a:lnTo>
                  <a:pt x="1682750" y="1200150"/>
                </a:lnTo>
                <a:close/>
              </a:path>
              <a:path w="1682750" h="12001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1682750" h="1200150">
                <a:moveTo>
                  <a:pt x="162560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1625600" y="28575"/>
                </a:lnTo>
                <a:lnTo>
                  <a:pt x="1625600" y="57150"/>
                </a:lnTo>
                <a:close/>
              </a:path>
              <a:path w="1682750" h="1200150">
                <a:moveTo>
                  <a:pt x="1625600" y="1171575"/>
                </a:moveTo>
                <a:lnTo>
                  <a:pt x="1625600" y="28575"/>
                </a:lnTo>
                <a:lnTo>
                  <a:pt x="1654175" y="57150"/>
                </a:lnTo>
                <a:lnTo>
                  <a:pt x="1682750" y="57150"/>
                </a:lnTo>
                <a:lnTo>
                  <a:pt x="1682750" y="1143000"/>
                </a:lnTo>
                <a:lnTo>
                  <a:pt x="1654175" y="1143000"/>
                </a:lnTo>
                <a:lnTo>
                  <a:pt x="1625600" y="1171575"/>
                </a:lnTo>
                <a:close/>
              </a:path>
              <a:path w="1682750" h="1200150">
                <a:moveTo>
                  <a:pt x="1682750" y="57150"/>
                </a:moveTo>
                <a:lnTo>
                  <a:pt x="1654175" y="57150"/>
                </a:lnTo>
                <a:lnTo>
                  <a:pt x="1625600" y="28575"/>
                </a:lnTo>
                <a:lnTo>
                  <a:pt x="1682750" y="28575"/>
                </a:lnTo>
                <a:lnTo>
                  <a:pt x="1682750" y="57150"/>
                </a:lnTo>
                <a:close/>
              </a:path>
              <a:path w="1682750" h="1200150">
                <a:moveTo>
                  <a:pt x="57150" y="1171575"/>
                </a:moveTo>
                <a:lnTo>
                  <a:pt x="28575" y="1143000"/>
                </a:lnTo>
                <a:lnTo>
                  <a:pt x="57150" y="1143000"/>
                </a:lnTo>
                <a:lnTo>
                  <a:pt x="57150" y="1171575"/>
                </a:lnTo>
                <a:close/>
              </a:path>
              <a:path w="1682750" h="1200150">
                <a:moveTo>
                  <a:pt x="1625600" y="1171575"/>
                </a:moveTo>
                <a:lnTo>
                  <a:pt x="57150" y="1171575"/>
                </a:lnTo>
                <a:lnTo>
                  <a:pt x="57150" y="1143000"/>
                </a:lnTo>
                <a:lnTo>
                  <a:pt x="1625600" y="1143000"/>
                </a:lnTo>
                <a:lnTo>
                  <a:pt x="1625600" y="1171575"/>
                </a:lnTo>
                <a:close/>
              </a:path>
              <a:path w="1682750" h="1200150">
                <a:moveTo>
                  <a:pt x="1682750" y="1171575"/>
                </a:moveTo>
                <a:lnTo>
                  <a:pt x="1625600" y="1171575"/>
                </a:lnTo>
                <a:lnTo>
                  <a:pt x="1654175" y="1143000"/>
                </a:lnTo>
                <a:lnTo>
                  <a:pt x="1682750" y="1143000"/>
                </a:lnTo>
                <a:lnTo>
                  <a:pt x="1682750" y="1171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05600" y="3553967"/>
            <a:ext cx="1117600" cy="466725"/>
          </a:xfrm>
          <a:custGeom>
            <a:avLst/>
            <a:gdLst/>
            <a:ahLst/>
            <a:cxnLst/>
            <a:rect l="l" t="t" r="r" b="b"/>
            <a:pathLst>
              <a:path w="1117600" h="466725">
                <a:moveTo>
                  <a:pt x="0" y="0"/>
                </a:moveTo>
                <a:lnTo>
                  <a:pt x="1117092" y="0"/>
                </a:lnTo>
                <a:lnTo>
                  <a:pt x="1117092" y="466343"/>
                </a:lnTo>
                <a:lnTo>
                  <a:pt x="0" y="466343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00837" y="3548532"/>
            <a:ext cx="1127125" cy="476250"/>
          </a:xfrm>
          <a:custGeom>
            <a:avLst/>
            <a:gdLst/>
            <a:ahLst/>
            <a:cxnLst/>
            <a:rect l="l" t="t" r="r" b="b"/>
            <a:pathLst>
              <a:path w="1127125" h="476250">
                <a:moveTo>
                  <a:pt x="1127125" y="476250"/>
                </a:moveTo>
                <a:lnTo>
                  <a:pt x="0" y="476250"/>
                </a:lnTo>
                <a:lnTo>
                  <a:pt x="0" y="0"/>
                </a:lnTo>
                <a:lnTo>
                  <a:pt x="1127125" y="0"/>
                </a:lnTo>
                <a:lnTo>
                  <a:pt x="1127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6725"/>
                </a:lnTo>
                <a:lnTo>
                  <a:pt x="4762" y="466725"/>
                </a:lnTo>
                <a:lnTo>
                  <a:pt x="9525" y="471487"/>
                </a:lnTo>
                <a:lnTo>
                  <a:pt x="1127125" y="471487"/>
                </a:lnTo>
                <a:lnTo>
                  <a:pt x="1127125" y="476250"/>
                </a:lnTo>
                <a:close/>
              </a:path>
              <a:path w="1127125" h="4762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27125" h="476250">
                <a:moveTo>
                  <a:pt x="1117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17600" y="4762"/>
                </a:lnTo>
                <a:lnTo>
                  <a:pt x="1117600" y="9525"/>
                </a:lnTo>
                <a:close/>
              </a:path>
              <a:path w="1127125" h="476250">
                <a:moveTo>
                  <a:pt x="1117600" y="471487"/>
                </a:moveTo>
                <a:lnTo>
                  <a:pt x="1117600" y="4762"/>
                </a:lnTo>
                <a:lnTo>
                  <a:pt x="1122362" y="9525"/>
                </a:lnTo>
                <a:lnTo>
                  <a:pt x="1127125" y="9525"/>
                </a:lnTo>
                <a:lnTo>
                  <a:pt x="1127125" y="466725"/>
                </a:lnTo>
                <a:lnTo>
                  <a:pt x="1122362" y="466725"/>
                </a:lnTo>
                <a:lnTo>
                  <a:pt x="1117600" y="471487"/>
                </a:lnTo>
                <a:close/>
              </a:path>
              <a:path w="1127125" h="476250">
                <a:moveTo>
                  <a:pt x="1127125" y="9525"/>
                </a:moveTo>
                <a:lnTo>
                  <a:pt x="1122362" y="9525"/>
                </a:lnTo>
                <a:lnTo>
                  <a:pt x="1117600" y="4762"/>
                </a:lnTo>
                <a:lnTo>
                  <a:pt x="1127125" y="4762"/>
                </a:lnTo>
                <a:lnTo>
                  <a:pt x="1127125" y="9525"/>
                </a:lnTo>
                <a:close/>
              </a:path>
              <a:path w="1127125" h="476250">
                <a:moveTo>
                  <a:pt x="9525" y="471487"/>
                </a:moveTo>
                <a:lnTo>
                  <a:pt x="4762" y="466725"/>
                </a:lnTo>
                <a:lnTo>
                  <a:pt x="9525" y="466725"/>
                </a:lnTo>
                <a:lnTo>
                  <a:pt x="9525" y="471487"/>
                </a:lnTo>
                <a:close/>
              </a:path>
              <a:path w="1127125" h="476250">
                <a:moveTo>
                  <a:pt x="1117600" y="471487"/>
                </a:moveTo>
                <a:lnTo>
                  <a:pt x="9525" y="471487"/>
                </a:lnTo>
                <a:lnTo>
                  <a:pt x="9525" y="466725"/>
                </a:lnTo>
                <a:lnTo>
                  <a:pt x="1117600" y="466725"/>
                </a:lnTo>
                <a:lnTo>
                  <a:pt x="1117600" y="471487"/>
                </a:lnTo>
                <a:close/>
              </a:path>
              <a:path w="1127125" h="476250">
                <a:moveTo>
                  <a:pt x="1127125" y="471487"/>
                </a:moveTo>
                <a:lnTo>
                  <a:pt x="1117600" y="471487"/>
                </a:lnTo>
                <a:lnTo>
                  <a:pt x="1122362" y="466725"/>
                </a:lnTo>
                <a:lnTo>
                  <a:pt x="1127125" y="466725"/>
                </a:lnTo>
                <a:lnTo>
                  <a:pt x="1127125" y="47148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705600" y="3569169"/>
            <a:ext cx="111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00"/>
              </a:spcBef>
            </a:pPr>
            <a:r>
              <a:rPr dirty="0" sz="2400" spc="10" b="1">
                <a:latin typeface="思源黑体 CN"/>
                <a:cs typeface="思源黑体 CN"/>
              </a:rPr>
              <a:t>地</a:t>
            </a:r>
            <a:r>
              <a:rPr dirty="0" sz="2400" b="1">
                <a:latin typeface="思源黑体 CN"/>
                <a:cs typeface="思源黑体 CN"/>
              </a:rPr>
              <a:t>线</a:t>
            </a:r>
            <a:endParaRPr sz="2400">
              <a:latin typeface="思源黑体 CN"/>
              <a:cs typeface="思源黑体 C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629025" y="1553044"/>
            <a:ext cx="1682750" cy="1200150"/>
          </a:xfrm>
          <a:custGeom>
            <a:avLst/>
            <a:gdLst/>
            <a:ahLst/>
            <a:cxnLst/>
            <a:rect l="l" t="t" r="r" b="b"/>
            <a:pathLst>
              <a:path w="1682750" h="1200150">
                <a:moveTo>
                  <a:pt x="1682750" y="1200149"/>
                </a:moveTo>
                <a:lnTo>
                  <a:pt x="0" y="1200149"/>
                </a:lnTo>
                <a:lnTo>
                  <a:pt x="0" y="0"/>
                </a:lnTo>
                <a:lnTo>
                  <a:pt x="1682750" y="0"/>
                </a:lnTo>
                <a:lnTo>
                  <a:pt x="1682750" y="28574"/>
                </a:lnTo>
                <a:lnTo>
                  <a:pt x="57150" y="28574"/>
                </a:lnTo>
                <a:lnTo>
                  <a:pt x="28575" y="57149"/>
                </a:lnTo>
                <a:lnTo>
                  <a:pt x="57150" y="57149"/>
                </a:lnTo>
                <a:lnTo>
                  <a:pt x="57150" y="1142999"/>
                </a:lnTo>
                <a:lnTo>
                  <a:pt x="28575" y="1142999"/>
                </a:lnTo>
                <a:lnTo>
                  <a:pt x="57150" y="1171574"/>
                </a:lnTo>
                <a:lnTo>
                  <a:pt x="1682750" y="1171575"/>
                </a:lnTo>
                <a:lnTo>
                  <a:pt x="1682750" y="1200149"/>
                </a:lnTo>
                <a:close/>
              </a:path>
              <a:path w="1682750" h="1200150">
                <a:moveTo>
                  <a:pt x="57150" y="57149"/>
                </a:moveTo>
                <a:lnTo>
                  <a:pt x="28575" y="57149"/>
                </a:lnTo>
                <a:lnTo>
                  <a:pt x="57150" y="28574"/>
                </a:lnTo>
                <a:lnTo>
                  <a:pt x="57150" y="57149"/>
                </a:lnTo>
                <a:close/>
              </a:path>
              <a:path w="1682750" h="1200150">
                <a:moveTo>
                  <a:pt x="1625600" y="57149"/>
                </a:moveTo>
                <a:lnTo>
                  <a:pt x="57150" y="57149"/>
                </a:lnTo>
                <a:lnTo>
                  <a:pt x="57150" y="28574"/>
                </a:lnTo>
                <a:lnTo>
                  <a:pt x="1625600" y="28574"/>
                </a:lnTo>
                <a:lnTo>
                  <a:pt x="1625600" y="57149"/>
                </a:lnTo>
                <a:close/>
              </a:path>
              <a:path w="1682750" h="1200150">
                <a:moveTo>
                  <a:pt x="1625600" y="1171574"/>
                </a:moveTo>
                <a:lnTo>
                  <a:pt x="1625600" y="28574"/>
                </a:lnTo>
                <a:lnTo>
                  <a:pt x="1654175" y="57149"/>
                </a:lnTo>
                <a:lnTo>
                  <a:pt x="1682750" y="57149"/>
                </a:lnTo>
                <a:lnTo>
                  <a:pt x="1682750" y="1142999"/>
                </a:lnTo>
                <a:lnTo>
                  <a:pt x="1654175" y="1142999"/>
                </a:lnTo>
                <a:lnTo>
                  <a:pt x="1625600" y="1171574"/>
                </a:lnTo>
                <a:close/>
              </a:path>
              <a:path w="1682750" h="1200150">
                <a:moveTo>
                  <a:pt x="1682750" y="57149"/>
                </a:moveTo>
                <a:lnTo>
                  <a:pt x="1654175" y="57149"/>
                </a:lnTo>
                <a:lnTo>
                  <a:pt x="1625600" y="28574"/>
                </a:lnTo>
                <a:lnTo>
                  <a:pt x="1682750" y="28574"/>
                </a:lnTo>
                <a:lnTo>
                  <a:pt x="1682750" y="57149"/>
                </a:lnTo>
                <a:close/>
              </a:path>
              <a:path w="1682750" h="1200150">
                <a:moveTo>
                  <a:pt x="57150" y="1171574"/>
                </a:moveTo>
                <a:lnTo>
                  <a:pt x="28575" y="1142999"/>
                </a:lnTo>
                <a:lnTo>
                  <a:pt x="57150" y="1142999"/>
                </a:lnTo>
                <a:lnTo>
                  <a:pt x="57150" y="1171574"/>
                </a:lnTo>
                <a:close/>
              </a:path>
              <a:path w="1682750" h="1200150">
                <a:moveTo>
                  <a:pt x="1625600" y="1171574"/>
                </a:moveTo>
                <a:lnTo>
                  <a:pt x="57150" y="1171574"/>
                </a:lnTo>
                <a:lnTo>
                  <a:pt x="57150" y="1142999"/>
                </a:lnTo>
                <a:lnTo>
                  <a:pt x="1625600" y="1142999"/>
                </a:lnTo>
                <a:lnTo>
                  <a:pt x="1625600" y="1171574"/>
                </a:lnTo>
                <a:close/>
              </a:path>
              <a:path w="1682750" h="1200150">
                <a:moveTo>
                  <a:pt x="1682750" y="1171575"/>
                </a:moveTo>
                <a:lnTo>
                  <a:pt x="1625600" y="1171574"/>
                </a:lnTo>
                <a:lnTo>
                  <a:pt x="1654175" y="1142999"/>
                </a:lnTo>
                <a:lnTo>
                  <a:pt x="1682750" y="1142999"/>
                </a:lnTo>
                <a:lnTo>
                  <a:pt x="1682750" y="1171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29025" y="1553044"/>
            <a:ext cx="1682750" cy="1200150"/>
          </a:xfrm>
          <a:custGeom>
            <a:avLst/>
            <a:gdLst/>
            <a:ahLst/>
            <a:cxnLst/>
            <a:rect l="l" t="t" r="r" b="b"/>
            <a:pathLst>
              <a:path w="1682750" h="1200150">
                <a:moveTo>
                  <a:pt x="1682750" y="1200149"/>
                </a:moveTo>
                <a:lnTo>
                  <a:pt x="0" y="1200149"/>
                </a:lnTo>
                <a:lnTo>
                  <a:pt x="0" y="0"/>
                </a:lnTo>
                <a:lnTo>
                  <a:pt x="1682750" y="0"/>
                </a:lnTo>
                <a:lnTo>
                  <a:pt x="1682750" y="28574"/>
                </a:lnTo>
                <a:lnTo>
                  <a:pt x="57150" y="28574"/>
                </a:lnTo>
                <a:lnTo>
                  <a:pt x="28575" y="57149"/>
                </a:lnTo>
                <a:lnTo>
                  <a:pt x="57150" y="57149"/>
                </a:lnTo>
                <a:lnTo>
                  <a:pt x="57150" y="1142999"/>
                </a:lnTo>
                <a:lnTo>
                  <a:pt x="28575" y="1142999"/>
                </a:lnTo>
                <a:lnTo>
                  <a:pt x="57150" y="1171574"/>
                </a:lnTo>
                <a:lnTo>
                  <a:pt x="1682750" y="1171575"/>
                </a:lnTo>
                <a:lnTo>
                  <a:pt x="1682750" y="1200149"/>
                </a:lnTo>
                <a:close/>
              </a:path>
              <a:path w="1682750" h="1200150">
                <a:moveTo>
                  <a:pt x="57150" y="57149"/>
                </a:moveTo>
                <a:lnTo>
                  <a:pt x="28575" y="57149"/>
                </a:lnTo>
                <a:lnTo>
                  <a:pt x="57150" y="28574"/>
                </a:lnTo>
                <a:lnTo>
                  <a:pt x="57150" y="57149"/>
                </a:lnTo>
                <a:close/>
              </a:path>
              <a:path w="1682750" h="1200150">
                <a:moveTo>
                  <a:pt x="1625600" y="57149"/>
                </a:moveTo>
                <a:lnTo>
                  <a:pt x="57150" y="57149"/>
                </a:lnTo>
                <a:lnTo>
                  <a:pt x="57150" y="28574"/>
                </a:lnTo>
                <a:lnTo>
                  <a:pt x="1625600" y="28574"/>
                </a:lnTo>
                <a:lnTo>
                  <a:pt x="1625600" y="57149"/>
                </a:lnTo>
                <a:close/>
              </a:path>
              <a:path w="1682750" h="1200150">
                <a:moveTo>
                  <a:pt x="1625600" y="1171574"/>
                </a:moveTo>
                <a:lnTo>
                  <a:pt x="1625600" y="28574"/>
                </a:lnTo>
                <a:lnTo>
                  <a:pt x="1654175" y="57149"/>
                </a:lnTo>
                <a:lnTo>
                  <a:pt x="1682750" y="57149"/>
                </a:lnTo>
                <a:lnTo>
                  <a:pt x="1682750" y="1142999"/>
                </a:lnTo>
                <a:lnTo>
                  <a:pt x="1654175" y="1142999"/>
                </a:lnTo>
                <a:lnTo>
                  <a:pt x="1625600" y="1171574"/>
                </a:lnTo>
                <a:close/>
              </a:path>
              <a:path w="1682750" h="1200150">
                <a:moveTo>
                  <a:pt x="1682750" y="57149"/>
                </a:moveTo>
                <a:lnTo>
                  <a:pt x="1654175" y="57149"/>
                </a:lnTo>
                <a:lnTo>
                  <a:pt x="1625600" y="28574"/>
                </a:lnTo>
                <a:lnTo>
                  <a:pt x="1682750" y="28574"/>
                </a:lnTo>
                <a:lnTo>
                  <a:pt x="1682750" y="57149"/>
                </a:lnTo>
                <a:close/>
              </a:path>
              <a:path w="1682750" h="1200150">
                <a:moveTo>
                  <a:pt x="57150" y="1171574"/>
                </a:moveTo>
                <a:lnTo>
                  <a:pt x="28575" y="1142999"/>
                </a:lnTo>
                <a:lnTo>
                  <a:pt x="57150" y="1142999"/>
                </a:lnTo>
                <a:lnTo>
                  <a:pt x="57150" y="1171574"/>
                </a:lnTo>
                <a:close/>
              </a:path>
              <a:path w="1682750" h="1200150">
                <a:moveTo>
                  <a:pt x="1625600" y="1171574"/>
                </a:moveTo>
                <a:lnTo>
                  <a:pt x="57150" y="1171574"/>
                </a:lnTo>
                <a:lnTo>
                  <a:pt x="57150" y="1142999"/>
                </a:lnTo>
                <a:lnTo>
                  <a:pt x="1625600" y="1142999"/>
                </a:lnTo>
                <a:lnTo>
                  <a:pt x="1625600" y="1171574"/>
                </a:lnTo>
                <a:close/>
              </a:path>
              <a:path w="1682750" h="1200150">
                <a:moveTo>
                  <a:pt x="1682750" y="1171575"/>
                </a:moveTo>
                <a:lnTo>
                  <a:pt x="1625600" y="1171574"/>
                </a:lnTo>
                <a:lnTo>
                  <a:pt x="1654175" y="1142999"/>
                </a:lnTo>
                <a:lnTo>
                  <a:pt x="1682750" y="1142999"/>
                </a:lnTo>
                <a:lnTo>
                  <a:pt x="1682750" y="1171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29025" y="1553044"/>
            <a:ext cx="1682750" cy="1200150"/>
          </a:xfrm>
          <a:custGeom>
            <a:avLst/>
            <a:gdLst/>
            <a:ahLst/>
            <a:cxnLst/>
            <a:rect l="l" t="t" r="r" b="b"/>
            <a:pathLst>
              <a:path w="1682750" h="1200150">
                <a:moveTo>
                  <a:pt x="1682750" y="1200149"/>
                </a:moveTo>
                <a:lnTo>
                  <a:pt x="0" y="1200149"/>
                </a:lnTo>
                <a:lnTo>
                  <a:pt x="0" y="0"/>
                </a:lnTo>
                <a:lnTo>
                  <a:pt x="1682750" y="0"/>
                </a:lnTo>
                <a:lnTo>
                  <a:pt x="1682750" y="28574"/>
                </a:lnTo>
                <a:lnTo>
                  <a:pt x="57150" y="28574"/>
                </a:lnTo>
                <a:lnTo>
                  <a:pt x="28575" y="57149"/>
                </a:lnTo>
                <a:lnTo>
                  <a:pt x="57150" y="57149"/>
                </a:lnTo>
                <a:lnTo>
                  <a:pt x="57150" y="1142999"/>
                </a:lnTo>
                <a:lnTo>
                  <a:pt x="28575" y="1142999"/>
                </a:lnTo>
                <a:lnTo>
                  <a:pt x="57150" y="1171574"/>
                </a:lnTo>
                <a:lnTo>
                  <a:pt x="1682750" y="1171575"/>
                </a:lnTo>
                <a:lnTo>
                  <a:pt x="1682750" y="1200149"/>
                </a:lnTo>
                <a:close/>
              </a:path>
              <a:path w="1682750" h="1200150">
                <a:moveTo>
                  <a:pt x="57150" y="57149"/>
                </a:moveTo>
                <a:lnTo>
                  <a:pt x="28575" y="57149"/>
                </a:lnTo>
                <a:lnTo>
                  <a:pt x="57150" y="28574"/>
                </a:lnTo>
                <a:lnTo>
                  <a:pt x="57150" y="57149"/>
                </a:lnTo>
                <a:close/>
              </a:path>
              <a:path w="1682750" h="1200150">
                <a:moveTo>
                  <a:pt x="1625600" y="57149"/>
                </a:moveTo>
                <a:lnTo>
                  <a:pt x="57150" y="57149"/>
                </a:lnTo>
                <a:lnTo>
                  <a:pt x="57150" y="28574"/>
                </a:lnTo>
                <a:lnTo>
                  <a:pt x="1625600" y="28574"/>
                </a:lnTo>
                <a:lnTo>
                  <a:pt x="1625600" y="57149"/>
                </a:lnTo>
                <a:close/>
              </a:path>
              <a:path w="1682750" h="1200150">
                <a:moveTo>
                  <a:pt x="1625600" y="1171574"/>
                </a:moveTo>
                <a:lnTo>
                  <a:pt x="1625600" y="28574"/>
                </a:lnTo>
                <a:lnTo>
                  <a:pt x="1654175" y="57149"/>
                </a:lnTo>
                <a:lnTo>
                  <a:pt x="1682750" y="57149"/>
                </a:lnTo>
                <a:lnTo>
                  <a:pt x="1682750" y="1142999"/>
                </a:lnTo>
                <a:lnTo>
                  <a:pt x="1654175" y="1142999"/>
                </a:lnTo>
                <a:lnTo>
                  <a:pt x="1625600" y="1171574"/>
                </a:lnTo>
                <a:close/>
              </a:path>
              <a:path w="1682750" h="1200150">
                <a:moveTo>
                  <a:pt x="1682750" y="57149"/>
                </a:moveTo>
                <a:lnTo>
                  <a:pt x="1654175" y="57149"/>
                </a:lnTo>
                <a:lnTo>
                  <a:pt x="1625600" y="28574"/>
                </a:lnTo>
                <a:lnTo>
                  <a:pt x="1682750" y="28574"/>
                </a:lnTo>
                <a:lnTo>
                  <a:pt x="1682750" y="57149"/>
                </a:lnTo>
                <a:close/>
              </a:path>
              <a:path w="1682750" h="1200150">
                <a:moveTo>
                  <a:pt x="57150" y="1171574"/>
                </a:moveTo>
                <a:lnTo>
                  <a:pt x="28575" y="1142999"/>
                </a:lnTo>
                <a:lnTo>
                  <a:pt x="57150" y="1142999"/>
                </a:lnTo>
                <a:lnTo>
                  <a:pt x="57150" y="1171574"/>
                </a:lnTo>
                <a:close/>
              </a:path>
              <a:path w="1682750" h="1200150">
                <a:moveTo>
                  <a:pt x="1625600" y="1171574"/>
                </a:moveTo>
                <a:lnTo>
                  <a:pt x="57150" y="1171574"/>
                </a:lnTo>
                <a:lnTo>
                  <a:pt x="57150" y="1142999"/>
                </a:lnTo>
                <a:lnTo>
                  <a:pt x="1625600" y="1142999"/>
                </a:lnTo>
                <a:lnTo>
                  <a:pt x="1625600" y="1171574"/>
                </a:lnTo>
                <a:close/>
              </a:path>
              <a:path w="1682750" h="1200150">
                <a:moveTo>
                  <a:pt x="1682750" y="1171575"/>
                </a:moveTo>
                <a:lnTo>
                  <a:pt x="1625600" y="1171574"/>
                </a:lnTo>
                <a:lnTo>
                  <a:pt x="1654175" y="1142999"/>
                </a:lnTo>
                <a:lnTo>
                  <a:pt x="1682750" y="1142999"/>
                </a:lnTo>
                <a:lnTo>
                  <a:pt x="1682750" y="1171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603492" y="2106167"/>
            <a:ext cx="1219200" cy="466725"/>
          </a:xfrm>
          <a:custGeom>
            <a:avLst/>
            <a:gdLst/>
            <a:ahLst/>
            <a:cxnLst/>
            <a:rect l="l" t="t" r="r" b="b"/>
            <a:pathLst>
              <a:path w="1219200" h="466725">
                <a:moveTo>
                  <a:pt x="0" y="0"/>
                </a:moveTo>
                <a:lnTo>
                  <a:pt x="1219200" y="0"/>
                </a:lnTo>
                <a:lnTo>
                  <a:pt x="1219200" y="466343"/>
                </a:lnTo>
                <a:lnTo>
                  <a:pt x="0" y="466343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99237" y="2100732"/>
            <a:ext cx="1228725" cy="476250"/>
          </a:xfrm>
          <a:custGeom>
            <a:avLst/>
            <a:gdLst/>
            <a:ahLst/>
            <a:cxnLst/>
            <a:rect l="l" t="t" r="r" b="b"/>
            <a:pathLst>
              <a:path w="1228725" h="476250">
                <a:moveTo>
                  <a:pt x="1228725" y="476249"/>
                </a:moveTo>
                <a:lnTo>
                  <a:pt x="0" y="476249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66724"/>
                </a:lnTo>
                <a:lnTo>
                  <a:pt x="4762" y="466724"/>
                </a:lnTo>
                <a:lnTo>
                  <a:pt x="9525" y="471487"/>
                </a:lnTo>
                <a:lnTo>
                  <a:pt x="1228725" y="471487"/>
                </a:lnTo>
                <a:lnTo>
                  <a:pt x="1228725" y="476249"/>
                </a:lnTo>
                <a:close/>
              </a:path>
              <a:path w="1228725" h="476250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228725" h="476250">
                <a:moveTo>
                  <a:pt x="121920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4"/>
                </a:lnTo>
                <a:close/>
              </a:path>
              <a:path w="1228725" h="476250">
                <a:moveTo>
                  <a:pt x="1219200" y="471487"/>
                </a:moveTo>
                <a:lnTo>
                  <a:pt x="1219200" y="4762"/>
                </a:lnTo>
                <a:lnTo>
                  <a:pt x="1223962" y="9524"/>
                </a:lnTo>
                <a:lnTo>
                  <a:pt x="1228725" y="9524"/>
                </a:lnTo>
                <a:lnTo>
                  <a:pt x="1228725" y="466724"/>
                </a:lnTo>
                <a:lnTo>
                  <a:pt x="1223962" y="466724"/>
                </a:lnTo>
                <a:lnTo>
                  <a:pt x="1219200" y="471487"/>
                </a:lnTo>
                <a:close/>
              </a:path>
              <a:path w="1228725" h="476250">
                <a:moveTo>
                  <a:pt x="1228725" y="9524"/>
                </a:moveTo>
                <a:lnTo>
                  <a:pt x="1223962" y="9524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4"/>
                </a:lnTo>
                <a:close/>
              </a:path>
              <a:path w="1228725" h="476250">
                <a:moveTo>
                  <a:pt x="9525" y="471487"/>
                </a:moveTo>
                <a:lnTo>
                  <a:pt x="4762" y="466724"/>
                </a:lnTo>
                <a:lnTo>
                  <a:pt x="9525" y="466724"/>
                </a:lnTo>
                <a:lnTo>
                  <a:pt x="9525" y="471487"/>
                </a:lnTo>
                <a:close/>
              </a:path>
              <a:path w="1228725" h="476250">
                <a:moveTo>
                  <a:pt x="1219200" y="471487"/>
                </a:moveTo>
                <a:lnTo>
                  <a:pt x="9525" y="471487"/>
                </a:lnTo>
                <a:lnTo>
                  <a:pt x="9525" y="466724"/>
                </a:lnTo>
                <a:lnTo>
                  <a:pt x="1219200" y="466724"/>
                </a:lnTo>
                <a:lnTo>
                  <a:pt x="1219200" y="471487"/>
                </a:lnTo>
                <a:close/>
              </a:path>
              <a:path w="1228725" h="476250">
                <a:moveTo>
                  <a:pt x="1228725" y="471487"/>
                </a:moveTo>
                <a:lnTo>
                  <a:pt x="1219200" y="471487"/>
                </a:lnTo>
                <a:lnTo>
                  <a:pt x="1223962" y="466724"/>
                </a:lnTo>
                <a:lnTo>
                  <a:pt x="1228725" y="466724"/>
                </a:lnTo>
                <a:lnTo>
                  <a:pt x="1228725" y="47148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603492" y="2121369"/>
            <a:ext cx="1219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 sz="2400" spc="10" b="1">
                <a:latin typeface="思源黑体 CN"/>
                <a:cs typeface="思源黑体 CN"/>
              </a:rPr>
              <a:t>天</a:t>
            </a:r>
            <a:r>
              <a:rPr dirty="0" sz="2400" b="1">
                <a:latin typeface="思源黑体 CN"/>
                <a:cs typeface="思源黑体 CN"/>
              </a:rPr>
              <a:t>线</a:t>
            </a:r>
            <a:endParaRPr sz="2400">
              <a:latin typeface="思源黑体 CN"/>
              <a:cs typeface="思源黑体 C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823200" y="2334094"/>
            <a:ext cx="1422400" cy="0"/>
          </a:xfrm>
          <a:custGeom>
            <a:avLst/>
            <a:gdLst/>
            <a:ahLst/>
            <a:cxnLst/>
            <a:rect l="l" t="t" r="r" b="b"/>
            <a:pathLst>
              <a:path w="1422400" h="0">
                <a:moveTo>
                  <a:pt x="0" y="0"/>
                </a:moveTo>
                <a:lnTo>
                  <a:pt x="1422400" y="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534400" y="3019894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823200" y="3781894"/>
            <a:ext cx="1422400" cy="0"/>
          </a:xfrm>
          <a:custGeom>
            <a:avLst/>
            <a:gdLst/>
            <a:ahLst/>
            <a:cxnLst/>
            <a:rect l="l" t="t" r="r" b="b"/>
            <a:pathLst>
              <a:path w="1422400" h="0">
                <a:moveTo>
                  <a:pt x="0" y="0"/>
                </a:moveTo>
                <a:lnTo>
                  <a:pt x="1422400" y="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245600" y="2334094"/>
            <a:ext cx="0" cy="1447800"/>
          </a:xfrm>
          <a:custGeom>
            <a:avLst/>
            <a:gdLst/>
            <a:ahLst/>
            <a:cxnLst/>
            <a:rect l="l" t="t" r="r" b="b"/>
            <a:pathLst>
              <a:path w="0" h="1447800">
                <a:moveTo>
                  <a:pt x="0" y="0"/>
                </a:moveTo>
                <a:lnTo>
                  <a:pt x="0" y="1447799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358437" y="1922932"/>
            <a:ext cx="1025525" cy="1640839"/>
          </a:xfrm>
          <a:custGeom>
            <a:avLst/>
            <a:gdLst/>
            <a:ahLst/>
            <a:cxnLst/>
            <a:rect l="l" t="t" r="r" b="b"/>
            <a:pathLst>
              <a:path w="1025525" h="1640839">
                <a:moveTo>
                  <a:pt x="1025525" y="1640738"/>
                </a:moveTo>
                <a:lnTo>
                  <a:pt x="0" y="1640738"/>
                </a:lnTo>
                <a:lnTo>
                  <a:pt x="0" y="0"/>
                </a:lnTo>
                <a:lnTo>
                  <a:pt x="1025525" y="0"/>
                </a:lnTo>
                <a:lnTo>
                  <a:pt x="102552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631213"/>
                </a:lnTo>
                <a:lnTo>
                  <a:pt x="4762" y="1631213"/>
                </a:lnTo>
                <a:lnTo>
                  <a:pt x="9525" y="1635975"/>
                </a:lnTo>
                <a:lnTo>
                  <a:pt x="1025525" y="1635975"/>
                </a:lnTo>
                <a:lnTo>
                  <a:pt x="1025525" y="1640738"/>
                </a:lnTo>
                <a:close/>
              </a:path>
              <a:path w="1025525" h="1640839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025525" h="1640839">
                <a:moveTo>
                  <a:pt x="101600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016000" y="4762"/>
                </a:lnTo>
                <a:lnTo>
                  <a:pt x="1016000" y="9524"/>
                </a:lnTo>
                <a:close/>
              </a:path>
              <a:path w="1025525" h="1640839">
                <a:moveTo>
                  <a:pt x="1016000" y="1635975"/>
                </a:moveTo>
                <a:lnTo>
                  <a:pt x="1016000" y="4762"/>
                </a:lnTo>
                <a:lnTo>
                  <a:pt x="1020762" y="9524"/>
                </a:lnTo>
                <a:lnTo>
                  <a:pt x="1025525" y="9524"/>
                </a:lnTo>
                <a:lnTo>
                  <a:pt x="1025525" y="1631213"/>
                </a:lnTo>
                <a:lnTo>
                  <a:pt x="1020762" y="1631213"/>
                </a:lnTo>
                <a:lnTo>
                  <a:pt x="1016000" y="1635975"/>
                </a:lnTo>
                <a:close/>
              </a:path>
              <a:path w="1025525" h="1640839">
                <a:moveTo>
                  <a:pt x="1025525" y="9524"/>
                </a:moveTo>
                <a:lnTo>
                  <a:pt x="1020762" y="9524"/>
                </a:lnTo>
                <a:lnTo>
                  <a:pt x="1016000" y="4762"/>
                </a:lnTo>
                <a:lnTo>
                  <a:pt x="1025525" y="4762"/>
                </a:lnTo>
                <a:lnTo>
                  <a:pt x="1025525" y="9524"/>
                </a:lnTo>
                <a:close/>
              </a:path>
              <a:path w="1025525" h="1640839">
                <a:moveTo>
                  <a:pt x="9525" y="1635975"/>
                </a:moveTo>
                <a:lnTo>
                  <a:pt x="4762" y="1631213"/>
                </a:lnTo>
                <a:lnTo>
                  <a:pt x="9525" y="1631213"/>
                </a:lnTo>
                <a:lnTo>
                  <a:pt x="9525" y="1635975"/>
                </a:lnTo>
                <a:close/>
              </a:path>
              <a:path w="1025525" h="1640839">
                <a:moveTo>
                  <a:pt x="1016000" y="1635975"/>
                </a:moveTo>
                <a:lnTo>
                  <a:pt x="9525" y="1635975"/>
                </a:lnTo>
                <a:lnTo>
                  <a:pt x="9525" y="1631213"/>
                </a:lnTo>
                <a:lnTo>
                  <a:pt x="1016000" y="1631213"/>
                </a:lnTo>
                <a:lnTo>
                  <a:pt x="1016000" y="1635975"/>
                </a:lnTo>
                <a:close/>
              </a:path>
              <a:path w="1025525" h="1640839">
                <a:moveTo>
                  <a:pt x="1025525" y="1635975"/>
                </a:moveTo>
                <a:lnTo>
                  <a:pt x="1016000" y="1635975"/>
                </a:lnTo>
                <a:lnTo>
                  <a:pt x="1020762" y="1631213"/>
                </a:lnTo>
                <a:lnTo>
                  <a:pt x="1025525" y="1631213"/>
                </a:lnTo>
                <a:lnTo>
                  <a:pt x="1025525" y="163597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0454640" y="1994617"/>
            <a:ext cx="762635" cy="147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25"/>
              </a:lnSpc>
            </a:pP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无线</a:t>
            </a:r>
            <a:r>
              <a:rPr dirty="0" sz="2000" spc="5">
                <a:solidFill>
                  <a:srgbClr val="FFFF00"/>
                </a:solidFill>
                <a:latin typeface="宋体"/>
                <a:cs typeface="宋体"/>
              </a:rPr>
              <a:t>电</a:t>
            </a:r>
            <a:endParaRPr sz="2000">
              <a:latin typeface="宋体"/>
              <a:cs typeface="宋体"/>
            </a:endParaRPr>
          </a:p>
          <a:p>
            <a:pPr algn="just">
              <a:lnSpc>
                <a:spcPct val="100000"/>
              </a:lnSpc>
            </a:pP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波由</a:t>
            </a: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开 </a:t>
            </a: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放电</a:t>
            </a: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路 </a:t>
            </a: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发射</a:t>
            </a:r>
            <a:r>
              <a:rPr dirty="0" sz="2000">
                <a:solidFill>
                  <a:srgbClr val="FFFF00"/>
                </a:solidFill>
                <a:latin typeface="宋体"/>
                <a:cs typeface="宋体"/>
              </a:rPr>
              <a:t>出 </a:t>
            </a:r>
            <a:r>
              <a:rPr dirty="0" sz="2000" spc="5">
                <a:solidFill>
                  <a:srgbClr val="FFFF00"/>
                </a:solidFill>
                <a:latin typeface="宋体"/>
                <a:cs typeface="宋体"/>
              </a:rPr>
              <a:t>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84225" y="2010244"/>
            <a:ext cx="2800350" cy="3943350"/>
          </a:xfrm>
          <a:custGeom>
            <a:avLst/>
            <a:gdLst/>
            <a:ahLst/>
            <a:cxnLst/>
            <a:rect l="l" t="t" r="r" b="b"/>
            <a:pathLst>
              <a:path w="2800350" h="3943350">
                <a:moveTo>
                  <a:pt x="2800350" y="3943350"/>
                </a:moveTo>
                <a:lnTo>
                  <a:pt x="0" y="3943350"/>
                </a:lnTo>
                <a:lnTo>
                  <a:pt x="0" y="0"/>
                </a:lnTo>
                <a:lnTo>
                  <a:pt x="2800350" y="0"/>
                </a:lnTo>
                <a:lnTo>
                  <a:pt x="280035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3886200"/>
                </a:lnTo>
                <a:lnTo>
                  <a:pt x="28575" y="3886200"/>
                </a:lnTo>
                <a:lnTo>
                  <a:pt x="57150" y="3914775"/>
                </a:lnTo>
                <a:lnTo>
                  <a:pt x="2800350" y="3914775"/>
                </a:lnTo>
                <a:lnTo>
                  <a:pt x="2800350" y="3943350"/>
                </a:lnTo>
                <a:close/>
              </a:path>
              <a:path w="2800350" h="39433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2800350" h="3943350">
                <a:moveTo>
                  <a:pt x="274320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2743200" y="28575"/>
                </a:lnTo>
                <a:lnTo>
                  <a:pt x="2743200" y="57150"/>
                </a:lnTo>
                <a:close/>
              </a:path>
              <a:path w="2800350" h="3943350">
                <a:moveTo>
                  <a:pt x="2743200" y="3914775"/>
                </a:moveTo>
                <a:lnTo>
                  <a:pt x="2743200" y="28575"/>
                </a:lnTo>
                <a:lnTo>
                  <a:pt x="2771775" y="57150"/>
                </a:lnTo>
                <a:lnTo>
                  <a:pt x="2800350" y="57150"/>
                </a:lnTo>
                <a:lnTo>
                  <a:pt x="2800350" y="3886200"/>
                </a:lnTo>
                <a:lnTo>
                  <a:pt x="2771775" y="3886200"/>
                </a:lnTo>
                <a:lnTo>
                  <a:pt x="2743200" y="3914775"/>
                </a:lnTo>
                <a:close/>
              </a:path>
              <a:path w="2800350" h="3943350">
                <a:moveTo>
                  <a:pt x="2800350" y="57150"/>
                </a:moveTo>
                <a:lnTo>
                  <a:pt x="2771775" y="57150"/>
                </a:lnTo>
                <a:lnTo>
                  <a:pt x="2743200" y="28575"/>
                </a:lnTo>
                <a:lnTo>
                  <a:pt x="2800350" y="28575"/>
                </a:lnTo>
                <a:lnTo>
                  <a:pt x="2800350" y="57150"/>
                </a:lnTo>
                <a:close/>
              </a:path>
              <a:path w="2800350" h="3943350">
                <a:moveTo>
                  <a:pt x="57150" y="3914775"/>
                </a:moveTo>
                <a:lnTo>
                  <a:pt x="28575" y="3886200"/>
                </a:lnTo>
                <a:lnTo>
                  <a:pt x="57150" y="3886200"/>
                </a:lnTo>
                <a:lnTo>
                  <a:pt x="57150" y="3914775"/>
                </a:lnTo>
                <a:close/>
              </a:path>
              <a:path w="2800350" h="3943350">
                <a:moveTo>
                  <a:pt x="2743200" y="3914775"/>
                </a:moveTo>
                <a:lnTo>
                  <a:pt x="57150" y="3914775"/>
                </a:lnTo>
                <a:lnTo>
                  <a:pt x="57150" y="3886200"/>
                </a:lnTo>
                <a:lnTo>
                  <a:pt x="2743200" y="3886200"/>
                </a:lnTo>
                <a:lnTo>
                  <a:pt x="2743200" y="3914775"/>
                </a:lnTo>
                <a:close/>
              </a:path>
              <a:path w="2800350" h="3943350">
                <a:moveTo>
                  <a:pt x="2800350" y="3914775"/>
                </a:moveTo>
                <a:lnTo>
                  <a:pt x="2743200" y="3914775"/>
                </a:lnTo>
                <a:lnTo>
                  <a:pt x="2771775" y="3886200"/>
                </a:lnTo>
                <a:lnTo>
                  <a:pt x="2800350" y="3886200"/>
                </a:lnTo>
                <a:lnTo>
                  <a:pt x="2800350" y="39147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84225" y="2010244"/>
            <a:ext cx="2800350" cy="3943350"/>
          </a:xfrm>
          <a:custGeom>
            <a:avLst/>
            <a:gdLst/>
            <a:ahLst/>
            <a:cxnLst/>
            <a:rect l="l" t="t" r="r" b="b"/>
            <a:pathLst>
              <a:path w="2800350" h="3943350">
                <a:moveTo>
                  <a:pt x="2800350" y="3943350"/>
                </a:moveTo>
                <a:lnTo>
                  <a:pt x="0" y="3943350"/>
                </a:lnTo>
                <a:lnTo>
                  <a:pt x="0" y="0"/>
                </a:lnTo>
                <a:lnTo>
                  <a:pt x="2800350" y="0"/>
                </a:lnTo>
                <a:lnTo>
                  <a:pt x="280035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3886200"/>
                </a:lnTo>
                <a:lnTo>
                  <a:pt x="28575" y="3886200"/>
                </a:lnTo>
                <a:lnTo>
                  <a:pt x="57150" y="3914775"/>
                </a:lnTo>
                <a:lnTo>
                  <a:pt x="2800350" y="3914775"/>
                </a:lnTo>
                <a:lnTo>
                  <a:pt x="2800350" y="3943350"/>
                </a:lnTo>
                <a:close/>
              </a:path>
              <a:path w="2800350" h="39433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2800350" h="3943350">
                <a:moveTo>
                  <a:pt x="274320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2743200" y="28575"/>
                </a:lnTo>
                <a:lnTo>
                  <a:pt x="2743200" y="57150"/>
                </a:lnTo>
                <a:close/>
              </a:path>
              <a:path w="2800350" h="3943350">
                <a:moveTo>
                  <a:pt x="2743200" y="3914775"/>
                </a:moveTo>
                <a:lnTo>
                  <a:pt x="2743200" y="28575"/>
                </a:lnTo>
                <a:lnTo>
                  <a:pt x="2771775" y="57150"/>
                </a:lnTo>
                <a:lnTo>
                  <a:pt x="2800350" y="57150"/>
                </a:lnTo>
                <a:lnTo>
                  <a:pt x="2800350" y="3886200"/>
                </a:lnTo>
                <a:lnTo>
                  <a:pt x="2771775" y="3886200"/>
                </a:lnTo>
                <a:lnTo>
                  <a:pt x="2743200" y="3914775"/>
                </a:lnTo>
                <a:close/>
              </a:path>
              <a:path w="2800350" h="3943350">
                <a:moveTo>
                  <a:pt x="2800350" y="57150"/>
                </a:moveTo>
                <a:lnTo>
                  <a:pt x="2771775" y="57150"/>
                </a:lnTo>
                <a:lnTo>
                  <a:pt x="2743200" y="28575"/>
                </a:lnTo>
                <a:lnTo>
                  <a:pt x="2800350" y="28575"/>
                </a:lnTo>
                <a:lnTo>
                  <a:pt x="2800350" y="57150"/>
                </a:lnTo>
                <a:close/>
              </a:path>
              <a:path w="2800350" h="3943350">
                <a:moveTo>
                  <a:pt x="57150" y="3914775"/>
                </a:moveTo>
                <a:lnTo>
                  <a:pt x="28575" y="3886200"/>
                </a:lnTo>
                <a:lnTo>
                  <a:pt x="57150" y="3886200"/>
                </a:lnTo>
                <a:lnTo>
                  <a:pt x="57150" y="3914775"/>
                </a:lnTo>
                <a:close/>
              </a:path>
              <a:path w="2800350" h="3943350">
                <a:moveTo>
                  <a:pt x="2743200" y="3914775"/>
                </a:moveTo>
                <a:lnTo>
                  <a:pt x="57150" y="3914775"/>
                </a:lnTo>
                <a:lnTo>
                  <a:pt x="57150" y="3886200"/>
                </a:lnTo>
                <a:lnTo>
                  <a:pt x="2743200" y="3886200"/>
                </a:lnTo>
                <a:lnTo>
                  <a:pt x="2743200" y="3914775"/>
                </a:lnTo>
                <a:close/>
              </a:path>
              <a:path w="2800350" h="3943350">
                <a:moveTo>
                  <a:pt x="2800350" y="3914775"/>
                </a:moveTo>
                <a:lnTo>
                  <a:pt x="2743200" y="3914775"/>
                </a:lnTo>
                <a:lnTo>
                  <a:pt x="2771775" y="3886200"/>
                </a:lnTo>
                <a:lnTo>
                  <a:pt x="2800350" y="3886200"/>
                </a:lnTo>
                <a:lnTo>
                  <a:pt x="2800350" y="39147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4225" y="2010244"/>
            <a:ext cx="2800350" cy="3943350"/>
          </a:xfrm>
          <a:custGeom>
            <a:avLst/>
            <a:gdLst/>
            <a:ahLst/>
            <a:cxnLst/>
            <a:rect l="l" t="t" r="r" b="b"/>
            <a:pathLst>
              <a:path w="2800350" h="3943350">
                <a:moveTo>
                  <a:pt x="2800350" y="3943350"/>
                </a:moveTo>
                <a:lnTo>
                  <a:pt x="0" y="3943350"/>
                </a:lnTo>
                <a:lnTo>
                  <a:pt x="0" y="0"/>
                </a:lnTo>
                <a:lnTo>
                  <a:pt x="2800350" y="0"/>
                </a:lnTo>
                <a:lnTo>
                  <a:pt x="280035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3886200"/>
                </a:lnTo>
                <a:lnTo>
                  <a:pt x="28575" y="3886200"/>
                </a:lnTo>
                <a:lnTo>
                  <a:pt x="57150" y="3914775"/>
                </a:lnTo>
                <a:lnTo>
                  <a:pt x="2800350" y="3914775"/>
                </a:lnTo>
                <a:lnTo>
                  <a:pt x="2800350" y="3943350"/>
                </a:lnTo>
                <a:close/>
              </a:path>
              <a:path w="2800350" h="39433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2800350" h="3943350">
                <a:moveTo>
                  <a:pt x="274320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2743200" y="28575"/>
                </a:lnTo>
                <a:lnTo>
                  <a:pt x="2743200" y="57150"/>
                </a:lnTo>
                <a:close/>
              </a:path>
              <a:path w="2800350" h="3943350">
                <a:moveTo>
                  <a:pt x="2743200" y="3914775"/>
                </a:moveTo>
                <a:lnTo>
                  <a:pt x="2743200" y="28575"/>
                </a:lnTo>
                <a:lnTo>
                  <a:pt x="2771775" y="57150"/>
                </a:lnTo>
                <a:lnTo>
                  <a:pt x="2800350" y="57150"/>
                </a:lnTo>
                <a:lnTo>
                  <a:pt x="2800350" y="3886200"/>
                </a:lnTo>
                <a:lnTo>
                  <a:pt x="2771775" y="3886200"/>
                </a:lnTo>
                <a:lnTo>
                  <a:pt x="2743200" y="3914775"/>
                </a:lnTo>
                <a:close/>
              </a:path>
              <a:path w="2800350" h="3943350">
                <a:moveTo>
                  <a:pt x="2800350" y="57150"/>
                </a:moveTo>
                <a:lnTo>
                  <a:pt x="2771775" y="57150"/>
                </a:lnTo>
                <a:lnTo>
                  <a:pt x="2743200" y="28575"/>
                </a:lnTo>
                <a:lnTo>
                  <a:pt x="2800350" y="28575"/>
                </a:lnTo>
                <a:lnTo>
                  <a:pt x="2800350" y="57150"/>
                </a:lnTo>
                <a:close/>
              </a:path>
              <a:path w="2800350" h="3943350">
                <a:moveTo>
                  <a:pt x="57150" y="3914775"/>
                </a:moveTo>
                <a:lnTo>
                  <a:pt x="28575" y="3886200"/>
                </a:lnTo>
                <a:lnTo>
                  <a:pt x="57150" y="3886200"/>
                </a:lnTo>
                <a:lnTo>
                  <a:pt x="57150" y="3914775"/>
                </a:lnTo>
                <a:close/>
              </a:path>
              <a:path w="2800350" h="3943350">
                <a:moveTo>
                  <a:pt x="2743200" y="3914775"/>
                </a:moveTo>
                <a:lnTo>
                  <a:pt x="57150" y="3914775"/>
                </a:lnTo>
                <a:lnTo>
                  <a:pt x="57150" y="3886200"/>
                </a:lnTo>
                <a:lnTo>
                  <a:pt x="2743200" y="3886200"/>
                </a:lnTo>
                <a:lnTo>
                  <a:pt x="2743200" y="3914775"/>
                </a:lnTo>
                <a:close/>
              </a:path>
              <a:path w="2800350" h="3943350">
                <a:moveTo>
                  <a:pt x="2800350" y="3914775"/>
                </a:moveTo>
                <a:lnTo>
                  <a:pt x="2743200" y="3914775"/>
                </a:lnTo>
                <a:lnTo>
                  <a:pt x="2771775" y="3886200"/>
                </a:lnTo>
                <a:lnTo>
                  <a:pt x="2800350" y="3886200"/>
                </a:lnTo>
                <a:lnTo>
                  <a:pt x="2800350" y="39147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636000" y="5153494"/>
            <a:ext cx="1117600" cy="0"/>
          </a:xfrm>
          <a:custGeom>
            <a:avLst/>
            <a:gdLst/>
            <a:ahLst/>
            <a:cxnLst/>
            <a:rect l="l" t="t" r="r" b="b"/>
            <a:pathLst>
              <a:path w="1117600" h="0">
                <a:moveTo>
                  <a:pt x="0" y="0"/>
                </a:moveTo>
                <a:lnTo>
                  <a:pt x="1117600" y="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198108" y="4925567"/>
            <a:ext cx="2438400" cy="466725"/>
          </a:xfrm>
          <a:custGeom>
            <a:avLst/>
            <a:gdLst/>
            <a:ahLst/>
            <a:cxnLst/>
            <a:rect l="l" t="t" r="r" b="b"/>
            <a:pathLst>
              <a:path w="2438400" h="466725">
                <a:moveTo>
                  <a:pt x="0" y="0"/>
                </a:moveTo>
                <a:lnTo>
                  <a:pt x="2438399" y="0"/>
                </a:lnTo>
                <a:lnTo>
                  <a:pt x="2438399" y="466343"/>
                </a:lnTo>
                <a:lnTo>
                  <a:pt x="0" y="466343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192837" y="4920132"/>
            <a:ext cx="2447925" cy="476250"/>
          </a:xfrm>
          <a:custGeom>
            <a:avLst/>
            <a:gdLst/>
            <a:ahLst/>
            <a:cxnLst/>
            <a:rect l="l" t="t" r="r" b="b"/>
            <a:pathLst>
              <a:path w="2447925" h="476250">
                <a:moveTo>
                  <a:pt x="2447925" y="476250"/>
                </a:moveTo>
                <a:lnTo>
                  <a:pt x="0" y="476250"/>
                </a:lnTo>
                <a:lnTo>
                  <a:pt x="0" y="0"/>
                </a:lnTo>
                <a:lnTo>
                  <a:pt x="2447925" y="0"/>
                </a:lnTo>
                <a:lnTo>
                  <a:pt x="244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6725"/>
                </a:lnTo>
                <a:lnTo>
                  <a:pt x="4762" y="466725"/>
                </a:lnTo>
                <a:lnTo>
                  <a:pt x="9525" y="471487"/>
                </a:lnTo>
                <a:lnTo>
                  <a:pt x="2447925" y="471487"/>
                </a:lnTo>
                <a:lnTo>
                  <a:pt x="2447925" y="476250"/>
                </a:lnTo>
                <a:close/>
              </a:path>
              <a:path w="2447925" h="4762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447925" h="476250">
                <a:moveTo>
                  <a:pt x="243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38400" y="4762"/>
                </a:lnTo>
                <a:lnTo>
                  <a:pt x="2438400" y="9525"/>
                </a:lnTo>
                <a:close/>
              </a:path>
              <a:path w="2447925" h="476250">
                <a:moveTo>
                  <a:pt x="2438400" y="471487"/>
                </a:moveTo>
                <a:lnTo>
                  <a:pt x="2438400" y="4762"/>
                </a:lnTo>
                <a:lnTo>
                  <a:pt x="2443162" y="9525"/>
                </a:lnTo>
                <a:lnTo>
                  <a:pt x="2447925" y="9525"/>
                </a:lnTo>
                <a:lnTo>
                  <a:pt x="2447925" y="466725"/>
                </a:lnTo>
                <a:lnTo>
                  <a:pt x="2443162" y="466725"/>
                </a:lnTo>
                <a:lnTo>
                  <a:pt x="2438400" y="471487"/>
                </a:lnTo>
                <a:close/>
              </a:path>
              <a:path w="2447925" h="476250">
                <a:moveTo>
                  <a:pt x="2447925" y="9525"/>
                </a:moveTo>
                <a:lnTo>
                  <a:pt x="2443162" y="9525"/>
                </a:lnTo>
                <a:lnTo>
                  <a:pt x="2438400" y="4762"/>
                </a:lnTo>
                <a:lnTo>
                  <a:pt x="2447925" y="4762"/>
                </a:lnTo>
                <a:lnTo>
                  <a:pt x="2447925" y="9525"/>
                </a:lnTo>
                <a:close/>
              </a:path>
              <a:path w="2447925" h="476250">
                <a:moveTo>
                  <a:pt x="9525" y="471487"/>
                </a:moveTo>
                <a:lnTo>
                  <a:pt x="4762" y="466725"/>
                </a:lnTo>
                <a:lnTo>
                  <a:pt x="9525" y="466725"/>
                </a:lnTo>
                <a:lnTo>
                  <a:pt x="9525" y="471487"/>
                </a:lnTo>
                <a:close/>
              </a:path>
              <a:path w="2447925" h="476250">
                <a:moveTo>
                  <a:pt x="2438400" y="471487"/>
                </a:moveTo>
                <a:lnTo>
                  <a:pt x="9525" y="471487"/>
                </a:lnTo>
                <a:lnTo>
                  <a:pt x="9525" y="466725"/>
                </a:lnTo>
                <a:lnTo>
                  <a:pt x="2438400" y="466725"/>
                </a:lnTo>
                <a:lnTo>
                  <a:pt x="2438400" y="471487"/>
                </a:lnTo>
                <a:close/>
              </a:path>
              <a:path w="2447925" h="476250">
                <a:moveTo>
                  <a:pt x="2447925" y="471487"/>
                </a:moveTo>
                <a:lnTo>
                  <a:pt x="2438400" y="471487"/>
                </a:lnTo>
                <a:lnTo>
                  <a:pt x="2443162" y="466725"/>
                </a:lnTo>
                <a:lnTo>
                  <a:pt x="2447925" y="466725"/>
                </a:lnTo>
                <a:lnTo>
                  <a:pt x="2447925" y="47148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198108" y="4940769"/>
            <a:ext cx="2438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3390">
              <a:lnSpc>
                <a:spcPct val="100000"/>
              </a:lnSpc>
              <a:spcBef>
                <a:spcPts val="100"/>
              </a:spcBef>
            </a:pPr>
            <a:r>
              <a:rPr dirty="0" sz="2400" spc="10" b="1">
                <a:latin typeface="思源黑体 CN"/>
                <a:cs typeface="思源黑体 CN"/>
              </a:rPr>
              <a:t>振荡器电</a:t>
            </a:r>
            <a:r>
              <a:rPr dirty="0" sz="2400" b="1">
                <a:latin typeface="思源黑体 CN"/>
                <a:cs typeface="思源黑体 CN"/>
              </a:rPr>
              <a:t>路</a:t>
            </a:r>
            <a:endParaRPr sz="2400">
              <a:latin typeface="思源黑体 CN"/>
              <a:cs typeface="思源黑体 C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9753600" y="3019894"/>
            <a:ext cx="0" cy="2133600"/>
          </a:xfrm>
          <a:custGeom>
            <a:avLst/>
            <a:gdLst/>
            <a:ahLst/>
            <a:cxnLst/>
            <a:rect l="l" t="t" r="r" b="b"/>
            <a:pathLst>
              <a:path w="0" h="2133600">
                <a:moveTo>
                  <a:pt x="0" y="0"/>
                </a:moveTo>
                <a:lnTo>
                  <a:pt x="0" y="2133599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363200" y="1933955"/>
            <a:ext cx="1219200" cy="2062480"/>
          </a:xfrm>
          <a:custGeom>
            <a:avLst/>
            <a:gdLst/>
            <a:ahLst/>
            <a:cxnLst/>
            <a:rect l="l" t="t" r="r" b="b"/>
            <a:pathLst>
              <a:path w="1219200" h="2062479">
                <a:moveTo>
                  <a:pt x="0" y="0"/>
                </a:moveTo>
                <a:lnTo>
                  <a:pt x="1219200" y="0"/>
                </a:lnTo>
                <a:lnTo>
                  <a:pt x="1219200" y="2061972"/>
                </a:lnTo>
                <a:lnTo>
                  <a:pt x="0" y="2061972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358437" y="1929282"/>
            <a:ext cx="1228725" cy="2072005"/>
          </a:xfrm>
          <a:custGeom>
            <a:avLst/>
            <a:gdLst/>
            <a:ahLst/>
            <a:cxnLst/>
            <a:rect l="l" t="t" r="r" b="b"/>
            <a:pathLst>
              <a:path w="1228725" h="2072004">
                <a:moveTo>
                  <a:pt x="1228725" y="2071636"/>
                </a:moveTo>
                <a:lnTo>
                  <a:pt x="0" y="2071636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2062111"/>
                </a:lnTo>
                <a:lnTo>
                  <a:pt x="4762" y="2062111"/>
                </a:lnTo>
                <a:lnTo>
                  <a:pt x="9525" y="2066874"/>
                </a:lnTo>
                <a:lnTo>
                  <a:pt x="1228725" y="2066874"/>
                </a:lnTo>
                <a:lnTo>
                  <a:pt x="1228725" y="2071636"/>
                </a:lnTo>
                <a:close/>
              </a:path>
              <a:path w="1228725" h="2072004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228725" h="2072004">
                <a:moveTo>
                  <a:pt x="121920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4"/>
                </a:lnTo>
                <a:close/>
              </a:path>
              <a:path w="1228725" h="2072004">
                <a:moveTo>
                  <a:pt x="1219200" y="2066874"/>
                </a:moveTo>
                <a:lnTo>
                  <a:pt x="1219200" y="4762"/>
                </a:lnTo>
                <a:lnTo>
                  <a:pt x="1223962" y="9524"/>
                </a:lnTo>
                <a:lnTo>
                  <a:pt x="1228725" y="9524"/>
                </a:lnTo>
                <a:lnTo>
                  <a:pt x="1228725" y="2062111"/>
                </a:lnTo>
                <a:lnTo>
                  <a:pt x="1223962" y="2062111"/>
                </a:lnTo>
                <a:lnTo>
                  <a:pt x="1219200" y="2066874"/>
                </a:lnTo>
                <a:close/>
              </a:path>
              <a:path w="1228725" h="2072004">
                <a:moveTo>
                  <a:pt x="1228725" y="9524"/>
                </a:moveTo>
                <a:lnTo>
                  <a:pt x="1223962" y="9524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4"/>
                </a:lnTo>
                <a:close/>
              </a:path>
              <a:path w="1228725" h="2072004">
                <a:moveTo>
                  <a:pt x="9525" y="2066874"/>
                </a:moveTo>
                <a:lnTo>
                  <a:pt x="4762" y="2062111"/>
                </a:lnTo>
                <a:lnTo>
                  <a:pt x="9525" y="2062111"/>
                </a:lnTo>
                <a:lnTo>
                  <a:pt x="9525" y="2066874"/>
                </a:lnTo>
                <a:close/>
              </a:path>
              <a:path w="1228725" h="2072004">
                <a:moveTo>
                  <a:pt x="1219200" y="2066874"/>
                </a:moveTo>
                <a:lnTo>
                  <a:pt x="9525" y="2066874"/>
                </a:lnTo>
                <a:lnTo>
                  <a:pt x="9525" y="2062111"/>
                </a:lnTo>
                <a:lnTo>
                  <a:pt x="1219200" y="2062111"/>
                </a:lnTo>
                <a:lnTo>
                  <a:pt x="1219200" y="2066874"/>
                </a:lnTo>
                <a:close/>
              </a:path>
              <a:path w="1228725" h="2072004">
                <a:moveTo>
                  <a:pt x="1228725" y="2066874"/>
                </a:moveTo>
                <a:lnTo>
                  <a:pt x="1219200" y="2066874"/>
                </a:lnTo>
                <a:lnTo>
                  <a:pt x="1223962" y="2062111"/>
                </a:lnTo>
                <a:lnTo>
                  <a:pt x="1228725" y="2062111"/>
                </a:lnTo>
                <a:lnTo>
                  <a:pt x="1228725" y="206687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0363200" y="1943569"/>
            <a:ext cx="121920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01295" marR="195580">
              <a:lnSpc>
                <a:spcPct val="100000"/>
              </a:lnSpc>
              <a:spcBef>
                <a:spcPts val="105"/>
              </a:spcBef>
            </a:pPr>
            <a:r>
              <a:rPr dirty="0" sz="3200" spc="15" b="1">
                <a:solidFill>
                  <a:srgbClr val="FFFF00"/>
                </a:solidFill>
                <a:latin typeface="思源黑体 CN"/>
                <a:cs typeface="思源黑体 CN"/>
              </a:rPr>
              <a:t>实</a:t>
            </a:r>
            <a:r>
              <a:rPr dirty="0" sz="3200" b="1">
                <a:solidFill>
                  <a:srgbClr val="FFFF00"/>
                </a:solidFill>
                <a:latin typeface="思源黑体 CN"/>
                <a:cs typeface="思源黑体 CN"/>
              </a:rPr>
              <a:t>际 </a:t>
            </a:r>
            <a:r>
              <a:rPr dirty="0" sz="3200" spc="15" b="1">
                <a:solidFill>
                  <a:srgbClr val="FFFF00"/>
                </a:solidFill>
                <a:latin typeface="思源黑体 CN"/>
                <a:cs typeface="思源黑体 CN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思源黑体 CN"/>
                <a:cs typeface="思源黑体 CN"/>
              </a:rPr>
              <a:t>发 </a:t>
            </a:r>
            <a:r>
              <a:rPr dirty="0" sz="3200" spc="15" b="1">
                <a:solidFill>
                  <a:srgbClr val="FFFF00"/>
                </a:solidFill>
                <a:latin typeface="思源黑体 CN"/>
                <a:cs typeface="思源黑体 CN"/>
              </a:rPr>
              <a:t>射</a:t>
            </a:r>
            <a:r>
              <a:rPr dirty="0" sz="3200" b="1">
                <a:solidFill>
                  <a:srgbClr val="FFFF00"/>
                </a:solidFill>
                <a:latin typeface="思源黑体 CN"/>
                <a:cs typeface="思源黑体 CN"/>
              </a:rPr>
              <a:t>装 </a:t>
            </a:r>
            <a:r>
              <a:rPr dirty="0" sz="3200" spc="5" b="1">
                <a:solidFill>
                  <a:srgbClr val="FFFF00"/>
                </a:solidFill>
                <a:latin typeface="思源黑体 CN"/>
                <a:cs typeface="思源黑体 CN"/>
              </a:rPr>
              <a:t>置</a:t>
            </a:r>
            <a:endParaRPr sz="3200">
              <a:latin typeface="思源黑体 CN"/>
              <a:cs typeface="思源黑体 C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9753600" y="4010494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7891" y="1163560"/>
            <a:ext cx="8138159" cy="414020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  <a:tabLst>
                <a:tab pos="1689735" algn="l"/>
              </a:tabLst>
            </a:pPr>
            <a:r>
              <a:rPr dirty="0" sz="3600" spc="-5" b="1">
                <a:latin typeface="华文楷体"/>
                <a:cs typeface="华文楷体"/>
              </a:rPr>
              <a:t>4.</a:t>
            </a:r>
            <a:r>
              <a:rPr dirty="0" sz="3600" spc="5" b="1">
                <a:latin typeface="华文楷体"/>
                <a:cs typeface="华文楷体"/>
              </a:rPr>
              <a:t> </a:t>
            </a:r>
            <a:r>
              <a:rPr dirty="0" sz="3600" b="1">
                <a:latin typeface="华文楷体"/>
                <a:cs typeface="华文楷体"/>
              </a:rPr>
              <a:t>调制</a:t>
            </a:r>
            <a:r>
              <a:rPr dirty="0" sz="3600" spc="-5" b="1">
                <a:latin typeface="华文楷体"/>
                <a:cs typeface="华文楷体"/>
              </a:rPr>
              <a:t>:	</a:t>
            </a:r>
            <a:r>
              <a:rPr dirty="0" sz="3600" b="1">
                <a:latin typeface="华文楷体"/>
                <a:cs typeface="华文楷体"/>
              </a:rPr>
              <a:t>把信号加载到电磁波</a:t>
            </a:r>
            <a:r>
              <a:rPr dirty="0" sz="3600" spc="-5" b="1">
                <a:latin typeface="华文楷体"/>
                <a:cs typeface="华文楷体"/>
              </a:rPr>
              <a:t>上</a:t>
            </a:r>
            <a:endParaRPr sz="3600">
              <a:latin typeface="华文楷体"/>
              <a:cs typeface="华文楷体"/>
            </a:endParaRPr>
          </a:p>
          <a:p>
            <a:pPr marL="469900" marR="5080">
              <a:lnSpc>
                <a:spcPct val="150000"/>
              </a:lnSpc>
              <a:tabLst>
                <a:tab pos="1715770" algn="l"/>
              </a:tabLst>
            </a:pP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载波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:</a:t>
            </a: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	</a:t>
            </a: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用来加载和传递信号的电磁波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。 </a:t>
            </a: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根据载波频率区分波段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3600">
              <a:latin typeface="华文楷体"/>
              <a:cs typeface="华文楷体"/>
            </a:endParaRPr>
          </a:p>
          <a:p>
            <a:pPr marL="469900" marR="794385">
              <a:lnSpc>
                <a:spcPct val="150000"/>
              </a:lnSpc>
            </a:pP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载波频率必须比信号频率大得多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。 </a:t>
            </a: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调制分为调幅和调频两种方式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8813" y="571016"/>
            <a:ext cx="8396605" cy="1119505"/>
          </a:xfrm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365"/>
              </a:spcBef>
              <a:buSzPct val="67500"/>
              <a:buFont typeface="Wingdings"/>
              <a:buChar char=""/>
              <a:tabLst>
                <a:tab pos="278765" algn="l"/>
              </a:tabLst>
            </a:pPr>
            <a:r>
              <a:rPr dirty="0" sz="4000">
                <a:solidFill>
                  <a:srgbClr val="003366"/>
                </a:solidFill>
              </a:rPr>
              <a:t>调</a:t>
            </a:r>
            <a:r>
              <a:rPr dirty="0" sz="4000" spc="5">
                <a:solidFill>
                  <a:srgbClr val="003366"/>
                </a:solidFill>
              </a:rPr>
              <a:t> </a:t>
            </a:r>
            <a:r>
              <a:rPr dirty="0" sz="4000" spc="-10">
                <a:solidFill>
                  <a:srgbClr val="003366"/>
                </a:solidFill>
              </a:rPr>
              <a:t>幅</a:t>
            </a:r>
            <a:endParaRPr sz="4000"/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>
                <a:solidFill>
                  <a:srgbClr val="003366"/>
                </a:solidFill>
              </a:rPr>
              <a:t>使高频振荡电磁波的振幅随调制信号而改变叫做调幅</a:t>
            </a:r>
            <a:r>
              <a:rPr dirty="0" spc="-15">
                <a:solidFill>
                  <a:srgbClr val="003366"/>
                </a:solidFill>
                <a:latin typeface="宋体"/>
                <a:cs typeface="宋体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2386583" y="1967483"/>
            <a:ext cx="6477000" cy="1752600"/>
          </a:xfrm>
          <a:custGeom>
            <a:avLst/>
            <a:gdLst/>
            <a:ahLst/>
            <a:cxnLst/>
            <a:rect l="l" t="t" r="r" b="b"/>
            <a:pathLst>
              <a:path w="6477000" h="1752600">
                <a:moveTo>
                  <a:pt x="0" y="0"/>
                </a:moveTo>
                <a:lnTo>
                  <a:pt x="6477000" y="0"/>
                </a:lnTo>
                <a:lnTo>
                  <a:pt x="64770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50592" y="2008632"/>
            <a:ext cx="6350508" cy="1673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8055" y="3738371"/>
            <a:ext cx="5532120" cy="2116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15811" y="3808476"/>
            <a:ext cx="4139184" cy="1909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1930"/>
            <a:ext cx="8217534" cy="1079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95"/>
              </a:spcBef>
              <a:buSzPct val="67500"/>
              <a:buFont typeface="Wingdings"/>
              <a:buChar char=""/>
              <a:tabLst>
                <a:tab pos="278765" algn="l"/>
              </a:tabLst>
            </a:pPr>
            <a:r>
              <a:rPr dirty="0" sz="4000">
                <a:solidFill>
                  <a:srgbClr val="000066"/>
                </a:solidFill>
              </a:rPr>
              <a:t>调</a:t>
            </a:r>
            <a:r>
              <a:rPr dirty="0" sz="4000" spc="5">
                <a:solidFill>
                  <a:srgbClr val="000066"/>
                </a:solidFill>
              </a:rPr>
              <a:t> </a:t>
            </a:r>
            <a:r>
              <a:rPr dirty="0" sz="4000" spc="-10">
                <a:solidFill>
                  <a:srgbClr val="000066"/>
                </a:solidFill>
              </a:rPr>
              <a:t>频</a:t>
            </a:r>
            <a:endParaRPr sz="400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>
                <a:solidFill>
                  <a:srgbClr val="000066"/>
                </a:solidFill>
              </a:rPr>
              <a:t>使高频振荡电流的频率随调制信号而改变叫做调频</a:t>
            </a:r>
            <a:r>
              <a:rPr dirty="0" spc="-10">
                <a:solidFill>
                  <a:srgbClr val="000066"/>
                </a:solidFill>
              </a:rPr>
              <a:t>。</a:t>
            </a:r>
          </a:p>
        </p:txBody>
      </p:sp>
      <p:sp>
        <p:nvSpPr>
          <p:cNvPr id="3" name="object 3"/>
          <p:cNvSpPr/>
          <p:nvPr/>
        </p:nvSpPr>
        <p:spPr>
          <a:xfrm>
            <a:off x="1121663" y="2014727"/>
            <a:ext cx="45582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9779" y="1734311"/>
            <a:ext cx="3976116" cy="1941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67053" y="3836911"/>
            <a:ext cx="8674100" cy="1911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0489" marR="5080" indent="35814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调频使用的载波频率比信号频率大得多，调频后虽</a:t>
            </a:r>
            <a:r>
              <a:rPr dirty="0" sz="2800" spc="-5" b="1">
                <a:latin typeface="华文楷体"/>
                <a:cs typeface="华文楷体"/>
              </a:rPr>
              <a:t>然 </a:t>
            </a:r>
            <a:r>
              <a:rPr dirty="0" sz="2800" b="1">
                <a:latin typeface="华文楷体"/>
                <a:cs typeface="华文楷体"/>
              </a:rPr>
              <a:t>频率略有改变，但传播和接收对应的中心频率并不变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22225" indent="444500">
              <a:lnSpc>
                <a:spcPct val="100000"/>
              </a:lnSpc>
              <a:spcBef>
                <a:spcPts val="1415"/>
              </a:spcBef>
            </a:pPr>
            <a:r>
              <a:rPr dirty="0" sz="2800" b="1">
                <a:latin typeface="华文楷体"/>
                <a:cs typeface="华文楷体"/>
              </a:rPr>
              <a:t>调频广播</a:t>
            </a:r>
            <a:r>
              <a:rPr dirty="0" sz="2800" b="1">
                <a:latin typeface="华文楷体"/>
                <a:cs typeface="华文楷体"/>
              </a:rPr>
              <a:t>(</a:t>
            </a:r>
            <a:r>
              <a:rPr dirty="0" sz="2800" spc="-5" b="1">
                <a:latin typeface="华文楷体"/>
                <a:cs typeface="华文楷体"/>
              </a:rPr>
              <a:t>F</a:t>
            </a:r>
            <a:r>
              <a:rPr dirty="0" sz="2800" spc="-5" b="1">
                <a:latin typeface="华文楷体"/>
                <a:cs typeface="华文楷体"/>
              </a:rPr>
              <a:t>M</a:t>
            </a:r>
            <a:r>
              <a:rPr dirty="0" sz="2800" b="1">
                <a:latin typeface="华文楷体"/>
                <a:cs typeface="华文楷体"/>
              </a:rPr>
              <a:t>)</a:t>
            </a:r>
            <a:r>
              <a:rPr dirty="0" sz="2800" b="1">
                <a:latin typeface="华文楷体"/>
                <a:cs typeface="华文楷体"/>
              </a:rPr>
              <a:t>和电视广播都采用调频的方法来调制</a:t>
            </a:r>
            <a:r>
              <a:rPr dirty="0" sz="2800" spc="-5" b="1">
                <a:latin typeface="华文楷体"/>
                <a:cs typeface="华文楷体"/>
              </a:rPr>
              <a:t>， </a:t>
            </a:r>
            <a:r>
              <a:rPr dirty="0" sz="2800" b="1">
                <a:latin typeface="华文楷体"/>
                <a:cs typeface="华文楷体"/>
              </a:rPr>
              <a:t>通常使用微波中的甚高频(VHF)和超高频(UHF)波段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5561" y="458660"/>
            <a:ext cx="41452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三、无线电波的传</a:t>
            </a:r>
            <a:r>
              <a:rPr dirty="0" sz="3600" spc="-5"/>
              <a:t>播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319783" y="1123188"/>
            <a:ext cx="4536948" cy="2735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38983" y="3311652"/>
            <a:ext cx="992505" cy="463550"/>
          </a:xfrm>
          <a:prstGeom prst="rect">
            <a:avLst/>
          </a:prstGeom>
          <a:solidFill>
            <a:srgbClr val="FF99FF"/>
          </a:solidFill>
        </p:spPr>
        <p:txBody>
          <a:bodyPr wrap="square" lIns="0" tIns="28575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225"/>
              </a:spcBef>
            </a:pPr>
            <a:r>
              <a:rPr dirty="0" sz="2400" b="1">
                <a:solidFill>
                  <a:srgbClr val="000066"/>
                </a:solidFill>
                <a:latin typeface="黑体"/>
                <a:cs typeface="黑体"/>
              </a:rPr>
              <a:t>长</a:t>
            </a:r>
            <a:r>
              <a:rPr dirty="0" sz="2400" spc="-10" b="1">
                <a:solidFill>
                  <a:srgbClr val="000066"/>
                </a:solidFill>
                <a:latin typeface="黑体"/>
                <a:cs typeface="黑体"/>
              </a:rPr>
              <a:t>波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71615" y="1088136"/>
            <a:ext cx="4034028" cy="2735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31964" y="3366515"/>
            <a:ext cx="914400" cy="460375"/>
          </a:xfrm>
          <a:custGeom>
            <a:avLst/>
            <a:gdLst/>
            <a:ahLst/>
            <a:cxnLst/>
            <a:rect l="l" t="t" r="r" b="b"/>
            <a:pathLst>
              <a:path w="914400" h="460375">
                <a:moveTo>
                  <a:pt x="0" y="0"/>
                </a:moveTo>
                <a:lnTo>
                  <a:pt x="914400" y="0"/>
                </a:lnTo>
                <a:lnTo>
                  <a:pt x="914400" y="460248"/>
                </a:lnTo>
                <a:lnTo>
                  <a:pt x="0" y="460248"/>
                </a:lnTo>
                <a:lnTo>
                  <a:pt x="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31964" y="3381908"/>
            <a:ext cx="914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黑体"/>
                <a:cs typeface="黑体"/>
              </a:rPr>
              <a:t>短</a:t>
            </a:r>
            <a:r>
              <a:rPr dirty="0" sz="2400" spc="-10" b="1">
                <a:solidFill>
                  <a:srgbClr val="000066"/>
                </a:solidFill>
                <a:latin typeface="黑体"/>
                <a:cs typeface="黑体"/>
              </a:rPr>
              <a:t>波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1815" y="3755135"/>
            <a:ext cx="4536947" cy="26365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43500" y="5693664"/>
            <a:ext cx="1009015" cy="462280"/>
          </a:xfrm>
          <a:prstGeom prst="rect">
            <a:avLst/>
          </a:prstGeom>
          <a:solidFill>
            <a:srgbClr val="FF99FF"/>
          </a:solidFill>
        </p:spPr>
        <p:txBody>
          <a:bodyPr wrap="square" lIns="0" tIns="29209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229"/>
              </a:spcBef>
            </a:pPr>
            <a:r>
              <a:rPr dirty="0" sz="2400" b="1">
                <a:solidFill>
                  <a:srgbClr val="000066"/>
                </a:solidFill>
                <a:latin typeface="黑体"/>
                <a:cs typeface="黑体"/>
              </a:rPr>
              <a:t>微</a:t>
            </a:r>
            <a:r>
              <a:rPr dirty="0" sz="2400" spc="-10" b="1">
                <a:solidFill>
                  <a:srgbClr val="000066"/>
                </a:solidFill>
                <a:latin typeface="黑体"/>
                <a:cs typeface="黑体"/>
              </a:rPr>
              <a:t>波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4258" y="1547406"/>
            <a:ext cx="10616565" cy="42037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latin typeface="华文楷体"/>
                <a:cs typeface="华文楷体"/>
              </a:rPr>
              <a:t>发射的无线电波如何被接收到呢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2700" marR="285750" indent="537845">
              <a:lnSpc>
                <a:spcPts val="2590"/>
              </a:lnSpc>
              <a:spcBef>
                <a:spcPts val="1035"/>
              </a:spcBef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电磁波在空间传播时，如果遇到导体，会使导体产生感应电流，感应电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流 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的频率跟激起它的电磁波的频率相同。因此利用放在电磁波传播空间中的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导 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体，就可以接收到电磁波了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latin typeface="华文楷体"/>
                <a:cs typeface="华文楷体"/>
              </a:rPr>
              <a:t>如何使我们需要的电磁波在接收天线中激起的感应电流最强呢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1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、电谐振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2700" marR="285750" indent="537845">
              <a:lnSpc>
                <a:spcPts val="2590"/>
              </a:lnSpc>
              <a:spcBef>
                <a:spcPts val="1035"/>
              </a:spcBef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当接收电路的固有频率跟接收到的电磁波的频率相同时，接收电路中产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生 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的振荡电流最强。这种现象叫电谐振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2</a:t>
            </a: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、调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谐</a:t>
            </a:r>
            <a:endParaRPr sz="2400">
              <a:latin typeface="华文楷体"/>
              <a:cs typeface="华文楷体"/>
            </a:endParaRPr>
          </a:p>
          <a:p>
            <a:pPr marL="525145">
              <a:lnSpc>
                <a:spcPct val="100000"/>
              </a:lnSpc>
              <a:spcBef>
                <a:spcPts val="710"/>
              </a:spcBef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接收电路产生电谐振的过程叫做调谐，能够调谐的接收电路叫做调谐电路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9695" y="529577"/>
            <a:ext cx="460184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四、无线电波的接</a:t>
            </a:r>
            <a:r>
              <a:rPr dirty="0" sz="4000" spc="-10"/>
              <a:t>收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1019" y="1065847"/>
            <a:ext cx="359791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5">
                <a:latin typeface="思源黑体 CN"/>
                <a:cs typeface="思源黑体 CN"/>
              </a:rPr>
              <a:t>接收无线电波的装置</a:t>
            </a:r>
            <a:r>
              <a:rPr dirty="0" spc="-5">
                <a:latin typeface="思源黑体 CN"/>
                <a:cs typeface="思源黑体 CN"/>
              </a:rPr>
              <a:t>：</a:t>
            </a:r>
          </a:p>
        </p:txBody>
      </p:sp>
      <p:sp>
        <p:nvSpPr>
          <p:cNvPr id="3" name="object 3"/>
          <p:cNvSpPr/>
          <p:nvPr/>
        </p:nvSpPr>
        <p:spPr>
          <a:xfrm>
            <a:off x="4962118" y="3486442"/>
            <a:ext cx="237490" cy="866140"/>
          </a:xfrm>
          <a:custGeom>
            <a:avLst/>
            <a:gdLst/>
            <a:ahLst/>
            <a:cxnLst/>
            <a:rect l="l" t="t" r="r" b="b"/>
            <a:pathLst>
              <a:path w="237489" h="866139">
                <a:moveTo>
                  <a:pt x="163233" y="59689"/>
                </a:moveTo>
                <a:lnTo>
                  <a:pt x="157162" y="57150"/>
                </a:lnTo>
                <a:lnTo>
                  <a:pt x="157581" y="57150"/>
                </a:lnTo>
                <a:lnTo>
                  <a:pt x="151218" y="55879"/>
                </a:lnTo>
                <a:lnTo>
                  <a:pt x="151752" y="55879"/>
                </a:lnTo>
                <a:lnTo>
                  <a:pt x="138302" y="53339"/>
                </a:lnTo>
                <a:lnTo>
                  <a:pt x="138849" y="53339"/>
                </a:lnTo>
                <a:lnTo>
                  <a:pt x="124701" y="50800"/>
                </a:lnTo>
                <a:lnTo>
                  <a:pt x="125107" y="50800"/>
                </a:lnTo>
                <a:lnTo>
                  <a:pt x="110553" y="49529"/>
                </a:lnTo>
                <a:lnTo>
                  <a:pt x="110858" y="49529"/>
                </a:lnTo>
                <a:lnTo>
                  <a:pt x="96215" y="46989"/>
                </a:lnTo>
                <a:lnTo>
                  <a:pt x="96431" y="46989"/>
                </a:lnTo>
                <a:lnTo>
                  <a:pt x="81991" y="45720"/>
                </a:lnTo>
                <a:lnTo>
                  <a:pt x="82156" y="45720"/>
                </a:lnTo>
                <a:lnTo>
                  <a:pt x="55054" y="41910"/>
                </a:lnTo>
                <a:lnTo>
                  <a:pt x="32080" y="39370"/>
                </a:lnTo>
                <a:lnTo>
                  <a:pt x="23228" y="38100"/>
                </a:lnTo>
                <a:lnTo>
                  <a:pt x="15722" y="36829"/>
                </a:lnTo>
                <a:lnTo>
                  <a:pt x="22364" y="0"/>
                </a:lnTo>
                <a:lnTo>
                  <a:pt x="28498" y="0"/>
                </a:lnTo>
                <a:lnTo>
                  <a:pt x="37350" y="1270"/>
                </a:lnTo>
                <a:lnTo>
                  <a:pt x="36956" y="1270"/>
                </a:lnTo>
                <a:lnTo>
                  <a:pt x="59524" y="3810"/>
                </a:lnTo>
                <a:lnTo>
                  <a:pt x="86690" y="7620"/>
                </a:lnTo>
                <a:lnTo>
                  <a:pt x="101358" y="8889"/>
                </a:lnTo>
                <a:lnTo>
                  <a:pt x="159931" y="19050"/>
                </a:lnTo>
                <a:lnTo>
                  <a:pt x="166293" y="20320"/>
                </a:lnTo>
                <a:lnTo>
                  <a:pt x="173291" y="22860"/>
                </a:lnTo>
                <a:lnTo>
                  <a:pt x="185013" y="25400"/>
                </a:lnTo>
                <a:lnTo>
                  <a:pt x="190715" y="27939"/>
                </a:lnTo>
                <a:lnTo>
                  <a:pt x="191579" y="27939"/>
                </a:lnTo>
                <a:lnTo>
                  <a:pt x="196113" y="30479"/>
                </a:lnTo>
                <a:lnTo>
                  <a:pt x="197180" y="30479"/>
                </a:lnTo>
                <a:lnTo>
                  <a:pt x="201231" y="33020"/>
                </a:lnTo>
                <a:lnTo>
                  <a:pt x="202539" y="33020"/>
                </a:lnTo>
                <a:lnTo>
                  <a:pt x="206082" y="35560"/>
                </a:lnTo>
                <a:lnTo>
                  <a:pt x="207683" y="36829"/>
                </a:lnTo>
                <a:lnTo>
                  <a:pt x="210654" y="39370"/>
                </a:lnTo>
                <a:lnTo>
                  <a:pt x="212572" y="40639"/>
                </a:lnTo>
                <a:lnTo>
                  <a:pt x="214960" y="43179"/>
                </a:lnTo>
                <a:lnTo>
                  <a:pt x="216801" y="45720"/>
                </a:lnTo>
                <a:lnTo>
                  <a:pt x="218693" y="48260"/>
                </a:lnTo>
                <a:lnTo>
                  <a:pt x="220065" y="49529"/>
                </a:lnTo>
                <a:lnTo>
                  <a:pt x="221602" y="52070"/>
                </a:lnTo>
                <a:lnTo>
                  <a:pt x="222643" y="54610"/>
                </a:lnTo>
                <a:lnTo>
                  <a:pt x="223824" y="57150"/>
                </a:lnTo>
                <a:lnTo>
                  <a:pt x="224186" y="58420"/>
                </a:lnTo>
                <a:lnTo>
                  <a:pt x="162725" y="58420"/>
                </a:lnTo>
                <a:lnTo>
                  <a:pt x="163233" y="59689"/>
                </a:lnTo>
                <a:close/>
              </a:path>
              <a:path w="237489" h="866139">
                <a:moveTo>
                  <a:pt x="184150" y="67310"/>
                </a:moveTo>
                <a:lnTo>
                  <a:pt x="180098" y="64770"/>
                </a:lnTo>
                <a:lnTo>
                  <a:pt x="181165" y="64770"/>
                </a:lnTo>
                <a:lnTo>
                  <a:pt x="176631" y="63500"/>
                </a:lnTo>
                <a:lnTo>
                  <a:pt x="177507" y="63500"/>
                </a:lnTo>
                <a:lnTo>
                  <a:pt x="172529" y="62229"/>
                </a:lnTo>
                <a:lnTo>
                  <a:pt x="173253" y="62229"/>
                </a:lnTo>
                <a:lnTo>
                  <a:pt x="167868" y="60960"/>
                </a:lnTo>
                <a:lnTo>
                  <a:pt x="168465" y="60960"/>
                </a:lnTo>
                <a:lnTo>
                  <a:pt x="162725" y="58420"/>
                </a:lnTo>
                <a:lnTo>
                  <a:pt x="224186" y="58420"/>
                </a:lnTo>
                <a:lnTo>
                  <a:pt x="224548" y="59689"/>
                </a:lnTo>
                <a:lnTo>
                  <a:pt x="225399" y="62229"/>
                </a:lnTo>
                <a:lnTo>
                  <a:pt x="225844" y="64770"/>
                </a:lnTo>
                <a:lnTo>
                  <a:pt x="226110" y="66039"/>
                </a:lnTo>
                <a:lnTo>
                  <a:pt x="182841" y="66039"/>
                </a:lnTo>
                <a:lnTo>
                  <a:pt x="184150" y="67310"/>
                </a:lnTo>
                <a:close/>
              </a:path>
              <a:path w="237489" h="866139">
                <a:moveTo>
                  <a:pt x="185674" y="68077"/>
                </a:moveTo>
                <a:lnTo>
                  <a:pt x="182841" y="66039"/>
                </a:lnTo>
                <a:lnTo>
                  <a:pt x="226110" y="66039"/>
                </a:lnTo>
                <a:lnTo>
                  <a:pt x="226377" y="67310"/>
                </a:lnTo>
                <a:lnTo>
                  <a:pt x="184772" y="67310"/>
                </a:lnTo>
                <a:lnTo>
                  <a:pt x="185674" y="68077"/>
                </a:lnTo>
                <a:close/>
              </a:path>
              <a:path w="237489" h="866139">
                <a:moveTo>
                  <a:pt x="186372" y="68579"/>
                </a:moveTo>
                <a:lnTo>
                  <a:pt x="185674" y="68077"/>
                </a:lnTo>
                <a:lnTo>
                  <a:pt x="184772" y="67310"/>
                </a:lnTo>
                <a:lnTo>
                  <a:pt x="186372" y="68579"/>
                </a:lnTo>
                <a:close/>
              </a:path>
              <a:path w="237489" h="866139">
                <a:moveTo>
                  <a:pt x="187202" y="69152"/>
                </a:moveTo>
                <a:lnTo>
                  <a:pt x="186372" y="68579"/>
                </a:lnTo>
                <a:lnTo>
                  <a:pt x="184772" y="67310"/>
                </a:lnTo>
                <a:lnTo>
                  <a:pt x="185826" y="67310"/>
                </a:lnTo>
                <a:lnTo>
                  <a:pt x="187142" y="69041"/>
                </a:lnTo>
                <a:close/>
              </a:path>
              <a:path w="237489" h="866139">
                <a:moveTo>
                  <a:pt x="187553" y="69147"/>
                </a:moveTo>
                <a:lnTo>
                  <a:pt x="185826" y="67310"/>
                </a:lnTo>
                <a:lnTo>
                  <a:pt x="226377" y="67310"/>
                </a:lnTo>
                <a:lnTo>
                  <a:pt x="226485" y="68579"/>
                </a:lnTo>
                <a:lnTo>
                  <a:pt x="187375" y="68579"/>
                </a:lnTo>
                <a:lnTo>
                  <a:pt x="187553" y="69147"/>
                </a:lnTo>
                <a:close/>
              </a:path>
              <a:path w="237489" h="866139">
                <a:moveTo>
                  <a:pt x="186559" y="68831"/>
                </a:moveTo>
                <a:lnTo>
                  <a:pt x="185674" y="68077"/>
                </a:lnTo>
                <a:lnTo>
                  <a:pt x="186372" y="68579"/>
                </a:lnTo>
                <a:lnTo>
                  <a:pt x="186559" y="68831"/>
                </a:lnTo>
                <a:close/>
              </a:path>
              <a:path w="237489" h="866139">
                <a:moveTo>
                  <a:pt x="187427" y="69569"/>
                </a:moveTo>
                <a:lnTo>
                  <a:pt x="186559" y="68831"/>
                </a:lnTo>
                <a:lnTo>
                  <a:pt x="186372" y="68579"/>
                </a:lnTo>
                <a:lnTo>
                  <a:pt x="187195" y="69147"/>
                </a:lnTo>
                <a:lnTo>
                  <a:pt x="187427" y="69569"/>
                </a:lnTo>
                <a:close/>
              </a:path>
              <a:path w="237489" h="866139">
                <a:moveTo>
                  <a:pt x="187266" y="69196"/>
                </a:moveTo>
                <a:lnTo>
                  <a:pt x="187142" y="69041"/>
                </a:lnTo>
                <a:lnTo>
                  <a:pt x="186893" y="68579"/>
                </a:lnTo>
                <a:lnTo>
                  <a:pt x="187266" y="69196"/>
                </a:lnTo>
                <a:close/>
              </a:path>
              <a:path w="237489" h="866139">
                <a:moveTo>
                  <a:pt x="187656" y="69257"/>
                </a:moveTo>
                <a:lnTo>
                  <a:pt x="187375" y="68579"/>
                </a:lnTo>
                <a:lnTo>
                  <a:pt x="187656" y="69257"/>
                </a:lnTo>
                <a:close/>
              </a:path>
              <a:path w="237489" h="866139">
                <a:moveTo>
                  <a:pt x="226593" y="69850"/>
                </a:moveTo>
                <a:lnTo>
                  <a:pt x="188213" y="69850"/>
                </a:lnTo>
                <a:lnTo>
                  <a:pt x="187656" y="69257"/>
                </a:lnTo>
                <a:lnTo>
                  <a:pt x="187375" y="68579"/>
                </a:lnTo>
                <a:lnTo>
                  <a:pt x="226485" y="68579"/>
                </a:lnTo>
                <a:lnTo>
                  <a:pt x="226593" y="69850"/>
                </a:lnTo>
                <a:close/>
              </a:path>
              <a:path w="237489" h="866139">
                <a:moveTo>
                  <a:pt x="188104" y="70904"/>
                </a:moveTo>
                <a:lnTo>
                  <a:pt x="186559" y="68831"/>
                </a:lnTo>
                <a:lnTo>
                  <a:pt x="187427" y="69569"/>
                </a:lnTo>
                <a:lnTo>
                  <a:pt x="188042" y="70709"/>
                </a:lnTo>
                <a:lnTo>
                  <a:pt x="188104" y="70904"/>
                </a:lnTo>
                <a:close/>
              </a:path>
              <a:path w="237489" h="866139">
                <a:moveTo>
                  <a:pt x="187778" y="69549"/>
                </a:moveTo>
                <a:lnTo>
                  <a:pt x="187553" y="69147"/>
                </a:lnTo>
                <a:lnTo>
                  <a:pt x="187778" y="69549"/>
                </a:lnTo>
                <a:close/>
              </a:path>
              <a:path w="237489" h="866139">
                <a:moveTo>
                  <a:pt x="187560" y="69682"/>
                </a:moveTo>
                <a:lnTo>
                  <a:pt x="187427" y="69569"/>
                </a:lnTo>
                <a:lnTo>
                  <a:pt x="187202" y="69152"/>
                </a:lnTo>
                <a:lnTo>
                  <a:pt x="187560" y="69682"/>
                </a:lnTo>
                <a:close/>
              </a:path>
              <a:path w="237489" h="866139">
                <a:moveTo>
                  <a:pt x="187773" y="69850"/>
                </a:moveTo>
                <a:lnTo>
                  <a:pt x="187266" y="69196"/>
                </a:lnTo>
                <a:lnTo>
                  <a:pt x="187652" y="69462"/>
                </a:lnTo>
                <a:lnTo>
                  <a:pt x="187773" y="69850"/>
                </a:lnTo>
                <a:close/>
              </a:path>
              <a:path w="237489" h="866139">
                <a:moveTo>
                  <a:pt x="187756" y="69850"/>
                </a:moveTo>
                <a:lnTo>
                  <a:pt x="187560" y="69682"/>
                </a:lnTo>
                <a:lnTo>
                  <a:pt x="187289" y="69235"/>
                </a:lnTo>
                <a:lnTo>
                  <a:pt x="187756" y="69850"/>
                </a:lnTo>
                <a:close/>
              </a:path>
              <a:path w="237489" h="866139">
                <a:moveTo>
                  <a:pt x="187902" y="69850"/>
                </a:moveTo>
                <a:lnTo>
                  <a:pt x="187773" y="69850"/>
                </a:lnTo>
                <a:lnTo>
                  <a:pt x="187652" y="69462"/>
                </a:lnTo>
                <a:lnTo>
                  <a:pt x="187902" y="69850"/>
                </a:lnTo>
                <a:close/>
              </a:path>
              <a:path w="237489" h="866139">
                <a:moveTo>
                  <a:pt x="226669" y="71120"/>
                </a:moveTo>
                <a:lnTo>
                  <a:pt x="188429" y="71120"/>
                </a:lnTo>
                <a:lnTo>
                  <a:pt x="187778" y="69549"/>
                </a:lnTo>
                <a:lnTo>
                  <a:pt x="188213" y="69850"/>
                </a:lnTo>
                <a:lnTo>
                  <a:pt x="226593" y="69850"/>
                </a:lnTo>
                <a:lnTo>
                  <a:pt x="226669" y="71120"/>
                </a:lnTo>
                <a:close/>
              </a:path>
              <a:path w="237489" h="866139">
                <a:moveTo>
                  <a:pt x="187756" y="69850"/>
                </a:moveTo>
                <a:lnTo>
                  <a:pt x="187560" y="69682"/>
                </a:lnTo>
                <a:lnTo>
                  <a:pt x="187756" y="69850"/>
                </a:lnTo>
                <a:close/>
              </a:path>
              <a:path w="237489" h="866139">
                <a:moveTo>
                  <a:pt x="187894" y="70234"/>
                </a:moveTo>
                <a:lnTo>
                  <a:pt x="187661" y="69850"/>
                </a:lnTo>
                <a:lnTo>
                  <a:pt x="187894" y="70234"/>
                </a:lnTo>
                <a:close/>
              </a:path>
              <a:path w="237489" h="866139">
                <a:moveTo>
                  <a:pt x="188009" y="70425"/>
                </a:moveTo>
                <a:lnTo>
                  <a:pt x="187894" y="70234"/>
                </a:lnTo>
                <a:lnTo>
                  <a:pt x="187773" y="69850"/>
                </a:lnTo>
                <a:lnTo>
                  <a:pt x="188009" y="70425"/>
                </a:lnTo>
                <a:close/>
              </a:path>
              <a:path w="237489" h="866139">
                <a:moveTo>
                  <a:pt x="188074" y="70532"/>
                </a:moveTo>
                <a:lnTo>
                  <a:pt x="187955" y="70234"/>
                </a:lnTo>
                <a:lnTo>
                  <a:pt x="187845" y="69850"/>
                </a:lnTo>
                <a:lnTo>
                  <a:pt x="188074" y="70532"/>
                </a:lnTo>
                <a:close/>
              </a:path>
              <a:path w="237489" h="866139">
                <a:moveTo>
                  <a:pt x="188429" y="71120"/>
                </a:moveTo>
                <a:lnTo>
                  <a:pt x="188074" y="70532"/>
                </a:lnTo>
                <a:lnTo>
                  <a:pt x="187845" y="69850"/>
                </a:lnTo>
                <a:lnTo>
                  <a:pt x="188429" y="71120"/>
                </a:lnTo>
                <a:close/>
              </a:path>
              <a:path w="237489" h="866139">
                <a:moveTo>
                  <a:pt x="188143" y="70895"/>
                </a:moveTo>
                <a:lnTo>
                  <a:pt x="188042" y="70709"/>
                </a:lnTo>
                <a:lnTo>
                  <a:pt x="187894" y="70234"/>
                </a:lnTo>
                <a:lnTo>
                  <a:pt x="188009" y="70425"/>
                </a:lnTo>
                <a:lnTo>
                  <a:pt x="188143" y="70895"/>
                </a:lnTo>
                <a:close/>
              </a:path>
              <a:path w="237489" h="866139">
                <a:moveTo>
                  <a:pt x="226826" y="77470"/>
                </a:moveTo>
                <a:lnTo>
                  <a:pt x="188709" y="77470"/>
                </a:lnTo>
                <a:lnTo>
                  <a:pt x="188785" y="76200"/>
                </a:lnTo>
                <a:lnTo>
                  <a:pt x="188772" y="73660"/>
                </a:lnTo>
                <a:lnTo>
                  <a:pt x="188582" y="72389"/>
                </a:lnTo>
                <a:lnTo>
                  <a:pt x="188074" y="70532"/>
                </a:lnTo>
                <a:lnTo>
                  <a:pt x="188429" y="71120"/>
                </a:lnTo>
                <a:lnTo>
                  <a:pt x="226669" y="71120"/>
                </a:lnTo>
                <a:lnTo>
                  <a:pt x="226767" y="72758"/>
                </a:lnTo>
                <a:lnTo>
                  <a:pt x="226826" y="77470"/>
                </a:lnTo>
                <a:close/>
              </a:path>
              <a:path w="237489" h="866139">
                <a:moveTo>
                  <a:pt x="188172" y="70995"/>
                </a:moveTo>
                <a:lnTo>
                  <a:pt x="188042" y="70709"/>
                </a:lnTo>
                <a:lnTo>
                  <a:pt x="188146" y="70904"/>
                </a:lnTo>
                <a:close/>
              </a:path>
              <a:path w="237489" h="866139">
                <a:moveTo>
                  <a:pt x="188427" y="71937"/>
                </a:moveTo>
                <a:lnTo>
                  <a:pt x="188104" y="70904"/>
                </a:lnTo>
                <a:lnTo>
                  <a:pt x="188207" y="71120"/>
                </a:lnTo>
                <a:lnTo>
                  <a:pt x="188427" y="71937"/>
                </a:lnTo>
                <a:close/>
              </a:path>
              <a:path w="237489" h="866139">
                <a:moveTo>
                  <a:pt x="188696" y="72389"/>
                </a:moveTo>
                <a:lnTo>
                  <a:pt x="188569" y="72389"/>
                </a:lnTo>
                <a:lnTo>
                  <a:pt x="188388" y="71755"/>
                </a:lnTo>
                <a:lnTo>
                  <a:pt x="188252" y="71120"/>
                </a:lnTo>
                <a:lnTo>
                  <a:pt x="188696" y="72389"/>
                </a:lnTo>
                <a:close/>
              </a:path>
              <a:path w="237489" h="866139">
                <a:moveTo>
                  <a:pt x="188569" y="72389"/>
                </a:moveTo>
                <a:lnTo>
                  <a:pt x="188427" y="71937"/>
                </a:lnTo>
                <a:lnTo>
                  <a:pt x="188569" y="72389"/>
                </a:lnTo>
                <a:close/>
              </a:path>
              <a:path w="237489" h="866139">
                <a:moveTo>
                  <a:pt x="188604" y="72758"/>
                </a:moveTo>
                <a:lnTo>
                  <a:pt x="188525" y="72389"/>
                </a:lnTo>
                <a:lnTo>
                  <a:pt x="188604" y="72758"/>
                </a:lnTo>
                <a:close/>
              </a:path>
              <a:path w="237489" h="866139">
                <a:moveTo>
                  <a:pt x="188798" y="73660"/>
                </a:moveTo>
                <a:lnTo>
                  <a:pt x="188604" y="72758"/>
                </a:lnTo>
                <a:lnTo>
                  <a:pt x="188582" y="72389"/>
                </a:lnTo>
                <a:lnTo>
                  <a:pt x="188798" y="73660"/>
                </a:lnTo>
                <a:close/>
              </a:path>
              <a:path w="237489" h="866139">
                <a:moveTo>
                  <a:pt x="188798" y="73660"/>
                </a:moveTo>
                <a:lnTo>
                  <a:pt x="188658" y="73660"/>
                </a:lnTo>
                <a:lnTo>
                  <a:pt x="188604" y="72758"/>
                </a:lnTo>
                <a:lnTo>
                  <a:pt x="188798" y="73660"/>
                </a:lnTo>
                <a:close/>
              </a:path>
              <a:path w="237489" h="866139">
                <a:moveTo>
                  <a:pt x="188747" y="75150"/>
                </a:moveTo>
                <a:lnTo>
                  <a:pt x="188658" y="73660"/>
                </a:lnTo>
                <a:lnTo>
                  <a:pt x="188747" y="75150"/>
                </a:lnTo>
                <a:close/>
              </a:path>
              <a:path w="237489" h="866139">
                <a:moveTo>
                  <a:pt x="188810" y="76200"/>
                </a:moveTo>
                <a:lnTo>
                  <a:pt x="188747" y="75150"/>
                </a:lnTo>
                <a:lnTo>
                  <a:pt x="188810" y="76200"/>
                </a:lnTo>
                <a:close/>
              </a:path>
              <a:path w="237489" h="866139">
                <a:moveTo>
                  <a:pt x="188717" y="76986"/>
                </a:moveTo>
                <a:lnTo>
                  <a:pt x="188730" y="76200"/>
                </a:lnTo>
                <a:lnTo>
                  <a:pt x="188717" y="76986"/>
                </a:lnTo>
                <a:close/>
              </a:path>
              <a:path w="237489" h="866139">
                <a:moveTo>
                  <a:pt x="226733" y="80010"/>
                </a:moveTo>
                <a:lnTo>
                  <a:pt x="188455" y="80010"/>
                </a:lnTo>
                <a:lnTo>
                  <a:pt x="188607" y="78739"/>
                </a:lnTo>
                <a:lnTo>
                  <a:pt x="188717" y="76986"/>
                </a:lnTo>
                <a:lnTo>
                  <a:pt x="188709" y="77470"/>
                </a:lnTo>
                <a:lnTo>
                  <a:pt x="226826" y="77470"/>
                </a:lnTo>
                <a:lnTo>
                  <a:pt x="226733" y="80010"/>
                </a:lnTo>
                <a:close/>
              </a:path>
              <a:path w="237489" h="866139">
                <a:moveTo>
                  <a:pt x="188512" y="79344"/>
                </a:moveTo>
                <a:lnTo>
                  <a:pt x="188565" y="78739"/>
                </a:lnTo>
                <a:lnTo>
                  <a:pt x="188512" y="79344"/>
                </a:lnTo>
                <a:close/>
              </a:path>
              <a:path w="237489" h="866139">
                <a:moveTo>
                  <a:pt x="188455" y="80010"/>
                </a:moveTo>
                <a:lnTo>
                  <a:pt x="188512" y="79344"/>
                </a:lnTo>
                <a:lnTo>
                  <a:pt x="188607" y="78739"/>
                </a:lnTo>
                <a:lnTo>
                  <a:pt x="188455" y="80010"/>
                </a:lnTo>
                <a:close/>
              </a:path>
              <a:path w="237489" h="866139">
                <a:moveTo>
                  <a:pt x="226504" y="82550"/>
                </a:moveTo>
                <a:lnTo>
                  <a:pt x="188010" y="82550"/>
                </a:lnTo>
                <a:lnTo>
                  <a:pt x="188226" y="81279"/>
                </a:lnTo>
                <a:lnTo>
                  <a:pt x="188512" y="79344"/>
                </a:lnTo>
                <a:lnTo>
                  <a:pt x="188455" y="80010"/>
                </a:lnTo>
                <a:lnTo>
                  <a:pt x="226733" y="80010"/>
                </a:lnTo>
                <a:lnTo>
                  <a:pt x="226504" y="82550"/>
                </a:lnTo>
                <a:close/>
              </a:path>
              <a:path w="237489" h="866139">
                <a:moveTo>
                  <a:pt x="188169" y="81533"/>
                </a:moveTo>
                <a:lnTo>
                  <a:pt x="188209" y="81279"/>
                </a:lnTo>
                <a:lnTo>
                  <a:pt x="188169" y="81533"/>
                </a:lnTo>
                <a:close/>
              </a:path>
              <a:path w="237489" h="866139">
                <a:moveTo>
                  <a:pt x="188010" y="82550"/>
                </a:moveTo>
                <a:lnTo>
                  <a:pt x="188169" y="81533"/>
                </a:lnTo>
                <a:lnTo>
                  <a:pt x="188226" y="81279"/>
                </a:lnTo>
                <a:lnTo>
                  <a:pt x="188010" y="82550"/>
                </a:lnTo>
                <a:close/>
              </a:path>
              <a:path w="237489" h="866139">
                <a:moveTo>
                  <a:pt x="226237" y="85089"/>
                </a:moveTo>
                <a:lnTo>
                  <a:pt x="187375" y="85089"/>
                </a:lnTo>
                <a:lnTo>
                  <a:pt x="188169" y="81533"/>
                </a:lnTo>
                <a:lnTo>
                  <a:pt x="188010" y="82550"/>
                </a:lnTo>
                <a:lnTo>
                  <a:pt x="226504" y="82550"/>
                </a:lnTo>
                <a:lnTo>
                  <a:pt x="226390" y="83820"/>
                </a:lnTo>
                <a:lnTo>
                  <a:pt x="226237" y="85089"/>
                </a:lnTo>
                <a:close/>
              </a:path>
              <a:path w="237489" h="866139">
                <a:moveTo>
                  <a:pt x="224857" y="91439"/>
                </a:moveTo>
                <a:lnTo>
                  <a:pt x="185470" y="91439"/>
                </a:lnTo>
                <a:lnTo>
                  <a:pt x="186778" y="87629"/>
                </a:lnTo>
                <a:lnTo>
                  <a:pt x="186524" y="87629"/>
                </a:lnTo>
                <a:lnTo>
                  <a:pt x="187617" y="83820"/>
                </a:lnTo>
                <a:lnTo>
                  <a:pt x="187375" y="85089"/>
                </a:lnTo>
                <a:lnTo>
                  <a:pt x="226237" y="85089"/>
                </a:lnTo>
                <a:lnTo>
                  <a:pt x="225640" y="88900"/>
                </a:lnTo>
                <a:lnTo>
                  <a:pt x="225425" y="88900"/>
                </a:lnTo>
                <a:lnTo>
                  <a:pt x="224857" y="91439"/>
                </a:lnTo>
                <a:close/>
              </a:path>
              <a:path w="237489" h="866139">
                <a:moveTo>
                  <a:pt x="223253" y="97789"/>
                </a:moveTo>
                <a:lnTo>
                  <a:pt x="182778" y="97789"/>
                </a:lnTo>
                <a:lnTo>
                  <a:pt x="184480" y="93979"/>
                </a:lnTo>
                <a:lnTo>
                  <a:pt x="184226" y="93979"/>
                </a:lnTo>
                <a:lnTo>
                  <a:pt x="185737" y="90170"/>
                </a:lnTo>
                <a:lnTo>
                  <a:pt x="185470" y="91439"/>
                </a:lnTo>
                <a:lnTo>
                  <a:pt x="224857" y="91439"/>
                </a:lnTo>
                <a:lnTo>
                  <a:pt x="224574" y="92710"/>
                </a:lnTo>
                <a:lnTo>
                  <a:pt x="224332" y="93979"/>
                </a:lnTo>
                <a:lnTo>
                  <a:pt x="223253" y="97789"/>
                </a:lnTo>
                <a:close/>
              </a:path>
              <a:path w="237489" h="866139">
                <a:moveTo>
                  <a:pt x="220802" y="105410"/>
                </a:moveTo>
                <a:lnTo>
                  <a:pt x="179209" y="105410"/>
                </a:lnTo>
                <a:lnTo>
                  <a:pt x="183159" y="96520"/>
                </a:lnTo>
                <a:lnTo>
                  <a:pt x="182778" y="97789"/>
                </a:lnTo>
                <a:lnTo>
                  <a:pt x="223253" y="97789"/>
                </a:lnTo>
                <a:lnTo>
                  <a:pt x="222999" y="99060"/>
                </a:lnTo>
                <a:lnTo>
                  <a:pt x="220802" y="105410"/>
                </a:lnTo>
                <a:close/>
              </a:path>
              <a:path w="237489" h="866139">
                <a:moveTo>
                  <a:pt x="217931" y="113029"/>
                </a:moveTo>
                <a:lnTo>
                  <a:pt x="175132" y="113029"/>
                </a:lnTo>
                <a:lnTo>
                  <a:pt x="179704" y="104139"/>
                </a:lnTo>
                <a:lnTo>
                  <a:pt x="179209" y="105410"/>
                </a:lnTo>
                <a:lnTo>
                  <a:pt x="220802" y="105410"/>
                </a:lnTo>
                <a:lnTo>
                  <a:pt x="219913" y="107950"/>
                </a:lnTo>
                <a:lnTo>
                  <a:pt x="217931" y="113029"/>
                </a:lnTo>
                <a:close/>
              </a:path>
              <a:path w="237489" h="866139">
                <a:moveTo>
                  <a:pt x="214165" y="120650"/>
                </a:moveTo>
                <a:lnTo>
                  <a:pt x="170535" y="120650"/>
                </a:lnTo>
                <a:lnTo>
                  <a:pt x="175615" y="111760"/>
                </a:lnTo>
                <a:lnTo>
                  <a:pt x="175132" y="113029"/>
                </a:lnTo>
                <a:lnTo>
                  <a:pt x="217550" y="113029"/>
                </a:lnTo>
                <a:lnTo>
                  <a:pt x="214165" y="120650"/>
                </a:lnTo>
                <a:close/>
              </a:path>
              <a:path w="237489" h="866139">
                <a:moveTo>
                  <a:pt x="206359" y="134620"/>
                </a:moveTo>
                <a:lnTo>
                  <a:pt x="160223" y="134620"/>
                </a:lnTo>
                <a:lnTo>
                  <a:pt x="165988" y="127000"/>
                </a:lnTo>
                <a:lnTo>
                  <a:pt x="165531" y="127000"/>
                </a:lnTo>
                <a:lnTo>
                  <a:pt x="171005" y="119379"/>
                </a:lnTo>
                <a:lnTo>
                  <a:pt x="170535" y="120650"/>
                </a:lnTo>
                <a:lnTo>
                  <a:pt x="214165" y="120650"/>
                </a:lnTo>
                <a:lnTo>
                  <a:pt x="213601" y="121920"/>
                </a:lnTo>
                <a:lnTo>
                  <a:pt x="213093" y="123189"/>
                </a:lnTo>
                <a:lnTo>
                  <a:pt x="208533" y="130810"/>
                </a:lnTo>
                <a:lnTo>
                  <a:pt x="208051" y="132079"/>
                </a:lnTo>
                <a:lnTo>
                  <a:pt x="206359" y="134620"/>
                </a:lnTo>
                <a:close/>
              </a:path>
              <a:path w="237489" h="866139">
                <a:moveTo>
                  <a:pt x="193235" y="153670"/>
                </a:moveTo>
                <a:lnTo>
                  <a:pt x="143789" y="153670"/>
                </a:lnTo>
                <a:lnTo>
                  <a:pt x="149758" y="147320"/>
                </a:lnTo>
                <a:lnTo>
                  <a:pt x="149225" y="147320"/>
                </a:lnTo>
                <a:lnTo>
                  <a:pt x="155232" y="140970"/>
                </a:lnTo>
                <a:lnTo>
                  <a:pt x="154749" y="140970"/>
                </a:lnTo>
                <a:lnTo>
                  <a:pt x="160680" y="133350"/>
                </a:lnTo>
                <a:lnTo>
                  <a:pt x="160223" y="134620"/>
                </a:lnTo>
                <a:lnTo>
                  <a:pt x="206359" y="134620"/>
                </a:lnTo>
                <a:lnTo>
                  <a:pt x="197053" y="148589"/>
                </a:lnTo>
                <a:lnTo>
                  <a:pt x="193235" y="153670"/>
                </a:lnTo>
                <a:close/>
              </a:path>
              <a:path w="237489" h="866139">
                <a:moveTo>
                  <a:pt x="189384" y="158750"/>
                </a:moveTo>
                <a:lnTo>
                  <a:pt x="138595" y="158750"/>
                </a:lnTo>
                <a:lnTo>
                  <a:pt x="144411" y="152400"/>
                </a:lnTo>
                <a:lnTo>
                  <a:pt x="143789" y="153670"/>
                </a:lnTo>
                <a:lnTo>
                  <a:pt x="193235" y="153670"/>
                </a:lnTo>
                <a:lnTo>
                  <a:pt x="190373" y="157479"/>
                </a:lnTo>
                <a:lnTo>
                  <a:pt x="189384" y="158750"/>
                </a:lnTo>
                <a:close/>
              </a:path>
              <a:path w="237489" h="866139">
                <a:moveTo>
                  <a:pt x="188396" y="160020"/>
                </a:moveTo>
                <a:lnTo>
                  <a:pt x="136499" y="160020"/>
                </a:lnTo>
                <a:lnTo>
                  <a:pt x="139547" y="157479"/>
                </a:lnTo>
                <a:lnTo>
                  <a:pt x="138595" y="158750"/>
                </a:lnTo>
                <a:lnTo>
                  <a:pt x="189384" y="158750"/>
                </a:lnTo>
                <a:lnTo>
                  <a:pt x="188396" y="160020"/>
                </a:lnTo>
                <a:close/>
              </a:path>
              <a:path w="237489" h="866139">
                <a:moveTo>
                  <a:pt x="185430" y="163829"/>
                </a:moveTo>
                <a:lnTo>
                  <a:pt x="131267" y="163829"/>
                </a:lnTo>
                <a:lnTo>
                  <a:pt x="135064" y="161289"/>
                </a:lnTo>
                <a:lnTo>
                  <a:pt x="134137" y="161289"/>
                </a:lnTo>
                <a:lnTo>
                  <a:pt x="137579" y="158750"/>
                </a:lnTo>
                <a:lnTo>
                  <a:pt x="136499" y="160020"/>
                </a:lnTo>
                <a:lnTo>
                  <a:pt x="188396" y="160020"/>
                </a:lnTo>
                <a:lnTo>
                  <a:pt x="185430" y="163829"/>
                </a:lnTo>
                <a:close/>
              </a:path>
              <a:path w="237489" h="866139">
                <a:moveTo>
                  <a:pt x="182101" y="167639"/>
                </a:moveTo>
                <a:lnTo>
                  <a:pt x="124218" y="167639"/>
                </a:lnTo>
                <a:lnTo>
                  <a:pt x="128638" y="165100"/>
                </a:lnTo>
                <a:lnTo>
                  <a:pt x="127939" y="165100"/>
                </a:lnTo>
                <a:lnTo>
                  <a:pt x="132079" y="162560"/>
                </a:lnTo>
                <a:lnTo>
                  <a:pt x="131267" y="163829"/>
                </a:lnTo>
                <a:lnTo>
                  <a:pt x="185430" y="163829"/>
                </a:lnTo>
                <a:lnTo>
                  <a:pt x="184442" y="165100"/>
                </a:lnTo>
                <a:lnTo>
                  <a:pt x="182101" y="167639"/>
                </a:lnTo>
                <a:close/>
              </a:path>
              <a:path w="237489" h="866139">
                <a:moveTo>
                  <a:pt x="166465" y="184150"/>
                </a:moveTo>
                <a:lnTo>
                  <a:pt x="79578" y="184150"/>
                </a:lnTo>
                <a:lnTo>
                  <a:pt x="90843" y="180339"/>
                </a:lnTo>
                <a:lnTo>
                  <a:pt x="90411" y="180339"/>
                </a:lnTo>
                <a:lnTo>
                  <a:pt x="101511" y="176529"/>
                </a:lnTo>
                <a:lnTo>
                  <a:pt x="100926" y="176529"/>
                </a:lnTo>
                <a:lnTo>
                  <a:pt x="111620" y="172720"/>
                </a:lnTo>
                <a:lnTo>
                  <a:pt x="110845" y="172720"/>
                </a:lnTo>
                <a:lnTo>
                  <a:pt x="120865" y="168910"/>
                </a:lnTo>
                <a:lnTo>
                  <a:pt x="120129" y="168910"/>
                </a:lnTo>
                <a:lnTo>
                  <a:pt x="124815" y="166370"/>
                </a:lnTo>
                <a:lnTo>
                  <a:pt x="124218" y="167639"/>
                </a:lnTo>
                <a:lnTo>
                  <a:pt x="182101" y="167639"/>
                </a:lnTo>
                <a:lnTo>
                  <a:pt x="177418" y="172720"/>
                </a:lnTo>
                <a:lnTo>
                  <a:pt x="171450" y="179070"/>
                </a:lnTo>
                <a:lnTo>
                  <a:pt x="170827" y="180339"/>
                </a:lnTo>
                <a:lnTo>
                  <a:pt x="166465" y="184150"/>
                </a:lnTo>
                <a:close/>
              </a:path>
              <a:path w="237489" h="866139">
                <a:moveTo>
                  <a:pt x="106832" y="240029"/>
                </a:moveTo>
                <a:lnTo>
                  <a:pt x="8636" y="240029"/>
                </a:lnTo>
                <a:lnTo>
                  <a:pt x="6413" y="237489"/>
                </a:lnTo>
                <a:lnTo>
                  <a:pt x="4470" y="236220"/>
                </a:lnTo>
                <a:lnTo>
                  <a:pt x="2870" y="233679"/>
                </a:lnTo>
                <a:lnTo>
                  <a:pt x="1625" y="231139"/>
                </a:lnTo>
                <a:lnTo>
                  <a:pt x="1346" y="229870"/>
                </a:lnTo>
                <a:lnTo>
                  <a:pt x="368" y="227329"/>
                </a:lnTo>
                <a:lnTo>
                  <a:pt x="0" y="223520"/>
                </a:lnTo>
                <a:lnTo>
                  <a:pt x="253" y="219710"/>
                </a:lnTo>
                <a:lnTo>
                  <a:pt x="1117" y="217170"/>
                </a:lnTo>
                <a:lnTo>
                  <a:pt x="1409" y="215900"/>
                </a:lnTo>
                <a:lnTo>
                  <a:pt x="2552" y="213360"/>
                </a:lnTo>
                <a:lnTo>
                  <a:pt x="4051" y="210820"/>
                </a:lnTo>
                <a:lnTo>
                  <a:pt x="5892" y="209550"/>
                </a:lnTo>
                <a:lnTo>
                  <a:pt x="6756" y="208279"/>
                </a:lnTo>
                <a:lnTo>
                  <a:pt x="8254" y="207010"/>
                </a:lnTo>
                <a:lnTo>
                  <a:pt x="9893" y="205739"/>
                </a:lnTo>
                <a:lnTo>
                  <a:pt x="11290" y="204470"/>
                </a:lnTo>
                <a:lnTo>
                  <a:pt x="13157" y="203200"/>
                </a:lnTo>
                <a:lnTo>
                  <a:pt x="15062" y="203200"/>
                </a:lnTo>
                <a:lnTo>
                  <a:pt x="16624" y="201929"/>
                </a:lnTo>
                <a:lnTo>
                  <a:pt x="21805" y="200660"/>
                </a:lnTo>
                <a:lnTo>
                  <a:pt x="22872" y="199389"/>
                </a:lnTo>
                <a:lnTo>
                  <a:pt x="29692" y="198120"/>
                </a:lnTo>
                <a:lnTo>
                  <a:pt x="47980" y="191770"/>
                </a:lnTo>
                <a:lnTo>
                  <a:pt x="68961" y="186689"/>
                </a:lnTo>
                <a:lnTo>
                  <a:pt x="68732" y="186689"/>
                </a:lnTo>
                <a:lnTo>
                  <a:pt x="79882" y="182879"/>
                </a:lnTo>
                <a:lnTo>
                  <a:pt x="79578" y="184150"/>
                </a:lnTo>
                <a:lnTo>
                  <a:pt x="166465" y="184150"/>
                </a:lnTo>
                <a:lnTo>
                  <a:pt x="165011" y="185420"/>
                </a:lnTo>
                <a:lnTo>
                  <a:pt x="164058" y="186689"/>
                </a:lnTo>
                <a:lnTo>
                  <a:pt x="160997" y="189229"/>
                </a:lnTo>
                <a:lnTo>
                  <a:pt x="159918" y="190500"/>
                </a:lnTo>
                <a:lnTo>
                  <a:pt x="156463" y="193039"/>
                </a:lnTo>
                <a:lnTo>
                  <a:pt x="155524" y="193039"/>
                </a:lnTo>
                <a:lnTo>
                  <a:pt x="151726" y="195579"/>
                </a:lnTo>
                <a:lnTo>
                  <a:pt x="150914" y="195579"/>
                </a:lnTo>
                <a:lnTo>
                  <a:pt x="146786" y="198120"/>
                </a:lnTo>
                <a:lnTo>
                  <a:pt x="141668" y="200660"/>
                </a:lnTo>
                <a:lnTo>
                  <a:pt x="116547" y="200660"/>
                </a:lnTo>
                <a:lnTo>
                  <a:pt x="105790" y="201929"/>
                </a:lnTo>
                <a:lnTo>
                  <a:pt x="94233" y="201929"/>
                </a:lnTo>
                <a:lnTo>
                  <a:pt x="71577" y="203200"/>
                </a:lnTo>
                <a:lnTo>
                  <a:pt x="50698" y="205739"/>
                </a:lnTo>
                <a:lnTo>
                  <a:pt x="24549" y="205739"/>
                </a:lnTo>
                <a:lnTo>
                  <a:pt x="26403" y="207010"/>
                </a:lnTo>
                <a:lnTo>
                  <a:pt x="25882" y="207010"/>
                </a:lnTo>
                <a:lnTo>
                  <a:pt x="30873" y="209550"/>
                </a:lnTo>
                <a:lnTo>
                  <a:pt x="31036" y="209550"/>
                </a:lnTo>
                <a:lnTo>
                  <a:pt x="36768" y="216818"/>
                </a:lnTo>
                <a:lnTo>
                  <a:pt x="36970" y="229117"/>
                </a:lnTo>
                <a:lnTo>
                  <a:pt x="33432" y="235130"/>
                </a:lnTo>
                <a:lnTo>
                  <a:pt x="32086" y="236220"/>
                </a:lnTo>
                <a:lnTo>
                  <a:pt x="31915" y="236220"/>
                </a:lnTo>
                <a:lnTo>
                  <a:pt x="30048" y="237489"/>
                </a:lnTo>
                <a:lnTo>
                  <a:pt x="212568" y="237489"/>
                </a:lnTo>
                <a:lnTo>
                  <a:pt x="214020" y="238760"/>
                </a:lnTo>
                <a:lnTo>
                  <a:pt x="117576" y="238760"/>
                </a:lnTo>
                <a:lnTo>
                  <a:pt x="106832" y="240029"/>
                </a:lnTo>
                <a:close/>
              </a:path>
              <a:path w="237489" h="866139">
                <a:moveTo>
                  <a:pt x="132803" y="201929"/>
                </a:moveTo>
                <a:lnTo>
                  <a:pt x="105790" y="201929"/>
                </a:lnTo>
                <a:lnTo>
                  <a:pt x="116547" y="200660"/>
                </a:lnTo>
                <a:lnTo>
                  <a:pt x="127355" y="200660"/>
                </a:lnTo>
                <a:lnTo>
                  <a:pt x="132803" y="201929"/>
                </a:lnTo>
                <a:close/>
              </a:path>
              <a:path w="237489" h="866139">
                <a:moveTo>
                  <a:pt x="30873" y="209550"/>
                </a:moveTo>
                <a:lnTo>
                  <a:pt x="25882" y="207010"/>
                </a:lnTo>
                <a:lnTo>
                  <a:pt x="34010" y="207010"/>
                </a:lnTo>
                <a:lnTo>
                  <a:pt x="42049" y="205739"/>
                </a:lnTo>
                <a:lnTo>
                  <a:pt x="50698" y="205739"/>
                </a:lnTo>
                <a:lnTo>
                  <a:pt x="71577" y="203200"/>
                </a:lnTo>
                <a:lnTo>
                  <a:pt x="94233" y="201929"/>
                </a:lnTo>
                <a:lnTo>
                  <a:pt x="132803" y="201929"/>
                </a:lnTo>
                <a:lnTo>
                  <a:pt x="127355" y="200660"/>
                </a:lnTo>
                <a:lnTo>
                  <a:pt x="141668" y="200660"/>
                </a:lnTo>
                <a:lnTo>
                  <a:pt x="136385" y="203200"/>
                </a:lnTo>
                <a:lnTo>
                  <a:pt x="135636" y="204470"/>
                </a:lnTo>
                <a:lnTo>
                  <a:pt x="125615" y="208279"/>
                </a:lnTo>
                <a:lnTo>
                  <a:pt x="30035" y="208279"/>
                </a:lnTo>
                <a:lnTo>
                  <a:pt x="30873" y="209550"/>
                </a:lnTo>
                <a:close/>
              </a:path>
              <a:path w="237489" h="866139">
                <a:moveTo>
                  <a:pt x="212568" y="237489"/>
                </a:moveTo>
                <a:lnTo>
                  <a:pt x="30518" y="237489"/>
                </a:lnTo>
                <a:lnTo>
                  <a:pt x="35572" y="236220"/>
                </a:lnTo>
                <a:lnTo>
                  <a:pt x="34505" y="236220"/>
                </a:lnTo>
                <a:lnTo>
                  <a:pt x="41325" y="233679"/>
                </a:lnTo>
                <a:lnTo>
                  <a:pt x="40690" y="233679"/>
                </a:lnTo>
                <a:lnTo>
                  <a:pt x="58204" y="228600"/>
                </a:lnTo>
                <a:lnTo>
                  <a:pt x="79070" y="223520"/>
                </a:lnTo>
                <a:lnTo>
                  <a:pt x="113550" y="212089"/>
                </a:lnTo>
                <a:lnTo>
                  <a:pt x="125615" y="208279"/>
                </a:lnTo>
                <a:lnTo>
                  <a:pt x="135636" y="204470"/>
                </a:lnTo>
                <a:lnTo>
                  <a:pt x="136385" y="203200"/>
                </a:lnTo>
                <a:lnTo>
                  <a:pt x="139026" y="201929"/>
                </a:lnTo>
                <a:lnTo>
                  <a:pt x="143675" y="201929"/>
                </a:lnTo>
                <a:lnTo>
                  <a:pt x="147662" y="203200"/>
                </a:lnTo>
                <a:lnTo>
                  <a:pt x="152336" y="203200"/>
                </a:lnTo>
                <a:lnTo>
                  <a:pt x="153593" y="204470"/>
                </a:lnTo>
                <a:lnTo>
                  <a:pt x="156895" y="204470"/>
                </a:lnTo>
                <a:lnTo>
                  <a:pt x="158064" y="205739"/>
                </a:lnTo>
                <a:lnTo>
                  <a:pt x="164249" y="207010"/>
                </a:lnTo>
                <a:lnTo>
                  <a:pt x="165087" y="208279"/>
                </a:lnTo>
                <a:lnTo>
                  <a:pt x="171170" y="210820"/>
                </a:lnTo>
                <a:lnTo>
                  <a:pt x="172008" y="210820"/>
                </a:lnTo>
                <a:lnTo>
                  <a:pt x="177965" y="213360"/>
                </a:lnTo>
                <a:lnTo>
                  <a:pt x="178803" y="213360"/>
                </a:lnTo>
                <a:lnTo>
                  <a:pt x="184569" y="217170"/>
                </a:lnTo>
                <a:lnTo>
                  <a:pt x="185432" y="217170"/>
                </a:lnTo>
                <a:lnTo>
                  <a:pt x="190995" y="220979"/>
                </a:lnTo>
                <a:lnTo>
                  <a:pt x="191858" y="220979"/>
                </a:lnTo>
                <a:lnTo>
                  <a:pt x="197180" y="224789"/>
                </a:lnTo>
                <a:lnTo>
                  <a:pt x="198069" y="224789"/>
                </a:lnTo>
                <a:lnTo>
                  <a:pt x="203098" y="228600"/>
                </a:lnTo>
                <a:lnTo>
                  <a:pt x="204012" y="229870"/>
                </a:lnTo>
                <a:lnTo>
                  <a:pt x="208724" y="233679"/>
                </a:lnTo>
                <a:lnTo>
                  <a:pt x="209664" y="234950"/>
                </a:lnTo>
                <a:lnTo>
                  <a:pt x="212568" y="237489"/>
                </a:lnTo>
                <a:close/>
              </a:path>
              <a:path w="237489" h="866139">
                <a:moveTo>
                  <a:pt x="34010" y="207010"/>
                </a:moveTo>
                <a:lnTo>
                  <a:pt x="27254" y="207010"/>
                </a:lnTo>
                <a:lnTo>
                  <a:pt x="24549" y="205739"/>
                </a:lnTo>
                <a:lnTo>
                  <a:pt x="42049" y="205739"/>
                </a:lnTo>
                <a:lnTo>
                  <a:pt x="34010" y="207010"/>
                </a:lnTo>
                <a:close/>
              </a:path>
              <a:path w="237489" h="866139">
                <a:moveTo>
                  <a:pt x="31036" y="209550"/>
                </a:moveTo>
                <a:lnTo>
                  <a:pt x="30873" y="209550"/>
                </a:lnTo>
                <a:lnTo>
                  <a:pt x="30035" y="208279"/>
                </a:lnTo>
                <a:lnTo>
                  <a:pt x="31036" y="209550"/>
                </a:lnTo>
                <a:close/>
              </a:path>
              <a:path w="237489" h="866139">
                <a:moveTo>
                  <a:pt x="36768" y="216818"/>
                </a:moveTo>
                <a:lnTo>
                  <a:pt x="30035" y="208279"/>
                </a:lnTo>
                <a:lnTo>
                  <a:pt x="125615" y="208279"/>
                </a:lnTo>
                <a:lnTo>
                  <a:pt x="113550" y="212089"/>
                </a:lnTo>
                <a:lnTo>
                  <a:pt x="102006" y="215900"/>
                </a:lnTo>
                <a:lnTo>
                  <a:pt x="36753" y="215900"/>
                </a:lnTo>
                <a:lnTo>
                  <a:pt x="36768" y="216818"/>
                </a:lnTo>
                <a:close/>
              </a:path>
              <a:path w="237489" h="866139">
                <a:moveTo>
                  <a:pt x="37045" y="217170"/>
                </a:moveTo>
                <a:lnTo>
                  <a:pt x="36768" y="216818"/>
                </a:lnTo>
                <a:lnTo>
                  <a:pt x="36753" y="215900"/>
                </a:lnTo>
                <a:lnTo>
                  <a:pt x="37045" y="217170"/>
                </a:lnTo>
                <a:close/>
              </a:path>
              <a:path w="237489" h="866139">
                <a:moveTo>
                  <a:pt x="98158" y="217170"/>
                </a:moveTo>
                <a:lnTo>
                  <a:pt x="37045" y="217170"/>
                </a:lnTo>
                <a:lnTo>
                  <a:pt x="36753" y="215900"/>
                </a:lnTo>
                <a:lnTo>
                  <a:pt x="102006" y="215900"/>
                </a:lnTo>
                <a:lnTo>
                  <a:pt x="98158" y="217170"/>
                </a:lnTo>
                <a:close/>
              </a:path>
              <a:path w="237489" h="866139">
                <a:moveTo>
                  <a:pt x="36970" y="229117"/>
                </a:moveTo>
                <a:lnTo>
                  <a:pt x="36768" y="216818"/>
                </a:lnTo>
                <a:lnTo>
                  <a:pt x="37045" y="217170"/>
                </a:lnTo>
                <a:lnTo>
                  <a:pt x="98158" y="217170"/>
                </a:lnTo>
                <a:lnTo>
                  <a:pt x="79070" y="223520"/>
                </a:lnTo>
                <a:lnTo>
                  <a:pt x="58089" y="228600"/>
                </a:lnTo>
                <a:lnTo>
                  <a:pt x="37274" y="228600"/>
                </a:lnTo>
                <a:lnTo>
                  <a:pt x="36970" y="229117"/>
                </a:lnTo>
                <a:close/>
              </a:path>
              <a:path w="237489" h="866139">
                <a:moveTo>
                  <a:pt x="36982" y="229870"/>
                </a:moveTo>
                <a:lnTo>
                  <a:pt x="36970" y="229117"/>
                </a:lnTo>
                <a:lnTo>
                  <a:pt x="37274" y="228600"/>
                </a:lnTo>
                <a:lnTo>
                  <a:pt x="36982" y="229870"/>
                </a:lnTo>
                <a:close/>
              </a:path>
              <a:path w="237489" h="866139">
                <a:moveTo>
                  <a:pt x="53825" y="229870"/>
                </a:moveTo>
                <a:lnTo>
                  <a:pt x="36982" y="229870"/>
                </a:lnTo>
                <a:lnTo>
                  <a:pt x="37274" y="228600"/>
                </a:lnTo>
                <a:lnTo>
                  <a:pt x="58204" y="228600"/>
                </a:lnTo>
                <a:lnTo>
                  <a:pt x="53825" y="229870"/>
                </a:lnTo>
                <a:close/>
              </a:path>
              <a:path w="237489" h="866139">
                <a:moveTo>
                  <a:pt x="34505" y="236220"/>
                </a:moveTo>
                <a:lnTo>
                  <a:pt x="32791" y="236220"/>
                </a:lnTo>
                <a:lnTo>
                  <a:pt x="33654" y="234950"/>
                </a:lnTo>
                <a:lnTo>
                  <a:pt x="36970" y="229117"/>
                </a:lnTo>
                <a:lnTo>
                  <a:pt x="36982" y="229870"/>
                </a:lnTo>
                <a:lnTo>
                  <a:pt x="53825" y="229870"/>
                </a:lnTo>
                <a:lnTo>
                  <a:pt x="40690" y="233679"/>
                </a:lnTo>
                <a:lnTo>
                  <a:pt x="41325" y="233679"/>
                </a:lnTo>
                <a:lnTo>
                  <a:pt x="34505" y="236220"/>
                </a:lnTo>
                <a:close/>
              </a:path>
              <a:path w="237489" h="866139">
                <a:moveTo>
                  <a:pt x="33432" y="235130"/>
                </a:moveTo>
                <a:lnTo>
                  <a:pt x="33538" y="234950"/>
                </a:lnTo>
                <a:lnTo>
                  <a:pt x="33432" y="235130"/>
                </a:lnTo>
                <a:close/>
              </a:path>
              <a:path w="237489" h="866139">
                <a:moveTo>
                  <a:pt x="32791" y="236220"/>
                </a:moveTo>
                <a:lnTo>
                  <a:pt x="33432" y="235130"/>
                </a:lnTo>
                <a:lnTo>
                  <a:pt x="33654" y="234950"/>
                </a:lnTo>
                <a:lnTo>
                  <a:pt x="32791" y="236220"/>
                </a:lnTo>
                <a:close/>
              </a:path>
              <a:path w="237489" h="866139">
                <a:moveTo>
                  <a:pt x="30573" y="237445"/>
                </a:moveTo>
                <a:lnTo>
                  <a:pt x="33432" y="235130"/>
                </a:lnTo>
                <a:lnTo>
                  <a:pt x="32791" y="236220"/>
                </a:lnTo>
                <a:lnTo>
                  <a:pt x="35572" y="236220"/>
                </a:lnTo>
                <a:lnTo>
                  <a:pt x="30573" y="237445"/>
                </a:lnTo>
                <a:close/>
              </a:path>
              <a:path w="237489" h="866139">
                <a:moveTo>
                  <a:pt x="30391" y="237489"/>
                </a:moveTo>
                <a:lnTo>
                  <a:pt x="30048" y="237489"/>
                </a:lnTo>
                <a:lnTo>
                  <a:pt x="31915" y="236220"/>
                </a:lnTo>
                <a:lnTo>
                  <a:pt x="30564" y="237447"/>
                </a:lnTo>
                <a:lnTo>
                  <a:pt x="30391" y="237489"/>
                </a:lnTo>
                <a:close/>
              </a:path>
              <a:path w="237489" h="866139">
                <a:moveTo>
                  <a:pt x="30564" y="237447"/>
                </a:moveTo>
                <a:lnTo>
                  <a:pt x="31915" y="236220"/>
                </a:lnTo>
                <a:lnTo>
                  <a:pt x="32086" y="236220"/>
                </a:lnTo>
                <a:lnTo>
                  <a:pt x="30564" y="237447"/>
                </a:lnTo>
                <a:close/>
              </a:path>
              <a:path w="237489" h="866139">
                <a:moveTo>
                  <a:pt x="30518" y="237489"/>
                </a:moveTo>
                <a:close/>
              </a:path>
              <a:path w="237489" h="866139">
                <a:moveTo>
                  <a:pt x="171716" y="254000"/>
                </a:moveTo>
                <a:lnTo>
                  <a:pt x="166154" y="250189"/>
                </a:lnTo>
                <a:lnTo>
                  <a:pt x="167004" y="250189"/>
                </a:lnTo>
                <a:lnTo>
                  <a:pt x="161239" y="247650"/>
                </a:lnTo>
                <a:lnTo>
                  <a:pt x="162077" y="247650"/>
                </a:lnTo>
                <a:lnTo>
                  <a:pt x="156133" y="245110"/>
                </a:lnTo>
                <a:lnTo>
                  <a:pt x="156971" y="245110"/>
                </a:lnTo>
                <a:lnTo>
                  <a:pt x="150888" y="243839"/>
                </a:lnTo>
                <a:lnTo>
                  <a:pt x="151726" y="243839"/>
                </a:lnTo>
                <a:lnTo>
                  <a:pt x="145541" y="241300"/>
                </a:lnTo>
                <a:lnTo>
                  <a:pt x="144665" y="241300"/>
                </a:lnTo>
                <a:lnTo>
                  <a:pt x="141008" y="240029"/>
                </a:lnTo>
                <a:lnTo>
                  <a:pt x="135229" y="240029"/>
                </a:lnTo>
                <a:lnTo>
                  <a:pt x="130682" y="238760"/>
                </a:lnTo>
                <a:lnTo>
                  <a:pt x="214020" y="238760"/>
                </a:lnTo>
                <a:lnTo>
                  <a:pt x="214972" y="240029"/>
                </a:lnTo>
                <a:lnTo>
                  <a:pt x="218922" y="243839"/>
                </a:lnTo>
                <a:lnTo>
                  <a:pt x="219875" y="245110"/>
                </a:lnTo>
                <a:lnTo>
                  <a:pt x="223405" y="250189"/>
                </a:lnTo>
                <a:lnTo>
                  <a:pt x="224345" y="251460"/>
                </a:lnTo>
                <a:lnTo>
                  <a:pt x="225110" y="252729"/>
                </a:lnTo>
                <a:lnTo>
                  <a:pt x="170840" y="252729"/>
                </a:lnTo>
                <a:lnTo>
                  <a:pt x="171716" y="254000"/>
                </a:lnTo>
                <a:close/>
              </a:path>
              <a:path w="237489" h="866139">
                <a:moveTo>
                  <a:pt x="53746" y="243839"/>
                </a:moveTo>
                <a:lnTo>
                  <a:pt x="15824" y="243839"/>
                </a:lnTo>
                <a:lnTo>
                  <a:pt x="14465" y="242570"/>
                </a:lnTo>
                <a:lnTo>
                  <a:pt x="11887" y="241300"/>
                </a:lnTo>
                <a:lnTo>
                  <a:pt x="9474" y="240029"/>
                </a:lnTo>
                <a:lnTo>
                  <a:pt x="96621" y="240029"/>
                </a:lnTo>
                <a:lnTo>
                  <a:pt x="74383" y="241300"/>
                </a:lnTo>
                <a:lnTo>
                  <a:pt x="74574" y="241300"/>
                </a:lnTo>
                <a:lnTo>
                  <a:pt x="53746" y="243839"/>
                </a:lnTo>
                <a:close/>
              </a:path>
              <a:path w="237489" h="866139">
                <a:moveTo>
                  <a:pt x="35572" y="245110"/>
                </a:moveTo>
                <a:lnTo>
                  <a:pt x="24256" y="245110"/>
                </a:lnTo>
                <a:lnTo>
                  <a:pt x="21945" y="243839"/>
                </a:lnTo>
                <a:lnTo>
                  <a:pt x="44259" y="243839"/>
                </a:lnTo>
                <a:lnTo>
                  <a:pt x="35572" y="245110"/>
                </a:lnTo>
                <a:close/>
              </a:path>
              <a:path w="237489" h="866139">
                <a:moveTo>
                  <a:pt x="176149" y="256539"/>
                </a:moveTo>
                <a:lnTo>
                  <a:pt x="170840" y="252729"/>
                </a:lnTo>
                <a:lnTo>
                  <a:pt x="225110" y="252729"/>
                </a:lnTo>
                <a:lnTo>
                  <a:pt x="226641" y="255270"/>
                </a:lnTo>
                <a:lnTo>
                  <a:pt x="175259" y="255270"/>
                </a:lnTo>
                <a:lnTo>
                  <a:pt x="176149" y="256539"/>
                </a:lnTo>
                <a:close/>
              </a:path>
              <a:path w="237489" h="866139">
                <a:moveTo>
                  <a:pt x="184073" y="262889"/>
                </a:moveTo>
                <a:lnTo>
                  <a:pt x="179374" y="259079"/>
                </a:lnTo>
                <a:lnTo>
                  <a:pt x="180289" y="259079"/>
                </a:lnTo>
                <a:lnTo>
                  <a:pt x="175259" y="255270"/>
                </a:lnTo>
                <a:lnTo>
                  <a:pt x="226641" y="255270"/>
                </a:lnTo>
                <a:lnTo>
                  <a:pt x="227406" y="256539"/>
                </a:lnTo>
                <a:lnTo>
                  <a:pt x="228282" y="257810"/>
                </a:lnTo>
                <a:lnTo>
                  <a:pt x="230206" y="261620"/>
                </a:lnTo>
                <a:lnTo>
                  <a:pt x="183146" y="261620"/>
                </a:lnTo>
                <a:lnTo>
                  <a:pt x="184073" y="262889"/>
                </a:lnTo>
                <a:close/>
              </a:path>
              <a:path w="237489" h="866139">
                <a:moveTo>
                  <a:pt x="187490" y="266700"/>
                </a:moveTo>
                <a:lnTo>
                  <a:pt x="183146" y="261620"/>
                </a:lnTo>
                <a:lnTo>
                  <a:pt x="230206" y="261620"/>
                </a:lnTo>
                <a:lnTo>
                  <a:pt x="230847" y="262889"/>
                </a:lnTo>
                <a:lnTo>
                  <a:pt x="231635" y="264160"/>
                </a:lnTo>
                <a:lnTo>
                  <a:pt x="232140" y="265429"/>
                </a:lnTo>
                <a:lnTo>
                  <a:pt x="186550" y="265429"/>
                </a:lnTo>
                <a:lnTo>
                  <a:pt x="187490" y="266700"/>
                </a:lnTo>
                <a:close/>
              </a:path>
              <a:path w="237489" h="866139">
                <a:moveTo>
                  <a:pt x="190288" y="269035"/>
                </a:moveTo>
                <a:lnTo>
                  <a:pt x="186550" y="265429"/>
                </a:lnTo>
                <a:lnTo>
                  <a:pt x="232140" y="265429"/>
                </a:lnTo>
                <a:lnTo>
                  <a:pt x="233149" y="267970"/>
                </a:lnTo>
                <a:lnTo>
                  <a:pt x="189547" y="267970"/>
                </a:lnTo>
                <a:lnTo>
                  <a:pt x="190288" y="269035"/>
                </a:lnTo>
                <a:close/>
              </a:path>
              <a:path w="237489" h="866139">
                <a:moveTo>
                  <a:pt x="190500" y="269239"/>
                </a:moveTo>
                <a:lnTo>
                  <a:pt x="190288" y="269035"/>
                </a:lnTo>
                <a:lnTo>
                  <a:pt x="189547" y="267970"/>
                </a:lnTo>
                <a:lnTo>
                  <a:pt x="190500" y="269239"/>
                </a:lnTo>
                <a:close/>
              </a:path>
              <a:path w="237489" h="866139">
                <a:moveTo>
                  <a:pt x="233654" y="269239"/>
                </a:moveTo>
                <a:lnTo>
                  <a:pt x="190500" y="269239"/>
                </a:lnTo>
                <a:lnTo>
                  <a:pt x="189547" y="267970"/>
                </a:lnTo>
                <a:lnTo>
                  <a:pt x="233149" y="267970"/>
                </a:lnTo>
                <a:lnTo>
                  <a:pt x="233654" y="269239"/>
                </a:lnTo>
                <a:close/>
              </a:path>
              <a:path w="237489" h="866139">
                <a:moveTo>
                  <a:pt x="234549" y="273050"/>
                </a:moveTo>
                <a:lnTo>
                  <a:pt x="193078" y="273050"/>
                </a:lnTo>
                <a:lnTo>
                  <a:pt x="190288" y="269035"/>
                </a:lnTo>
                <a:lnTo>
                  <a:pt x="190500" y="269239"/>
                </a:lnTo>
                <a:lnTo>
                  <a:pt x="233654" y="269239"/>
                </a:lnTo>
                <a:lnTo>
                  <a:pt x="234149" y="271779"/>
                </a:lnTo>
                <a:lnTo>
                  <a:pt x="234549" y="273050"/>
                </a:lnTo>
                <a:close/>
              </a:path>
              <a:path w="237489" h="866139">
                <a:moveTo>
                  <a:pt x="235656" y="276860"/>
                </a:moveTo>
                <a:lnTo>
                  <a:pt x="195211" y="276860"/>
                </a:lnTo>
                <a:lnTo>
                  <a:pt x="192150" y="271779"/>
                </a:lnTo>
                <a:lnTo>
                  <a:pt x="193078" y="273050"/>
                </a:lnTo>
                <a:lnTo>
                  <a:pt x="234549" y="273050"/>
                </a:lnTo>
                <a:lnTo>
                  <a:pt x="234950" y="274320"/>
                </a:lnTo>
                <a:lnTo>
                  <a:pt x="235216" y="274320"/>
                </a:lnTo>
                <a:lnTo>
                  <a:pt x="235656" y="276860"/>
                </a:lnTo>
                <a:close/>
              </a:path>
              <a:path w="237489" h="866139">
                <a:moveTo>
                  <a:pt x="196900" y="280670"/>
                </a:moveTo>
                <a:lnTo>
                  <a:pt x="194335" y="275589"/>
                </a:lnTo>
                <a:lnTo>
                  <a:pt x="195211" y="276860"/>
                </a:lnTo>
                <a:lnTo>
                  <a:pt x="235656" y="276860"/>
                </a:lnTo>
                <a:lnTo>
                  <a:pt x="235877" y="278129"/>
                </a:lnTo>
                <a:lnTo>
                  <a:pt x="196113" y="278129"/>
                </a:lnTo>
                <a:lnTo>
                  <a:pt x="196900" y="280670"/>
                </a:lnTo>
                <a:close/>
              </a:path>
              <a:path w="237489" h="866139">
                <a:moveTo>
                  <a:pt x="236588" y="281939"/>
                </a:moveTo>
                <a:lnTo>
                  <a:pt x="197637" y="281939"/>
                </a:lnTo>
                <a:lnTo>
                  <a:pt x="196113" y="278129"/>
                </a:lnTo>
                <a:lnTo>
                  <a:pt x="236092" y="278129"/>
                </a:lnTo>
                <a:lnTo>
                  <a:pt x="236588" y="281939"/>
                </a:lnTo>
                <a:close/>
              </a:path>
              <a:path w="237489" h="866139">
                <a:moveTo>
                  <a:pt x="236981" y="284479"/>
                </a:moveTo>
                <a:lnTo>
                  <a:pt x="198450" y="284479"/>
                </a:lnTo>
                <a:lnTo>
                  <a:pt x="198170" y="283210"/>
                </a:lnTo>
                <a:lnTo>
                  <a:pt x="197650" y="281939"/>
                </a:lnTo>
                <a:lnTo>
                  <a:pt x="236753" y="281939"/>
                </a:lnTo>
                <a:lnTo>
                  <a:pt x="236981" y="284479"/>
                </a:lnTo>
                <a:close/>
              </a:path>
              <a:path w="237489" h="866139">
                <a:moveTo>
                  <a:pt x="198145" y="283210"/>
                </a:moveTo>
                <a:lnTo>
                  <a:pt x="197697" y="282089"/>
                </a:lnTo>
                <a:lnTo>
                  <a:pt x="198145" y="283210"/>
                </a:lnTo>
                <a:close/>
              </a:path>
              <a:path w="237489" h="866139">
                <a:moveTo>
                  <a:pt x="198312" y="284042"/>
                </a:moveTo>
                <a:lnTo>
                  <a:pt x="198050" y="283210"/>
                </a:lnTo>
                <a:lnTo>
                  <a:pt x="198312" y="284042"/>
                </a:lnTo>
                <a:close/>
              </a:path>
              <a:path w="237489" h="866139">
                <a:moveTo>
                  <a:pt x="198450" y="284479"/>
                </a:moveTo>
                <a:lnTo>
                  <a:pt x="198312" y="284042"/>
                </a:lnTo>
                <a:lnTo>
                  <a:pt x="198170" y="283210"/>
                </a:lnTo>
                <a:lnTo>
                  <a:pt x="198450" y="284479"/>
                </a:lnTo>
                <a:close/>
              </a:path>
              <a:path w="237489" h="866139">
                <a:moveTo>
                  <a:pt x="237388" y="289560"/>
                </a:moveTo>
                <a:lnTo>
                  <a:pt x="199275" y="289560"/>
                </a:lnTo>
                <a:lnTo>
                  <a:pt x="199174" y="288289"/>
                </a:lnTo>
                <a:lnTo>
                  <a:pt x="198932" y="287020"/>
                </a:lnTo>
                <a:lnTo>
                  <a:pt x="198602" y="285749"/>
                </a:lnTo>
                <a:lnTo>
                  <a:pt x="198312" y="284042"/>
                </a:lnTo>
                <a:lnTo>
                  <a:pt x="198450" y="284479"/>
                </a:lnTo>
                <a:lnTo>
                  <a:pt x="236981" y="284479"/>
                </a:lnTo>
                <a:lnTo>
                  <a:pt x="237388" y="289560"/>
                </a:lnTo>
                <a:close/>
              </a:path>
              <a:path w="237489" h="866139">
                <a:moveTo>
                  <a:pt x="199097" y="288289"/>
                </a:moveTo>
                <a:lnTo>
                  <a:pt x="198850" y="287020"/>
                </a:lnTo>
                <a:lnTo>
                  <a:pt x="199097" y="288289"/>
                </a:lnTo>
                <a:close/>
              </a:path>
              <a:path w="237489" h="866139">
                <a:moveTo>
                  <a:pt x="199219" y="289145"/>
                </a:moveTo>
                <a:lnTo>
                  <a:pt x="199104" y="288289"/>
                </a:lnTo>
                <a:lnTo>
                  <a:pt x="199219" y="289145"/>
                </a:lnTo>
                <a:close/>
              </a:path>
              <a:path w="237489" h="866139">
                <a:moveTo>
                  <a:pt x="237468" y="292100"/>
                </a:moveTo>
                <a:lnTo>
                  <a:pt x="199377" y="292100"/>
                </a:lnTo>
                <a:lnTo>
                  <a:pt x="199326" y="290829"/>
                </a:lnTo>
                <a:lnTo>
                  <a:pt x="199219" y="289145"/>
                </a:lnTo>
                <a:lnTo>
                  <a:pt x="199275" y="289560"/>
                </a:lnTo>
                <a:lnTo>
                  <a:pt x="237426" y="289560"/>
                </a:lnTo>
                <a:lnTo>
                  <a:pt x="237468" y="292100"/>
                </a:lnTo>
                <a:close/>
              </a:path>
              <a:path w="237489" h="866139">
                <a:moveTo>
                  <a:pt x="199348" y="291555"/>
                </a:moveTo>
                <a:lnTo>
                  <a:pt x="199309" y="290829"/>
                </a:lnTo>
                <a:lnTo>
                  <a:pt x="199348" y="291555"/>
                </a:lnTo>
                <a:close/>
              </a:path>
              <a:path w="237489" h="866139">
                <a:moveTo>
                  <a:pt x="237284" y="299720"/>
                </a:moveTo>
                <a:lnTo>
                  <a:pt x="199161" y="299720"/>
                </a:lnTo>
                <a:lnTo>
                  <a:pt x="199250" y="298450"/>
                </a:lnTo>
                <a:lnTo>
                  <a:pt x="199354" y="294639"/>
                </a:lnTo>
                <a:lnTo>
                  <a:pt x="199348" y="291555"/>
                </a:lnTo>
                <a:lnTo>
                  <a:pt x="199377" y="292100"/>
                </a:lnTo>
                <a:lnTo>
                  <a:pt x="237468" y="292100"/>
                </a:lnTo>
                <a:lnTo>
                  <a:pt x="237477" y="294639"/>
                </a:lnTo>
                <a:lnTo>
                  <a:pt x="237284" y="299720"/>
                </a:lnTo>
                <a:close/>
              </a:path>
              <a:path w="237489" h="866139">
                <a:moveTo>
                  <a:pt x="199189" y="298971"/>
                </a:moveTo>
                <a:lnTo>
                  <a:pt x="199209" y="298450"/>
                </a:lnTo>
                <a:lnTo>
                  <a:pt x="199189" y="298971"/>
                </a:lnTo>
                <a:close/>
              </a:path>
              <a:path w="237489" h="866139">
                <a:moveTo>
                  <a:pt x="235864" y="312420"/>
                </a:moveTo>
                <a:lnTo>
                  <a:pt x="197434" y="312420"/>
                </a:lnTo>
                <a:lnTo>
                  <a:pt x="198653" y="304800"/>
                </a:lnTo>
                <a:lnTo>
                  <a:pt x="198513" y="304800"/>
                </a:lnTo>
                <a:lnTo>
                  <a:pt x="199189" y="298971"/>
                </a:lnTo>
                <a:lnTo>
                  <a:pt x="199161" y="299720"/>
                </a:lnTo>
                <a:lnTo>
                  <a:pt x="237284" y="299720"/>
                </a:lnTo>
                <a:lnTo>
                  <a:pt x="237236" y="300989"/>
                </a:lnTo>
                <a:lnTo>
                  <a:pt x="237147" y="302260"/>
                </a:lnTo>
                <a:lnTo>
                  <a:pt x="236410" y="309879"/>
                </a:lnTo>
                <a:lnTo>
                  <a:pt x="236270" y="309879"/>
                </a:lnTo>
                <a:lnTo>
                  <a:pt x="235864" y="312420"/>
                </a:lnTo>
                <a:close/>
              </a:path>
              <a:path w="237489" h="866139">
                <a:moveTo>
                  <a:pt x="234873" y="318770"/>
                </a:moveTo>
                <a:lnTo>
                  <a:pt x="195910" y="318770"/>
                </a:lnTo>
                <a:lnTo>
                  <a:pt x="197612" y="311150"/>
                </a:lnTo>
                <a:lnTo>
                  <a:pt x="197434" y="312420"/>
                </a:lnTo>
                <a:lnTo>
                  <a:pt x="235864" y="312420"/>
                </a:lnTo>
                <a:lnTo>
                  <a:pt x="235051" y="317500"/>
                </a:lnTo>
                <a:lnTo>
                  <a:pt x="234873" y="318770"/>
                </a:lnTo>
                <a:close/>
              </a:path>
              <a:path w="237489" h="866139">
                <a:moveTo>
                  <a:pt x="233184" y="326389"/>
                </a:moveTo>
                <a:lnTo>
                  <a:pt x="193979" y="326389"/>
                </a:lnTo>
                <a:lnTo>
                  <a:pt x="196126" y="317500"/>
                </a:lnTo>
                <a:lnTo>
                  <a:pt x="195910" y="318770"/>
                </a:lnTo>
                <a:lnTo>
                  <a:pt x="234873" y="318770"/>
                </a:lnTo>
                <a:lnTo>
                  <a:pt x="233184" y="326389"/>
                </a:lnTo>
                <a:close/>
              </a:path>
              <a:path w="237489" h="866139">
                <a:moveTo>
                  <a:pt x="231159" y="334010"/>
                </a:moveTo>
                <a:lnTo>
                  <a:pt x="191617" y="334010"/>
                </a:lnTo>
                <a:lnTo>
                  <a:pt x="194208" y="325120"/>
                </a:lnTo>
                <a:lnTo>
                  <a:pt x="193979" y="326389"/>
                </a:lnTo>
                <a:lnTo>
                  <a:pt x="233184" y="326389"/>
                </a:lnTo>
                <a:lnTo>
                  <a:pt x="231159" y="334010"/>
                </a:lnTo>
                <a:close/>
              </a:path>
              <a:path w="237489" h="866139">
                <a:moveTo>
                  <a:pt x="229100" y="341629"/>
                </a:moveTo>
                <a:lnTo>
                  <a:pt x="188874" y="341629"/>
                </a:lnTo>
                <a:lnTo>
                  <a:pt x="191896" y="332739"/>
                </a:lnTo>
                <a:lnTo>
                  <a:pt x="191617" y="334010"/>
                </a:lnTo>
                <a:lnTo>
                  <a:pt x="231159" y="334010"/>
                </a:lnTo>
                <a:lnTo>
                  <a:pt x="230822" y="335279"/>
                </a:lnTo>
                <a:lnTo>
                  <a:pt x="230581" y="336550"/>
                </a:lnTo>
                <a:lnTo>
                  <a:pt x="229100" y="341629"/>
                </a:lnTo>
                <a:close/>
              </a:path>
              <a:path w="237489" h="866139">
                <a:moveTo>
                  <a:pt x="226410" y="349250"/>
                </a:moveTo>
                <a:lnTo>
                  <a:pt x="185750" y="349250"/>
                </a:lnTo>
                <a:lnTo>
                  <a:pt x="189191" y="340360"/>
                </a:lnTo>
                <a:lnTo>
                  <a:pt x="188874" y="341629"/>
                </a:lnTo>
                <a:lnTo>
                  <a:pt x="229100" y="341629"/>
                </a:lnTo>
                <a:lnTo>
                  <a:pt x="227990" y="345439"/>
                </a:lnTo>
                <a:lnTo>
                  <a:pt x="227711" y="345439"/>
                </a:lnTo>
                <a:lnTo>
                  <a:pt x="226410" y="349250"/>
                </a:lnTo>
                <a:close/>
              </a:path>
              <a:path w="237489" h="866139">
                <a:moveTo>
                  <a:pt x="224358" y="355600"/>
                </a:moveTo>
                <a:lnTo>
                  <a:pt x="182270" y="355600"/>
                </a:lnTo>
                <a:lnTo>
                  <a:pt x="186131" y="347979"/>
                </a:lnTo>
                <a:lnTo>
                  <a:pt x="185750" y="349250"/>
                </a:lnTo>
                <a:lnTo>
                  <a:pt x="226410" y="349250"/>
                </a:lnTo>
                <a:lnTo>
                  <a:pt x="224675" y="354329"/>
                </a:lnTo>
                <a:lnTo>
                  <a:pt x="224358" y="355600"/>
                </a:lnTo>
                <a:close/>
              </a:path>
              <a:path w="237489" h="866139">
                <a:moveTo>
                  <a:pt x="220903" y="363220"/>
                </a:moveTo>
                <a:lnTo>
                  <a:pt x="178485" y="363220"/>
                </a:lnTo>
                <a:lnTo>
                  <a:pt x="182740" y="354329"/>
                </a:lnTo>
                <a:lnTo>
                  <a:pt x="182270" y="355600"/>
                </a:lnTo>
                <a:lnTo>
                  <a:pt x="224358" y="355600"/>
                </a:lnTo>
                <a:lnTo>
                  <a:pt x="220903" y="363220"/>
                </a:lnTo>
                <a:close/>
              </a:path>
              <a:path w="237489" h="866139">
                <a:moveTo>
                  <a:pt x="217948" y="369570"/>
                </a:moveTo>
                <a:lnTo>
                  <a:pt x="174421" y="369570"/>
                </a:lnTo>
                <a:lnTo>
                  <a:pt x="179057" y="361950"/>
                </a:lnTo>
                <a:lnTo>
                  <a:pt x="178485" y="363220"/>
                </a:lnTo>
                <a:lnTo>
                  <a:pt x="220903" y="363220"/>
                </a:lnTo>
                <a:lnTo>
                  <a:pt x="220522" y="364489"/>
                </a:lnTo>
                <a:lnTo>
                  <a:pt x="217948" y="369570"/>
                </a:lnTo>
                <a:close/>
              </a:path>
              <a:path w="237489" h="866139">
                <a:moveTo>
                  <a:pt x="211366" y="382270"/>
                </a:moveTo>
                <a:lnTo>
                  <a:pt x="163664" y="382270"/>
                </a:lnTo>
                <a:lnTo>
                  <a:pt x="166484" y="379729"/>
                </a:lnTo>
                <a:lnTo>
                  <a:pt x="165912" y="379729"/>
                </a:lnTo>
                <a:lnTo>
                  <a:pt x="168643" y="377189"/>
                </a:lnTo>
                <a:lnTo>
                  <a:pt x="168135" y="377189"/>
                </a:lnTo>
                <a:lnTo>
                  <a:pt x="170776" y="374650"/>
                </a:lnTo>
                <a:lnTo>
                  <a:pt x="170116" y="374650"/>
                </a:lnTo>
                <a:lnTo>
                  <a:pt x="175132" y="368300"/>
                </a:lnTo>
                <a:lnTo>
                  <a:pt x="174421" y="369570"/>
                </a:lnTo>
                <a:lnTo>
                  <a:pt x="217948" y="369570"/>
                </a:lnTo>
                <a:lnTo>
                  <a:pt x="216662" y="372110"/>
                </a:lnTo>
                <a:lnTo>
                  <a:pt x="216192" y="373379"/>
                </a:lnTo>
                <a:lnTo>
                  <a:pt x="211937" y="381000"/>
                </a:lnTo>
                <a:lnTo>
                  <a:pt x="211366" y="382270"/>
                </a:lnTo>
                <a:close/>
              </a:path>
              <a:path w="237489" h="866139">
                <a:moveTo>
                  <a:pt x="209816" y="384810"/>
                </a:moveTo>
                <a:lnTo>
                  <a:pt x="161416" y="384810"/>
                </a:lnTo>
                <a:lnTo>
                  <a:pt x="164325" y="381000"/>
                </a:lnTo>
                <a:lnTo>
                  <a:pt x="163664" y="382270"/>
                </a:lnTo>
                <a:lnTo>
                  <a:pt x="211366" y="382270"/>
                </a:lnTo>
                <a:lnTo>
                  <a:pt x="209816" y="384810"/>
                </a:lnTo>
                <a:close/>
              </a:path>
              <a:path w="237489" h="866139">
                <a:moveTo>
                  <a:pt x="206717" y="389889"/>
                </a:moveTo>
                <a:lnTo>
                  <a:pt x="152488" y="389889"/>
                </a:lnTo>
                <a:lnTo>
                  <a:pt x="156286" y="388620"/>
                </a:lnTo>
                <a:lnTo>
                  <a:pt x="154838" y="388620"/>
                </a:lnTo>
                <a:lnTo>
                  <a:pt x="158191" y="387350"/>
                </a:lnTo>
                <a:lnTo>
                  <a:pt x="156933" y="387350"/>
                </a:lnTo>
                <a:lnTo>
                  <a:pt x="159994" y="386079"/>
                </a:lnTo>
                <a:lnTo>
                  <a:pt x="159169" y="386079"/>
                </a:lnTo>
                <a:lnTo>
                  <a:pt x="162153" y="383539"/>
                </a:lnTo>
                <a:lnTo>
                  <a:pt x="161416" y="384810"/>
                </a:lnTo>
                <a:lnTo>
                  <a:pt x="209816" y="384810"/>
                </a:lnTo>
                <a:lnTo>
                  <a:pt x="206717" y="389889"/>
                </a:lnTo>
                <a:close/>
              </a:path>
              <a:path w="237489" h="866139">
                <a:moveTo>
                  <a:pt x="191058" y="408939"/>
                </a:moveTo>
                <a:lnTo>
                  <a:pt x="18262" y="408939"/>
                </a:lnTo>
                <a:lnTo>
                  <a:pt x="20421" y="407670"/>
                </a:lnTo>
                <a:lnTo>
                  <a:pt x="21678" y="407670"/>
                </a:lnTo>
                <a:lnTo>
                  <a:pt x="27558" y="406400"/>
                </a:lnTo>
                <a:lnTo>
                  <a:pt x="36449" y="406400"/>
                </a:lnTo>
                <a:lnTo>
                  <a:pt x="56286" y="405129"/>
                </a:lnTo>
                <a:lnTo>
                  <a:pt x="79933" y="403860"/>
                </a:lnTo>
                <a:lnTo>
                  <a:pt x="79603" y="403860"/>
                </a:lnTo>
                <a:lnTo>
                  <a:pt x="92189" y="402589"/>
                </a:lnTo>
                <a:lnTo>
                  <a:pt x="91820" y="402589"/>
                </a:lnTo>
                <a:lnTo>
                  <a:pt x="104520" y="401320"/>
                </a:lnTo>
                <a:lnTo>
                  <a:pt x="104012" y="401320"/>
                </a:lnTo>
                <a:lnTo>
                  <a:pt x="116509" y="398779"/>
                </a:lnTo>
                <a:lnTo>
                  <a:pt x="115849" y="398779"/>
                </a:lnTo>
                <a:lnTo>
                  <a:pt x="127850" y="397510"/>
                </a:lnTo>
                <a:lnTo>
                  <a:pt x="127215" y="397510"/>
                </a:lnTo>
                <a:lnTo>
                  <a:pt x="132943" y="396239"/>
                </a:lnTo>
                <a:lnTo>
                  <a:pt x="132422" y="396239"/>
                </a:lnTo>
                <a:lnTo>
                  <a:pt x="137921" y="394970"/>
                </a:lnTo>
                <a:lnTo>
                  <a:pt x="137312" y="394970"/>
                </a:lnTo>
                <a:lnTo>
                  <a:pt x="142544" y="393700"/>
                </a:lnTo>
                <a:lnTo>
                  <a:pt x="141833" y="393700"/>
                </a:lnTo>
                <a:lnTo>
                  <a:pt x="146761" y="392429"/>
                </a:lnTo>
                <a:lnTo>
                  <a:pt x="145910" y="392429"/>
                </a:lnTo>
                <a:lnTo>
                  <a:pt x="150494" y="391160"/>
                </a:lnTo>
                <a:lnTo>
                  <a:pt x="149478" y="391160"/>
                </a:lnTo>
                <a:lnTo>
                  <a:pt x="153695" y="389889"/>
                </a:lnTo>
                <a:lnTo>
                  <a:pt x="206006" y="389889"/>
                </a:lnTo>
                <a:lnTo>
                  <a:pt x="200990" y="397510"/>
                </a:lnTo>
                <a:lnTo>
                  <a:pt x="200329" y="398779"/>
                </a:lnTo>
                <a:lnTo>
                  <a:pt x="197688" y="401320"/>
                </a:lnTo>
                <a:lnTo>
                  <a:pt x="194449" y="405129"/>
                </a:lnTo>
                <a:lnTo>
                  <a:pt x="193878" y="406400"/>
                </a:lnTo>
                <a:lnTo>
                  <a:pt x="191058" y="408939"/>
                </a:lnTo>
                <a:close/>
              </a:path>
              <a:path w="237489" h="866139">
                <a:moveTo>
                  <a:pt x="35687" y="419100"/>
                </a:moveTo>
                <a:lnTo>
                  <a:pt x="2933" y="419100"/>
                </a:lnTo>
                <a:lnTo>
                  <a:pt x="4432" y="416560"/>
                </a:lnTo>
                <a:lnTo>
                  <a:pt x="6210" y="414020"/>
                </a:lnTo>
                <a:lnTo>
                  <a:pt x="8254" y="412750"/>
                </a:lnTo>
                <a:lnTo>
                  <a:pt x="10502" y="411479"/>
                </a:lnTo>
                <a:lnTo>
                  <a:pt x="11480" y="410210"/>
                </a:lnTo>
                <a:lnTo>
                  <a:pt x="13195" y="410210"/>
                </a:lnTo>
                <a:lnTo>
                  <a:pt x="14973" y="408939"/>
                </a:lnTo>
                <a:lnTo>
                  <a:pt x="190411" y="408939"/>
                </a:lnTo>
                <a:lnTo>
                  <a:pt x="187502" y="411479"/>
                </a:lnTo>
                <a:lnTo>
                  <a:pt x="24764" y="411479"/>
                </a:lnTo>
                <a:lnTo>
                  <a:pt x="28473" y="412750"/>
                </a:lnTo>
                <a:lnTo>
                  <a:pt x="28860" y="412750"/>
                </a:lnTo>
                <a:lnTo>
                  <a:pt x="35687" y="419100"/>
                </a:lnTo>
                <a:close/>
              </a:path>
              <a:path w="237489" h="866139">
                <a:moveTo>
                  <a:pt x="28473" y="412750"/>
                </a:moveTo>
                <a:lnTo>
                  <a:pt x="24764" y="411479"/>
                </a:lnTo>
                <a:lnTo>
                  <a:pt x="27495" y="411479"/>
                </a:lnTo>
                <a:lnTo>
                  <a:pt x="28473" y="412750"/>
                </a:lnTo>
                <a:close/>
              </a:path>
              <a:path w="237489" h="866139">
                <a:moveTo>
                  <a:pt x="28860" y="412750"/>
                </a:moveTo>
                <a:lnTo>
                  <a:pt x="28473" y="412750"/>
                </a:lnTo>
                <a:lnTo>
                  <a:pt x="27495" y="411479"/>
                </a:lnTo>
                <a:lnTo>
                  <a:pt x="28860" y="412750"/>
                </a:lnTo>
                <a:close/>
              </a:path>
              <a:path w="237489" h="866139">
                <a:moveTo>
                  <a:pt x="161416" y="419100"/>
                </a:moveTo>
                <a:lnTo>
                  <a:pt x="35687" y="419100"/>
                </a:lnTo>
                <a:lnTo>
                  <a:pt x="27495" y="411479"/>
                </a:lnTo>
                <a:lnTo>
                  <a:pt x="81305" y="411479"/>
                </a:lnTo>
                <a:lnTo>
                  <a:pt x="94132" y="412750"/>
                </a:lnTo>
                <a:lnTo>
                  <a:pt x="120548" y="412750"/>
                </a:lnTo>
                <a:lnTo>
                  <a:pt x="132549" y="414020"/>
                </a:lnTo>
                <a:lnTo>
                  <a:pt x="133311" y="414020"/>
                </a:lnTo>
                <a:lnTo>
                  <a:pt x="145287" y="415289"/>
                </a:lnTo>
                <a:lnTo>
                  <a:pt x="150520" y="416560"/>
                </a:lnTo>
                <a:lnTo>
                  <a:pt x="161416" y="419100"/>
                </a:lnTo>
                <a:close/>
              </a:path>
              <a:path w="237489" h="866139">
                <a:moveTo>
                  <a:pt x="172501" y="422522"/>
                </a:moveTo>
                <a:lnTo>
                  <a:pt x="171513" y="421639"/>
                </a:lnTo>
                <a:lnTo>
                  <a:pt x="167716" y="420370"/>
                </a:lnTo>
                <a:lnTo>
                  <a:pt x="166560" y="420370"/>
                </a:lnTo>
                <a:lnTo>
                  <a:pt x="162356" y="419100"/>
                </a:lnTo>
                <a:lnTo>
                  <a:pt x="161416" y="419100"/>
                </a:lnTo>
                <a:lnTo>
                  <a:pt x="150520" y="416560"/>
                </a:lnTo>
                <a:lnTo>
                  <a:pt x="145287" y="415289"/>
                </a:lnTo>
                <a:lnTo>
                  <a:pt x="133311" y="414020"/>
                </a:lnTo>
                <a:lnTo>
                  <a:pt x="132549" y="414020"/>
                </a:lnTo>
                <a:lnTo>
                  <a:pt x="120548" y="412750"/>
                </a:lnTo>
                <a:lnTo>
                  <a:pt x="94132" y="412750"/>
                </a:lnTo>
                <a:lnTo>
                  <a:pt x="81305" y="411479"/>
                </a:lnTo>
                <a:lnTo>
                  <a:pt x="187502" y="411479"/>
                </a:lnTo>
                <a:lnTo>
                  <a:pt x="186766" y="412750"/>
                </a:lnTo>
                <a:lnTo>
                  <a:pt x="183768" y="415289"/>
                </a:lnTo>
                <a:lnTo>
                  <a:pt x="182943" y="415289"/>
                </a:lnTo>
                <a:lnTo>
                  <a:pt x="179870" y="417829"/>
                </a:lnTo>
                <a:lnTo>
                  <a:pt x="178600" y="419100"/>
                </a:lnTo>
                <a:lnTo>
                  <a:pt x="175259" y="421639"/>
                </a:lnTo>
                <a:lnTo>
                  <a:pt x="173824" y="421639"/>
                </a:lnTo>
                <a:lnTo>
                  <a:pt x="172501" y="422522"/>
                </a:lnTo>
                <a:close/>
              </a:path>
              <a:path w="237489" h="866139">
                <a:moveTo>
                  <a:pt x="209537" y="453389"/>
                </a:moveTo>
                <a:lnTo>
                  <a:pt x="140042" y="453389"/>
                </a:lnTo>
                <a:lnTo>
                  <a:pt x="128816" y="452120"/>
                </a:lnTo>
                <a:lnTo>
                  <a:pt x="129565" y="452120"/>
                </a:lnTo>
                <a:lnTo>
                  <a:pt x="117563" y="450850"/>
                </a:lnTo>
                <a:lnTo>
                  <a:pt x="93611" y="450850"/>
                </a:lnTo>
                <a:lnTo>
                  <a:pt x="81013" y="449579"/>
                </a:lnTo>
                <a:lnTo>
                  <a:pt x="21475" y="449579"/>
                </a:lnTo>
                <a:lnTo>
                  <a:pt x="19316" y="448310"/>
                </a:lnTo>
                <a:lnTo>
                  <a:pt x="15951" y="448310"/>
                </a:lnTo>
                <a:lnTo>
                  <a:pt x="14071" y="447039"/>
                </a:lnTo>
                <a:lnTo>
                  <a:pt x="11264" y="447039"/>
                </a:lnTo>
                <a:lnTo>
                  <a:pt x="8839" y="444500"/>
                </a:lnTo>
                <a:lnTo>
                  <a:pt x="6629" y="443229"/>
                </a:lnTo>
                <a:lnTo>
                  <a:pt x="4699" y="441960"/>
                </a:lnTo>
                <a:lnTo>
                  <a:pt x="3086" y="439420"/>
                </a:lnTo>
                <a:lnTo>
                  <a:pt x="2743" y="438150"/>
                </a:lnTo>
                <a:lnTo>
                  <a:pt x="1257" y="435610"/>
                </a:lnTo>
                <a:lnTo>
                  <a:pt x="330" y="431800"/>
                </a:lnTo>
                <a:lnTo>
                  <a:pt x="165" y="430529"/>
                </a:lnTo>
                <a:lnTo>
                  <a:pt x="93" y="427989"/>
                </a:lnTo>
                <a:lnTo>
                  <a:pt x="279" y="425450"/>
                </a:lnTo>
                <a:lnTo>
                  <a:pt x="1155" y="421639"/>
                </a:lnTo>
                <a:lnTo>
                  <a:pt x="2603" y="419100"/>
                </a:lnTo>
                <a:lnTo>
                  <a:pt x="35344" y="419100"/>
                </a:lnTo>
                <a:lnTo>
                  <a:pt x="35496" y="438150"/>
                </a:lnTo>
                <a:lnTo>
                  <a:pt x="35826" y="438150"/>
                </a:lnTo>
                <a:lnTo>
                  <a:pt x="28270" y="444500"/>
                </a:lnTo>
                <a:lnTo>
                  <a:pt x="29248" y="444500"/>
                </a:lnTo>
                <a:lnTo>
                  <a:pt x="25742" y="445770"/>
                </a:lnTo>
                <a:lnTo>
                  <a:pt x="204088" y="445770"/>
                </a:lnTo>
                <a:lnTo>
                  <a:pt x="205066" y="447039"/>
                </a:lnTo>
                <a:lnTo>
                  <a:pt x="209537" y="453389"/>
                </a:lnTo>
                <a:close/>
              </a:path>
              <a:path w="237489" h="866139">
                <a:moveTo>
                  <a:pt x="38988" y="444500"/>
                </a:moveTo>
                <a:lnTo>
                  <a:pt x="28270" y="444500"/>
                </a:lnTo>
                <a:lnTo>
                  <a:pt x="35826" y="438150"/>
                </a:lnTo>
                <a:lnTo>
                  <a:pt x="35496" y="438150"/>
                </a:lnTo>
                <a:lnTo>
                  <a:pt x="35344" y="419100"/>
                </a:lnTo>
                <a:lnTo>
                  <a:pt x="162356" y="419100"/>
                </a:lnTo>
                <a:lnTo>
                  <a:pt x="166560" y="420370"/>
                </a:lnTo>
                <a:lnTo>
                  <a:pt x="167716" y="420370"/>
                </a:lnTo>
                <a:lnTo>
                  <a:pt x="171513" y="421639"/>
                </a:lnTo>
                <a:lnTo>
                  <a:pt x="172501" y="422522"/>
                </a:lnTo>
                <a:lnTo>
                  <a:pt x="170014" y="424179"/>
                </a:lnTo>
                <a:lnTo>
                  <a:pt x="168808" y="424179"/>
                </a:lnTo>
                <a:lnTo>
                  <a:pt x="164604" y="426720"/>
                </a:lnTo>
                <a:lnTo>
                  <a:pt x="163588" y="426720"/>
                </a:lnTo>
                <a:lnTo>
                  <a:pt x="159003" y="427989"/>
                </a:lnTo>
                <a:lnTo>
                  <a:pt x="153225" y="430529"/>
                </a:lnTo>
                <a:lnTo>
                  <a:pt x="146659" y="431800"/>
                </a:lnTo>
                <a:lnTo>
                  <a:pt x="140639" y="433070"/>
                </a:lnTo>
                <a:lnTo>
                  <a:pt x="121589" y="436879"/>
                </a:lnTo>
                <a:lnTo>
                  <a:pt x="109105" y="438150"/>
                </a:lnTo>
                <a:lnTo>
                  <a:pt x="95542" y="440689"/>
                </a:lnTo>
                <a:lnTo>
                  <a:pt x="82626" y="440689"/>
                </a:lnTo>
                <a:lnTo>
                  <a:pt x="58902" y="443229"/>
                </a:lnTo>
                <a:lnTo>
                  <a:pt x="38988" y="444500"/>
                </a:lnTo>
                <a:close/>
              </a:path>
              <a:path w="237489" h="866139">
                <a:moveTo>
                  <a:pt x="180670" y="426720"/>
                </a:moveTo>
                <a:lnTo>
                  <a:pt x="164604" y="426720"/>
                </a:lnTo>
                <a:lnTo>
                  <a:pt x="168808" y="424179"/>
                </a:lnTo>
                <a:lnTo>
                  <a:pt x="170014" y="424179"/>
                </a:lnTo>
                <a:lnTo>
                  <a:pt x="172501" y="422522"/>
                </a:lnTo>
                <a:lnTo>
                  <a:pt x="172935" y="422910"/>
                </a:lnTo>
                <a:lnTo>
                  <a:pt x="176288" y="424179"/>
                </a:lnTo>
                <a:lnTo>
                  <a:pt x="177596" y="425450"/>
                </a:lnTo>
                <a:lnTo>
                  <a:pt x="180670" y="426720"/>
                </a:lnTo>
                <a:close/>
              </a:path>
              <a:path w="237489" h="866139">
                <a:moveTo>
                  <a:pt x="204088" y="445770"/>
                </a:moveTo>
                <a:lnTo>
                  <a:pt x="26530" y="445770"/>
                </a:lnTo>
                <a:lnTo>
                  <a:pt x="32410" y="444500"/>
                </a:lnTo>
                <a:lnTo>
                  <a:pt x="38988" y="444500"/>
                </a:lnTo>
                <a:lnTo>
                  <a:pt x="58902" y="443229"/>
                </a:lnTo>
                <a:lnTo>
                  <a:pt x="82626" y="440689"/>
                </a:lnTo>
                <a:lnTo>
                  <a:pt x="95542" y="440689"/>
                </a:lnTo>
                <a:lnTo>
                  <a:pt x="109105" y="438150"/>
                </a:lnTo>
                <a:lnTo>
                  <a:pt x="121589" y="436879"/>
                </a:lnTo>
                <a:lnTo>
                  <a:pt x="140639" y="433070"/>
                </a:lnTo>
                <a:lnTo>
                  <a:pt x="146659" y="431800"/>
                </a:lnTo>
                <a:lnTo>
                  <a:pt x="153225" y="430529"/>
                </a:lnTo>
                <a:lnTo>
                  <a:pt x="159003" y="427989"/>
                </a:lnTo>
                <a:lnTo>
                  <a:pt x="163588" y="426720"/>
                </a:lnTo>
                <a:lnTo>
                  <a:pt x="181571" y="426720"/>
                </a:lnTo>
                <a:lnTo>
                  <a:pt x="184530" y="429260"/>
                </a:lnTo>
                <a:lnTo>
                  <a:pt x="185369" y="429260"/>
                </a:lnTo>
                <a:lnTo>
                  <a:pt x="188239" y="431800"/>
                </a:lnTo>
                <a:lnTo>
                  <a:pt x="191782" y="434339"/>
                </a:lnTo>
                <a:lnTo>
                  <a:pt x="192811" y="435610"/>
                </a:lnTo>
                <a:lnTo>
                  <a:pt x="198056" y="439420"/>
                </a:lnTo>
                <a:lnTo>
                  <a:pt x="199237" y="440689"/>
                </a:lnTo>
                <a:lnTo>
                  <a:pt x="204088" y="445770"/>
                </a:lnTo>
                <a:close/>
              </a:path>
              <a:path w="237489" h="866139">
                <a:moveTo>
                  <a:pt x="26530" y="445770"/>
                </a:moveTo>
                <a:lnTo>
                  <a:pt x="25742" y="445770"/>
                </a:lnTo>
                <a:lnTo>
                  <a:pt x="29248" y="444500"/>
                </a:lnTo>
                <a:lnTo>
                  <a:pt x="32410" y="444500"/>
                </a:lnTo>
                <a:lnTo>
                  <a:pt x="26530" y="445770"/>
                </a:lnTo>
                <a:close/>
              </a:path>
              <a:path w="237489" h="866139">
                <a:moveTo>
                  <a:pt x="158597" y="458470"/>
                </a:moveTo>
                <a:lnTo>
                  <a:pt x="154787" y="455929"/>
                </a:lnTo>
                <a:lnTo>
                  <a:pt x="152653" y="455929"/>
                </a:lnTo>
                <a:lnTo>
                  <a:pt x="148069" y="454660"/>
                </a:lnTo>
                <a:lnTo>
                  <a:pt x="144525" y="454660"/>
                </a:lnTo>
                <a:lnTo>
                  <a:pt x="139293" y="453389"/>
                </a:lnTo>
                <a:lnTo>
                  <a:pt x="210337" y="453389"/>
                </a:lnTo>
                <a:lnTo>
                  <a:pt x="212791" y="457200"/>
                </a:lnTo>
                <a:lnTo>
                  <a:pt x="157162" y="457200"/>
                </a:lnTo>
                <a:lnTo>
                  <a:pt x="158597" y="458470"/>
                </a:lnTo>
                <a:close/>
              </a:path>
              <a:path w="237489" h="866139">
                <a:moveTo>
                  <a:pt x="155943" y="457200"/>
                </a:moveTo>
                <a:lnTo>
                  <a:pt x="151726" y="455929"/>
                </a:lnTo>
                <a:lnTo>
                  <a:pt x="154787" y="455929"/>
                </a:lnTo>
                <a:lnTo>
                  <a:pt x="155943" y="457200"/>
                </a:lnTo>
                <a:close/>
              </a:path>
              <a:path w="237489" h="866139">
                <a:moveTo>
                  <a:pt x="168363" y="464820"/>
                </a:moveTo>
                <a:lnTo>
                  <a:pt x="165582" y="462279"/>
                </a:lnTo>
                <a:lnTo>
                  <a:pt x="166357" y="462279"/>
                </a:lnTo>
                <a:lnTo>
                  <a:pt x="163487" y="461010"/>
                </a:lnTo>
                <a:lnTo>
                  <a:pt x="164325" y="461010"/>
                </a:lnTo>
                <a:lnTo>
                  <a:pt x="161353" y="459739"/>
                </a:lnTo>
                <a:lnTo>
                  <a:pt x="162255" y="459739"/>
                </a:lnTo>
                <a:lnTo>
                  <a:pt x="159194" y="458470"/>
                </a:lnTo>
                <a:lnTo>
                  <a:pt x="160515" y="458470"/>
                </a:lnTo>
                <a:lnTo>
                  <a:pt x="157162" y="457200"/>
                </a:lnTo>
                <a:lnTo>
                  <a:pt x="212791" y="457200"/>
                </a:lnTo>
                <a:lnTo>
                  <a:pt x="214426" y="459739"/>
                </a:lnTo>
                <a:lnTo>
                  <a:pt x="215087" y="461010"/>
                </a:lnTo>
                <a:lnTo>
                  <a:pt x="216565" y="463550"/>
                </a:lnTo>
                <a:lnTo>
                  <a:pt x="167322" y="463550"/>
                </a:lnTo>
                <a:lnTo>
                  <a:pt x="168363" y="464820"/>
                </a:lnTo>
                <a:close/>
              </a:path>
              <a:path w="237489" h="866139">
                <a:moveTo>
                  <a:pt x="172580" y="468629"/>
                </a:moveTo>
                <a:lnTo>
                  <a:pt x="167322" y="463550"/>
                </a:lnTo>
                <a:lnTo>
                  <a:pt x="216565" y="463550"/>
                </a:lnTo>
                <a:lnTo>
                  <a:pt x="218782" y="467360"/>
                </a:lnTo>
                <a:lnTo>
                  <a:pt x="171399" y="467360"/>
                </a:lnTo>
                <a:lnTo>
                  <a:pt x="172580" y="468629"/>
                </a:lnTo>
                <a:close/>
              </a:path>
              <a:path w="237489" h="866139">
                <a:moveTo>
                  <a:pt x="176263" y="472439"/>
                </a:moveTo>
                <a:lnTo>
                  <a:pt x="171399" y="467360"/>
                </a:lnTo>
                <a:lnTo>
                  <a:pt x="218782" y="467360"/>
                </a:lnTo>
                <a:lnTo>
                  <a:pt x="219328" y="468629"/>
                </a:lnTo>
                <a:lnTo>
                  <a:pt x="220649" y="471170"/>
                </a:lnTo>
                <a:lnTo>
                  <a:pt x="175298" y="471170"/>
                </a:lnTo>
                <a:lnTo>
                  <a:pt x="176263" y="472439"/>
                </a:lnTo>
                <a:close/>
              </a:path>
              <a:path w="237489" h="866139">
                <a:moveTo>
                  <a:pt x="179768" y="476250"/>
                </a:moveTo>
                <a:lnTo>
                  <a:pt x="175298" y="471170"/>
                </a:lnTo>
                <a:lnTo>
                  <a:pt x="220649" y="471170"/>
                </a:lnTo>
                <a:lnTo>
                  <a:pt x="222630" y="474979"/>
                </a:lnTo>
                <a:lnTo>
                  <a:pt x="178968" y="474979"/>
                </a:lnTo>
                <a:lnTo>
                  <a:pt x="179768" y="476250"/>
                </a:lnTo>
                <a:close/>
              </a:path>
              <a:path w="237489" h="866139">
                <a:moveTo>
                  <a:pt x="183045" y="481329"/>
                </a:moveTo>
                <a:lnTo>
                  <a:pt x="178968" y="474979"/>
                </a:lnTo>
                <a:lnTo>
                  <a:pt x="223100" y="474979"/>
                </a:lnTo>
                <a:lnTo>
                  <a:pt x="225427" y="480060"/>
                </a:lnTo>
                <a:lnTo>
                  <a:pt x="182384" y="480060"/>
                </a:lnTo>
                <a:lnTo>
                  <a:pt x="183045" y="481329"/>
                </a:lnTo>
                <a:close/>
              </a:path>
              <a:path w="237489" h="866139">
                <a:moveTo>
                  <a:pt x="186080" y="486410"/>
                </a:moveTo>
                <a:lnTo>
                  <a:pt x="182384" y="480060"/>
                </a:lnTo>
                <a:lnTo>
                  <a:pt x="225427" y="480060"/>
                </a:lnTo>
                <a:lnTo>
                  <a:pt x="226009" y="481329"/>
                </a:lnTo>
                <a:lnTo>
                  <a:pt x="226402" y="482600"/>
                </a:lnTo>
                <a:lnTo>
                  <a:pt x="227413" y="485139"/>
                </a:lnTo>
                <a:lnTo>
                  <a:pt x="185534" y="485139"/>
                </a:lnTo>
                <a:lnTo>
                  <a:pt x="186080" y="486410"/>
                </a:lnTo>
                <a:close/>
              </a:path>
              <a:path w="237489" h="866139">
                <a:moveTo>
                  <a:pt x="191300" y="497839"/>
                </a:moveTo>
                <a:lnTo>
                  <a:pt x="188379" y="491489"/>
                </a:lnTo>
                <a:lnTo>
                  <a:pt x="188836" y="491489"/>
                </a:lnTo>
                <a:lnTo>
                  <a:pt x="185534" y="485139"/>
                </a:lnTo>
                <a:lnTo>
                  <a:pt x="227413" y="485139"/>
                </a:lnTo>
                <a:lnTo>
                  <a:pt x="228930" y="488950"/>
                </a:lnTo>
                <a:lnTo>
                  <a:pt x="229260" y="490220"/>
                </a:lnTo>
                <a:lnTo>
                  <a:pt x="231393" y="496570"/>
                </a:lnTo>
                <a:lnTo>
                  <a:pt x="190906" y="496570"/>
                </a:lnTo>
                <a:lnTo>
                  <a:pt x="191300" y="497839"/>
                </a:lnTo>
                <a:close/>
              </a:path>
              <a:path w="237489" h="866139">
                <a:moveTo>
                  <a:pt x="193433" y="502920"/>
                </a:moveTo>
                <a:lnTo>
                  <a:pt x="190906" y="496570"/>
                </a:lnTo>
                <a:lnTo>
                  <a:pt x="231393" y="496570"/>
                </a:lnTo>
                <a:lnTo>
                  <a:pt x="231673" y="497839"/>
                </a:lnTo>
                <a:lnTo>
                  <a:pt x="232724" y="501650"/>
                </a:lnTo>
                <a:lnTo>
                  <a:pt x="193103" y="501650"/>
                </a:lnTo>
                <a:lnTo>
                  <a:pt x="193433" y="502920"/>
                </a:lnTo>
                <a:close/>
              </a:path>
              <a:path w="237489" h="866139">
                <a:moveTo>
                  <a:pt x="236194" y="518160"/>
                </a:moveTo>
                <a:lnTo>
                  <a:pt x="197568" y="518160"/>
                </a:lnTo>
                <a:lnTo>
                  <a:pt x="196481" y="513079"/>
                </a:lnTo>
                <a:lnTo>
                  <a:pt x="194970" y="508000"/>
                </a:lnTo>
                <a:lnTo>
                  <a:pt x="195249" y="508000"/>
                </a:lnTo>
                <a:lnTo>
                  <a:pt x="193103" y="501650"/>
                </a:lnTo>
                <a:lnTo>
                  <a:pt x="232724" y="501650"/>
                </a:lnTo>
                <a:lnTo>
                  <a:pt x="233425" y="504189"/>
                </a:lnTo>
                <a:lnTo>
                  <a:pt x="233667" y="504189"/>
                </a:lnTo>
                <a:lnTo>
                  <a:pt x="235026" y="510539"/>
                </a:lnTo>
                <a:lnTo>
                  <a:pt x="236194" y="518160"/>
                </a:lnTo>
                <a:close/>
              </a:path>
              <a:path w="237489" h="866139">
                <a:moveTo>
                  <a:pt x="196723" y="514350"/>
                </a:moveTo>
                <a:lnTo>
                  <a:pt x="196372" y="513079"/>
                </a:lnTo>
                <a:lnTo>
                  <a:pt x="196723" y="514350"/>
                </a:lnTo>
                <a:close/>
              </a:path>
              <a:path w="237489" h="866139">
                <a:moveTo>
                  <a:pt x="197813" y="519302"/>
                </a:moveTo>
                <a:lnTo>
                  <a:pt x="197568" y="518160"/>
                </a:lnTo>
                <a:lnTo>
                  <a:pt x="197813" y="519302"/>
                </a:lnTo>
                <a:close/>
              </a:path>
              <a:path w="237489" h="866139">
                <a:moveTo>
                  <a:pt x="236463" y="519429"/>
                </a:moveTo>
                <a:lnTo>
                  <a:pt x="197840" y="519429"/>
                </a:lnTo>
                <a:lnTo>
                  <a:pt x="197637" y="518160"/>
                </a:lnTo>
                <a:lnTo>
                  <a:pt x="236346" y="518160"/>
                </a:lnTo>
                <a:lnTo>
                  <a:pt x="236463" y="519429"/>
                </a:lnTo>
                <a:close/>
              </a:path>
              <a:path w="237489" h="866139">
                <a:moveTo>
                  <a:pt x="236931" y="524510"/>
                </a:moveTo>
                <a:lnTo>
                  <a:pt x="198615" y="524510"/>
                </a:lnTo>
                <a:lnTo>
                  <a:pt x="198462" y="523239"/>
                </a:lnTo>
                <a:lnTo>
                  <a:pt x="197813" y="519302"/>
                </a:lnTo>
                <a:lnTo>
                  <a:pt x="197840" y="519429"/>
                </a:lnTo>
                <a:lnTo>
                  <a:pt x="236463" y="519429"/>
                </a:lnTo>
                <a:lnTo>
                  <a:pt x="236931" y="524510"/>
                </a:lnTo>
                <a:close/>
              </a:path>
              <a:path w="237489" h="866139">
                <a:moveTo>
                  <a:pt x="198590" y="524347"/>
                </a:moveTo>
                <a:lnTo>
                  <a:pt x="198419" y="523239"/>
                </a:lnTo>
                <a:lnTo>
                  <a:pt x="198590" y="524347"/>
                </a:lnTo>
                <a:close/>
              </a:path>
              <a:path w="237489" h="866139">
                <a:moveTo>
                  <a:pt x="237121" y="528320"/>
                </a:moveTo>
                <a:lnTo>
                  <a:pt x="199047" y="528320"/>
                </a:lnTo>
                <a:lnTo>
                  <a:pt x="198958" y="527050"/>
                </a:lnTo>
                <a:lnTo>
                  <a:pt x="198590" y="524347"/>
                </a:lnTo>
                <a:lnTo>
                  <a:pt x="198615" y="524510"/>
                </a:lnTo>
                <a:lnTo>
                  <a:pt x="236931" y="524510"/>
                </a:lnTo>
                <a:lnTo>
                  <a:pt x="237020" y="525779"/>
                </a:lnTo>
                <a:lnTo>
                  <a:pt x="237121" y="528320"/>
                </a:lnTo>
                <a:close/>
              </a:path>
              <a:path w="237489" h="866139">
                <a:moveTo>
                  <a:pt x="198985" y="527787"/>
                </a:moveTo>
                <a:lnTo>
                  <a:pt x="198901" y="527050"/>
                </a:lnTo>
                <a:lnTo>
                  <a:pt x="198985" y="527787"/>
                </a:lnTo>
                <a:close/>
              </a:path>
              <a:path w="237489" h="866139">
                <a:moveTo>
                  <a:pt x="237223" y="532129"/>
                </a:moveTo>
                <a:lnTo>
                  <a:pt x="199148" y="532129"/>
                </a:lnTo>
                <a:lnTo>
                  <a:pt x="199148" y="530860"/>
                </a:lnTo>
                <a:lnTo>
                  <a:pt x="198985" y="527787"/>
                </a:lnTo>
                <a:lnTo>
                  <a:pt x="199047" y="528320"/>
                </a:lnTo>
                <a:lnTo>
                  <a:pt x="237121" y="528320"/>
                </a:lnTo>
                <a:lnTo>
                  <a:pt x="237223" y="532129"/>
                </a:lnTo>
                <a:close/>
              </a:path>
              <a:path w="237489" h="866139">
                <a:moveTo>
                  <a:pt x="199121" y="531404"/>
                </a:moveTo>
                <a:lnTo>
                  <a:pt x="199101" y="530860"/>
                </a:lnTo>
                <a:lnTo>
                  <a:pt x="199121" y="531404"/>
                </a:lnTo>
                <a:close/>
              </a:path>
              <a:path w="237489" h="866139">
                <a:moveTo>
                  <a:pt x="237121" y="534670"/>
                </a:moveTo>
                <a:lnTo>
                  <a:pt x="198958" y="534670"/>
                </a:lnTo>
                <a:lnTo>
                  <a:pt x="199085" y="533400"/>
                </a:lnTo>
                <a:lnTo>
                  <a:pt x="199121" y="531404"/>
                </a:lnTo>
                <a:lnTo>
                  <a:pt x="199148" y="532129"/>
                </a:lnTo>
                <a:lnTo>
                  <a:pt x="237223" y="532129"/>
                </a:lnTo>
                <a:lnTo>
                  <a:pt x="237121" y="534670"/>
                </a:lnTo>
                <a:close/>
              </a:path>
              <a:path w="237489" h="866139">
                <a:moveTo>
                  <a:pt x="198972" y="534376"/>
                </a:moveTo>
                <a:lnTo>
                  <a:pt x="199021" y="533400"/>
                </a:lnTo>
                <a:lnTo>
                  <a:pt x="198972" y="534376"/>
                </a:lnTo>
                <a:close/>
              </a:path>
              <a:path w="237489" h="866139">
                <a:moveTo>
                  <a:pt x="236893" y="538479"/>
                </a:moveTo>
                <a:lnTo>
                  <a:pt x="198500" y="538479"/>
                </a:lnTo>
                <a:lnTo>
                  <a:pt x="198780" y="537210"/>
                </a:lnTo>
                <a:lnTo>
                  <a:pt x="198647" y="537210"/>
                </a:lnTo>
                <a:lnTo>
                  <a:pt x="198972" y="534376"/>
                </a:lnTo>
                <a:lnTo>
                  <a:pt x="198958" y="534670"/>
                </a:lnTo>
                <a:lnTo>
                  <a:pt x="237121" y="534670"/>
                </a:lnTo>
                <a:lnTo>
                  <a:pt x="237020" y="537210"/>
                </a:lnTo>
                <a:lnTo>
                  <a:pt x="198780" y="537210"/>
                </a:lnTo>
                <a:lnTo>
                  <a:pt x="198538" y="538151"/>
                </a:lnTo>
                <a:lnTo>
                  <a:pt x="236925" y="538151"/>
                </a:lnTo>
                <a:lnTo>
                  <a:pt x="236893" y="538479"/>
                </a:lnTo>
                <a:close/>
              </a:path>
              <a:path w="237489" h="866139">
                <a:moveTo>
                  <a:pt x="198500" y="538479"/>
                </a:moveTo>
                <a:lnTo>
                  <a:pt x="198538" y="538151"/>
                </a:lnTo>
                <a:lnTo>
                  <a:pt x="198780" y="537210"/>
                </a:lnTo>
                <a:lnTo>
                  <a:pt x="198500" y="538479"/>
                </a:lnTo>
                <a:close/>
              </a:path>
              <a:path w="237489" h="866139">
                <a:moveTo>
                  <a:pt x="236600" y="541020"/>
                </a:moveTo>
                <a:lnTo>
                  <a:pt x="197802" y="541020"/>
                </a:lnTo>
                <a:lnTo>
                  <a:pt x="198208" y="539750"/>
                </a:lnTo>
                <a:lnTo>
                  <a:pt x="198538" y="538151"/>
                </a:lnTo>
                <a:lnTo>
                  <a:pt x="198500" y="538479"/>
                </a:lnTo>
                <a:lnTo>
                  <a:pt x="236893" y="538479"/>
                </a:lnTo>
                <a:lnTo>
                  <a:pt x="236600" y="541020"/>
                </a:lnTo>
                <a:close/>
              </a:path>
              <a:path w="237489" h="866139">
                <a:moveTo>
                  <a:pt x="197922" y="540554"/>
                </a:moveTo>
                <a:lnTo>
                  <a:pt x="198128" y="539750"/>
                </a:lnTo>
                <a:lnTo>
                  <a:pt x="197922" y="540554"/>
                </a:lnTo>
                <a:close/>
              </a:path>
              <a:path w="237489" h="866139">
                <a:moveTo>
                  <a:pt x="197802" y="541020"/>
                </a:moveTo>
                <a:lnTo>
                  <a:pt x="197922" y="540554"/>
                </a:lnTo>
                <a:lnTo>
                  <a:pt x="198208" y="539750"/>
                </a:lnTo>
                <a:lnTo>
                  <a:pt x="197802" y="541020"/>
                </a:lnTo>
                <a:close/>
              </a:path>
              <a:path w="237489" h="866139">
                <a:moveTo>
                  <a:pt x="195730" y="547117"/>
                </a:moveTo>
                <a:lnTo>
                  <a:pt x="197396" y="542289"/>
                </a:lnTo>
                <a:lnTo>
                  <a:pt x="197922" y="540554"/>
                </a:lnTo>
                <a:lnTo>
                  <a:pt x="197802" y="541020"/>
                </a:lnTo>
                <a:lnTo>
                  <a:pt x="236600" y="541020"/>
                </a:lnTo>
                <a:lnTo>
                  <a:pt x="236308" y="543560"/>
                </a:lnTo>
                <a:lnTo>
                  <a:pt x="236042" y="544829"/>
                </a:lnTo>
                <a:lnTo>
                  <a:pt x="235716" y="546100"/>
                </a:lnTo>
                <a:lnTo>
                  <a:pt x="196303" y="546100"/>
                </a:lnTo>
                <a:lnTo>
                  <a:pt x="195730" y="547117"/>
                </a:lnTo>
                <a:close/>
              </a:path>
              <a:path w="237489" h="866139">
                <a:moveTo>
                  <a:pt x="196850" y="543560"/>
                </a:moveTo>
                <a:lnTo>
                  <a:pt x="197302" y="542289"/>
                </a:lnTo>
                <a:lnTo>
                  <a:pt x="196850" y="543560"/>
                </a:lnTo>
                <a:close/>
              </a:path>
              <a:path w="237489" h="866139">
                <a:moveTo>
                  <a:pt x="195643" y="547370"/>
                </a:moveTo>
                <a:lnTo>
                  <a:pt x="195730" y="547117"/>
                </a:lnTo>
                <a:lnTo>
                  <a:pt x="196303" y="546100"/>
                </a:lnTo>
                <a:lnTo>
                  <a:pt x="195643" y="547370"/>
                </a:lnTo>
                <a:close/>
              </a:path>
              <a:path w="237489" h="866139">
                <a:moveTo>
                  <a:pt x="235390" y="547370"/>
                </a:moveTo>
                <a:lnTo>
                  <a:pt x="195643" y="547370"/>
                </a:lnTo>
                <a:lnTo>
                  <a:pt x="196303" y="546100"/>
                </a:lnTo>
                <a:lnTo>
                  <a:pt x="235716" y="546100"/>
                </a:lnTo>
                <a:lnTo>
                  <a:pt x="235390" y="547370"/>
                </a:lnTo>
                <a:close/>
              </a:path>
              <a:path w="237489" h="866139">
                <a:moveTo>
                  <a:pt x="234861" y="549910"/>
                </a:moveTo>
                <a:lnTo>
                  <a:pt x="194157" y="549910"/>
                </a:lnTo>
                <a:lnTo>
                  <a:pt x="194906" y="548639"/>
                </a:lnTo>
                <a:lnTo>
                  <a:pt x="195730" y="547117"/>
                </a:lnTo>
                <a:lnTo>
                  <a:pt x="195643" y="547370"/>
                </a:lnTo>
                <a:lnTo>
                  <a:pt x="235390" y="547370"/>
                </a:lnTo>
                <a:lnTo>
                  <a:pt x="235064" y="548639"/>
                </a:lnTo>
                <a:lnTo>
                  <a:pt x="234861" y="549910"/>
                </a:lnTo>
                <a:close/>
              </a:path>
              <a:path w="237489" h="866139">
                <a:moveTo>
                  <a:pt x="194682" y="548978"/>
                </a:moveTo>
                <a:lnTo>
                  <a:pt x="194873" y="548639"/>
                </a:lnTo>
                <a:lnTo>
                  <a:pt x="194682" y="548978"/>
                </a:lnTo>
                <a:close/>
              </a:path>
              <a:path w="237489" h="866139">
                <a:moveTo>
                  <a:pt x="194157" y="549910"/>
                </a:moveTo>
                <a:lnTo>
                  <a:pt x="194682" y="548978"/>
                </a:lnTo>
                <a:lnTo>
                  <a:pt x="194906" y="548639"/>
                </a:lnTo>
                <a:lnTo>
                  <a:pt x="194157" y="549910"/>
                </a:lnTo>
                <a:close/>
              </a:path>
              <a:path w="237489" h="866139">
                <a:moveTo>
                  <a:pt x="234200" y="552450"/>
                </a:moveTo>
                <a:lnTo>
                  <a:pt x="192379" y="552450"/>
                </a:lnTo>
                <a:lnTo>
                  <a:pt x="194682" y="548978"/>
                </a:lnTo>
                <a:lnTo>
                  <a:pt x="194157" y="549910"/>
                </a:lnTo>
                <a:lnTo>
                  <a:pt x="234861" y="549910"/>
                </a:lnTo>
                <a:lnTo>
                  <a:pt x="234657" y="551179"/>
                </a:lnTo>
                <a:lnTo>
                  <a:pt x="234200" y="552450"/>
                </a:lnTo>
                <a:close/>
              </a:path>
              <a:path w="237489" h="866139">
                <a:moveTo>
                  <a:pt x="231876" y="558800"/>
                </a:moveTo>
                <a:lnTo>
                  <a:pt x="187807" y="558800"/>
                </a:lnTo>
                <a:lnTo>
                  <a:pt x="191109" y="554989"/>
                </a:lnTo>
                <a:lnTo>
                  <a:pt x="190271" y="554989"/>
                </a:lnTo>
                <a:lnTo>
                  <a:pt x="193179" y="551179"/>
                </a:lnTo>
                <a:lnTo>
                  <a:pt x="192379" y="552450"/>
                </a:lnTo>
                <a:lnTo>
                  <a:pt x="234200" y="552450"/>
                </a:lnTo>
                <a:lnTo>
                  <a:pt x="233286" y="554989"/>
                </a:lnTo>
                <a:lnTo>
                  <a:pt x="232752" y="556260"/>
                </a:lnTo>
                <a:lnTo>
                  <a:pt x="231876" y="558800"/>
                </a:lnTo>
                <a:close/>
              </a:path>
              <a:path w="237489" h="866139">
                <a:moveTo>
                  <a:pt x="231000" y="561339"/>
                </a:moveTo>
                <a:lnTo>
                  <a:pt x="184975" y="561339"/>
                </a:lnTo>
                <a:lnTo>
                  <a:pt x="188671" y="557529"/>
                </a:lnTo>
                <a:lnTo>
                  <a:pt x="187807" y="558800"/>
                </a:lnTo>
                <a:lnTo>
                  <a:pt x="231876" y="558800"/>
                </a:lnTo>
                <a:lnTo>
                  <a:pt x="231000" y="561339"/>
                </a:lnTo>
                <a:close/>
              </a:path>
              <a:path w="237489" h="866139">
                <a:moveTo>
                  <a:pt x="227456" y="567689"/>
                </a:moveTo>
                <a:lnTo>
                  <a:pt x="178117" y="567689"/>
                </a:lnTo>
                <a:lnTo>
                  <a:pt x="182587" y="563879"/>
                </a:lnTo>
                <a:lnTo>
                  <a:pt x="181749" y="563879"/>
                </a:lnTo>
                <a:lnTo>
                  <a:pt x="185839" y="560070"/>
                </a:lnTo>
                <a:lnTo>
                  <a:pt x="184975" y="561339"/>
                </a:lnTo>
                <a:lnTo>
                  <a:pt x="231000" y="561339"/>
                </a:lnTo>
                <a:lnTo>
                  <a:pt x="230339" y="562610"/>
                </a:lnTo>
                <a:lnTo>
                  <a:pt x="228206" y="566420"/>
                </a:lnTo>
                <a:lnTo>
                  <a:pt x="227456" y="567689"/>
                </a:lnTo>
                <a:close/>
              </a:path>
              <a:path w="237489" h="866139">
                <a:moveTo>
                  <a:pt x="226193" y="570229"/>
                </a:moveTo>
                <a:lnTo>
                  <a:pt x="174066" y="570229"/>
                </a:lnTo>
                <a:lnTo>
                  <a:pt x="178930" y="566420"/>
                </a:lnTo>
                <a:lnTo>
                  <a:pt x="178117" y="567689"/>
                </a:lnTo>
                <a:lnTo>
                  <a:pt x="227456" y="567689"/>
                </a:lnTo>
                <a:lnTo>
                  <a:pt x="226193" y="570229"/>
                </a:lnTo>
                <a:close/>
              </a:path>
              <a:path w="237489" h="866139">
                <a:moveTo>
                  <a:pt x="220357" y="579120"/>
                </a:moveTo>
                <a:lnTo>
                  <a:pt x="159346" y="579120"/>
                </a:lnTo>
                <a:lnTo>
                  <a:pt x="165366" y="575310"/>
                </a:lnTo>
                <a:lnTo>
                  <a:pt x="164680" y="575310"/>
                </a:lnTo>
                <a:lnTo>
                  <a:pt x="170319" y="572770"/>
                </a:lnTo>
                <a:lnTo>
                  <a:pt x="169595" y="572770"/>
                </a:lnTo>
                <a:lnTo>
                  <a:pt x="174840" y="568960"/>
                </a:lnTo>
                <a:lnTo>
                  <a:pt x="174066" y="570229"/>
                </a:lnTo>
                <a:lnTo>
                  <a:pt x="226193" y="570229"/>
                </a:lnTo>
                <a:lnTo>
                  <a:pt x="224929" y="572770"/>
                </a:lnTo>
                <a:lnTo>
                  <a:pt x="224129" y="574039"/>
                </a:lnTo>
                <a:lnTo>
                  <a:pt x="221208" y="577850"/>
                </a:lnTo>
                <a:lnTo>
                  <a:pt x="220357" y="579120"/>
                </a:lnTo>
                <a:close/>
              </a:path>
              <a:path w="237489" h="866139">
                <a:moveTo>
                  <a:pt x="219257" y="580389"/>
                </a:moveTo>
                <a:lnTo>
                  <a:pt x="156844" y="580389"/>
                </a:lnTo>
                <a:lnTo>
                  <a:pt x="160185" y="577850"/>
                </a:lnTo>
                <a:lnTo>
                  <a:pt x="159346" y="579120"/>
                </a:lnTo>
                <a:lnTo>
                  <a:pt x="220357" y="579120"/>
                </a:lnTo>
                <a:lnTo>
                  <a:pt x="219257" y="580389"/>
                </a:lnTo>
                <a:close/>
              </a:path>
              <a:path w="237489" h="866139">
                <a:moveTo>
                  <a:pt x="218156" y="581660"/>
                </a:moveTo>
                <a:lnTo>
                  <a:pt x="153911" y="581660"/>
                </a:lnTo>
                <a:lnTo>
                  <a:pt x="157695" y="579120"/>
                </a:lnTo>
                <a:lnTo>
                  <a:pt x="156844" y="580389"/>
                </a:lnTo>
                <a:lnTo>
                  <a:pt x="219257" y="580389"/>
                </a:lnTo>
                <a:lnTo>
                  <a:pt x="218156" y="581660"/>
                </a:lnTo>
                <a:close/>
              </a:path>
              <a:path w="237489" h="866139">
                <a:moveTo>
                  <a:pt x="216192" y="584200"/>
                </a:moveTo>
                <a:lnTo>
                  <a:pt x="146138" y="584200"/>
                </a:lnTo>
                <a:lnTo>
                  <a:pt x="154863" y="580389"/>
                </a:lnTo>
                <a:lnTo>
                  <a:pt x="153911" y="581660"/>
                </a:lnTo>
                <a:lnTo>
                  <a:pt x="218156" y="581660"/>
                </a:lnTo>
                <a:lnTo>
                  <a:pt x="217055" y="582929"/>
                </a:lnTo>
                <a:lnTo>
                  <a:pt x="216192" y="584200"/>
                </a:lnTo>
                <a:close/>
              </a:path>
              <a:path w="237489" h="866139">
                <a:moveTo>
                  <a:pt x="53187" y="651510"/>
                </a:moveTo>
                <a:lnTo>
                  <a:pt x="9740" y="651510"/>
                </a:lnTo>
                <a:lnTo>
                  <a:pt x="7340" y="648970"/>
                </a:lnTo>
                <a:lnTo>
                  <a:pt x="5206" y="647700"/>
                </a:lnTo>
                <a:lnTo>
                  <a:pt x="3352" y="645160"/>
                </a:lnTo>
                <a:lnTo>
                  <a:pt x="1968" y="642620"/>
                </a:lnTo>
                <a:lnTo>
                  <a:pt x="1130" y="641350"/>
                </a:lnTo>
                <a:lnTo>
                  <a:pt x="469" y="638810"/>
                </a:lnTo>
                <a:lnTo>
                  <a:pt x="25" y="636270"/>
                </a:lnTo>
                <a:lnTo>
                  <a:pt x="76" y="632460"/>
                </a:lnTo>
                <a:lnTo>
                  <a:pt x="177" y="631189"/>
                </a:lnTo>
                <a:lnTo>
                  <a:pt x="558" y="629920"/>
                </a:lnTo>
                <a:lnTo>
                  <a:pt x="1206" y="627379"/>
                </a:lnTo>
                <a:lnTo>
                  <a:pt x="2209" y="624839"/>
                </a:lnTo>
                <a:lnTo>
                  <a:pt x="3505" y="622300"/>
                </a:lnTo>
                <a:lnTo>
                  <a:pt x="5041" y="621029"/>
                </a:lnTo>
                <a:lnTo>
                  <a:pt x="5626" y="621029"/>
                </a:lnTo>
                <a:lnTo>
                  <a:pt x="7785" y="618489"/>
                </a:lnTo>
                <a:lnTo>
                  <a:pt x="10223" y="617220"/>
                </a:lnTo>
                <a:lnTo>
                  <a:pt x="11417" y="615950"/>
                </a:lnTo>
                <a:lnTo>
                  <a:pt x="14274" y="614679"/>
                </a:lnTo>
                <a:lnTo>
                  <a:pt x="18351" y="613410"/>
                </a:lnTo>
                <a:lnTo>
                  <a:pt x="19862" y="612139"/>
                </a:lnTo>
                <a:lnTo>
                  <a:pt x="25984" y="610870"/>
                </a:lnTo>
                <a:lnTo>
                  <a:pt x="34531" y="609600"/>
                </a:lnTo>
                <a:lnTo>
                  <a:pt x="55003" y="604520"/>
                </a:lnTo>
                <a:lnTo>
                  <a:pt x="78549" y="599439"/>
                </a:lnTo>
                <a:lnTo>
                  <a:pt x="78397" y="599439"/>
                </a:lnTo>
                <a:lnTo>
                  <a:pt x="103365" y="594360"/>
                </a:lnTo>
                <a:lnTo>
                  <a:pt x="103085" y="594360"/>
                </a:lnTo>
                <a:lnTo>
                  <a:pt x="115404" y="591820"/>
                </a:lnTo>
                <a:lnTo>
                  <a:pt x="115100" y="591820"/>
                </a:lnTo>
                <a:lnTo>
                  <a:pt x="126936" y="589279"/>
                </a:lnTo>
                <a:lnTo>
                  <a:pt x="126517" y="589279"/>
                </a:lnTo>
                <a:lnTo>
                  <a:pt x="137591" y="586739"/>
                </a:lnTo>
                <a:lnTo>
                  <a:pt x="136982" y="586739"/>
                </a:lnTo>
                <a:lnTo>
                  <a:pt x="147027" y="582929"/>
                </a:lnTo>
                <a:lnTo>
                  <a:pt x="146138" y="584200"/>
                </a:lnTo>
                <a:lnTo>
                  <a:pt x="216192" y="584200"/>
                </a:lnTo>
                <a:lnTo>
                  <a:pt x="212496" y="588010"/>
                </a:lnTo>
                <a:lnTo>
                  <a:pt x="211632" y="588010"/>
                </a:lnTo>
                <a:lnTo>
                  <a:pt x="207556" y="591820"/>
                </a:lnTo>
                <a:lnTo>
                  <a:pt x="206717" y="593089"/>
                </a:lnTo>
                <a:lnTo>
                  <a:pt x="202234" y="596900"/>
                </a:lnTo>
                <a:lnTo>
                  <a:pt x="201434" y="596900"/>
                </a:lnTo>
                <a:lnTo>
                  <a:pt x="196570" y="600710"/>
                </a:lnTo>
                <a:lnTo>
                  <a:pt x="195795" y="600710"/>
                </a:lnTo>
                <a:lnTo>
                  <a:pt x="190550" y="604520"/>
                </a:lnTo>
                <a:lnTo>
                  <a:pt x="189814" y="605789"/>
                </a:lnTo>
                <a:lnTo>
                  <a:pt x="184175" y="608329"/>
                </a:lnTo>
                <a:lnTo>
                  <a:pt x="105498" y="608329"/>
                </a:lnTo>
                <a:lnTo>
                  <a:pt x="93700" y="609600"/>
                </a:lnTo>
                <a:lnTo>
                  <a:pt x="81800" y="609600"/>
                </a:lnTo>
                <a:lnTo>
                  <a:pt x="70205" y="610870"/>
                </a:lnTo>
                <a:lnTo>
                  <a:pt x="48983" y="613410"/>
                </a:lnTo>
                <a:lnTo>
                  <a:pt x="40373" y="614679"/>
                </a:lnTo>
                <a:lnTo>
                  <a:pt x="32169" y="614679"/>
                </a:lnTo>
                <a:lnTo>
                  <a:pt x="25641" y="615950"/>
                </a:lnTo>
                <a:lnTo>
                  <a:pt x="22961" y="615950"/>
                </a:lnTo>
                <a:lnTo>
                  <a:pt x="29070" y="618489"/>
                </a:lnTo>
                <a:lnTo>
                  <a:pt x="28448" y="618489"/>
                </a:lnTo>
                <a:lnTo>
                  <a:pt x="34798" y="623570"/>
                </a:lnTo>
                <a:lnTo>
                  <a:pt x="36106" y="626110"/>
                </a:lnTo>
                <a:lnTo>
                  <a:pt x="37541" y="629920"/>
                </a:lnTo>
                <a:lnTo>
                  <a:pt x="38023" y="635000"/>
                </a:lnTo>
                <a:lnTo>
                  <a:pt x="37464" y="638810"/>
                </a:lnTo>
                <a:lnTo>
                  <a:pt x="36868" y="640079"/>
                </a:lnTo>
                <a:lnTo>
                  <a:pt x="33045" y="646429"/>
                </a:lnTo>
                <a:lnTo>
                  <a:pt x="33629" y="646429"/>
                </a:lnTo>
                <a:lnTo>
                  <a:pt x="30765" y="648797"/>
                </a:lnTo>
                <a:lnTo>
                  <a:pt x="29933" y="648970"/>
                </a:lnTo>
                <a:lnTo>
                  <a:pt x="30213" y="648970"/>
                </a:lnTo>
                <a:lnTo>
                  <a:pt x="27355" y="650239"/>
                </a:lnTo>
                <a:lnTo>
                  <a:pt x="63620" y="650239"/>
                </a:lnTo>
                <a:lnTo>
                  <a:pt x="53187" y="651510"/>
                </a:lnTo>
                <a:close/>
              </a:path>
              <a:path w="237489" h="866139">
                <a:moveTo>
                  <a:pt x="128904" y="609600"/>
                </a:moveTo>
                <a:lnTo>
                  <a:pt x="93700" y="609600"/>
                </a:lnTo>
                <a:lnTo>
                  <a:pt x="105498" y="608329"/>
                </a:lnTo>
                <a:lnTo>
                  <a:pt x="123164" y="608329"/>
                </a:lnTo>
                <a:lnTo>
                  <a:pt x="128904" y="609600"/>
                </a:lnTo>
                <a:close/>
              </a:path>
              <a:path w="237489" h="866139">
                <a:moveTo>
                  <a:pt x="173278" y="614679"/>
                </a:moveTo>
                <a:lnTo>
                  <a:pt x="154673" y="614679"/>
                </a:lnTo>
                <a:lnTo>
                  <a:pt x="150990" y="613410"/>
                </a:lnTo>
                <a:lnTo>
                  <a:pt x="149618" y="612139"/>
                </a:lnTo>
                <a:lnTo>
                  <a:pt x="145605" y="612139"/>
                </a:lnTo>
                <a:lnTo>
                  <a:pt x="144462" y="610870"/>
                </a:lnTo>
                <a:lnTo>
                  <a:pt x="139179" y="610870"/>
                </a:lnTo>
                <a:lnTo>
                  <a:pt x="133756" y="609600"/>
                </a:lnTo>
                <a:lnTo>
                  <a:pt x="128904" y="609600"/>
                </a:lnTo>
                <a:lnTo>
                  <a:pt x="123164" y="608329"/>
                </a:lnTo>
                <a:lnTo>
                  <a:pt x="184175" y="608329"/>
                </a:lnTo>
                <a:lnTo>
                  <a:pt x="177457" y="612139"/>
                </a:lnTo>
                <a:lnTo>
                  <a:pt x="173278" y="614679"/>
                </a:lnTo>
                <a:close/>
              </a:path>
              <a:path w="237489" h="866139">
                <a:moveTo>
                  <a:pt x="42799" y="646429"/>
                </a:moveTo>
                <a:lnTo>
                  <a:pt x="33045" y="646429"/>
                </a:lnTo>
                <a:lnTo>
                  <a:pt x="36893" y="640079"/>
                </a:lnTo>
                <a:lnTo>
                  <a:pt x="37490" y="638810"/>
                </a:lnTo>
                <a:lnTo>
                  <a:pt x="37837" y="636270"/>
                </a:lnTo>
                <a:lnTo>
                  <a:pt x="37896" y="633729"/>
                </a:lnTo>
                <a:lnTo>
                  <a:pt x="37515" y="629920"/>
                </a:lnTo>
                <a:lnTo>
                  <a:pt x="36080" y="626110"/>
                </a:lnTo>
                <a:lnTo>
                  <a:pt x="34759" y="623570"/>
                </a:lnTo>
                <a:lnTo>
                  <a:pt x="28448" y="618489"/>
                </a:lnTo>
                <a:lnTo>
                  <a:pt x="29070" y="618489"/>
                </a:lnTo>
                <a:lnTo>
                  <a:pt x="22961" y="615950"/>
                </a:lnTo>
                <a:lnTo>
                  <a:pt x="31762" y="615950"/>
                </a:lnTo>
                <a:lnTo>
                  <a:pt x="48983" y="613410"/>
                </a:lnTo>
                <a:lnTo>
                  <a:pt x="70205" y="610870"/>
                </a:lnTo>
                <a:lnTo>
                  <a:pt x="81800" y="609600"/>
                </a:lnTo>
                <a:lnTo>
                  <a:pt x="133756" y="609600"/>
                </a:lnTo>
                <a:lnTo>
                  <a:pt x="139179" y="610870"/>
                </a:lnTo>
                <a:lnTo>
                  <a:pt x="144462" y="610870"/>
                </a:lnTo>
                <a:lnTo>
                  <a:pt x="145605" y="612139"/>
                </a:lnTo>
                <a:lnTo>
                  <a:pt x="149618" y="612139"/>
                </a:lnTo>
                <a:lnTo>
                  <a:pt x="150990" y="613410"/>
                </a:lnTo>
                <a:lnTo>
                  <a:pt x="154673" y="614679"/>
                </a:lnTo>
                <a:lnTo>
                  <a:pt x="156298" y="614679"/>
                </a:lnTo>
                <a:lnTo>
                  <a:pt x="159613" y="615950"/>
                </a:lnTo>
                <a:lnTo>
                  <a:pt x="160947" y="617220"/>
                </a:lnTo>
                <a:lnTo>
                  <a:pt x="162939" y="618033"/>
                </a:lnTo>
                <a:lnTo>
                  <a:pt x="158991" y="619760"/>
                </a:lnTo>
                <a:lnTo>
                  <a:pt x="158114" y="619760"/>
                </a:lnTo>
                <a:lnTo>
                  <a:pt x="148069" y="623570"/>
                </a:lnTo>
                <a:lnTo>
                  <a:pt x="123812" y="628650"/>
                </a:lnTo>
                <a:lnTo>
                  <a:pt x="111201" y="632460"/>
                </a:lnTo>
                <a:lnTo>
                  <a:pt x="86080" y="637539"/>
                </a:lnTo>
                <a:lnTo>
                  <a:pt x="62534" y="642620"/>
                </a:lnTo>
                <a:lnTo>
                  <a:pt x="62674" y="642620"/>
                </a:lnTo>
                <a:lnTo>
                  <a:pt x="42799" y="646429"/>
                </a:lnTo>
                <a:close/>
              </a:path>
              <a:path w="237489" h="866139">
                <a:moveTo>
                  <a:pt x="31762" y="615950"/>
                </a:moveTo>
                <a:lnTo>
                  <a:pt x="25641" y="615950"/>
                </a:lnTo>
                <a:lnTo>
                  <a:pt x="32169" y="614679"/>
                </a:lnTo>
                <a:lnTo>
                  <a:pt x="31762" y="615950"/>
                </a:lnTo>
                <a:close/>
              </a:path>
              <a:path w="237489" h="866139">
                <a:moveTo>
                  <a:pt x="31762" y="615950"/>
                </a:moveTo>
                <a:lnTo>
                  <a:pt x="32169" y="614679"/>
                </a:lnTo>
                <a:lnTo>
                  <a:pt x="40373" y="614679"/>
                </a:lnTo>
                <a:lnTo>
                  <a:pt x="31762" y="615950"/>
                </a:lnTo>
                <a:close/>
              </a:path>
              <a:path w="237489" h="866139">
                <a:moveTo>
                  <a:pt x="162939" y="618033"/>
                </a:moveTo>
                <a:lnTo>
                  <a:pt x="160947" y="617220"/>
                </a:lnTo>
                <a:lnTo>
                  <a:pt x="159613" y="615950"/>
                </a:lnTo>
                <a:lnTo>
                  <a:pt x="156298" y="614679"/>
                </a:lnTo>
                <a:lnTo>
                  <a:pt x="172427" y="614679"/>
                </a:lnTo>
                <a:lnTo>
                  <a:pt x="168655" y="615950"/>
                </a:lnTo>
                <a:lnTo>
                  <a:pt x="167703" y="615950"/>
                </a:lnTo>
                <a:lnTo>
                  <a:pt x="162939" y="618033"/>
                </a:lnTo>
                <a:close/>
              </a:path>
              <a:path w="237489" h="866139">
                <a:moveTo>
                  <a:pt x="145770" y="652779"/>
                </a:moveTo>
                <a:lnTo>
                  <a:pt x="142659" y="650239"/>
                </a:lnTo>
                <a:lnTo>
                  <a:pt x="142316" y="650239"/>
                </a:lnTo>
                <a:lnTo>
                  <a:pt x="138633" y="648970"/>
                </a:lnTo>
                <a:lnTo>
                  <a:pt x="137121" y="648970"/>
                </a:lnTo>
                <a:lnTo>
                  <a:pt x="132791" y="647700"/>
                </a:lnTo>
                <a:lnTo>
                  <a:pt x="125755" y="647700"/>
                </a:lnTo>
                <a:lnTo>
                  <a:pt x="120688" y="646429"/>
                </a:lnTo>
                <a:lnTo>
                  <a:pt x="42799" y="646429"/>
                </a:lnTo>
                <a:lnTo>
                  <a:pt x="62674" y="642620"/>
                </a:lnTo>
                <a:lnTo>
                  <a:pt x="62534" y="642620"/>
                </a:lnTo>
                <a:lnTo>
                  <a:pt x="86080" y="637539"/>
                </a:lnTo>
                <a:lnTo>
                  <a:pt x="111201" y="632460"/>
                </a:lnTo>
                <a:lnTo>
                  <a:pt x="123812" y="628650"/>
                </a:lnTo>
                <a:lnTo>
                  <a:pt x="148069" y="623570"/>
                </a:lnTo>
                <a:lnTo>
                  <a:pt x="158114" y="619760"/>
                </a:lnTo>
                <a:lnTo>
                  <a:pt x="158991" y="619760"/>
                </a:lnTo>
                <a:lnTo>
                  <a:pt x="162939" y="618033"/>
                </a:lnTo>
                <a:lnTo>
                  <a:pt x="164058" y="618489"/>
                </a:lnTo>
                <a:lnTo>
                  <a:pt x="164833" y="619760"/>
                </a:lnTo>
                <a:lnTo>
                  <a:pt x="167944" y="621029"/>
                </a:lnTo>
                <a:lnTo>
                  <a:pt x="168960" y="622300"/>
                </a:lnTo>
                <a:lnTo>
                  <a:pt x="175120" y="626110"/>
                </a:lnTo>
                <a:lnTo>
                  <a:pt x="176263" y="627379"/>
                </a:lnTo>
                <a:lnTo>
                  <a:pt x="182333" y="632460"/>
                </a:lnTo>
                <a:lnTo>
                  <a:pt x="183286" y="632460"/>
                </a:lnTo>
                <a:lnTo>
                  <a:pt x="189204" y="638810"/>
                </a:lnTo>
                <a:lnTo>
                  <a:pt x="190017" y="638810"/>
                </a:lnTo>
                <a:lnTo>
                  <a:pt x="195745" y="645160"/>
                </a:lnTo>
                <a:lnTo>
                  <a:pt x="196443" y="646429"/>
                </a:lnTo>
                <a:lnTo>
                  <a:pt x="200832" y="651510"/>
                </a:lnTo>
                <a:lnTo>
                  <a:pt x="144995" y="651510"/>
                </a:lnTo>
                <a:lnTo>
                  <a:pt x="145770" y="652779"/>
                </a:lnTo>
                <a:close/>
              </a:path>
              <a:path w="237489" h="866139">
                <a:moveTo>
                  <a:pt x="30765" y="648797"/>
                </a:moveTo>
                <a:lnTo>
                  <a:pt x="33629" y="646429"/>
                </a:lnTo>
                <a:lnTo>
                  <a:pt x="43230" y="646429"/>
                </a:lnTo>
                <a:lnTo>
                  <a:pt x="35369" y="647700"/>
                </a:lnTo>
                <a:lnTo>
                  <a:pt x="36042" y="647700"/>
                </a:lnTo>
                <a:lnTo>
                  <a:pt x="30765" y="648797"/>
                </a:lnTo>
                <a:close/>
              </a:path>
              <a:path w="237489" h="866139">
                <a:moveTo>
                  <a:pt x="95262" y="647700"/>
                </a:moveTo>
                <a:lnTo>
                  <a:pt x="35369" y="647700"/>
                </a:lnTo>
                <a:lnTo>
                  <a:pt x="43230" y="646429"/>
                </a:lnTo>
                <a:lnTo>
                  <a:pt x="106527" y="646429"/>
                </a:lnTo>
                <a:lnTo>
                  <a:pt x="95262" y="647700"/>
                </a:lnTo>
                <a:close/>
              </a:path>
              <a:path w="237489" h="866139">
                <a:moveTo>
                  <a:pt x="30021" y="649412"/>
                </a:moveTo>
                <a:lnTo>
                  <a:pt x="30765" y="648797"/>
                </a:lnTo>
                <a:lnTo>
                  <a:pt x="36042" y="647700"/>
                </a:lnTo>
                <a:lnTo>
                  <a:pt x="84861" y="647700"/>
                </a:lnTo>
                <a:lnTo>
                  <a:pt x="73672" y="648970"/>
                </a:lnTo>
                <a:lnTo>
                  <a:pt x="31445" y="648970"/>
                </a:lnTo>
                <a:lnTo>
                  <a:pt x="30021" y="649412"/>
                </a:lnTo>
                <a:close/>
              </a:path>
              <a:path w="237489" h="866139">
                <a:moveTo>
                  <a:pt x="27355" y="650239"/>
                </a:moveTo>
                <a:lnTo>
                  <a:pt x="30213" y="648970"/>
                </a:lnTo>
                <a:lnTo>
                  <a:pt x="29705" y="649510"/>
                </a:lnTo>
                <a:lnTo>
                  <a:pt x="27355" y="650239"/>
                </a:lnTo>
                <a:close/>
              </a:path>
              <a:path w="237489" h="866139">
                <a:moveTo>
                  <a:pt x="29705" y="649510"/>
                </a:moveTo>
                <a:lnTo>
                  <a:pt x="30213" y="648970"/>
                </a:lnTo>
                <a:lnTo>
                  <a:pt x="30556" y="648970"/>
                </a:lnTo>
                <a:lnTo>
                  <a:pt x="30021" y="649412"/>
                </a:lnTo>
                <a:lnTo>
                  <a:pt x="29705" y="649510"/>
                </a:lnTo>
                <a:close/>
              </a:path>
              <a:path w="237489" h="866139">
                <a:moveTo>
                  <a:pt x="63620" y="650239"/>
                </a:moveTo>
                <a:lnTo>
                  <a:pt x="29019" y="650239"/>
                </a:lnTo>
                <a:lnTo>
                  <a:pt x="30021" y="649412"/>
                </a:lnTo>
                <a:lnTo>
                  <a:pt x="31445" y="648970"/>
                </a:lnTo>
                <a:lnTo>
                  <a:pt x="74053" y="648970"/>
                </a:lnTo>
                <a:lnTo>
                  <a:pt x="63620" y="650239"/>
                </a:lnTo>
                <a:close/>
              </a:path>
              <a:path w="237489" h="866139">
                <a:moveTo>
                  <a:pt x="140004" y="650239"/>
                </a:moveTo>
                <a:lnTo>
                  <a:pt x="135978" y="648970"/>
                </a:lnTo>
                <a:lnTo>
                  <a:pt x="138633" y="648970"/>
                </a:lnTo>
                <a:lnTo>
                  <a:pt x="140004" y="650239"/>
                </a:lnTo>
                <a:close/>
              </a:path>
              <a:path w="237489" h="866139">
                <a:moveTo>
                  <a:pt x="29019" y="650239"/>
                </a:moveTo>
                <a:lnTo>
                  <a:pt x="27355" y="650239"/>
                </a:lnTo>
                <a:lnTo>
                  <a:pt x="29705" y="649510"/>
                </a:lnTo>
                <a:lnTo>
                  <a:pt x="29019" y="650239"/>
                </a:lnTo>
                <a:close/>
              </a:path>
              <a:path w="237489" h="866139">
                <a:moveTo>
                  <a:pt x="143992" y="651510"/>
                </a:moveTo>
                <a:lnTo>
                  <a:pt x="140690" y="650239"/>
                </a:lnTo>
                <a:lnTo>
                  <a:pt x="142659" y="650239"/>
                </a:lnTo>
                <a:lnTo>
                  <a:pt x="143992" y="651510"/>
                </a:lnTo>
                <a:close/>
              </a:path>
              <a:path w="237489" h="866139">
                <a:moveTo>
                  <a:pt x="29209" y="654050"/>
                </a:moveTo>
                <a:lnTo>
                  <a:pt x="16471" y="654050"/>
                </a:lnTo>
                <a:lnTo>
                  <a:pt x="13322" y="652779"/>
                </a:lnTo>
                <a:lnTo>
                  <a:pt x="10363" y="651510"/>
                </a:lnTo>
                <a:lnTo>
                  <a:pt x="53289" y="651510"/>
                </a:lnTo>
                <a:lnTo>
                  <a:pt x="35750" y="652779"/>
                </a:lnTo>
                <a:lnTo>
                  <a:pt x="29209" y="654050"/>
                </a:lnTo>
                <a:close/>
              </a:path>
              <a:path w="237489" h="866139">
                <a:moveTo>
                  <a:pt x="148094" y="654050"/>
                </a:moveTo>
                <a:lnTo>
                  <a:pt x="144995" y="651510"/>
                </a:lnTo>
                <a:lnTo>
                  <a:pt x="200832" y="651510"/>
                </a:lnTo>
                <a:lnTo>
                  <a:pt x="201929" y="652779"/>
                </a:lnTo>
                <a:lnTo>
                  <a:pt x="147078" y="652779"/>
                </a:lnTo>
                <a:lnTo>
                  <a:pt x="148094" y="654050"/>
                </a:lnTo>
                <a:close/>
              </a:path>
              <a:path w="237489" h="866139">
                <a:moveTo>
                  <a:pt x="153250" y="657860"/>
                </a:moveTo>
                <a:lnTo>
                  <a:pt x="147078" y="652779"/>
                </a:lnTo>
                <a:lnTo>
                  <a:pt x="202552" y="652779"/>
                </a:lnTo>
                <a:lnTo>
                  <a:pt x="205149" y="656589"/>
                </a:lnTo>
                <a:lnTo>
                  <a:pt x="152107" y="656589"/>
                </a:lnTo>
                <a:lnTo>
                  <a:pt x="153250" y="657860"/>
                </a:lnTo>
                <a:close/>
              </a:path>
              <a:path w="237489" h="866139">
                <a:moveTo>
                  <a:pt x="158178" y="661670"/>
                </a:moveTo>
                <a:lnTo>
                  <a:pt x="152107" y="656589"/>
                </a:lnTo>
                <a:lnTo>
                  <a:pt x="205149" y="656589"/>
                </a:lnTo>
                <a:lnTo>
                  <a:pt x="207746" y="660400"/>
                </a:lnTo>
                <a:lnTo>
                  <a:pt x="157225" y="660400"/>
                </a:lnTo>
                <a:lnTo>
                  <a:pt x="158178" y="661670"/>
                </a:lnTo>
                <a:close/>
              </a:path>
              <a:path w="237489" h="866139">
                <a:moveTo>
                  <a:pt x="163156" y="666750"/>
                </a:moveTo>
                <a:lnTo>
                  <a:pt x="157225" y="660400"/>
                </a:lnTo>
                <a:lnTo>
                  <a:pt x="208318" y="660400"/>
                </a:lnTo>
                <a:lnTo>
                  <a:pt x="211552" y="665479"/>
                </a:lnTo>
                <a:lnTo>
                  <a:pt x="162344" y="665479"/>
                </a:lnTo>
                <a:lnTo>
                  <a:pt x="163156" y="666750"/>
                </a:lnTo>
                <a:close/>
              </a:path>
              <a:path w="237489" h="866139">
                <a:moveTo>
                  <a:pt x="168071" y="671829"/>
                </a:moveTo>
                <a:lnTo>
                  <a:pt x="162344" y="665479"/>
                </a:lnTo>
                <a:lnTo>
                  <a:pt x="211552" y="665479"/>
                </a:lnTo>
                <a:lnTo>
                  <a:pt x="213169" y="668020"/>
                </a:lnTo>
                <a:lnTo>
                  <a:pt x="213690" y="669289"/>
                </a:lnTo>
                <a:lnTo>
                  <a:pt x="214584" y="670560"/>
                </a:lnTo>
                <a:lnTo>
                  <a:pt x="167373" y="670560"/>
                </a:lnTo>
                <a:lnTo>
                  <a:pt x="168071" y="671829"/>
                </a:lnTo>
                <a:close/>
              </a:path>
              <a:path w="237489" h="866139">
                <a:moveTo>
                  <a:pt x="177418" y="683260"/>
                </a:moveTo>
                <a:lnTo>
                  <a:pt x="172224" y="676910"/>
                </a:lnTo>
                <a:lnTo>
                  <a:pt x="172859" y="676910"/>
                </a:lnTo>
                <a:lnTo>
                  <a:pt x="167373" y="670560"/>
                </a:lnTo>
                <a:lnTo>
                  <a:pt x="214584" y="670560"/>
                </a:lnTo>
                <a:lnTo>
                  <a:pt x="218160" y="675639"/>
                </a:lnTo>
                <a:lnTo>
                  <a:pt x="218655" y="676910"/>
                </a:lnTo>
                <a:lnTo>
                  <a:pt x="221339" y="681989"/>
                </a:lnTo>
                <a:lnTo>
                  <a:pt x="176860" y="681989"/>
                </a:lnTo>
                <a:lnTo>
                  <a:pt x="177418" y="683260"/>
                </a:lnTo>
                <a:close/>
              </a:path>
              <a:path w="237489" h="866139">
                <a:moveTo>
                  <a:pt x="181711" y="689610"/>
                </a:moveTo>
                <a:lnTo>
                  <a:pt x="176860" y="681989"/>
                </a:lnTo>
                <a:lnTo>
                  <a:pt x="221339" y="681989"/>
                </a:lnTo>
                <a:lnTo>
                  <a:pt x="222681" y="684529"/>
                </a:lnTo>
                <a:lnTo>
                  <a:pt x="223151" y="685800"/>
                </a:lnTo>
                <a:lnTo>
                  <a:pt x="224332" y="688339"/>
                </a:lnTo>
                <a:lnTo>
                  <a:pt x="181190" y="688339"/>
                </a:lnTo>
                <a:lnTo>
                  <a:pt x="181711" y="689610"/>
                </a:lnTo>
                <a:close/>
              </a:path>
              <a:path w="237489" h="866139">
                <a:moveTo>
                  <a:pt x="185648" y="695960"/>
                </a:moveTo>
                <a:lnTo>
                  <a:pt x="181190" y="688339"/>
                </a:lnTo>
                <a:lnTo>
                  <a:pt x="224332" y="688339"/>
                </a:lnTo>
                <a:lnTo>
                  <a:pt x="226694" y="693420"/>
                </a:lnTo>
                <a:lnTo>
                  <a:pt x="227139" y="693420"/>
                </a:lnTo>
                <a:lnTo>
                  <a:pt x="227641" y="694689"/>
                </a:lnTo>
                <a:lnTo>
                  <a:pt x="185153" y="694689"/>
                </a:lnTo>
                <a:lnTo>
                  <a:pt x="185648" y="695960"/>
                </a:lnTo>
                <a:close/>
              </a:path>
              <a:path w="237489" h="866139">
                <a:moveTo>
                  <a:pt x="237134" y="732789"/>
                </a:moveTo>
                <a:lnTo>
                  <a:pt x="198932" y="732789"/>
                </a:lnTo>
                <a:lnTo>
                  <a:pt x="198818" y="731520"/>
                </a:lnTo>
                <a:lnTo>
                  <a:pt x="198462" y="728979"/>
                </a:lnTo>
                <a:lnTo>
                  <a:pt x="197954" y="726439"/>
                </a:lnTo>
                <a:lnTo>
                  <a:pt x="197307" y="723900"/>
                </a:lnTo>
                <a:lnTo>
                  <a:pt x="197484" y="723900"/>
                </a:lnTo>
                <a:lnTo>
                  <a:pt x="196507" y="721360"/>
                </a:lnTo>
                <a:lnTo>
                  <a:pt x="196811" y="721360"/>
                </a:lnTo>
                <a:lnTo>
                  <a:pt x="194386" y="715010"/>
                </a:lnTo>
                <a:lnTo>
                  <a:pt x="194805" y="715010"/>
                </a:lnTo>
                <a:lnTo>
                  <a:pt x="191808" y="708660"/>
                </a:lnTo>
                <a:lnTo>
                  <a:pt x="192252" y="708660"/>
                </a:lnTo>
                <a:lnTo>
                  <a:pt x="188709" y="702310"/>
                </a:lnTo>
                <a:lnTo>
                  <a:pt x="189179" y="702310"/>
                </a:lnTo>
                <a:lnTo>
                  <a:pt x="185153" y="694689"/>
                </a:lnTo>
                <a:lnTo>
                  <a:pt x="227641" y="694689"/>
                </a:lnTo>
                <a:lnTo>
                  <a:pt x="230149" y="701039"/>
                </a:lnTo>
                <a:lnTo>
                  <a:pt x="232994" y="709929"/>
                </a:lnTo>
                <a:lnTo>
                  <a:pt x="233286" y="711200"/>
                </a:lnTo>
                <a:lnTo>
                  <a:pt x="234454" y="715010"/>
                </a:lnTo>
                <a:lnTo>
                  <a:pt x="235267" y="718820"/>
                </a:lnTo>
                <a:lnTo>
                  <a:pt x="235432" y="720089"/>
                </a:lnTo>
                <a:lnTo>
                  <a:pt x="236067" y="722629"/>
                </a:lnTo>
                <a:lnTo>
                  <a:pt x="236677" y="727710"/>
                </a:lnTo>
                <a:lnTo>
                  <a:pt x="236778" y="728979"/>
                </a:lnTo>
                <a:lnTo>
                  <a:pt x="237070" y="731520"/>
                </a:lnTo>
                <a:lnTo>
                  <a:pt x="237134" y="732789"/>
                </a:lnTo>
                <a:close/>
              </a:path>
              <a:path w="237489" h="866139">
                <a:moveTo>
                  <a:pt x="198119" y="727710"/>
                </a:moveTo>
                <a:lnTo>
                  <a:pt x="197849" y="726439"/>
                </a:lnTo>
                <a:lnTo>
                  <a:pt x="198119" y="727710"/>
                </a:lnTo>
                <a:close/>
              </a:path>
              <a:path w="237489" h="866139">
                <a:moveTo>
                  <a:pt x="198602" y="730250"/>
                </a:moveTo>
                <a:lnTo>
                  <a:pt x="198386" y="728979"/>
                </a:lnTo>
                <a:lnTo>
                  <a:pt x="198602" y="730250"/>
                </a:lnTo>
                <a:close/>
              </a:path>
              <a:path w="237489" h="866139">
                <a:moveTo>
                  <a:pt x="198888" y="732427"/>
                </a:moveTo>
                <a:lnTo>
                  <a:pt x="198776" y="731520"/>
                </a:lnTo>
                <a:lnTo>
                  <a:pt x="198888" y="732427"/>
                </a:lnTo>
                <a:close/>
              </a:path>
              <a:path w="237489" h="866139">
                <a:moveTo>
                  <a:pt x="237193" y="735329"/>
                </a:moveTo>
                <a:lnTo>
                  <a:pt x="199110" y="735329"/>
                </a:lnTo>
                <a:lnTo>
                  <a:pt x="199047" y="734060"/>
                </a:lnTo>
                <a:lnTo>
                  <a:pt x="198888" y="732427"/>
                </a:lnTo>
                <a:lnTo>
                  <a:pt x="198932" y="732789"/>
                </a:lnTo>
                <a:lnTo>
                  <a:pt x="237134" y="732789"/>
                </a:lnTo>
                <a:lnTo>
                  <a:pt x="237193" y="735329"/>
                </a:lnTo>
                <a:close/>
              </a:path>
              <a:path w="237489" h="866139">
                <a:moveTo>
                  <a:pt x="199075" y="734872"/>
                </a:moveTo>
                <a:lnTo>
                  <a:pt x="199013" y="734060"/>
                </a:lnTo>
                <a:lnTo>
                  <a:pt x="199075" y="734872"/>
                </a:lnTo>
                <a:close/>
              </a:path>
              <a:path w="237489" h="866139">
                <a:moveTo>
                  <a:pt x="237164" y="739139"/>
                </a:moveTo>
                <a:lnTo>
                  <a:pt x="199047" y="739139"/>
                </a:lnTo>
                <a:lnTo>
                  <a:pt x="199110" y="737870"/>
                </a:lnTo>
                <a:lnTo>
                  <a:pt x="199075" y="734872"/>
                </a:lnTo>
                <a:lnTo>
                  <a:pt x="199110" y="735329"/>
                </a:lnTo>
                <a:lnTo>
                  <a:pt x="237193" y="735329"/>
                </a:lnTo>
                <a:lnTo>
                  <a:pt x="237164" y="739139"/>
                </a:lnTo>
                <a:close/>
              </a:path>
              <a:path w="237489" h="866139">
                <a:moveTo>
                  <a:pt x="199075" y="738327"/>
                </a:moveTo>
                <a:lnTo>
                  <a:pt x="199091" y="737870"/>
                </a:lnTo>
                <a:lnTo>
                  <a:pt x="199075" y="738327"/>
                </a:lnTo>
                <a:close/>
              </a:path>
              <a:path w="237489" h="866139">
                <a:moveTo>
                  <a:pt x="237070" y="741679"/>
                </a:moveTo>
                <a:lnTo>
                  <a:pt x="198818" y="741679"/>
                </a:lnTo>
                <a:lnTo>
                  <a:pt x="198932" y="740410"/>
                </a:lnTo>
                <a:lnTo>
                  <a:pt x="199075" y="738327"/>
                </a:lnTo>
                <a:lnTo>
                  <a:pt x="199047" y="739139"/>
                </a:lnTo>
                <a:lnTo>
                  <a:pt x="237164" y="739139"/>
                </a:lnTo>
                <a:lnTo>
                  <a:pt x="237070" y="741679"/>
                </a:lnTo>
                <a:close/>
              </a:path>
              <a:path w="237489" h="866139">
                <a:moveTo>
                  <a:pt x="198888" y="740772"/>
                </a:moveTo>
                <a:lnTo>
                  <a:pt x="198915" y="740410"/>
                </a:lnTo>
                <a:lnTo>
                  <a:pt x="198888" y="740772"/>
                </a:lnTo>
                <a:close/>
              </a:path>
              <a:path w="237489" h="866139">
                <a:moveTo>
                  <a:pt x="236778" y="744220"/>
                </a:moveTo>
                <a:lnTo>
                  <a:pt x="198462" y="744220"/>
                </a:lnTo>
                <a:lnTo>
                  <a:pt x="198888" y="740772"/>
                </a:lnTo>
                <a:lnTo>
                  <a:pt x="198818" y="741679"/>
                </a:lnTo>
                <a:lnTo>
                  <a:pt x="237070" y="741679"/>
                </a:lnTo>
                <a:lnTo>
                  <a:pt x="236778" y="744220"/>
                </a:lnTo>
                <a:close/>
              </a:path>
              <a:path w="237489" h="866139">
                <a:moveTo>
                  <a:pt x="236524" y="746760"/>
                </a:moveTo>
                <a:lnTo>
                  <a:pt x="197954" y="746760"/>
                </a:lnTo>
                <a:lnTo>
                  <a:pt x="198602" y="742950"/>
                </a:lnTo>
                <a:lnTo>
                  <a:pt x="198462" y="744220"/>
                </a:lnTo>
                <a:lnTo>
                  <a:pt x="236778" y="744220"/>
                </a:lnTo>
                <a:lnTo>
                  <a:pt x="236677" y="745489"/>
                </a:lnTo>
                <a:lnTo>
                  <a:pt x="236524" y="746760"/>
                </a:lnTo>
                <a:close/>
              </a:path>
              <a:path w="237489" h="866139">
                <a:moveTo>
                  <a:pt x="234454" y="758189"/>
                </a:moveTo>
                <a:lnTo>
                  <a:pt x="194386" y="758189"/>
                </a:lnTo>
                <a:lnTo>
                  <a:pt x="196811" y="751839"/>
                </a:lnTo>
                <a:lnTo>
                  <a:pt x="196507" y="751839"/>
                </a:lnTo>
                <a:lnTo>
                  <a:pt x="197484" y="749300"/>
                </a:lnTo>
                <a:lnTo>
                  <a:pt x="197307" y="749300"/>
                </a:lnTo>
                <a:lnTo>
                  <a:pt x="198119" y="745489"/>
                </a:lnTo>
                <a:lnTo>
                  <a:pt x="197954" y="746760"/>
                </a:lnTo>
                <a:lnTo>
                  <a:pt x="236524" y="746760"/>
                </a:lnTo>
                <a:lnTo>
                  <a:pt x="236067" y="750570"/>
                </a:lnTo>
                <a:lnTo>
                  <a:pt x="235432" y="753110"/>
                </a:lnTo>
                <a:lnTo>
                  <a:pt x="235267" y="754379"/>
                </a:lnTo>
                <a:lnTo>
                  <a:pt x="234454" y="758189"/>
                </a:lnTo>
                <a:close/>
              </a:path>
              <a:path w="237489" h="866139">
                <a:moveTo>
                  <a:pt x="227641" y="778510"/>
                </a:moveTo>
                <a:lnTo>
                  <a:pt x="185153" y="778510"/>
                </a:lnTo>
                <a:lnTo>
                  <a:pt x="189179" y="770889"/>
                </a:lnTo>
                <a:lnTo>
                  <a:pt x="188709" y="770889"/>
                </a:lnTo>
                <a:lnTo>
                  <a:pt x="192252" y="764539"/>
                </a:lnTo>
                <a:lnTo>
                  <a:pt x="191808" y="764539"/>
                </a:lnTo>
                <a:lnTo>
                  <a:pt x="194805" y="756920"/>
                </a:lnTo>
                <a:lnTo>
                  <a:pt x="194386" y="758189"/>
                </a:lnTo>
                <a:lnTo>
                  <a:pt x="234454" y="758189"/>
                </a:lnTo>
                <a:lnTo>
                  <a:pt x="233286" y="762000"/>
                </a:lnTo>
                <a:lnTo>
                  <a:pt x="232994" y="763270"/>
                </a:lnTo>
                <a:lnTo>
                  <a:pt x="230149" y="772160"/>
                </a:lnTo>
                <a:lnTo>
                  <a:pt x="227641" y="778510"/>
                </a:lnTo>
                <a:close/>
              </a:path>
              <a:path w="237489" h="866139">
                <a:moveTo>
                  <a:pt x="224332" y="784860"/>
                </a:moveTo>
                <a:lnTo>
                  <a:pt x="181190" y="784860"/>
                </a:lnTo>
                <a:lnTo>
                  <a:pt x="185648" y="777239"/>
                </a:lnTo>
                <a:lnTo>
                  <a:pt x="185153" y="778510"/>
                </a:lnTo>
                <a:lnTo>
                  <a:pt x="227641" y="778510"/>
                </a:lnTo>
                <a:lnTo>
                  <a:pt x="227139" y="779779"/>
                </a:lnTo>
                <a:lnTo>
                  <a:pt x="226694" y="779779"/>
                </a:lnTo>
                <a:lnTo>
                  <a:pt x="224332" y="784860"/>
                </a:lnTo>
                <a:close/>
              </a:path>
              <a:path w="237489" h="866139">
                <a:moveTo>
                  <a:pt x="221339" y="791210"/>
                </a:moveTo>
                <a:lnTo>
                  <a:pt x="176860" y="791210"/>
                </a:lnTo>
                <a:lnTo>
                  <a:pt x="181711" y="783589"/>
                </a:lnTo>
                <a:lnTo>
                  <a:pt x="181190" y="784860"/>
                </a:lnTo>
                <a:lnTo>
                  <a:pt x="224332" y="784860"/>
                </a:lnTo>
                <a:lnTo>
                  <a:pt x="223151" y="787400"/>
                </a:lnTo>
                <a:lnTo>
                  <a:pt x="222681" y="788670"/>
                </a:lnTo>
                <a:lnTo>
                  <a:pt x="221339" y="791210"/>
                </a:lnTo>
                <a:close/>
              </a:path>
              <a:path w="237489" h="866139">
                <a:moveTo>
                  <a:pt x="214584" y="802639"/>
                </a:moveTo>
                <a:lnTo>
                  <a:pt x="167373" y="802639"/>
                </a:lnTo>
                <a:lnTo>
                  <a:pt x="172859" y="796289"/>
                </a:lnTo>
                <a:lnTo>
                  <a:pt x="172224" y="796289"/>
                </a:lnTo>
                <a:lnTo>
                  <a:pt x="177418" y="789939"/>
                </a:lnTo>
                <a:lnTo>
                  <a:pt x="176860" y="791210"/>
                </a:lnTo>
                <a:lnTo>
                  <a:pt x="221339" y="791210"/>
                </a:lnTo>
                <a:lnTo>
                  <a:pt x="218655" y="796289"/>
                </a:lnTo>
                <a:lnTo>
                  <a:pt x="218160" y="797560"/>
                </a:lnTo>
                <a:lnTo>
                  <a:pt x="214584" y="802639"/>
                </a:lnTo>
                <a:close/>
              </a:path>
              <a:path w="237489" h="866139">
                <a:moveTo>
                  <a:pt x="211552" y="807720"/>
                </a:moveTo>
                <a:lnTo>
                  <a:pt x="162344" y="807720"/>
                </a:lnTo>
                <a:lnTo>
                  <a:pt x="168071" y="801370"/>
                </a:lnTo>
                <a:lnTo>
                  <a:pt x="167373" y="802639"/>
                </a:lnTo>
                <a:lnTo>
                  <a:pt x="214584" y="802639"/>
                </a:lnTo>
                <a:lnTo>
                  <a:pt x="213690" y="803910"/>
                </a:lnTo>
                <a:lnTo>
                  <a:pt x="213169" y="805179"/>
                </a:lnTo>
                <a:lnTo>
                  <a:pt x="211552" y="807720"/>
                </a:lnTo>
                <a:close/>
              </a:path>
              <a:path w="237489" h="866139">
                <a:moveTo>
                  <a:pt x="208318" y="812800"/>
                </a:moveTo>
                <a:lnTo>
                  <a:pt x="157225" y="812800"/>
                </a:lnTo>
                <a:lnTo>
                  <a:pt x="163156" y="806450"/>
                </a:lnTo>
                <a:lnTo>
                  <a:pt x="162344" y="807720"/>
                </a:lnTo>
                <a:lnTo>
                  <a:pt x="211552" y="807720"/>
                </a:lnTo>
                <a:lnTo>
                  <a:pt x="208318" y="812800"/>
                </a:lnTo>
                <a:close/>
              </a:path>
              <a:path w="237489" h="866139">
                <a:moveTo>
                  <a:pt x="204630" y="816610"/>
                </a:moveTo>
                <a:lnTo>
                  <a:pt x="152107" y="816610"/>
                </a:lnTo>
                <a:lnTo>
                  <a:pt x="158178" y="811529"/>
                </a:lnTo>
                <a:lnTo>
                  <a:pt x="157225" y="812800"/>
                </a:lnTo>
                <a:lnTo>
                  <a:pt x="207746" y="812800"/>
                </a:lnTo>
                <a:lnTo>
                  <a:pt x="204630" y="816610"/>
                </a:lnTo>
                <a:close/>
              </a:path>
              <a:path w="237489" h="866139">
                <a:moveTo>
                  <a:pt x="201929" y="820420"/>
                </a:moveTo>
                <a:lnTo>
                  <a:pt x="147078" y="820420"/>
                </a:lnTo>
                <a:lnTo>
                  <a:pt x="153250" y="815339"/>
                </a:lnTo>
                <a:lnTo>
                  <a:pt x="152107" y="816610"/>
                </a:lnTo>
                <a:lnTo>
                  <a:pt x="204630" y="816610"/>
                </a:lnTo>
                <a:lnTo>
                  <a:pt x="202552" y="819150"/>
                </a:lnTo>
                <a:lnTo>
                  <a:pt x="201929" y="820420"/>
                </a:lnTo>
                <a:close/>
              </a:path>
              <a:path w="237489" h="866139">
                <a:moveTo>
                  <a:pt x="200832" y="821689"/>
                </a:moveTo>
                <a:lnTo>
                  <a:pt x="144995" y="821689"/>
                </a:lnTo>
                <a:lnTo>
                  <a:pt x="148094" y="819150"/>
                </a:lnTo>
                <a:lnTo>
                  <a:pt x="147078" y="820420"/>
                </a:lnTo>
                <a:lnTo>
                  <a:pt x="201929" y="820420"/>
                </a:lnTo>
                <a:lnTo>
                  <a:pt x="200832" y="821689"/>
                </a:lnTo>
                <a:close/>
              </a:path>
              <a:path w="237489" h="866139">
                <a:moveTo>
                  <a:pt x="156641" y="858520"/>
                </a:moveTo>
                <a:lnTo>
                  <a:pt x="18414" y="858520"/>
                </a:lnTo>
                <a:lnTo>
                  <a:pt x="19672" y="820420"/>
                </a:lnTo>
                <a:lnTo>
                  <a:pt x="33413" y="820420"/>
                </a:lnTo>
                <a:lnTo>
                  <a:pt x="49047" y="822960"/>
                </a:lnTo>
                <a:lnTo>
                  <a:pt x="66713" y="824229"/>
                </a:lnTo>
                <a:lnTo>
                  <a:pt x="66509" y="824229"/>
                </a:lnTo>
                <a:lnTo>
                  <a:pt x="75869" y="825500"/>
                </a:lnTo>
                <a:lnTo>
                  <a:pt x="75577" y="825500"/>
                </a:lnTo>
                <a:lnTo>
                  <a:pt x="85115" y="826770"/>
                </a:lnTo>
                <a:lnTo>
                  <a:pt x="93776" y="826770"/>
                </a:lnTo>
                <a:lnTo>
                  <a:pt x="103327" y="828039"/>
                </a:lnTo>
                <a:lnTo>
                  <a:pt x="195745" y="828039"/>
                </a:lnTo>
                <a:lnTo>
                  <a:pt x="190017" y="834389"/>
                </a:lnTo>
                <a:lnTo>
                  <a:pt x="189204" y="834389"/>
                </a:lnTo>
                <a:lnTo>
                  <a:pt x="183286" y="840739"/>
                </a:lnTo>
                <a:lnTo>
                  <a:pt x="182333" y="840739"/>
                </a:lnTo>
                <a:lnTo>
                  <a:pt x="176263" y="845820"/>
                </a:lnTo>
                <a:lnTo>
                  <a:pt x="175120" y="847089"/>
                </a:lnTo>
                <a:lnTo>
                  <a:pt x="168960" y="850900"/>
                </a:lnTo>
                <a:lnTo>
                  <a:pt x="167944" y="852170"/>
                </a:lnTo>
                <a:lnTo>
                  <a:pt x="164833" y="853439"/>
                </a:lnTo>
                <a:lnTo>
                  <a:pt x="164058" y="854710"/>
                </a:lnTo>
                <a:lnTo>
                  <a:pt x="160947" y="855979"/>
                </a:lnTo>
                <a:lnTo>
                  <a:pt x="159867" y="855979"/>
                </a:lnTo>
                <a:lnTo>
                  <a:pt x="156641" y="858520"/>
                </a:lnTo>
                <a:close/>
              </a:path>
              <a:path w="237489" h="866139">
                <a:moveTo>
                  <a:pt x="195745" y="828039"/>
                </a:moveTo>
                <a:lnTo>
                  <a:pt x="119367" y="828039"/>
                </a:lnTo>
                <a:lnTo>
                  <a:pt x="123748" y="826770"/>
                </a:lnTo>
                <a:lnTo>
                  <a:pt x="129984" y="826770"/>
                </a:lnTo>
                <a:lnTo>
                  <a:pt x="133959" y="825500"/>
                </a:lnTo>
                <a:lnTo>
                  <a:pt x="135851" y="825500"/>
                </a:lnTo>
                <a:lnTo>
                  <a:pt x="139471" y="824229"/>
                </a:lnTo>
                <a:lnTo>
                  <a:pt x="138341" y="824229"/>
                </a:lnTo>
                <a:lnTo>
                  <a:pt x="141770" y="822960"/>
                </a:lnTo>
                <a:lnTo>
                  <a:pt x="142659" y="822960"/>
                </a:lnTo>
                <a:lnTo>
                  <a:pt x="145770" y="820420"/>
                </a:lnTo>
                <a:lnTo>
                  <a:pt x="144995" y="821689"/>
                </a:lnTo>
                <a:lnTo>
                  <a:pt x="200832" y="821689"/>
                </a:lnTo>
                <a:lnTo>
                  <a:pt x="196443" y="826770"/>
                </a:lnTo>
                <a:lnTo>
                  <a:pt x="195745" y="828039"/>
                </a:lnTo>
                <a:close/>
              </a:path>
              <a:path w="237489" h="866139">
                <a:moveTo>
                  <a:pt x="142659" y="822960"/>
                </a:moveTo>
                <a:lnTo>
                  <a:pt x="140525" y="822960"/>
                </a:lnTo>
                <a:lnTo>
                  <a:pt x="143738" y="821689"/>
                </a:lnTo>
                <a:lnTo>
                  <a:pt x="142659" y="822960"/>
                </a:lnTo>
                <a:close/>
              </a:path>
              <a:path w="237489" h="866139">
                <a:moveTo>
                  <a:pt x="135851" y="825500"/>
                </a:moveTo>
                <a:lnTo>
                  <a:pt x="133057" y="825500"/>
                </a:lnTo>
                <a:lnTo>
                  <a:pt x="136867" y="824229"/>
                </a:lnTo>
                <a:lnTo>
                  <a:pt x="135851" y="825500"/>
                </a:lnTo>
                <a:close/>
              </a:path>
              <a:path w="237489" h="866139">
                <a:moveTo>
                  <a:pt x="129984" y="826770"/>
                </a:moveTo>
                <a:lnTo>
                  <a:pt x="126669" y="826770"/>
                </a:lnTo>
                <a:lnTo>
                  <a:pt x="130797" y="825500"/>
                </a:lnTo>
                <a:lnTo>
                  <a:pt x="129984" y="826770"/>
                </a:lnTo>
                <a:close/>
              </a:path>
              <a:path w="237489" h="866139">
                <a:moveTo>
                  <a:pt x="119367" y="828039"/>
                </a:moveTo>
                <a:lnTo>
                  <a:pt x="111112" y="828039"/>
                </a:lnTo>
                <a:lnTo>
                  <a:pt x="120192" y="826770"/>
                </a:lnTo>
                <a:lnTo>
                  <a:pt x="119367" y="828039"/>
                </a:lnTo>
                <a:close/>
              </a:path>
              <a:path w="237489" h="866139">
                <a:moveTo>
                  <a:pt x="147192" y="861060"/>
                </a:moveTo>
                <a:lnTo>
                  <a:pt x="44703" y="861060"/>
                </a:lnTo>
                <a:lnTo>
                  <a:pt x="29248" y="858520"/>
                </a:lnTo>
                <a:lnTo>
                  <a:pt x="155384" y="858520"/>
                </a:lnTo>
                <a:lnTo>
                  <a:pt x="151955" y="859789"/>
                </a:lnTo>
                <a:lnTo>
                  <a:pt x="150825" y="859789"/>
                </a:lnTo>
                <a:lnTo>
                  <a:pt x="147192" y="861060"/>
                </a:lnTo>
                <a:close/>
              </a:path>
              <a:path w="237489" h="866139">
                <a:moveTo>
                  <a:pt x="131813" y="864870"/>
                </a:moveTo>
                <a:lnTo>
                  <a:pt x="81584" y="864870"/>
                </a:lnTo>
                <a:lnTo>
                  <a:pt x="62204" y="862329"/>
                </a:lnTo>
                <a:lnTo>
                  <a:pt x="44538" y="861060"/>
                </a:lnTo>
                <a:lnTo>
                  <a:pt x="146164" y="861060"/>
                </a:lnTo>
                <a:lnTo>
                  <a:pt x="131813" y="864870"/>
                </a:lnTo>
                <a:close/>
              </a:path>
              <a:path w="237489" h="866139">
                <a:moveTo>
                  <a:pt x="112636" y="866139"/>
                </a:moveTo>
                <a:lnTo>
                  <a:pt x="101688" y="866139"/>
                </a:lnTo>
                <a:lnTo>
                  <a:pt x="91592" y="864870"/>
                </a:lnTo>
                <a:lnTo>
                  <a:pt x="121716" y="864870"/>
                </a:lnTo>
                <a:lnTo>
                  <a:pt x="112636" y="866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78400" y="2819400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78400" y="4343400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46400" y="2819400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 h="0">
                <a:moveTo>
                  <a:pt x="0" y="0"/>
                </a:moveTo>
                <a:lnTo>
                  <a:pt x="2032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46400" y="5029200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 h="0">
                <a:moveTo>
                  <a:pt x="0" y="0"/>
                </a:moveTo>
                <a:lnTo>
                  <a:pt x="2032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46400" y="2819400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46400" y="4114800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38400" y="3733800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1016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38400" y="4114800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1016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27122" y="3429000"/>
            <a:ext cx="927735" cy="852805"/>
          </a:xfrm>
          <a:custGeom>
            <a:avLst/>
            <a:gdLst/>
            <a:ahLst/>
            <a:cxnLst/>
            <a:rect l="l" t="t" r="r" b="b"/>
            <a:pathLst>
              <a:path w="927735" h="852804">
                <a:moveTo>
                  <a:pt x="830146" y="63192"/>
                </a:moveTo>
                <a:lnTo>
                  <a:pt x="722490" y="58508"/>
                </a:lnTo>
                <a:lnTo>
                  <a:pt x="927277" y="0"/>
                </a:lnTo>
                <a:lnTo>
                  <a:pt x="914192" y="34226"/>
                </a:lnTo>
                <a:lnTo>
                  <a:pt x="861745" y="34226"/>
                </a:lnTo>
                <a:lnTo>
                  <a:pt x="830146" y="63192"/>
                </a:lnTo>
                <a:close/>
              </a:path>
              <a:path w="927735" h="852804">
                <a:moveTo>
                  <a:pt x="855890" y="91283"/>
                </a:moveTo>
                <a:lnTo>
                  <a:pt x="857059" y="64363"/>
                </a:lnTo>
                <a:lnTo>
                  <a:pt x="830146" y="63192"/>
                </a:lnTo>
                <a:lnTo>
                  <a:pt x="861745" y="34226"/>
                </a:lnTo>
                <a:lnTo>
                  <a:pt x="887488" y="62318"/>
                </a:lnTo>
                <a:lnTo>
                  <a:pt x="855890" y="91283"/>
                </a:lnTo>
                <a:close/>
              </a:path>
              <a:path w="927735" h="852804">
                <a:moveTo>
                  <a:pt x="851217" y="198945"/>
                </a:moveTo>
                <a:lnTo>
                  <a:pt x="855890" y="91283"/>
                </a:lnTo>
                <a:lnTo>
                  <a:pt x="887488" y="62318"/>
                </a:lnTo>
                <a:lnTo>
                  <a:pt x="861745" y="34226"/>
                </a:lnTo>
                <a:lnTo>
                  <a:pt x="914192" y="34226"/>
                </a:lnTo>
                <a:lnTo>
                  <a:pt x="851217" y="198945"/>
                </a:lnTo>
                <a:close/>
              </a:path>
              <a:path w="927735" h="852804">
                <a:moveTo>
                  <a:pt x="25755" y="852246"/>
                </a:moveTo>
                <a:lnTo>
                  <a:pt x="0" y="824153"/>
                </a:lnTo>
                <a:lnTo>
                  <a:pt x="830146" y="63192"/>
                </a:lnTo>
                <a:lnTo>
                  <a:pt x="857059" y="64363"/>
                </a:lnTo>
                <a:lnTo>
                  <a:pt x="855890" y="91283"/>
                </a:lnTo>
                <a:lnTo>
                  <a:pt x="25755" y="852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05250" y="4972050"/>
            <a:ext cx="114300" cy="742950"/>
          </a:xfrm>
          <a:custGeom>
            <a:avLst/>
            <a:gdLst/>
            <a:ahLst/>
            <a:cxnLst/>
            <a:rect l="l" t="t" r="r" b="b"/>
            <a:pathLst>
              <a:path w="114300" h="742950">
                <a:moveTo>
                  <a:pt x="38100" y="110453"/>
                </a:moveTo>
                <a:lnTo>
                  <a:pt x="34906" y="109808"/>
                </a:lnTo>
                <a:lnTo>
                  <a:pt x="16740" y="97559"/>
                </a:lnTo>
                <a:lnTo>
                  <a:pt x="4491" y="79393"/>
                </a:lnTo>
                <a:lnTo>
                  <a:pt x="0" y="57150"/>
                </a:lnTo>
                <a:lnTo>
                  <a:pt x="4491" y="34906"/>
                </a:lnTo>
                <a:lnTo>
                  <a:pt x="16740" y="16740"/>
                </a:lnTo>
                <a:lnTo>
                  <a:pt x="34906" y="4491"/>
                </a:lnTo>
                <a:lnTo>
                  <a:pt x="57150" y="0"/>
                </a:lnTo>
                <a:lnTo>
                  <a:pt x="79393" y="4491"/>
                </a:lnTo>
                <a:lnTo>
                  <a:pt x="97559" y="16740"/>
                </a:lnTo>
                <a:lnTo>
                  <a:pt x="109808" y="34906"/>
                </a:lnTo>
                <a:lnTo>
                  <a:pt x="114300" y="57150"/>
                </a:lnTo>
                <a:lnTo>
                  <a:pt x="38100" y="57150"/>
                </a:lnTo>
                <a:lnTo>
                  <a:pt x="38100" y="110453"/>
                </a:lnTo>
                <a:close/>
              </a:path>
              <a:path w="114300" h="742950">
                <a:moveTo>
                  <a:pt x="57150" y="114300"/>
                </a:moveTo>
                <a:lnTo>
                  <a:pt x="38100" y="110453"/>
                </a:lnTo>
                <a:lnTo>
                  <a:pt x="38100" y="57150"/>
                </a:lnTo>
                <a:lnTo>
                  <a:pt x="76200" y="57150"/>
                </a:lnTo>
                <a:lnTo>
                  <a:pt x="76200" y="110453"/>
                </a:lnTo>
                <a:lnTo>
                  <a:pt x="57150" y="114300"/>
                </a:lnTo>
                <a:close/>
              </a:path>
              <a:path w="114300" h="742950">
                <a:moveTo>
                  <a:pt x="76200" y="110453"/>
                </a:moveTo>
                <a:lnTo>
                  <a:pt x="76200" y="57150"/>
                </a:lnTo>
                <a:lnTo>
                  <a:pt x="114300" y="57150"/>
                </a:lnTo>
                <a:lnTo>
                  <a:pt x="109808" y="79393"/>
                </a:lnTo>
                <a:lnTo>
                  <a:pt x="97559" y="97559"/>
                </a:lnTo>
                <a:lnTo>
                  <a:pt x="79393" y="109808"/>
                </a:lnTo>
                <a:lnTo>
                  <a:pt x="76200" y="110453"/>
                </a:lnTo>
                <a:close/>
              </a:path>
              <a:path w="114300" h="742950">
                <a:moveTo>
                  <a:pt x="76200" y="742950"/>
                </a:moveTo>
                <a:lnTo>
                  <a:pt x="38100" y="742950"/>
                </a:lnTo>
                <a:lnTo>
                  <a:pt x="38100" y="110453"/>
                </a:lnTo>
                <a:lnTo>
                  <a:pt x="57150" y="114300"/>
                </a:lnTo>
                <a:lnTo>
                  <a:pt x="76200" y="114300"/>
                </a:lnTo>
                <a:lnTo>
                  <a:pt x="76200" y="742950"/>
                </a:lnTo>
                <a:close/>
              </a:path>
              <a:path w="114300" h="742950">
                <a:moveTo>
                  <a:pt x="76200" y="114300"/>
                </a:moveTo>
                <a:lnTo>
                  <a:pt x="57150" y="114300"/>
                </a:lnTo>
                <a:lnTo>
                  <a:pt x="76200" y="110453"/>
                </a:lnTo>
                <a:lnTo>
                  <a:pt x="762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05250" y="2133600"/>
            <a:ext cx="114300" cy="742950"/>
          </a:xfrm>
          <a:custGeom>
            <a:avLst/>
            <a:gdLst/>
            <a:ahLst/>
            <a:cxnLst/>
            <a:rect l="l" t="t" r="r" b="b"/>
            <a:pathLst>
              <a:path w="114300" h="742950">
                <a:moveTo>
                  <a:pt x="38100" y="632496"/>
                </a:moveTo>
                <a:lnTo>
                  <a:pt x="38100" y="0"/>
                </a:lnTo>
                <a:lnTo>
                  <a:pt x="76200" y="0"/>
                </a:lnTo>
                <a:lnTo>
                  <a:pt x="76200" y="628650"/>
                </a:lnTo>
                <a:lnTo>
                  <a:pt x="57150" y="628650"/>
                </a:lnTo>
                <a:lnTo>
                  <a:pt x="38100" y="632496"/>
                </a:lnTo>
                <a:close/>
              </a:path>
              <a:path w="114300" h="742950">
                <a:moveTo>
                  <a:pt x="76200" y="685800"/>
                </a:moveTo>
                <a:lnTo>
                  <a:pt x="38100" y="685800"/>
                </a:lnTo>
                <a:lnTo>
                  <a:pt x="38100" y="632496"/>
                </a:lnTo>
                <a:lnTo>
                  <a:pt x="57150" y="628650"/>
                </a:lnTo>
                <a:lnTo>
                  <a:pt x="76200" y="632496"/>
                </a:lnTo>
                <a:lnTo>
                  <a:pt x="76200" y="685800"/>
                </a:lnTo>
                <a:close/>
              </a:path>
              <a:path w="114300" h="742950">
                <a:moveTo>
                  <a:pt x="76200" y="632496"/>
                </a:moveTo>
                <a:lnTo>
                  <a:pt x="57150" y="628650"/>
                </a:lnTo>
                <a:lnTo>
                  <a:pt x="76200" y="628650"/>
                </a:lnTo>
                <a:lnTo>
                  <a:pt x="76200" y="632496"/>
                </a:lnTo>
                <a:close/>
              </a:path>
              <a:path w="114300" h="742950">
                <a:moveTo>
                  <a:pt x="57150" y="742950"/>
                </a:moveTo>
                <a:lnTo>
                  <a:pt x="34906" y="738458"/>
                </a:lnTo>
                <a:lnTo>
                  <a:pt x="16740" y="726209"/>
                </a:lnTo>
                <a:lnTo>
                  <a:pt x="4491" y="708043"/>
                </a:lnTo>
                <a:lnTo>
                  <a:pt x="0" y="685800"/>
                </a:lnTo>
                <a:lnTo>
                  <a:pt x="4491" y="663556"/>
                </a:lnTo>
                <a:lnTo>
                  <a:pt x="16740" y="645390"/>
                </a:lnTo>
                <a:lnTo>
                  <a:pt x="34906" y="633141"/>
                </a:lnTo>
                <a:lnTo>
                  <a:pt x="38100" y="632496"/>
                </a:lnTo>
                <a:lnTo>
                  <a:pt x="38100" y="685800"/>
                </a:lnTo>
                <a:lnTo>
                  <a:pt x="114300" y="685800"/>
                </a:lnTo>
                <a:lnTo>
                  <a:pt x="109808" y="708043"/>
                </a:lnTo>
                <a:lnTo>
                  <a:pt x="97559" y="726209"/>
                </a:lnTo>
                <a:lnTo>
                  <a:pt x="79393" y="738458"/>
                </a:lnTo>
                <a:lnTo>
                  <a:pt x="57150" y="742950"/>
                </a:lnTo>
                <a:close/>
              </a:path>
              <a:path w="114300" h="742950">
                <a:moveTo>
                  <a:pt x="114300" y="685800"/>
                </a:moveTo>
                <a:lnTo>
                  <a:pt x="76200" y="685800"/>
                </a:lnTo>
                <a:lnTo>
                  <a:pt x="76200" y="632496"/>
                </a:lnTo>
                <a:lnTo>
                  <a:pt x="79393" y="633141"/>
                </a:lnTo>
                <a:lnTo>
                  <a:pt x="97559" y="645390"/>
                </a:lnTo>
                <a:lnTo>
                  <a:pt x="109808" y="663556"/>
                </a:lnTo>
                <a:lnTo>
                  <a:pt x="114300" y="68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62400" y="1600200"/>
            <a:ext cx="0" cy="533400"/>
          </a:xfrm>
          <a:custGeom>
            <a:avLst/>
            <a:gdLst/>
            <a:ahLst/>
            <a:cxnLst/>
            <a:rect l="l" t="t" r="r" b="b"/>
            <a:pathLst>
              <a:path w="0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59542" y="1672589"/>
            <a:ext cx="615315" cy="464820"/>
          </a:xfrm>
          <a:custGeom>
            <a:avLst/>
            <a:gdLst/>
            <a:ahLst/>
            <a:cxnLst/>
            <a:rect l="l" t="t" r="r" b="b"/>
            <a:pathLst>
              <a:path w="615314" h="464819">
                <a:moveTo>
                  <a:pt x="5715" y="464820"/>
                </a:moveTo>
                <a:lnTo>
                  <a:pt x="0" y="457200"/>
                </a:lnTo>
                <a:lnTo>
                  <a:pt x="609600" y="0"/>
                </a:lnTo>
                <a:lnTo>
                  <a:pt x="615315" y="7620"/>
                </a:lnTo>
                <a:lnTo>
                  <a:pt x="5715" y="464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49942" y="1672589"/>
            <a:ext cx="615315" cy="464820"/>
          </a:xfrm>
          <a:custGeom>
            <a:avLst/>
            <a:gdLst/>
            <a:ahLst/>
            <a:cxnLst/>
            <a:rect l="l" t="t" r="r" b="b"/>
            <a:pathLst>
              <a:path w="615314" h="464819">
                <a:moveTo>
                  <a:pt x="609600" y="464820"/>
                </a:moveTo>
                <a:lnTo>
                  <a:pt x="0" y="7620"/>
                </a:lnTo>
                <a:lnTo>
                  <a:pt x="5715" y="0"/>
                </a:lnTo>
                <a:lnTo>
                  <a:pt x="615315" y="457200"/>
                </a:lnTo>
                <a:lnTo>
                  <a:pt x="609600" y="464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54400" y="5715000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101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57600" y="5867400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60800" y="60198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278889" y="6179184"/>
            <a:ext cx="39554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5" b="1">
                <a:latin typeface="思源黑体 CN"/>
                <a:cs typeface="思源黑体 CN"/>
              </a:rPr>
              <a:t>上图为收音机的调谐电</a:t>
            </a:r>
            <a:r>
              <a:rPr dirty="0" sz="2800" spc="-5" b="1">
                <a:latin typeface="思源黑体 CN"/>
                <a:cs typeface="思源黑体 CN"/>
              </a:rPr>
              <a:t>路</a:t>
            </a:r>
            <a:endParaRPr sz="2800">
              <a:latin typeface="思源黑体 CN"/>
              <a:cs typeface="思源黑体 C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47840" y="1842135"/>
            <a:ext cx="431673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18820">
              <a:lnSpc>
                <a:spcPct val="100000"/>
              </a:lnSpc>
              <a:spcBef>
                <a:spcPts val="95"/>
              </a:spcBef>
            </a:pPr>
            <a:r>
              <a:rPr dirty="0" sz="2800" spc="15" b="1">
                <a:latin typeface="思源黑体 CN"/>
                <a:cs typeface="思源黑体 CN"/>
              </a:rPr>
              <a:t>图示为收音机的简单</a:t>
            </a:r>
            <a:r>
              <a:rPr dirty="0" sz="2800" spc="-5" b="1">
                <a:latin typeface="思源黑体 CN"/>
                <a:cs typeface="思源黑体 CN"/>
              </a:rPr>
              <a:t>的 </a:t>
            </a:r>
            <a:r>
              <a:rPr dirty="0" sz="2800" spc="15" b="1">
                <a:latin typeface="思源黑体 CN"/>
                <a:cs typeface="思源黑体 CN"/>
              </a:rPr>
              <a:t>调谐电路，通过可变电容</a:t>
            </a:r>
            <a:r>
              <a:rPr dirty="0" sz="2800" spc="-5" b="1">
                <a:latin typeface="思源黑体 CN"/>
                <a:cs typeface="思源黑体 CN"/>
              </a:rPr>
              <a:t>改</a:t>
            </a:r>
            <a:endParaRPr sz="2800">
              <a:latin typeface="思源黑体 CN"/>
              <a:cs typeface="思源黑体 C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8044" y="2758191"/>
            <a:ext cx="2499995" cy="354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95"/>
              </a:lnSpc>
            </a:pPr>
            <a:r>
              <a:rPr dirty="0" sz="2800" spc="15" b="1">
                <a:latin typeface="思源黑体 CN"/>
                <a:cs typeface="思源黑体 CN"/>
              </a:rPr>
              <a:t>调谐电路的固</a:t>
            </a:r>
            <a:r>
              <a:rPr dirty="0" sz="2800" spc="-5" b="1">
                <a:latin typeface="思源黑体 CN"/>
                <a:cs typeface="思源黑体 CN"/>
              </a:rPr>
              <a:t>有</a:t>
            </a:r>
            <a:endParaRPr sz="2800">
              <a:latin typeface="思源黑体 CN"/>
              <a:cs typeface="思源黑体 C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47840" y="2695575"/>
            <a:ext cx="43129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2105" algn="l"/>
              </a:tabLst>
            </a:pPr>
            <a:r>
              <a:rPr dirty="0" sz="2800" spc="-5" b="1">
                <a:latin typeface="思源黑体 CN"/>
                <a:cs typeface="思源黑体 CN"/>
              </a:rPr>
              <a:t>变</a:t>
            </a:r>
            <a:r>
              <a:rPr dirty="0" sz="2800" spc="-5" b="1">
                <a:latin typeface="思源黑体 CN"/>
                <a:cs typeface="思源黑体 CN"/>
              </a:rPr>
              <a:t>	</a:t>
            </a:r>
            <a:r>
              <a:rPr dirty="0" sz="2800" spc="15" b="1">
                <a:latin typeface="思源黑体 CN"/>
                <a:cs typeface="思源黑体 CN"/>
              </a:rPr>
              <a:t>频率，</a:t>
            </a:r>
            <a:r>
              <a:rPr dirty="0" sz="2800" spc="-5" b="1">
                <a:latin typeface="思源黑体 CN"/>
                <a:cs typeface="思源黑体 CN"/>
              </a:rPr>
              <a:t>使</a:t>
            </a:r>
            <a:endParaRPr sz="2800">
              <a:latin typeface="思源黑体 CN"/>
              <a:cs typeface="思源黑体 C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7840" y="3122294"/>
            <a:ext cx="4670425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15" b="1">
                <a:latin typeface="思源黑体 CN"/>
                <a:cs typeface="思源黑体 CN"/>
              </a:rPr>
              <a:t>其与接收电台的电磁波频</a:t>
            </a:r>
            <a:r>
              <a:rPr dirty="0" sz="2800" spc="-5" b="1">
                <a:latin typeface="思源黑体 CN"/>
                <a:cs typeface="思源黑体 CN"/>
              </a:rPr>
              <a:t>率 </a:t>
            </a:r>
            <a:r>
              <a:rPr dirty="0" sz="2800" spc="15" b="1">
                <a:latin typeface="思源黑体 CN"/>
                <a:cs typeface="思源黑体 CN"/>
              </a:rPr>
              <a:t>相同，这个频率的电磁波</a:t>
            </a:r>
            <a:r>
              <a:rPr dirty="0" sz="2800" spc="-5" b="1">
                <a:latin typeface="思源黑体 CN"/>
                <a:cs typeface="思源黑体 CN"/>
              </a:rPr>
              <a:t>就 </a:t>
            </a:r>
            <a:r>
              <a:rPr dirty="0" sz="2800" spc="15" b="1">
                <a:latin typeface="思源黑体 CN"/>
                <a:cs typeface="思源黑体 CN"/>
              </a:rPr>
              <a:t>在调谐电路里激起较强的</a:t>
            </a:r>
            <a:r>
              <a:rPr dirty="0" sz="2800" spc="-5" b="1">
                <a:latin typeface="思源黑体 CN"/>
                <a:cs typeface="思源黑体 CN"/>
              </a:rPr>
              <a:t>感 </a:t>
            </a:r>
            <a:r>
              <a:rPr dirty="0" sz="2800" spc="15" b="1">
                <a:latin typeface="思源黑体 CN"/>
                <a:cs typeface="思源黑体 CN"/>
              </a:rPr>
              <a:t>应电流，这样就选出了电台</a:t>
            </a:r>
            <a:r>
              <a:rPr dirty="0" sz="2800" spc="-5" b="1">
                <a:latin typeface="思源黑体 CN"/>
                <a:cs typeface="思源黑体 CN"/>
              </a:rPr>
              <a:t>。</a:t>
            </a:r>
            <a:endParaRPr sz="2800">
              <a:latin typeface="思源黑体 CN"/>
              <a:cs typeface="思源黑体 C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11350" y="3028950"/>
            <a:ext cx="1968500" cy="1562100"/>
          </a:xfrm>
          <a:custGeom>
            <a:avLst/>
            <a:gdLst/>
            <a:ahLst/>
            <a:cxnLst/>
            <a:rect l="l" t="t" r="r" b="b"/>
            <a:pathLst>
              <a:path w="1968500" h="1562100">
                <a:moveTo>
                  <a:pt x="1968500" y="1562100"/>
                </a:moveTo>
                <a:lnTo>
                  <a:pt x="0" y="1562100"/>
                </a:lnTo>
                <a:lnTo>
                  <a:pt x="0" y="0"/>
                </a:lnTo>
                <a:lnTo>
                  <a:pt x="1968500" y="0"/>
                </a:lnTo>
                <a:lnTo>
                  <a:pt x="19685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1524000"/>
                </a:lnTo>
                <a:lnTo>
                  <a:pt x="19050" y="1524000"/>
                </a:lnTo>
                <a:lnTo>
                  <a:pt x="38100" y="1543050"/>
                </a:lnTo>
                <a:lnTo>
                  <a:pt x="1968500" y="1543050"/>
                </a:lnTo>
                <a:lnTo>
                  <a:pt x="1968500" y="1562100"/>
                </a:lnTo>
                <a:close/>
              </a:path>
              <a:path w="1968500" h="15621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968500" h="1562100">
                <a:moveTo>
                  <a:pt x="19304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930400" y="19050"/>
                </a:lnTo>
                <a:lnTo>
                  <a:pt x="1930400" y="38100"/>
                </a:lnTo>
                <a:close/>
              </a:path>
              <a:path w="1968500" h="1562100">
                <a:moveTo>
                  <a:pt x="1930400" y="1543050"/>
                </a:moveTo>
                <a:lnTo>
                  <a:pt x="1930400" y="19050"/>
                </a:lnTo>
                <a:lnTo>
                  <a:pt x="1949450" y="38100"/>
                </a:lnTo>
                <a:lnTo>
                  <a:pt x="1968500" y="38100"/>
                </a:lnTo>
                <a:lnTo>
                  <a:pt x="1968500" y="1524000"/>
                </a:lnTo>
                <a:lnTo>
                  <a:pt x="1949450" y="1524000"/>
                </a:lnTo>
                <a:lnTo>
                  <a:pt x="1930400" y="1543050"/>
                </a:lnTo>
                <a:close/>
              </a:path>
              <a:path w="1968500" h="1562100">
                <a:moveTo>
                  <a:pt x="1968500" y="38100"/>
                </a:moveTo>
                <a:lnTo>
                  <a:pt x="1949450" y="38100"/>
                </a:lnTo>
                <a:lnTo>
                  <a:pt x="1930400" y="19050"/>
                </a:lnTo>
                <a:lnTo>
                  <a:pt x="1968500" y="19050"/>
                </a:lnTo>
                <a:lnTo>
                  <a:pt x="1968500" y="38100"/>
                </a:lnTo>
                <a:close/>
              </a:path>
              <a:path w="1968500" h="1562100">
                <a:moveTo>
                  <a:pt x="38100" y="1543050"/>
                </a:moveTo>
                <a:lnTo>
                  <a:pt x="19050" y="1524000"/>
                </a:lnTo>
                <a:lnTo>
                  <a:pt x="38100" y="1524000"/>
                </a:lnTo>
                <a:lnTo>
                  <a:pt x="38100" y="1543050"/>
                </a:lnTo>
                <a:close/>
              </a:path>
              <a:path w="1968500" h="1562100">
                <a:moveTo>
                  <a:pt x="1930400" y="1543050"/>
                </a:moveTo>
                <a:lnTo>
                  <a:pt x="38100" y="1543050"/>
                </a:lnTo>
                <a:lnTo>
                  <a:pt x="38100" y="1524000"/>
                </a:lnTo>
                <a:lnTo>
                  <a:pt x="1930400" y="1524000"/>
                </a:lnTo>
                <a:lnTo>
                  <a:pt x="1930400" y="1543050"/>
                </a:lnTo>
                <a:close/>
              </a:path>
              <a:path w="1968500" h="1562100">
                <a:moveTo>
                  <a:pt x="1968500" y="1543050"/>
                </a:moveTo>
                <a:lnTo>
                  <a:pt x="1930400" y="1543050"/>
                </a:lnTo>
                <a:lnTo>
                  <a:pt x="1949450" y="1524000"/>
                </a:lnTo>
                <a:lnTo>
                  <a:pt x="1968500" y="1524000"/>
                </a:lnTo>
                <a:lnTo>
                  <a:pt x="1968500" y="15430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11350" y="3028950"/>
            <a:ext cx="1968500" cy="1562100"/>
          </a:xfrm>
          <a:custGeom>
            <a:avLst/>
            <a:gdLst/>
            <a:ahLst/>
            <a:cxnLst/>
            <a:rect l="l" t="t" r="r" b="b"/>
            <a:pathLst>
              <a:path w="1968500" h="1562100">
                <a:moveTo>
                  <a:pt x="1968500" y="1562100"/>
                </a:moveTo>
                <a:lnTo>
                  <a:pt x="0" y="1562100"/>
                </a:lnTo>
                <a:lnTo>
                  <a:pt x="0" y="0"/>
                </a:lnTo>
                <a:lnTo>
                  <a:pt x="1968500" y="0"/>
                </a:lnTo>
                <a:lnTo>
                  <a:pt x="19685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1524000"/>
                </a:lnTo>
                <a:lnTo>
                  <a:pt x="19050" y="1524000"/>
                </a:lnTo>
                <a:lnTo>
                  <a:pt x="38100" y="1543050"/>
                </a:lnTo>
                <a:lnTo>
                  <a:pt x="1968500" y="1543050"/>
                </a:lnTo>
                <a:lnTo>
                  <a:pt x="1968500" y="1562100"/>
                </a:lnTo>
                <a:close/>
              </a:path>
              <a:path w="1968500" h="15621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968500" h="1562100">
                <a:moveTo>
                  <a:pt x="19304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930400" y="19050"/>
                </a:lnTo>
                <a:lnTo>
                  <a:pt x="1930400" y="38100"/>
                </a:lnTo>
                <a:close/>
              </a:path>
              <a:path w="1968500" h="1562100">
                <a:moveTo>
                  <a:pt x="1930400" y="1543050"/>
                </a:moveTo>
                <a:lnTo>
                  <a:pt x="1930400" y="19050"/>
                </a:lnTo>
                <a:lnTo>
                  <a:pt x="1949450" y="38100"/>
                </a:lnTo>
                <a:lnTo>
                  <a:pt x="1968500" y="38100"/>
                </a:lnTo>
                <a:lnTo>
                  <a:pt x="1968500" y="1524000"/>
                </a:lnTo>
                <a:lnTo>
                  <a:pt x="1949450" y="1524000"/>
                </a:lnTo>
                <a:lnTo>
                  <a:pt x="1930400" y="1543050"/>
                </a:lnTo>
                <a:close/>
              </a:path>
              <a:path w="1968500" h="1562100">
                <a:moveTo>
                  <a:pt x="1968500" y="38100"/>
                </a:moveTo>
                <a:lnTo>
                  <a:pt x="1949450" y="38100"/>
                </a:lnTo>
                <a:lnTo>
                  <a:pt x="1930400" y="19050"/>
                </a:lnTo>
                <a:lnTo>
                  <a:pt x="1968500" y="19050"/>
                </a:lnTo>
                <a:lnTo>
                  <a:pt x="1968500" y="38100"/>
                </a:lnTo>
                <a:close/>
              </a:path>
              <a:path w="1968500" h="1562100">
                <a:moveTo>
                  <a:pt x="38100" y="1543050"/>
                </a:moveTo>
                <a:lnTo>
                  <a:pt x="19050" y="1524000"/>
                </a:lnTo>
                <a:lnTo>
                  <a:pt x="38100" y="1524000"/>
                </a:lnTo>
                <a:lnTo>
                  <a:pt x="38100" y="1543050"/>
                </a:lnTo>
                <a:close/>
              </a:path>
              <a:path w="1968500" h="1562100">
                <a:moveTo>
                  <a:pt x="1930400" y="1543050"/>
                </a:moveTo>
                <a:lnTo>
                  <a:pt x="38100" y="1543050"/>
                </a:lnTo>
                <a:lnTo>
                  <a:pt x="38100" y="1524000"/>
                </a:lnTo>
                <a:lnTo>
                  <a:pt x="1930400" y="1524000"/>
                </a:lnTo>
                <a:lnTo>
                  <a:pt x="1930400" y="1543050"/>
                </a:lnTo>
                <a:close/>
              </a:path>
              <a:path w="1968500" h="1562100">
                <a:moveTo>
                  <a:pt x="1968500" y="1543050"/>
                </a:moveTo>
                <a:lnTo>
                  <a:pt x="1930400" y="1543050"/>
                </a:lnTo>
                <a:lnTo>
                  <a:pt x="1949450" y="1524000"/>
                </a:lnTo>
                <a:lnTo>
                  <a:pt x="1968500" y="1524000"/>
                </a:lnTo>
                <a:lnTo>
                  <a:pt x="1968500" y="15430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11350" y="3028950"/>
            <a:ext cx="1968500" cy="1562100"/>
          </a:xfrm>
          <a:custGeom>
            <a:avLst/>
            <a:gdLst/>
            <a:ahLst/>
            <a:cxnLst/>
            <a:rect l="l" t="t" r="r" b="b"/>
            <a:pathLst>
              <a:path w="1968500" h="1562100">
                <a:moveTo>
                  <a:pt x="1968500" y="1562100"/>
                </a:moveTo>
                <a:lnTo>
                  <a:pt x="0" y="1562100"/>
                </a:lnTo>
                <a:lnTo>
                  <a:pt x="0" y="0"/>
                </a:lnTo>
                <a:lnTo>
                  <a:pt x="1968500" y="0"/>
                </a:lnTo>
                <a:lnTo>
                  <a:pt x="19685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1524000"/>
                </a:lnTo>
                <a:lnTo>
                  <a:pt x="19050" y="1524000"/>
                </a:lnTo>
                <a:lnTo>
                  <a:pt x="38100" y="1543050"/>
                </a:lnTo>
                <a:lnTo>
                  <a:pt x="1968500" y="1543050"/>
                </a:lnTo>
                <a:lnTo>
                  <a:pt x="1968500" y="1562100"/>
                </a:lnTo>
                <a:close/>
              </a:path>
              <a:path w="1968500" h="15621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968500" h="1562100">
                <a:moveTo>
                  <a:pt x="19304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930400" y="19050"/>
                </a:lnTo>
                <a:lnTo>
                  <a:pt x="1930400" y="38100"/>
                </a:lnTo>
                <a:close/>
              </a:path>
              <a:path w="1968500" h="1562100">
                <a:moveTo>
                  <a:pt x="1930400" y="1543050"/>
                </a:moveTo>
                <a:lnTo>
                  <a:pt x="1930400" y="19050"/>
                </a:lnTo>
                <a:lnTo>
                  <a:pt x="1949450" y="38100"/>
                </a:lnTo>
                <a:lnTo>
                  <a:pt x="1968500" y="38100"/>
                </a:lnTo>
                <a:lnTo>
                  <a:pt x="1968500" y="1524000"/>
                </a:lnTo>
                <a:lnTo>
                  <a:pt x="1949450" y="1524000"/>
                </a:lnTo>
                <a:lnTo>
                  <a:pt x="1930400" y="1543050"/>
                </a:lnTo>
                <a:close/>
              </a:path>
              <a:path w="1968500" h="1562100">
                <a:moveTo>
                  <a:pt x="1968500" y="38100"/>
                </a:moveTo>
                <a:lnTo>
                  <a:pt x="1949450" y="38100"/>
                </a:lnTo>
                <a:lnTo>
                  <a:pt x="1930400" y="19050"/>
                </a:lnTo>
                <a:lnTo>
                  <a:pt x="1968500" y="19050"/>
                </a:lnTo>
                <a:lnTo>
                  <a:pt x="1968500" y="38100"/>
                </a:lnTo>
                <a:close/>
              </a:path>
              <a:path w="1968500" h="1562100">
                <a:moveTo>
                  <a:pt x="38100" y="1543050"/>
                </a:moveTo>
                <a:lnTo>
                  <a:pt x="19050" y="1524000"/>
                </a:lnTo>
                <a:lnTo>
                  <a:pt x="38100" y="1524000"/>
                </a:lnTo>
                <a:lnTo>
                  <a:pt x="38100" y="1543050"/>
                </a:lnTo>
                <a:close/>
              </a:path>
              <a:path w="1968500" h="1562100">
                <a:moveTo>
                  <a:pt x="1930400" y="1543050"/>
                </a:moveTo>
                <a:lnTo>
                  <a:pt x="38100" y="1543050"/>
                </a:lnTo>
                <a:lnTo>
                  <a:pt x="38100" y="1524000"/>
                </a:lnTo>
                <a:lnTo>
                  <a:pt x="1930400" y="1524000"/>
                </a:lnTo>
                <a:lnTo>
                  <a:pt x="1930400" y="1543050"/>
                </a:lnTo>
                <a:close/>
              </a:path>
              <a:path w="1968500" h="1562100">
                <a:moveTo>
                  <a:pt x="1968500" y="1543050"/>
                </a:moveTo>
                <a:lnTo>
                  <a:pt x="1930400" y="1543050"/>
                </a:lnTo>
                <a:lnTo>
                  <a:pt x="1949450" y="1524000"/>
                </a:lnTo>
                <a:lnTo>
                  <a:pt x="1968500" y="1524000"/>
                </a:lnTo>
                <a:lnTo>
                  <a:pt x="1968500" y="15430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44156" y="2708148"/>
            <a:ext cx="2400300" cy="520065"/>
          </a:xfrm>
          <a:custGeom>
            <a:avLst/>
            <a:gdLst/>
            <a:ahLst/>
            <a:cxnLst/>
            <a:rect l="l" t="t" r="r" b="b"/>
            <a:pathLst>
              <a:path w="2400300" h="520064">
                <a:moveTo>
                  <a:pt x="0" y="0"/>
                </a:moveTo>
                <a:lnTo>
                  <a:pt x="2400300" y="0"/>
                </a:lnTo>
                <a:lnTo>
                  <a:pt x="2400300" y="519684"/>
                </a:lnTo>
                <a:lnTo>
                  <a:pt x="0" y="519684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23569" y="2721610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5" b="1">
                <a:solidFill>
                  <a:srgbClr val="FFFF00"/>
                </a:solidFill>
                <a:latin typeface="思源黑体 CN"/>
                <a:cs typeface="思源黑体 CN"/>
              </a:rPr>
              <a:t>可变电</a:t>
            </a:r>
            <a:r>
              <a:rPr dirty="0" sz="2800" spc="-5" b="1">
                <a:solidFill>
                  <a:srgbClr val="FFFF00"/>
                </a:solidFill>
                <a:latin typeface="思源黑体 CN"/>
                <a:cs typeface="思源黑体 CN"/>
              </a:rPr>
              <a:t>容</a:t>
            </a:r>
            <a:endParaRPr sz="2800">
              <a:latin typeface="思源黑体 CN"/>
              <a:cs typeface="思源黑体 C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028" y="778281"/>
            <a:ext cx="8197215" cy="878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5">
                <a:solidFill>
                  <a:srgbClr val="000066"/>
                </a:solidFill>
              </a:rPr>
              <a:t>3.</a:t>
            </a:r>
            <a:r>
              <a:rPr dirty="0" spc="-35">
                <a:solidFill>
                  <a:srgbClr val="000066"/>
                </a:solidFill>
              </a:rPr>
              <a:t> </a:t>
            </a:r>
            <a:r>
              <a:rPr dirty="0">
                <a:solidFill>
                  <a:srgbClr val="000066"/>
                </a:solidFill>
              </a:rPr>
              <a:t>检波：从接收到的高频振荡电流中“检”出所携</a:t>
            </a:r>
            <a:r>
              <a:rPr dirty="0" spc="-10">
                <a:solidFill>
                  <a:srgbClr val="000066"/>
                </a:solidFill>
              </a:rPr>
              <a:t>带 </a:t>
            </a:r>
            <a:r>
              <a:rPr dirty="0">
                <a:solidFill>
                  <a:srgbClr val="000066"/>
                </a:solidFill>
              </a:rPr>
              <a:t>的调制信号过程，叫做检波</a:t>
            </a:r>
            <a:r>
              <a:rPr dirty="0" spc="-10">
                <a:solidFill>
                  <a:srgbClr val="000066"/>
                </a:solidFill>
              </a:rPr>
              <a:t>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2168" y="1758721"/>
            <a:ext cx="60801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66"/>
                </a:solidFill>
                <a:latin typeface="华文楷体"/>
                <a:cs typeface="华文楷体"/>
              </a:rPr>
              <a:t>检波是调制的逆过程，因此也叫解调</a:t>
            </a:r>
            <a:r>
              <a:rPr dirty="0" sz="2800" spc="-10" b="1">
                <a:solidFill>
                  <a:srgbClr val="000066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29967" y="2474976"/>
            <a:ext cx="6400800" cy="1752600"/>
          </a:xfrm>
          <a:custGeom>
            <a:avLst/>
            <a:gdLst/>
            <a:ahLst/>
            <a:cxnLst/>
            <a:rect l="l" t="t" r="r" b="b"/>
            <a:pathLst>
              <a:path w="6400800" h="1752600">
                <a:moveTo>
                  <a:pt x="0" y="0"/>
                </a:moveTo>
                <a:lnTo>
                  <a:pt x="6400800" y="0"/>
                </a:lnTo>
                <a:lnTo>
                  <a:pt x="64008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06167" y="2551176"/>
            <a:ext cx="6248400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44064" y="3217710"/>
            <a:ext cx="952500" cy="495300"/>
          </a:xfrm>
          <a:custGeom>
            <a:avLst/>
            <a:gdLst/>
            <a:ahLst/>
            <a:cxnLst/>
            <a:rect l="l" t="t" r="r" b="b"/>
            <a:pathLst>
              <a:path w="952500" h="495300">
                <a:moveTo>
                  <a:pt x="952500" y="495300"/>
                </a:moveTo>
                <a:lnTo>
                  <a:pt x="0" y="495300"/>
                </a:lnTo>
                <a:lnTo>
                  <a:pt x="0" y="0"/>
                </a:lnTo>
                <a:lnTo>
                  <a:pt x="952500" y="0"/>
                </a:lnTo>
                <a:lnTo>
                  <a:pt x="9525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57200"/>
                </a:lnTo>
                <a:lnTo>
                  <a:pt x="19050" y="457200"/>
                </a:lnTo>
                <a:lnTo>
                  <a:pt x="38100" y="476250"/>
                </a:lnTo>
                <a:lnTo>
                  <a:pt x="952500" y="476250"/>
                </a:lnTo>
                <a:lnTo>
                  <a:pt x="952500" y="495300"/>
                </a:lnTo>
                <a:close/>
              </a:path>
              <a:path w="952500" h="4953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952500" h="495300">
                <a:moveTo>
                  <a:pt x="9144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914400" y="19050"/>
                </a:lnTo>
                <a:lnTo>
                  <a:pt x="914400" y="38100"/>
                </a:lnTo>
                <a:close/>
              </a:path>
              <a:path w="952500" h="495300">
                <a:moveTo>
                  <a:pt x="914400" y="476250"/>
                </a:moveTo>
                <a:lnTo>
                  <a:pt x="914400" y="19050"/>
                </a:lnTo>
                <a:lnTo>
                  <a:pt x="933450" y="38100"/>
                </a:lnTo>
                <a:lnTo>
                  <a:pt x="952500" y="38100"/>
                </a:lnTo>
                <a:lnTo>
                  <a:pt x="952500" y="457200"/>
                </a:lnTo>
                <a:lnTo>
                  <a:pt x="933450" y="457200"/>
                </a:lnTo>
                <a:lnTo>
                  <a:pt x="914400" y="476250"/>
                </a:lnTo>
                <a:close/>
              </a:path>
              <a:path w="952500" h="495300">
                <a:moveTo>
                  <a:pt x="952500" y="38100"/>
                </a:moveTo>
                <a:lnTo>
                  <a:pt x="933450" y="38100"/>
                </a:lnTo>
                <a:lnTo>
                  <a:pt x="914400" y="19050"/>
                </a:lnTo>
                <a:lnTo>
                  <a:pt x="952500" y="19050"/>
                </a:lnTo>
                <a:lnTo>
                  <a:pt x="952500" y="38100"/>
                </a:lnTo>
                <a:close/>
              </a:path>
              <a:path w="952500" h="495300">
                <a:moveTo>
                  <a:pt x="38100" y="476250"/>
                </a:moveTo>
                <a:lnTo>
                  <a:pt x="19050" y="457200"/>
                </a:lnTo>
                <a:lnTo>
                  <a:pt x="38100" y="457200"/>
                </a:lnTo>
                <a:lnTo>
                  <a:pt x="38100" y="476250"/>
                </a:lnTo>
                <a:close/>
              </a:path>
              <a:path w="952500" h="495300">
                <a:moveTo>
                  <a:pt x="914400" y="476250"/>
                </a:moveTo>
                <a:lnTo>
                  <a:pt x="38100" y="476250"/>
                </a:lnTo>
                <a:lnTo>
                  <a:pt x="38100" y="457200"/>
                </a:lnTo>
                <a:lnTo>
                  <a:pt x="914400" y="457200"/>
                </a:lnTo>
                <a:lnTo>
                  <a:pt x="914400" y="476250"/>
                </a:lnTo>
                <a:close/>
              </a:path>
              <a:path w="952500" h="495300">
                <a:moveTo>
                  <a:pt x="952500" y="476250"/>
                </a:moveTo>
                <a:lnTo>
                  <a:pt x="914400" y="476250"/>
                </a:lnTo>
                <a:lnTo>
                  <a:pt x="933450" y="457200"/>
                </a:lnTo>
                <a:lnTo>
                  <a:pt x="952500" y="457200"/>
                </a:lnTo>
                <a:lnTo>
                  <a:pt x="952500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39264" y="2531910"/>
            <a:ext cx="419100" cy="571500"/>
          </a:xfrm>
          <a:custGeom>
            <a:avLst/>
            <a:gdLst/>
            <a:ahLst/>
            <a:cxnLst/>
            <a:rect l="l" t="t" r="r" b="b"/>
            <a:pathLst>
              <a:path w="419100" h="571500">
                <a:moveTo>
                  <a:pt x="419100" y="571500"/>
                </a:moveTo>
                <a:lnTo>
                  <a:pt x="0" y="571500"/>
                </a:lnTo>
                <a:lnTo>
                  <a:pt x="0" y="0"/>
                </a:lnTo>
                <a:lnTo>
                  <a:pt x="419100" y="0"/>
                </a:lnTo>
                <a:lnTo>
                  <a:pt x="4191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533400"/>
                </a:lnTo>
                <a:lnTo>
                  <a:pt x="19050" y="533400"/>
                </a:lnTo>
                <a:lnTo>
                  <a:pt x="38100" y="552450"/>
                </a:lnTo>
                <a:lnTo>
                  <a:pt x="419100" y="552450"/>
                </a:lnTo>
                <a:lnTo>
                  <a:pt x="419100" y="571500"/>
                </a:lnTo>
                <a:close/>
              </a:path>
              <a:path w="419100" h="5715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419100" h="571500">
                <a:moveTo>
                  <a:pt x="3810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81000" y="19050"/>
                </a:lnTo>
                <a:lnTo>
                  <a:pt x="381000" y="38100"/>
                </a:lnTo>
                <a:close/>
              </a:path>
              <a:path w="419100" h="571500">
                <a:moveTo>
                  <a:pt x="381000" y="552450"/>
                </a:moveTo>
                <a:lnTo>
                  <a:pt x="381000" y="19050"/>
                </a:lnTo>
                <a:lnTo>
                  <a:pt x="400050" y="38100"/>
                </a:lnTo>
                <a:lnTo>
                  <a:pt x="419100" y="38100"/>
                </a:lnTo>
                <a:lnTo>
                  <a:pt x="419100" y="533400"/>
                </a:lnTo>
                <a:lnTo>
                  <a:pt x="400050" y="533400"/>
                </a:lnTo>
                <a:lnTo>
                  <a:pt x="381000" y="552450"/>
                </a:lnTo>
                <a:close/>
              </a:path>
              <a:path w="419100" h="571500">
                <a:moveTo>
                  <a:pt x="419100" y="38100"/>
                </a:moveTo>
                <a:lnTo>
                  <a:pt x="400050" y="38100"/>
                </a:lnTo>
                <a:lnTo>
                  <a:pt x="381000" y="19050"/>
                </a:lnTo>
                <a:lnTo>
                  <a:pt x="419100" y="19050"/>
                </a:lnTo>
                <a:lnTo>
                  <a:pt x="419100" y="38100"/>
                </a:lnTo>
                <a:close/>
              </a:path>
              <a:path w="419100" h="571500">
                <a:moveTo>
                  <a:pt x="38100" y="552450"/>
                </a:moveTo>
                <a:lnTo>
                  <a:pt x="19050" y="533400"/>
                </a:lnTo>
                <a:lnTo>
                  <a:pt x="38100" y="533400"/>
                </a:lnTo>
                <a:lnTo>
                  <a:pt x="38100" y="552450"/>
                </a:lnTo>
                <a:close/>
              </a:path>
              <a:path w="419100" h="571500">
                <a:moveTo>
                  <a:pt x="381000" y="552450"/>
                </a:moveTo>
                <a:lnTo>
                  <a:pt x="38100" y="552450"/>
                </a:lnTo>
                <a:lnTo>
                  <a:pt x="38100" y="533400"/>
                </a:lnTo>
                <a:lnTo>
                  <a:pt x="381000" y="533400"/>
                </a:lnTo>
                <a:lnTo>
                  <a:pt x="381000" y="552450"/>
                </a:lnTo>
                <a:close/>
              </a:path>
              <a:path w="419100" h="571500">
                <a:moveTo>
                  <a:pt x="419100" y="552450"/>
                </a:moveTo>
                <a:lnTo>
                  <a:pt x="381000" y="552450"/>
                </a:lnTo>
                <a:lnTo>
                  <a:pt x="400050" y="533400"/>
                </a:lnTo>
                <a:lnTo>
                  <a:pt x="419100" y="533400"/>
                </a:lnTo>
                <a:lnTo>
                  <a:pt x="419100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21891" y="4606848"/>
            <a:ext cx="1679422" cy="12349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41291" y="4606848"/>
            <a:ext cx="1679422" cy="622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29664" y="5198910"/>
            <a:ext cx="1943100" cy="800100"/>
          </a:xfrm>
          <a:custGeom>
            <a:avLst/>
            <a:gdLst/>
            <a:ahLst/>
            <a:cxnLst/>
            <a:rect l="l" t="t" r="r" b="b"/>
            <a:pathLst>
              <a:path w="1943100" h="800100">
                <a:moveTo>
                  <a:pt x="1943100" y="800100"/>
                </a:moveTo>
                <a:lnTo>
                  <a:pt x="0" y="800100"/>
                </a:lnTo>
                <a:lnTo>
                  <a:pt x="0" y="0"/>
                </a:lnTo>
                <a:lnTo>
                  <a:pt x="1943100" y="0"/>
                </a:lnTo>
                <a:lnTo>
                  <a:pt x="19431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762000"/>
                </a:lnTo>
                <a:lnTo>
                  <a:pt x="19050" y="762000"/>
                </a:lnTo>
                <a:lnTo>
                  <a:pt x="38100" y="781050"/>
                </a:lnTo>
                <a:lnTo>
                  <a:pt x="1943100" y="781050"/>
                </a:lnTo>
                <a:lnTo>
                  <a:pt x="1943100" y="800100"/>
                </a:lnTo>
                <a:close/>
              </a:path>
              <a:path w="1943100" h="8001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943100" h="800100">
                <a:moveTo>
                  <a:pt x="19050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905000" y="19050"/>
                </a:lnTo>
                <a:lnTo>
                  <a:pt x="1905000" y="38100"/>
                </a:lnTo>
                <a:close/>
              </a:path>
              <a:path w="1943100" h="800100">
                <a:moveTo>
                  <a:pt x="1905000" y="781050"/>
                </a:moveTo>
                <a:lnTo>
                  <a:pt x="1905000" y="19050"/>
                </a:lnTo>
                <a:lnTo>
                  <a:pt x="1924050" y="38100"/>
                </a:lnTo>
                <a:lnTo>
                  <a:pt x="1943100" y="38100"/>
                </a:lnTo>
                <a:lnTo>
                  <a:pt x="1943100" y="762000"/>
                </a:lnTo>
                <a:lnTo>
                  <a:pt x="1924050" y="762000"/>
                </a:lnTo>
                <a:lnTo>
                  <a:pt x="1905000" y="781050"/>
                </a:lnTo>
                <a:close/>
              </a:path>
              <a:path w="1943100" h="800100">
                <a:moveTo>
                  <a:pt x="1943100" y="38100"/>
                </a:moveTo>
                <a:lnTo>
                  <a:pt x="1924050" y="38100"/>
                </a:lnTo>
                <a:lnTo>
                  <a:pt x="1905000" y="19050"/>
                </a:lnTo>
                <a:lnTo>
                  <a:pt x="1943100" y="19050"/>
                </a:lnTo>
                <a:lnTo>
                  <a:pt x="1943100" y="38100"/>
                </a:lnTo>
                <a:close/>
              </a:path>
              <a:path w="1943100" h="800100">
                <a:moveTo>
                  <a:pt x="38100" y="781050"/>
                </a:moveTo>
                <a:lnTo>
                  <a:pt x="19050" y="762000"/>
                </a:lnTo>
                <a:lnTo>
                  <a:pt x="38100" y="762000"/>
                </a:lnTo>
                <a:lnTo>
                  <a:pt x="38100" y="781050"/>
                </a:lnTo>
                <a:close/>
              </a:path>
              <a:path w="1943100" h="800100">
                <a:moveTo>
                  <a:pt x="1905000" y="781050"/>
                </a:moveTo>
                <a:lnTo>
                  <a:pt x="38100" y="781050"/>
                </a:lnTo>
                <a:lnTo>
                  <a:pt x="38100" y="762000"/>
                </a:lnTo>
                <a:lnTo>
                  <a:pt x="1905000" y="762000"/>
                </a:lnTo>
                <a:lnTo>
                  <a:pt x="1905000" y="781050"/>
                </a:lnTo>
                <a:close/>
              </a:path>
              <a:path w="1943100" h="800100">
                <a:moveTo>
                  <a:pt x="1943100" y="781050"/>
                </a:moveTo>
                <a:lnTo>
                  <a:pt x="1905000" y="781050"/>
                </a:lnTo>
                <a:lnTo>
                  <a:pt x="1924050" y="762000"/>
                </a:lnTo>
                <a:lnTo>
                  <a:pt x="1943100" y="762000"/>
                </a:lnTo>
                <a:lnTo>
                  <a:pt x="1943100" y="781050"/>
                </a:lnTo>
                <a:close/>
              </a:path>
            </a:pathLst>
          </a:custGeom>
          <a:solidFill>
            <a:srgbClr val="056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16114" y="5256060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 h="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11770" y="4681854"/>
            <a:ext cx="808990" cy="575310"/>
          </a:xfrm>
          <a:custGeom>
            <a:avLst/>
            <a:gdLst/>
            <a:ahLst/>
            <a:cxnLst/>
            <a:rect l="l" t="t" r="r" b="b"/>
            <a:pathLst>
              <a:path w="808990" h="575310">
                <a:moveTo>
                  <a:pt x="8686" y="575310"/>
                </a:moveTo>
                <a:lnTo>
                  <a:pt x="0" y="571500"/>
                </a:lnTo>
                <a:lnTo>
                  <a:pt x="6438" y="557529"/>
                </a:lnTo>
                <a:lnTo>
                  <a:pt x="14058" y="539750"/>
                </a:lnTo>
                <a:lnTo>
                  <a:pt x="32537" y="495300"/>
                </a:lnTo>
                <a:lnTo>
                  <a:pt x="54546" y="441960"/>
                </a:lnTo>
                <a:lnTo>
                  <a:pt x="79159" y="384810"/>
                </a:lnTo>
                <a:lnTo>
                  <a:pt x="92163" y="354329"/>
                </a:lnTo>
                <a:lnTo>
                  <a:pt x="105473" y="325120"/>
                </a:lnTo>
                <a:lnTo>
                  <a:pt x="118986" y="295910"/>
                </a:lnTo>
                <a:lnTo>
                  <a:pt x="139369" y="254000"/>
                </a:lnTo>
                <a:lnTo>
                  <a:pt x="146151" y="241300"/>
                </a:lnTo>
                <a:lnTo>
                  <a:pt x="152895" y="228600"/>
                </a:lnTo>
                <a:lnTo>
                  <a:pt x="159588" y="217170"/>
                </a:lnTo>
                <a:lnTo>
                  <a:pt x="166230" y="205739"/>
                </a:lnTo>
                <a:lnTo>
                  <a:pt x="172808" y="194310"/>
                </a:lnTo>
                <a:lnTo>
                  <a:pt x="179298" y="184150"/>
                </a:lnTo>
                <a:lnTo>
                  <a:pt x="185686" y="175260"/>
                </a:lnTo>
                <a:lnTo>
                  <a:pt x="198361" y="157479"/>
                </a:lnTo>
                <a:lnTo>
                  <a:pt x="211251" y="139700"/>
                </a:lnTo>
                <a:lnTo>
                  <a:pt x="237617" y="107950"/>
                </a:lnTo>
                <a:lnTo>
                  <a:pt x="264591" y="77470"/>
                </a:lnTo>
                <a:lnTo>
                  <a:pt x="298996" y="46989"/>
                </a:lnTo>
                <a:lnTo>
                  <a:pt x="305955" y="40639"/>
                </a:lnTo>
                <a:lnTo>
                  <a:pt x="319900" y="30479"/>
                </a:lnTo>
                <a:lnTo>
                  <a:pt x="326771" y="26670"/>
                </a:lnTo>
                <a:lnTo>
                  <a:pt x="333921" y="21589"/>
                </a:lnTo>
                <a:lnTo>
                  <a:pt x="340956" y="17779"/>
                </a:lnTo>
                <a:lnTo>
                  <a:pt x="347814" y="13970"/>
                </a:lnTo>
                <a:lnTo>
                  <a:pt x="376212" y="3810"/>
                </a:lnTo>
                <a:lnTo>
                  <a:pt x="383006" y="2539"/>
                </a:lnTo>
                <a:lnTo>
                  <a:pt x="397383" y="0"/>
                </a:lnTo>
                <a:lnTo>
                  <a:pt x="418439" y="0"/>
                </a:lnTo>
                <a:lnTo>
                  <a:pt x="446620" y="5079"/>
                </a:lnTo>
                <a:lnTo>
                  <a:pt x="457193" y="8889"/>
                </a:lnTo>
                <a:lnTo>
                  <a:pt x="398246" y="8889"/>
                </a:lnTo>
                <a:lnTo>
                  <a:pt x="391502" y="10160"/>
                </a:lnTo>
                <a:lnTo>
                  <a:pt x="391769" y="10160"/>
                </a:lnTo>
                <a:lnTo>
                  <a:pt x="385000" y="11429"/>
                </a:lnTo>
                <a:lnTo>
                  <a:pt x="385254" y="11429"/>
                </a:lnTo>
                <a:lnTo>
                  <a:pt x="378460" y="12700"/>
                </a:lnTo>
                <a:lnTo>
                  <a:pt x="378701" y="12700"/>
                </a:lnTo>
                <a:lnTo>
                  <a:pt x="371894" y="15239"/>
                </a:lnTo>
                <a:lnTo>
                  <a:pt x="372122" y="15239"/>
                </a:lnTo>
                <a:lnTo>
                  <a:pt x="365290" y="17779"/>
                </a:lnTo>
                <a:lnTo>
                  <a:pt x="365493" y="17779"/>
                </a:lnTo>
                <a:lnTo>
                  <a:pt x="358648" y="20320"/>
                </a:lnTo>
                <a:lnTo>
                  <a:pt x="358838" y="20320"/>
                </a:lnTo>
                <a:lnTo>
                  <a:pt x="351993" y="22860"/>
                </a:lnTo>
                <a:lnTo>
                  <a:pt x="352171" y="22860"/>
                </a:lnTo>
                <a:lnTo>
                  <a:pt x="345300" y="26670"/>
                </a:lnTo>
                <a:lnTo>
                  <a:pt x="345465" y="26670"/>
                </a:lnTo>
                <a:lnTo>
                  <a:pt x="338594" y="30479"/>
                </a:lnTo>
                <a:lnTo>
                  <a:pt x="338747" y="30479"/>
                </a:lnTo>
                <a:lnTo>
                  <a:pt x="331876" y="34289"/>
                </a:lnTo>
                <a:lnTo>
                  <a:pt x="332016" y="34289"/>
                </a:lnTo>
                <a:lnTo>
                  <a:pt x="325145" y="39370"/>
                </a:lnTo>
                <a:lnTo>
                  <a:pt x="318401" y="43179"/>
                </a:lnTo>
                <a:lnTo>
                  <a:pt x="311658" y="48260"/>
                </a:lnTo>
                <a:lnTo>
                  <a:pt x="306283" y="53339"/>
                </a:lnTo>
                <a:lnTo>
                  <a:pt x="305015" y="53339"/>
                </a:lnTo>
                <a:lnTo>
                  <a:pt x="298170" y="59689"/>
                </a:lnTo>
                <a:lnTo>
                  <a:pt x="291439" y="66039"/>
                </a:lnTo>
                <a:lnTo>
                  <a:pt x="284721" y="71120"/>
                </a:lnTo>
                <a:lnTo>
                  <a:pt x="279133" y="77470"/>
                </a:lnTo>
                <a:lnTo>
                  <a:pt x="278066" y="77470"/>
                </a:lnTo>
                <a:lnTo>
                  <a:pt x="271310" y="85089"/>
                </a:lnTo>
                <a:lnTo>
                  <a:pt x="264629" y="91439"/>
                </a:lnTo>
                <a:lnTo>
                  <a:pt x="257987" y="99060"/>
                </a:lnTo>
                <a:lnTo>
                  <a:pt x="244741" y="114300"/>
                </a:lnTo>
                <a:lnTo>
                  <a:pt x="231660" y="129539"/>
                </a:lnTo>
                <a:lnTo>
                  <a:pt x="218719" y="146050"/>
                </a:lnTo>
                <a:lnTo>
                  <a:pt x="205968" y="162560"/>
                </a:lnTo>
                <a:lnTo>
                  <a:pt x="193421" y="180339"/>
                </a:lnTo>
                <a:lnTo>
                  <a:pt x="187185" y="189229"/>
                </a:lnTo>
                <a:lnTo>
                  <a:pt x="180835" y="199389"/>
                </a:lnTo>
                <a:lnTo>
                  <a:pt x="174383" y="209550"/>
                </a:lnTo>
                <a:lnTo>
                  <a:pt x="167843" y="220979"/>
                </a:lnTo>
                <a:lnTo>
                  <a:pt x="161226" y="233679"/>
                </a:lnTo>
                <a:lnTo>
                  <a:pt x="154546" y="246379"/>
                </a:lnTo>
                <a:lnTo>
                  <a:pt x="147828" y="259079"/>
                </a:lnTo>
                <a:lnTo>
                  <a:pt x="141084" y="271779"/>
                </a:lnTo>
                <a:lnTo>
                  <a:pt x="127558" y="299720"/>
                </a:lnTo>
                <a:lnTo>
                  <a:pt x="114109" y="328929"/>
                </a:lnTo>
                <a:lnTo>
                  <a:pt x="100850" y="358139"/>
                </a:lnTo>
                <a:lnTo>
                  <a:pt x="87884" y="388620"/>
                </a:lnTo>
                <a:lnTo>
                  <a:pt x="75336" y="417829"/>
                </a:lnTo>
                <a:lnTo>
                  <a:pt x="63322" y="445770"/>
                </a:lnTo>
                <a:lnTo>
                  <a:pt x="41325" y="499110"/>
                </a:lnTo>
                <a:lnTo>
                  <a:pt x="22809" y="543560"/>
                </a:lnTo>
                <a:lnTo>
                  <a:pt x="15125" y="561339"/>
                </a:lnTo>
                <a:lnTo>
                  <a:pt x="8686" y="575310"/>
                </a:lnTo>
                <a:close/>
              </a:path>
              <a:path w="808990" h="575310">
                <a:moveTo>
                  <a:pt x="443788" y="15239"/>
                </a:moveTo>
                <a:lnTo>
                  <a:pt x="436968" y="12700"/>
                </a:lnTo>
                <a:lnTo>
                  <a:pt x="437197" y="12700"/>
                </a:lnTo>
                <a:lnTo>
                  <a:pt x="430377" y="11429"/>
                </a:lnTo>
                <a:lnTo>
                  <a:pt x="430631" y="11429"/>
                </a:lnTo>
                <a:lnTo>
                  <a:pt x="423824" y="10160"/>
                </a:lnTo>
                <a:lnTo>
                  <a:pt x="424091" y="10160"/>
                </a:lnTo>
                <a:lnTo>
                  <a:pt x="417309" y="8889"/>
                </a:lnTo>
                <a:lnTo>
                  <a:pt x="457193" y="8889"/>
                </a:lnTo>
                <a:lnTo>
                  <a:pt x="460717" y="10160"/>
                </a:lnTo>
                <a:lnTo>
                  <a:pt x="467733" y="13970"/>
                </a:lnTo>
                <a:lnTo>
                  <a:pt x="443572" y="13970"/>
                </a:lnTo>
                <a:lnTo>
                  <a:pt x="443788" y="15239"/>
                </a:lnTo>
                <a:close/>
              </a:path>
              <a:path w="808990" h="575310">
                <a:moveTo>
                  <a:pt x="490588" y="38100"/>
                </a:moveTo>
                <a:lnTo>
                  <a:pt x="483717" y="33020"/>
                </a:lnTo>
                <a:lnTo>
                  <a:pt x="483857" y="33020"/>
                </a:lnTo>
                <a:lnTo>
                  <a:pt x="476999" y="29210"/>
                </a:lnTo>
                <a:lnTo>
                  <a:pt x="477139" y="29210"/>
                </a:lnTo>
                <a:lnTo>
                  <a:pt x="470281" y="25400"/>
                </a:lnTo>
                <a:lnTo>
                  <a:pt x="470433" y="25400"/>
                </a:lnTo>
                <a:lnTo>
                  <a:pt x="463575" y="22860"/>
                </a:lnTo>
                <a:lnTo>
                  <a:pt x="463740" y="22860"/>
                </a:lnTo>
                <a:lnTo>
                  <a:pt x="456882" y="19050"/>
                </a:lnTo>
                <a:lnTo>
                  <a:pt x="457073" y="19050"/>
                </a:lnTo>
                <a:lnTo>
                  <a:pt x="450215" y="16510"/>
                </a:lnTo>
                <a:lnTo>
                  <a:pt x="450418" y="16510"/>
                </a:lnTo>
                <a:lnTo>
                  <a:pt x="443572" y="13970"/>
                </a:lnTo>
                <a:lnTo>
                  <a:pt x="467733" y="13970"/>
                </a:lnTo>
                <a:lnTo>
                  <a:pt x="495795" y="29210"/>
                </a:lnTo>
                <a:lnTo>
                  <a:pt x="506228" y="36829"/>
                </a:lnTo>
                <a:lnTo>
                  <a:pt x="490461" y="36829"/>
                </a:lnTo>
                <a:lnTo>
                  <a:pt x="490588" y="38100"/>
                </a:lnTo>
                <a:close/>
              </a:path>
              <a:path w="808990" h="575310">
                <a:moveTo>
                  <a:pt x="634212" y="198120"/>
                </a:moveTo>
                <a:lnTo>
                  <a:pt x="627799" y="186689"/>
                </a:lnTo>
                <a:lnTo>
                  <a:pt x="621499" y="176529"/>
                </a:lnTo>
                <a:lnTo>
                  <a:pt x="615289" y="167639"/>
                </a:lnTo>
                <a:lnTo>
                  <a:pt x="602767" y="149860"/>
                </a:lnTo>
                <a:lnTo>
                  <a:pt x="590016" y="133350"/>
                </a:lnTo>
                <a:lnTo>
                  <a:pt x="577088" y="118110"/>
                </a:lnTo>
                <a:lnTo>
                  <a:pt x="570598" y="110489"/>
                </a:lnTo>
                <a:lnTo>
                  <a:pt x="564032" y="102870"/>
                </a:lnTo>
                <a:lnTo>
                  <a:pt x="557453" y="95250"/>
                </a:lnTo>
                <a:lnTo>
                  <a:pt x="550824" y="88900"/>
                </a:lnTo>
                <a:lnTo>
                  <a:pt x="544182" y="81279"/>
                </a:lnTo>
                <a:lnTo>
                  <a:pt x="537514" y="74929"/>
                </a:lnTo>
                <a:lnTo>
                  <a:pt x="530834" y="68579"/>
                </a:lnTo>
                <a:lnTo>
                  <a:pt x="524129" y="63500"/>
                </a:lnTo>
                <a:lnTo>
                  <a:pt x="517410" y="57150"/>
                </a:lnTo>
                <a:lnTo>
                  <a:pt x="510679" y="52070"/>
                </a:lnTo>
                <a:lnTo>
                  <a:pt x="503936" y="46989"/>
                </a:lnTo>
                <a:lnTo>
                  <a:pt x="497205" y="41910"/>
                </a:lnTo>
                <a:lnTo>
                  <a:pt x="490461" y="36829"/>
                </a:lnTo>
                <a:lnTo>
                  <a:pt x="506228" y="36829"/>
                </a:lnTo>
                <a:lnTo>
                  <a:pt x="550964" y="74929"/>
                </a:lnTo>
                <a:lnTo>
                  <a:pt x="557745" y="82550"/>
                </a:lnTo>
                <a:lnTo>
                  <a:pt x="564476" y="88900"/>
                </a:lnTo>
                <a:lnTo>
                  <a:pt x="597585" y="128270"/>
                </a:lnTo>
                <a:lnTo>
                  <a:pt x="629551" y="171450"/>
                </a:lnTo>
                <a:lnTo>
                  <a:pt x="644618" y="196850"/>
                </a:lnTo>
                <a:lnTo>
                  <a:pt x="634161" y="196850"/>
                </a:lnTo>
                <a:lnTo>
                  <a:pt x="634212" y="198120"/>
                </a:lnTo>
                <a:close/>
              </a:path>
              <a:path w="808990" h="575310">
                <a:moveTo>
                  <a:pt x="304914" y="54610"/>
                </a:moveTo>
                <a:lnTo>
                  <a:pt x="305015" y="53339"/>
                </a:lnTo>
                <a:lnTo>
                  <a:pt x="306283" y="53339"/>
                </a:lnTo>
                <a:lnTo>
                  <a:pt x="304914" y="54610"/>
                </a:lnTo>
                <a:close/>
              </a:path>
              <a:path w="808990" h="575310">
                <a:moveTo>
                  <a:pt x="278003" y="78739"/>
                </a:moveTo>
                <a:lnTo>
                  <a:pt x="278066" y="77470"/>
                </a:lnTo>
                <a:lnTo>
                  <a:pt x="279133" y="77470"/>
                </a:lnTo>
                <a:lnTo>
                  <a:pt x="278003" y="78739"/>
                </a:lnTo>
                <a:close/>
              </a:path>
              <a:path w="808990" h="575310">
                <a:moveTo>
                  <a:pt x="800087" y="575310"/>
                </a:moveTo>
                <a:lnTo>
                  <a:pt x="792391" y="557529"/>
                </a:lnTo>
                <a:lnTo>
                  <a:pt x="783818" y="537210"/>
                </a:lnTo>
                <a:lnTo>
                  <a:pt x="730338" y="405129"/>
                </a:lnTo>
                <a:lnTo>
                  <a:pt x="718083" y="374650"/>
                </a:lnTo>
                <a:lnTo>
                  <a:pt x="705510" y="345439"/>
                </a:lnTo>
                <a:lnTo>
                  <a:pt x="692670" y="316229"/>
                </a:lnTo>
                <a:lnTo>
                  <a:pt x="679691" y="287020"/>
                </a:lnTo>
                <a:lnTo>
                  <a:pt x="666610" y="259079"/>
                </a:lnTo>
                <a:lnTo>
                  <a:pt x="660082" y="246379"/>
                </a:lnTo>
                <a:lnTo>
                  <a:pt x="653554" y="232410"/>
                </a:lnTo>
                <a:lnTo>
                  <a:pt x="647052" y="220979"/>
                </a:lnTo>
                <a:lnTo>
                  <a:pt x="640588" y="208279"/>
                </a:lnTo>
                <a:lnTo>
                  <a:pt x="634161" y="196850"/>
                </a:lnTo>
                <a:lnTo>
                  <a:pt x="644618" y="196850"/>
                </a:lnTo>
                <a:lnTo>
                  <a:pt x="648944" y="204470"/>
                </a:lnTo>
                <a:lnTo>
                  <a:pt x="655485" y="215900"/>
                </a:lnTo>
                <a:lnTo>
                  <a:pt x="675233" y="255270"/>
                </a:lnTo>
                <a:lnTo>
                  <a:pt x="701408" y="312420"/>
                </a:lnTo>
                <a:lnTo>
                  <a:pt x="726897" y="370839"/>
                </a:lnTo>
                <a:lnTo>
                  <a:pt x="739165" y="401320"/>
                </a:lnTo>
                <a:lnTo>
                  <a:pt x="792645" y="533400"/>
                </a:lnTo>
                <a:lnTo>
                  <a:pt x="801179" y="553720"/>
                </a:lnTo>
                <a:lnTo>
                  <a:pt x="808812" y="571500"/>
                </a:lnTo>
                <a:lnTo>
                  <a:pt x="800087" y="575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11870" y="5254104"/>
            <a:ext cx="808990" cy="575310"/>
          </a:xfrm>
          <a:custGeom>
            <a:avLst/>
            <a:gdLst/>
            <a:ahLst/>
            <a:cxnLst/>
            <a:rect l="l" t="t" r="r" b="b"/>
            <a:pathLst>
              <a:path w="808990" h="575310">
                <a:moveTo>
                  <a:pt x="418439" y="575310"/>
                </a:moveTo>
                <a:lnTo>
                  <a:pt x="397383" y="575310"/>
                </a:lnTo>
                <a:lnTo>
                  <a:pt x="376212" y="571500"/>
                </a:lnTo>
                <a:lnTo>
                  <a:pt x="355041" y="563879"/>
                </a:lnTo>
                <a:lnTo>
                  <a:pt x="347992" y="560070"/>
                </a:lnTo>
                <a:lnTo>
                  <a:pt x="340791" y="556260"/>
                </a:lnTo>
                <a:lnTo>
                  <a:pt x="333921" y="552450"/>
                </a:lnTo>
                <a:lnTo>
                  <a:pt x="326771" y="548639"/>
                </a:lnTo>
                <a:lnTo>
                  <a:pt x="319900" y="543560"/>
                </a:lnTo>
                <a:lnTo>
                  <a:pt x="298996" y="528320"/>
                </a:lnTo>
                <a:lnTo>
                  <a:pt x="292061" y="521970"/>
                </a:lnTo>
                <a:lnTo>
                  <a:pt x="285153" y="516889"/>
                </a:lnTo>
                <a:lnTo>
                  <a:pt x="271411" y="504189"/>
                </a:lnTo>
                <a:lnTo>
                  <a:pt x="264591" y="496570"/>
                </a:lnTo>
                <a:lnTo>
                  <a:pt x="257784" y="490220"/>
                </a:lnTo>
                <a:lnTo>
                  <a:pt x="224345" y="452120"/>
                </a:lnTo>
                <a:lnTo>
                  <a:pt x="198361" y="417829"/>
                </a:lnTo>
                <a:lnTo>
                  <a:pt x="185686" y="400050"/>
                </a:lnTo>
                <a:lnTo>
                  <a:pt x="179298" y="391160"/>
                </a:lnTo>
                <a:lnTo>
                  <a:pt x="172808" y="381000"/>
                </a:lnTo>
                <a:lnTo>
                  <a:pt x="166230" y="369570"/>
                </a:lnTo>
                <a:lnTo>
                  <a:pt x="159588" y="358139"/>
                </a:lnTo>
                <a:lnTo>
                  <a:pt x="152895" y="346710"/>
                </a:lnTo>
                <a:lnTo>
                  <a:pt x="146151" y="334010"/>
                </a:lnTo>
                <a:lnTo>
                  <a:pt x="139369" y="320039"/>
                </a:lnTo>
                <a:lnTo>
                  <a:pt x="132575" y="307339"/>
                </a:lnTo>
                <a:lnTo>
                  <a:pt x="118986" y="279400"/>
                </a:lnTo>
                <a:lnTo>
                  <a:pt x="105473" y="250189"/>
                </a:lnTo>
                <a:lnTo>
                  <a:pt x="92163" y="219710"/>
                </a:lnTo>
                <a:lnTo>
                  <a:pt x="79159" y="190500"/>
                </a:lnTo>
                <a:lnTo>
                  <a:pt x="66586" y="161289"/>
                </a:lnTo>
                <a:lnTo>
                  <a:pt x="54546" y="132079"/>
                </a:lnTo>
                <a:lnTo>
                  <a:pt x="32537" y="80010"/>
                </a:lnTo>
                <a:lnTo>
                  <a:pt x="14033" y="35560"/>
                </a:lnTo>
                <a:lnTo>
                  <a:pt x="6400" y="17779"/>
                </a:lnTo>
                <a:lnTo>
                  <a:pt x="0" y="3810"/>
                </a:lnTo>
                <a:lnTo>
                  <a:pt x="8686" y="0"/>
                </a:lnTo>
                <a:lnTo>
                  <a:pt x="15125" y="13970"/>
                </a:lnTo>
                <a:lnTo>
                  <a:pt x="22809" y="31750"/>
                </a:lnTo>
                <a:lnTo>
                  <a:pt x="41325" y="76200"/>
                </a:lnTo>
                <a:lnTo>
                  <a:pt x="63322" y="128270"/>
                </a:lnTo>
                <a:lnTo>
                  <a:pt x="75349" y="157479"/>
                </a:lnTo>
                <a:lnTo>
                  <a:pt x="87896" y="186689"/>
                </a:lnTo>
                <a:lnTo>
                  <a:pt x="100863" y="215900"/>
                </a:lnTo>
                <a:lnTo>
                  <a:pt x="114134" y="246379"/>
                </a:lnTo>
                <a:lnTo>
                  <a:pt x="127584" y="274320"/>
                </a:lnTo>
                <a:lnTo>
                  <a:pt x="141109" y="302260"/>
                </a:lnTo>
                <a:lnTo>
                  <a:pt x="147853" y="316229"/>
                </a:lnTo>
                <a:lnTo>
                  <a:pt x="154571" y="328929"/>
                </a:lnTo>
                <a:lnTo>
                  <a:pt x="161264" y="341629"/>
                </a:lnTo>
                <a:lnTo>
                  <a:pt x="167881" y="353060"/>
                </a:lnTo>
                <a:lnTo>
                  <a:pt x="174434" y="364489"/>
                </a:lnTo>
                <a:lnTo>
                  <a:pt x="180898" y="375920"/>
                </a:lnTo>
                <a:lnTo>
                  <a:pt x="187261" y="386079"/>
                </a:lnTo>
                <a:lnTo>
                  <a:pt x="193497" y="394970"/>
                </a:lnTo>
                <a:lnTo>
                  <a:pt x="206032" y="412750"/>
                </a:lnTo>
                <a:lnTo>
                  <a:pt x="218795" y="429260"/>
                </a:lnTo>
                <a:lnTo>
                  <a:pt x="231736" y="445770"/>
                </a:lnTo>
                <a:lnTo>
                  <a:pt x="244830" y="461010"/>
                </a:lnTo>
                <a:lnTo>
                  <a:pt x="258064" y="476250"/>
                </a:lnTo>
                <a:lnTo>
                  <a:pt x="264693" y="482600"/>
                </a:lnTo>
                <a:lnTo>
                  <a:pt x="271373" y="490220"/>
                </a:lnTo>
                <a:lnTo>
                  <a:pt x="278066" y="496570"/>
                </a:lnTo>
                <a:lnTo>
                  <a:pt x="284784" y="502920"/>
                </a:lnTo>
                <a:lnTo>
                  <a:pt x="291515" y="509270"/>
                </a:lnTo>
                <a:lnTo>
                  <a:pt x="298259" y="515620"/>
                </a:lnTo>
                <a:lnTo>
                  <a:pt x="305015" y="520700"/>
                </a:lnTo>
                <a:lnTo>
                  <a:pt x="311759" y="525779"/>
                </a:lnTo>
                <a:lnTo>
                  <a:pt x="318516" y="530860"/>
                </a:lnTo>
                <a:lnTo>
                  <a:pt x="325272" y="535939"/>
                </a:lnTo>
                <a:lnTo>
                  <a:pt x="332016" y="541020"/>
                </a:lnTo>
                <a:lnTo>
                  <a:pt x="331876" y="541020"/>
                </a:lnTo>
                <a:lnTo>
                  <a:pt x="338747" y="544829"/>
                </a:lnTo>
                <a:lnTo>
                  <a:pt x="338594" y="544829"/>
                </a:lnTo>
                <a:lnTo>
                  <a:pt x="345465" y="548639"/>
                </a:lnTo>
                <a:lnTo>
                  <a:pt x="345300" y="548639"/>
                </a:lnTo>
                <a:lnTo>
                  <a:pt x="352171" y="552450"/>
                </a:lnTo>
                <a:lnTo>
                  <a:pt x="351993" y="552450"/>
                </a:lnTo>
                <a:lnTo>
                  <a:pt x="358838" y="554989"/>
                </a:lnTo>
                <a:lnTo>
                  <a:pt x="358648" y="554989"/>
                </a:lnTo>
                <a:lnTo>
                  <a:pt x="365493" y="557529"/>
                </a:lnTo>
                <a:lnTo>
                  <a:pt x="365290" y="557529"/>
                </a:lnTo>
                <a:lnTo>
                  <a:pt x="372122" y="560070"/>
                </a:lnTo>
                <a:lnTo>
                  <a:pt x="371894" y="560070"/>
                </a:lnTo>
                <a:lnTo>
                  <a:pt x="378701" y="562610"/>
                </a:lnTo>
                <a:lnTo>
                  <a:pt x="378460" y="562610"/>
                </a:lnTo>
                <a:lnTo>
                  <a:pt x="385254" y="563879"/>
                </a:lnTo>
                <a:lnTo>
                  <a:pt x="385000" y="563879"/>
                </a:lnTo>
                <a:lnTo>
                  <a:pt x="391769" y="565150"/>
                </a:lnTo>
                <a:lnTo>
                  <a:pt x="397954" y="565150"/>
                </a:lnTo>
                <a:lnTo>
                  <a:pt x="404685" y="566420"/>
                </a:lnTo>
                <a:lnTo>
                  <a:pt x="453663" y="566420"/>
                </a:lnTo>
                <a:lnTo>
                  <a:pt x="439572" y="571500"/>
                </a:lnTo>
                <a:lnTo>
                  <a:pt x="418439" y="575310"/>
                </a:lnTo>
                <a:close/>
              </a:path>
              <a:path w="808990" h="575310">
                <a:moveTo>
                  <a:pt x="638394" y="388620"/>
                </a:moveTo>
                <a:lnTo>
                  <a:pt x="627799" y="388620"/>
                </a:lnTo>
                <a:lnTo>
                  <a:pt x="634212" y="377189"/>
                </a:lnTo>
                <a:lnTo>
                  <a:pt x="640626" y="365760"/>
                </a:lnTo>
                <a:lnTo>
                  <a:pt x="647090" y="354329"/>
                </a:lnTo>
                <a:lnTo>
                  <a:pt x="653592" y="341629"/>
                </a:lnTo>
                <a:lnTo>
                  <a:pt x="660107" y="328929"/>
                </a:lnTo>
                <a:lnTo>
                  <a:pt x="666648" y="316229"/>
                </a:lnTo>
                <a:lnTo>
                  <a:pt x="679716" y="288289"/>
                </a:lnTo>
                <a:lnTo>
                  <a:pt x="692708" y="259079"/>
                </a:lnTo>
                <a:lnTo>
                  <a:pt x="705523" y="229870"/>
                </a:lnTo>
                <a:lnTo>
                  <a:pt x="718096" y="199389"/>
                </a:lnTo>
                <a:lnTo>
                  <a:pt x="730351" y="170179"/>
                </a:lnTo>
                <a:lnTo>
                  <a:pt x="742188" y="140970"/>
                </a:lnTo>
                <a:lnTo>
                  <a:pt x="764311" y="85089"/>
                </a:lnTo>
                <a:lnTo>
                  <a:pt x="783818" y="38100"/>
                </a:lnTo>
                <a:lnTo>
                  <a:pt x="792391" y="16510"/>
                </a:lnTo>
                <a:lnTo>
                  <a:pt x="800087" y="0"/>
                </a:lnTo>
                <a:lnTo>
                  <a:pt x="808812" y="3810"/>
                </a:lnTo>
                <a:lnTo>
                  <a:pt x="801154" y="20320"/>
                </a:lnTo>
                <a:lnTo>
                  <a:pt x="792619" y="40639"/>
                </a:lnTo>
                <a:lnTo>
                  <a:pt x="773150" y="88900"/>
                </a:lnTo>
                <a:lnTo>
                  <a:pt x="751027" y="144779"/>
                </a:lnTo>
                <a:lnTo>
                  <a:pt x="739165" y="173989"/>
                </a:lnTo>
                <a:lnTo>
                  <a:pt x="726897" y="203200"/>
                </a:lnTo>
                <a:lnTo>
                  <a:pt x="714286" y="233679"/>
                </a:lnTo>
                <a:lnTo>
                  <a:pt x="701408" y="262889"/>
                </a:lnTo>
                <a:lnTo>
                  <a:pt x="688365" y="292100"/>
                </a:lnTo>
                <a:lnTo>
                  <a:pt x="675233" y="320039"/>
                </a:lnTo>
                <a:lnTo>
                  <a:pt x="668629" y="332739"/>
                </a:lnTo>
                <a:lnTo>
                  <a:pt x="662051" y="346710"/>
                </a:lnTo>
                <a:lnTo>
                  <a:pt x="655485" y="359410"/>
                </a:lnTo>
                <a:lnTo>
                  <a:pt x="648944" y="370839"/>
                </a:lnTo>
                <a:lnTo>
                  <a:pt x="642442" y="382270"/>
                </a:lnTo>
                <a:lnTo>
                  <a:pt x="638394" y="388620"/>
                </a:lnTo>
                <a:close/>
              </a:path>
              <a:path w="808990" h="575310">
                <a:moveTo>
                  <a:pt x="500443" y="542289"/>
                </a:moveTo>
                <a:lnTo>
                  <a:pt x="483717" y="542289"/>
                </a:lnTo>
                <a:lnTo>
                  <a:pt x="490588" y="537210"/>
                </a:lnTo>
                <a:lnTo>
                  <a:pt x="497319" y="533400"/>
                </a:lnTo>
                <a:lnTo>
                  <a:pt x="504050" y="528320"/>
                </a:lnTo>
                <a:lnTo>
                  <a:pt x="510781" y="523239"/>
                </a:lnTo>
                <a:lnTo>
                  <a:pt x="517499" y="516889"/>
                </a:lnTo>
                <a:lnTo>
                  <a:pt x="524205" y="511810"/>
                </a:lnTo>
                <a:lnTo>
                  <a:pt x="530910" y="505460"/>
                </a:lnTo>
                <a:lnTo>
                  <a:pt x="537591" y="499110"/>
                </a:lnTo>
                <a:lnTo>
                  <a:pt x="544258" y="492760"/>
                </a:lnTo>
                <a:lnTo>
                  <a:pt x="550887" y="486410"/>
                </a:lnTo>
                <a:lnTo>
                  <a:pt x="557504" y="478789"/>
                </a:lnTo>
                <a:lnTo>
                  <a:pt x="564095" y="472439"/>
                </a:lnTo>
                <a:lnTo>
                  <a:pt x="570649" y="464820"/>
                </a:lnTo>
                <a:lnTo>
                  <a:pt x="577164" y="457200"/>
                </a:lnTo>
                <a:lnTo>
                  <a:pt x="590105" y="440689"/>
                </a:lnTo>
                <a:lnTo>
                  <a:pt x="602843" y="424179"/>
                </a:lnTo>
                <a:lnTo>
                  <a:pt x="615378" y="407670"/>
                </a:lnTo>
                <a:lnTo>
                  <a:pt x="621576" y="397510"/>
                </a:lnTo>
                <a:lnTo>
                  <a:pt x="627862" y="387350"/>
                </a:lnTo>
                <a:lnTo>
                  <a:pt x="627799" y="388620"/>
                </a:lnTo>
                <a:lnTo>
                  <a:pt x="638394" y="388620"/>
                </a:lnTo>
                <a:lnTo>
                  <a:pt x="635965" y="392429"/>
                </a:lnTo>
                <a:lnTo>
                  <a:pt x="623176" y="412750"/>
                </a:lnTo>
                <a:lnTo>
                  <a:pt x="610489" y="430529"/>
                </a:lnTo>
                <a:lnTo>
                  <a:pt x="597585" y="447039"/>
                </a:lnTo>
                <a:lnTo>
                  <a:pt x="584479" y="463550"/>
                </a:lnTo>
                <a:lnTo>
                  <a:pt x="564476" y="486410"/>
                </a:lnTo>
                <a:lnTo>
                  <a:pt x="557745" y="492760"/>
                </a:lnTo>
                <a:lnTo>
                  <a:pt x="550964" y="500379"/>
                </a:lnTo>
                <a:lnTo>
                  <a:pt x="530466" y="519429"/>
                </a:lnTo>
                <a:lnTo>
                  <a:pt x="523570" y="524510"/>
                </a:lnTo>
                <a:lnTo>
                  <a:pt x="516661" y="530860"/>
                </a:lnTo>
                <a:lnTo>
                  <a:pt x="502767" y="541020"/>
                </a:lnTo>
                <a:lnTo>
                  <a:pt x="500443" y="542289"/>
                </a:lnTo>
                <a:close/>
              </a:path>
              <a:path w="808990" h="575310">
                <a:moveTo>
                  <a:pt x="453663" y="566420"/>
                </a:moveTo>
                <a:lnTo>
                  <a:pt x="410832" y="566420"/>
                </a:lnTo>
                <a:lnTo>
                  <a:pt x="417588" y="565150"/>
                </a:lnTo>
                <a:lnTo>
                  <a:pt x="423824" y="565150"/>
                </a:lnTo>
                <a:lnTo>
                  <a:pt x="430631" y="563879"/>
                </a:lnTo>
                <a:lnTo>
                  <a:pt x="430377" y="563879"/>
                </a:lnTo>
                <a:lnTo>
                  <a:pt x="437197" y="562610"/>
                </a:lnTo>
                <a:lnTo>
                  <a:pt x="436968" y="562610"/>
                </a:lnTo>
                <a:lnTo>
                  <a:pt x="443788" y="560070"/>
                </a:lnTo>
                <a:lnTo>
                  <a:pt x="443572" y="560070"/>
                </a:lnTo>
                <a:lnTo>
                  <a:pt x="450418" y="557529"/>
                </a:lnTo>
                <a:lnTo>
                  <a:pt x="450215" y="557529"/>
                </a:lnTo>
                <a:lnTo>
                  <a:pt x="457073" y="554989"/>
                </a:lnTo>
                <a:lnTo>
                  <a:pt x="456882" y="554989"/>
                </a:lnTo>
                <a:lnTo>
                  <a:pt x="463740" y="552450"/>
                </a:lnTo>
                <a:lnTo>
                  <a:pt x="463575" y="552450"/>
                </a:lnTo>
                <a:lnTo>
                  <a:pt x="470433" y="548639"/>
                </a:lnTo>
                <a:lnTo>
                  <a:pt x="470281" y="548639"/>
                </a:lnTo>
                <a:lnTo>
                  <a:pt x="477139" y="546100"/>
                </a:lnTo>
                <a:lnTo>
                  <a:pt x="476999" y="546100"/>
                </a:lnTo>
                <a:lnTo>
                  <a:pt x="483857" y="541020"/>
                </a:lnTo>
                <a:lnTo>
                  <a:pt x="483717" y="542289"/>
                </a:lnTo>
                <a:lnTo>
                  <a:pt x="500443" y="542289"/>
                </a:lnTo>
                <a:lnTo>
                  <a:pt x="495795" y="544829"/>
                </a:lnTo>
                <a:lnTo>
                  <a:pt x="488797" y="549910"/>
                </a:lnTo>
                <a:lnTo>
                  <a:pt x="467753" y="561339"/>
                </a:lnTo>
                <a:lnTo>
                  <a:pt x="453663" y="566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82314" y="521796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25514" y="521796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29664" y="5198910"/>
            <a:ext cx="1943100" cy="800100"/>
          </a:xfrm>
          <a:custGeom>
            <a:avLst/>
            <a:gdLst/>
            <a:ahLst/>
            <a:cxnLst/>
            <a:rect l="l" t="t" r="r" b="b"/>
            <a:pathLst>
              <a:path w="1943100" h="800100">
                <a:moveTo>
                  <a:pt x="1943100" y="800100"/>
                </a:moveTo>
                <a:lnTo>
                  <a:pt x="0" y="800100"/>
                </a:lnTo>
                <a:lnTo>
                  <a:pt x="0" y="0"/>
                </a:lnTo>
                <a:lnTo>
                  <a:pt x="1943100" y="0"/>
                </a:lnTo>
                <a:lnTo>
                  <a:pt x="19431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762000"/>
                </a:lnTo>
                <a:lnTo>
                  <a:pt x="19050" y="762000"/>
                </a:lnTo>
                <a:lnTo>
                  <a:pt x="38100" y="781050"/>
                </a:lnTo>
                <a:lnTo>
                  <a:pt x="1943100" y="781050"/>
                </a:lnTo>
                <a:lnTo>
                  <a:pt x="1943100" y="800100"/>
                </a:lnTo>
                <a:close/>
              </a:path>
              <a:path w="1943100" h="8001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943100" h="800100">
                <a:moveTo>
                  <a:pt x="19050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905000" y="19050"/>
                </a:lnTo>
                <a:lnTo>
                  <a:pt x="1905000" y="38100"/>
                </a:lnTo>
                <a:close/>
              </a:path>
              <a:path w="1943100" h="800100">
                <a:moveTo>
                  <a:pt x="1905000" y="781050"/>
                </a:moveTo>
                <a:lnTo>
                  <a:pt x="1905000" y="19050"/>
                </a:lnTo>
                <a:lnTo>
                  <a:pt x="1924050" y="38100"/>
                </a:lnTo>
                <a:lnTo>
                  <a:pt x="1943100" y="38100"/>
                </a:lnTo>
                <a:lnTo>
                  <a:pt x="1943100" y="762000"/>
                </a:lnTo>
                <a:lnTo>
                  <a:pt x="1924050" y="762000"/>
                </a:lnTo>
                <a:lnTo>
                  <a:pt x="1905000" y="781050"/>
                </a:lnTo>
                <a:close/>
              </a:path>
              <a:path w="1943100" h="800100">
                <a:moveTo>
                  <a:pt x="1943100" y="38100"/>
                </a:moveTo>
                <a:lnTo>
                  <a:pt x="1924050" y="38100"/>
                </a:lnTo>
                <a:lnTo>
                  <a:pt x="1905000" y="19050"/>
                </a:lnTo>
                <a:lnTo>
                  <a:pt x="1943100" y="19050"/>
                </a:lnTo>
                <a:lnTo>
                  <a:pt x="1943100" y="38100"/>
                </a:lnTo>
                <a:close/>
              </a:path>
              <a:path w="1943100" h="800100">
                <a:moveTo>
                  <a:pt x="38100" y="781050"/>
                </a:moveTo>
                <a:lnTo>
                  <a:pt x="19050" y="762000"/>
                </a:lnTo>
                <a:lnTo>
                  <a:pt x="38100" y="762000"/>
                </a:lnTo>
                <a:lnTo>
                  <a:pt x="38100" y="781050"/>
                </a:lnTo>
                <a:close/>
              </a:path>
              <a:path w="1943100" h="800100">
                <a:moveTo>
                  <a:pt x="1905000" y="781050"/>
                </a:moveTo>
                <a:lnTo>
                  <a:pt x="38100" y="781050"/>
                </a:lnTo>
                <a:lnTo>
                  <a:pt x="38100" y="762000"/>
                </a:lnTo>
                <a:lnTo>
                  <a:pt x="1905000" y="762000"/>
                </a:lnTo>
                <a:lnTo>
                  <a:pt x="1905000" y="781050"/>
                </a:lnTo>
                <a:close/>
              </a:path>
              <a:path w="1943100" h="800100">
                <a:moveTo>
                  <a:pt x="1943100" y="781050"/>
                </a:moveTo>
                <a:lnTo>
                  <a:pt x="1905000" y="781050"/>
                </a:lnTo>
                <a:lnTo>
                  <a:pt x="1924050" y="762000"/>
                </a:lnTo>
                <a:lnTo>
                  <a:pt x="1943100" y="762000"/>
                </a:lnTo>
                <a:lnTo>
                  <a:pt x="1943100" y="781050"/>
                </a:lnTo>
                <a:close/>
              </a:path>
            </a:pathLst>
          </a:custGeom>
          <a:solidFill>
            <a:srgbClr val="0562C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51126" y="2596934"/>
            <a:ext cx="1642110" cy="695325"/>
          </a:xfrm>
          <a:custGeom>
            <a:avLst/>
            <a:gdLst/>
            <a:ahLst/>
            <a:cxnLst/>
            <a:rect l="l" t="t" r="r" b="b"/>
            <a:pathLst>
              <a:path w="1642110" h="695325">
                <a:moveTo>
                  <a:pt x="1641868" y="695325"/>
                </a:moveTo>
                <a:lnTo>
                  <a:pt x="0" y="695325"/>
                </a:lnTo>
                <a:lnTo>
                  <a:pt x="0" y="0"/>
                </a:lnTo>
                <a:lnTo>
                  <a:pt x="1641868" y="0"/>
                </a:lnTo>
                <a:lnTo>
                  <a:pt x="164186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641868" y="690562"/>
                </a:lnTo>
                <a:lnTo>
                  <a:pt x="1641868" y="695325"/>
                </a:lnTo>
                <a:close/>
              </a:path>
              <a:path w="1642110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42110" h="695325">
                <a:moveTo>
                  <a:pt x="163234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32343" y="4762"/>
                </a:lnTo>
                <a:lnTo>
                  <a:pt x="1632343" y="9525"/>
                </a:lnTo>
                <a:close/>
              </a:path>
              <a:path w="1642110" h="695325">
                <a:moveTo>
                  <a:pt x="1632343" y="690562"/>
                </a:moveTo>
                <a:lnTo>
                  <a:pt x="1632343" y="4762"/>
                </a:lnTo>
                <a:lnTo>
                  <a:pt x="1637106" y="9525"/>
                </a:lnTo>
                <a:lnTo>
                  <a:pt x="1641868" y="9525"/>
                </a:lnTo>
                <a:lnTo>
                  <a:pt x="1641868" y="685800"/>
                </a:lnTo>
                <a:lnTo>
                  <a:pt x="1637106" y="685800"/>
                </a:lnTo>
                <a:lnTo>
                  <a:pt x="1632343" y="690562"/>
                </a:lnTo>
                <a:close/>
              </a:path>
              <a:path w="1642110" h="695325">
                <a:moveTo>
                  <a:pt x="1641868" y="9525"/>
                </a:moveTo>
                <a:lnTo>
                  <a:pt x="1637106" y="9525"/>
                </a:lnTo>
                <a:lnTo>
                  <a:pt x="1632343" y="4762"/>
                </a:lnTo>
                <a:lnTo>
                  <a:pt x="1641868" y="4762"/>
                </a:lnTo>
                <a:lnTo>
                  <a:pt x="1641868" y="9525"/>
                </a:lnTo>
                <a:close/>
              </a:path>
              <a:path w="1642110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642110" h="695325">
                <a:moveTo>
                  <a:pt x="1632343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632343" y="685800"/>
                </a:lnTo>
                <a:lnTo>
                  <a:pt x="1632343" y="690562"/>
                </a:lnTo>
                <a:close/>
              </a:path>
              <a:path w="1642110" h="695325">
                <a:moveTo>
                  <a:pt x="1641868" y="690562"/>
                </a:moveTo>
                <a:lnTo>
                  <a:pt x="1632343" y="690562"/>
                </a:lnTo>
                <a:lnTo>
                  <a:pt x="1637106" y="685800"/>
                </a:lnTo>
                <a:lnTo>
                  <a:pt x="1641868" y="685800"/>
                </a:lnTo>
                <a:lnTo>
                  <a:pt x="1641868" y="69056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10269" y="2608681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信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号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73398" y="2914662"/>
            <a:ext cx="642620" cy="114300"/>
          </a:xfrm>
          <a:custGeom>
            <a:avLst/>
            <a:gdLst/>
            <a:ahLst/>
            <a:cxnLst/>
            <a:rect l="l" t="t" r="r" b="b"/>
            <a:pathLst>
              <a:path w="642620" h="114300">
                <a:moveTo>
                  <a:pt x="527837" y="114300"/>
                </a:moveTo>
                <a:lnTo>
                  <a:pt x="527837" y="0"/>
                </a:lnTo>
                <a:lnTo>
                  <a:pt x="604037" y="38100"/>
                </a:lnTo>
                <a:lnTo>
                  <a:pt x="556412" y="38100"/>
                </a:lnTo>
                <a:lnTo>
                  <a:pt x="556412" y="76200"/>
                </a:lnTo>
                <a:lnTo>
                  <a:pt x="604037" y="76200"/>
                </a:lnTo>
                <a:lnTo>
                  <a:pt x="527837" y="114300"/>
                </a:lnTo>
                <a:close/>
              </a:path>
              <a:path w="642620" h="114300">
                <a:moveTo>
                  <a:pt x="527837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527837" y="38100"/>
                </a:lnTo>
                <a:lnTo>
                  <a:pt x="527837" y="76200"/>
                </a:lnTo>
                <a:close/>
              </a:path>
              <a:path w="642620" h="114300">
                <a:moveTo>
                  <a:pt x="604037" y="76200"/>
                </a:moveTo>
                <a:lnTo>
                  <a:pt x="556412" y="76200"/>
                </a:lnTo>
                <a:lnTo>
                  <a:pt x="556412" y="38100"/>
                </a:lnTo>
                <a:lnTo>
                  <a:pt x="604037" y="38100"/>
                </a:lnTo>
                <a:lnTo>
                  <a:pt x="642137" y="57150"/>
                </a:lnTo>
                <a:lnTo>
                  <a:pt x="604037" y="76200"/>
                </a:lnTo>
                <a:close/>
              </a:path>
            </a:pathLst>
          </a:custGeom>
          <a:solidFill>
            <a:srgbClr val="944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28398" y="2133612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76200" y="371475"/>
                </a:moveTo>
                <a:lnTo>
                  <a:pt x="38100" y="371475"/>
                </a:lnTo>
                <a:lnTo>
                  <a:pt x="38100" y="0"/>
                </a:lnTo>
                <a:lnTo>
                  <a:pt x="76200" y="0"/>
                </a:lnTo>
                <a:lnTo>
                  <a:pt x="76200" y="371475"/>
                </a:lnTo>
                <a:close/>
              </a:path>
              <a:path w="114300" h="457200">
                <a:moveTo>
                  <a:pt x="57150" y="457200"/>
                </a:moveTo>
                <a:lnTo>
                  <a:pt x="0" y="342900"/>
                </a:lnTo>
                <a:lnTo>
                  <a:pt x="38100" y="342900"/>
                </a:lnTo>
                <a:lnTo>
                  <a:pt x="38100" y="371475"/>
                </a:lnTo>
                <a:lnTo>
                  <a:pt x="100012" y="371475"/>
                </a:lnTo>
                <a:lnTo>
                  <a:pt x="57150" y="457200"/>
                </a:lnTo>
                <a:close/>
              </a:path>
              <a:path w="114300" h="457200">
                <a:moveTo>
                  <a:pt x="100012" y="371475"/>
                </a:moveTo>
                <a:lnTo>
                  <a:pt x="76200" y="371475"/>
                </a:lnTo>
                <a:lnTo>
                  <a:pt x="76200" y="342900"/>
                </a:lnTo>
                <a:lnTo>
                  <a:pt x="114300" y="342900"/>
                </a:lnTo>
                <a:lnTo>
                  <a:pt x="100012" y="371475"/>
                </a:lnTo>
                <a:close/>
              </a:path>
            </a:pathLst>
          </a:custGeom>
          <a:solidFill>
            <a:srgbClr val="944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67651" y="2914662"/>
            <a:ext cx="706755" cy="114300"/>
          </a:xfrm>
          <a:custGeom>
            <a:avLst/>
            <a:gdLst/>
            <a:ahLst/>
            <a:cxnLst/>
            <a:rect l="l" t="t" r="r" b="b"/>
            <a:pathLst>
              <a:path w="706754" h="114300">
                <a:moveTo>
                  <a:pt x="592061" y="114300"/>
                </a:moveTo>
                <a:lnTo>
                  <a:pt x="592061" y="0"/>
                </a:lnTo>
                <a:lnTo>
                  <a:pt x="668261" y="38100"/>
                </a:lnTo>
                <a:lnTo>
                  <a:pt x="620636" y="38100"/>
                </a:lnTo>
                <a:lnTo>
                  <a:pt x="620636" y="76200"/>
                </a:lnTo>
                <a:lnTo>
                  <a:pt x="668261" y="76200"/>
                </a:lnTo>
                <a:lnTo>
                  <a:pt x="592061" y="114300"/>
                </a:lnTo>
                <a:close/>
              </a:path>
              <a:path w="706754" h="114300">
                <a:moveTo>
                  <a:pt x="592061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592061" y="38100"/>
                </a:lnTo>
                <a:lnTo>
                  <a:pt x="592061" y="76200"/>
                </a:lnTo>
                <a:close/>
              </a:path>
              <a:path w="706754" h="114300">
                <a:moveTo>
                  <a:pt x="668261" y="76200"/>
                </a:moveTo>
                <a:lnTo>
                  <a:pt x="620636" y="76200"/>
                </a:lnTo>
                <a:lnTo>
                  <a:pt x="620636" y="38100"/>
                </a:lnTo>
                <a:lnTo>
                  <a:pt x="668261" y="38100"/>
                </a:lnTo>
                <a:lnTo>
                  <a:pt x="706361" y="57150"/>
                </a:lnTo>
                <a:lnTo>
                  <a:pt x="668261" y="76200"/>
                </a:lnTo>
                <a:close/>
              </a:path>
            </a:pathLst>
          </a:custGeom>
          <a:solidFill>
            <a:srgbClr val="944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35536" y="2588272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调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制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66753" y="2581287"/>
            <a:ext cx="1679575" cy="771525"/>
          </a:xfrm>
          <a:custGeom>
            <a:avLst/>
            <a:gdLst/>
            <a:ahLst/>
            <a:cxnLst/>
            <a:rect l="l" t="t" r="r" b="b"/>
            <a:pathLst>
              <a:path w="1679575" h="771525">
                <a:moveTo>
                  <a:pt x="1679079" y="771525"/>
                </a:moveTo>
                <a:lnTo>
                  <a:pt x="0" y="771525"/>
                </a:lnTo>
                <a:lnTo>
                  <a:pt x="0" y="0"/>
                </a:lnTo>
                <a:lnTo>
                  <a:pt x="1679079" y="0"/>
                </a:lnTo>
                <a:lnTo>
                  <a:pt x="167907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1679079" y="766762"/>
                </a:lnTo>
                <a:lnTo>
                  <a:pt x="1679079" y="771525"/>
                </a:lnTo>
                <a:close/>
              </a:path>
              <a:path w="167957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79575" h="771525">
                <a:moveTo>
                  <a:pt x="166955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69554" y="4762"/>
                </a:lnTo>
                <a:lnTo>
                  <a:pt x="1669554" y="9525"/>
                </a:lnTo>
                <a:close/>
              </a:path>
              <a:path w="1679575" h="771525">
                <a:moveTo>
                  <a:pt x="1669554" y="766762"/>
                </a:moveTo>
                <a:lnTo>
                  <a:pt x="1669554" y="4762"/>
                </a:lnTo>
                <a:lnTo>
                  <a:pt x="1674317" y="9525"/>
                </a:lnTo>
                <a:lnTo>
                  <a:pt x="1679079" y="9525"/>
                </a:lnTo>
                <a:lnTo>
                  <a:pt x="1679079" y="762000"/>
                </a:lnTo>
                <a:lnTo>
                  <a:pt x="1674317" y="762000"/>
                </a:lnTo>
                <a:lnTo>
                  <a:pt x="1669554" y="766762"/>
                </a:lnTo>
                <a:close/>
              </a:path>
              <a:path w="1679575" h="771525">
                <a:moveTo>
                  <a:pt x="1679079" y="9525"/>
                </a:moveTo>
                <a:lnTo>
                  <a:pt x="1674317" y="9525"/>
                </a:lnTo>
                <a:lnTo>
                  <a:pt x="1669554" y="4762"/>
                </a:lnTo>
                <a:lnTo>
                  <a:pt x="1679079" y="4762"/>
                </a:lnTo>
                <a:lnTo>
                  <a:pt x="1679079" y="9525"/>
                </a:lnTo>
                <a:close/>
              </a:path>
              <a:path w="167957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1679575" h="771525">
                <a:moveTo>
                  <a:pt x="1669554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1669554" y="762000"/>
                </a:lnTo>
                <a:lnTo>
                  <a:pt x="1669554" y="766762"/>
                </a:lnTo>
                <a:close/>
              </a:path>
              <a:path w="1679575" h="771525">
                <a:moveTo>
                  <a:pt x="1679079" y="766762"/>
                </a:moveTo>
                <a:lnTo>
                  <a:pt x="1669554" y="766762"/>
                </a:lnTo>
                <a:lnTo>
                  <a:pt x="1674317" y="762000"/>
                </a:lnTo>
                <a:lnTo>
                  <a:pt x="1679079" y="762000"/>
                </a:lnTo>
                <a:lnTo>
                  <a:pt x="1679079" y="76676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95024" y="1394472"/>
            <a:ext cx="18599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振荡电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流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11521" y="1382725"/>
            <a:ext cx="2874645" cy="771525"/>
          </a:xfrm>
          <a:custGeom>
            <a:avLst/>
            <a:gdLst/>
            <a:ahLst/>
            <a:cxnLst/>
            <a:rect l="l" t="t" r="r" b="b"/>
            <a:pathLst>
              <a:path w="2874645" h="771525">
                <a:moveTo>
                  <a:pt x="2874492" y="771525"/>
                </a:moveTo>
                <a:lnTo>
                  <a:pt x="0" y="771525"/>
                </a:lnTo>
                <a:lnTo>
                  <a:pt x="0" y="0"/>
                </a:lnTo>
                <a:lnTo>
                  <a:pt x="2874492" y="0"/>
                </a:lnTo>
                <a:lnTo>
                  <a:pt x="28744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2874492" y="766762"/>
                </a:lnTo>
                <a:lnTo>
                  <a:pt x="2874492" y="771525"/>
                </a:lnTo>
                <a:close/>
              </a:path>
              <a:path w="287464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874645" h="771525">
                <a:moveTo>
                  <a:pt x="28649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64967" y="4762"/>
                </a:lnTo>
                <a:lnTo>
                  <a:pt x="2864967" y="9525"/>
                </a:lnTo>
                <a:close/>
              </a:path>
              <a:path w="2874645" h="771525">
                <a:moveTo>
                  <a:pt x="2864967" y="766762"/>
                </a:moveTo>
                <a:lnTo>
                  <a:pt x="2864967" y="4762"/>
                </a:lnTo>
                <a:lnTo>
                  <a:pt x="2869730" y="9525"/>
                </a:lnTo>
                <a:lnTo>
                  <a:pt x="2874492" y="9525"/>
                </a:lnTo>
                <a:lnTo>
                  <a:pt x="2874492" y="762000"/>
                </a:lnTo>
                <a:lnTo>
                  <a:pt x="2869730" y="762000"/>
                </a:lnTo>
                <a:lnTo>
                  <a:pt x="2864967" y="766762"/>
                </a:lnTo>
                <a:close/>
              </a:path>
              <a:path w="2874645" h="771525">
                <a:moveTo>
                  <a:pt x="2874492" y="9525"/>
                </a:moveTo>
                <a:lnTo>
                  <a:pt x="2869730" y="9525"/>
                </a:lnTo>
                <a:lnTo>
                  <a:pt x="2864967" y="4762"/>
                </a:lnTo>
                <a:lnTo>
                  <a:pt x="2874492" y="4762"/>
                </a:lnTo>
                <a:lnTo>
                  <a:pt x="2874492" y="9525"/>
                </a:lnTo>
                <a:close/>
              </a:path>
              <a:path w="287464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2874645" h="771525">
                <a:moveTo>
                  <a:pt x="2864967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2864967" y="762000"/>
                </a:lnTo>
                <a:lnTo>
                  <a:pt x="2864967" y="766762"/>
                </a:lnTo>
                <a:close/>
              </a:path>
              <a:path w="2874645" h="771525">
                <a:moveTo>
                  <a:pt x="2874492" y="766762"/>
                </a:moveTo>
                <a:lnTo>
                  <a:pt x="2864967" y="766762"/>
                </a:lnTo>
                <a:lnTo>
                  <a:pt x="2869730" y="762000"/>
                </a:lnTo>
                <a:lnTo>
                  <a:pt x="2874492" y="762000"/>
                </a:lnTo>
                <a:lnTo>
                  <a:pt x="2874492" y="76676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017660" y="2593670"/>
            <a:ext cx="2091055" cy="763905"/>
          </a:xfrm>
          <a:custGeom>
            <a:avLst/>
            <a:gdLst/>
            <a:ahLst/>
            <a:cxnLst/>
            <a:rect l="l" t="t" r="r" b="b"/>
            <a:pathLst>
              <a:path w="2091054" h="763904">
                <a:moveTo>
                  <a:pt x="2090534" y="763904"/>
                </a:moveTo>
                <a:lnTo>
                  <a:pt x="0" y="763904"/>
                </a:lnTo>
                <a:lnTo>
                  <a:pt x="0" y="0"/>
                </a:lnTo>
                <a:lnTo>
                  <a:pt x="2090534" y="0"/>
                </a:lnTo>
                <a:lnTo>
                  <a:pt x="209053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54379"/>
                </a:lnTo>
                <a:lnTo>
                  <a:pt x="4762" y="754379"/>
                </a:lnTo>
                <a:lnTo>
                  <a:pt x="9525" y="759142"/>
                </a:lnTo>
                <a:lnTo>
                  <a:pt x="2090534" y="759142"/>
                </a:lnTo>
                <a:lnTo>
                  <a:pt x="2090534" y="763904"/>
                </a:lnTo>
                <a:close/>
              </a:path>
              <a:path w="2091054" h="7639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91054" h="763904">
                <a:moveTo>
                  <a:pt x="208100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81009" y="4762"/>
                </a:lnTo>
                <a:lnTo>
                  <a:pt x="2081009" y="9525"/>
                </a:lnTo>
                <a:close/>
              </a:path>
              <a:path w="2091054" h="763904">
                <a:moveTo>
                  <a:pt x="2081009" y="759142"/>
                </a:moveTo>
                <a:lnTo>
                  <a:pt x="2081009" y="4762"/>
                </a:lnTo>
                <a:lnTo>
                  <a:pt x="2085771" y="9525"/>
                </a:lnTo>
                <a:lnTo>
                  <a:pt x="2090534" y="9525"/>
                </a:lnTo>
                <a:lnTo>
                  <a:pt x="2090534" y="754379"/>
                </a:lnTo>
                <a:lnTo>
                  <a:pt x="2085771" y="754379"/>
                </a:lnTo>
                <a:lnTo>
                  <a:pt x="2081009" y="759142"/>
                </a:lnTo>
                <a:close/>
              </a:path>
              <a:path w="2091054" h="763904">
                <a:moveTo>
                  <a:pt x="2090534" y="9525"/>
                </a:moveTo>
                <a:lnTo>
                  <a:pt x="2085771" y="9525"/>
                </a:lnTo>
                <a:lnTo>
                  <a:pt x="2081009" y="4762"/>
                </a:lnTo>
                <a:lnTo>
                  <a:pt x="2090534" y="4762"/>
                </a:lnTo>
                <a:lnTo>
                  <a:pt x="2090534" y="9525"/>
                </a:lnTo>
                <a:close/>
              </a:path>
              <a:path w="2091054" h="763904">
                <a:moveTo>
                  <a:pt x="9525" y="759142"/>
                </a:moveTo>
                <a:lnTo>
                  <a:pt x="4762" y="754379"/>
                </a:lnTo>
                <a:lnTo>
                  <a:pt x="9525" y="754379"/>
                </a:lnTo>
                <a:lnTo>
                  <a:pt x="9525" y="759142"/>
                </a:lnTo>
                <a:close/>
              </a:path>
              <a:path w="2091054" h="763904">
                <a:moveTo>
                  <a:pt x="2081009" y="759142"/>
                </a:moveTo>
                <a:lnTo>
                  <a:pt x="9525" y="759142"/>
                </a:lnTo>
                <a:lnTo>
                  <a:pt x="9525" y="754379"/>
                </a:lnTo>
                <a:lnTo>
                  <a:pt x="2081009" y="754379"/>
                </a:lnTo>
                <a:lnTo>
                  <a:pt x="2081009" y="759142"/>
                </a:lnTo>
                <a:close/>
              </a:path>
              <a:path w="2091054" h="763904">
                <a:moveTo>
                  <a:pt x="2090534" y="759142"/>
                </a:moveTo>
                <a:lnTo>
                  <a:pt x="2081009" y="759142"/>
                </a:lnTo>
                <a:lnTo>
                  <a:pt x="2085771" y="754379"/>
                </a:lnTo>
                <a:lnTo>
                  <a:pt x="2090534" y="754379"/>
                </a:lnTo>
                <a:lnTo>
                  <a:pt x="2090534" y="75914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497542" y="2521597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发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射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67316" y="3400044"/>
            <a:ext cx="218440" cy="1504315"/>
          </a:xfrm>
          <a:custGeom>
            <a:avLst/>
            <a:gdLst/>
            <a:ahLst/>
            <a:cxnLst/>
            <a:rect l="l" t="t" r="r" b="b"/>
            <a:pathLst>
              <a:path w="218440" h="1504314">
                <a:moveTo>
                  <a:pt x="164591" y="1203959"/>
                </a:moveTo>
                <a:lnTo>
                  <a:pt x="54863" y="1203959"/>
                </a:lnTo>
                <a:lnTo>
                  <a:pt x="54863" y="0"/>
                </a:lnTo>
                <a:lnTo>
                  <a:pt x="164591" y="0"/>
                </a:lnTo>
                <a:lnTo>
                  <a:pt x="164591" y="1203959"/>
                </a:lnTo>
                <a:close/>
              </a:path>
              <a:path w="218440" h="1504314">
                <a:moveTo>
                  <a:pt x="109727" y="1504188"/>
                </a:moveTo>
                <a:lnTo>
                  <a:pt x="0" y="1203959"/>
                </a:lnTo>
                <a:lnTo>
                  <a:pt x="217931" y="1203959"/>
                </a:lnTo>
                <a:lnTo>
                  <a:pt x="109727" y="150418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60648" y="3395548"/>
            <a:ext cx="232410" cy="1523365"/>
          </a:xfrm>
          <a:custGeom>
            <a:avLst/>
            <a:gdLst/>
            <a:ahLst/>
            <a:cxnLst/>
            <a:rect l="l" t="t" r="r" b="b"/>
            <a:pathLst>
              <a:path w="232409" h="1523364">
                <a:moveTo>
                  <a:pt x="56642" y="1208684"/>
                </a:moveTo>
                <a:lnTo>
                  <a:pt x="56642" y="0"/>
                </a:lnTo>
                <a:lnTo>
                  <a:pt x="175348" y="0"/>
                </a:lnTo>
                <a:lnTo>
                  <a:pt x="175348" y="4762"/>
                </a:lnTo>
                <a:lnTo>
                  <a:pt x="66167" y="4762"/>
                </a:lnTo>
                <a:lnTo>
                  <a:pt x="61404" y="9525"/>
                </a:lnTo>
                <a:lnTo>
                  <a:pt x="66167" y="9525"/>
                </a:lnTo>
                <a:lnTo>
                  <a:pt x="66167" y="1203921"/>
                </a:lnTo>
                <a:lnTo>
                  <a:pt x="61404" y="1203921"/>
                </a:lnTo>
                <a:lnTo>
                  <a:pt x="56642" y="1208684"/>
                </a:lnTo>
                <a:close/>
              </a:path>
              <a:path w="232409" h="1523364">
                <a:moveTo>
                  <a:pt x="66167" y="9525"/>
                </a:moveTo>
                <a:lnTo>
                  <a:pt x="61404" y="9525"/>
                </a:lnTo>
                <a:lnTo>
                  <a:pt x="66167" y="4762"/>
                </a:lnTo>
                <a:lnTo>
                  <a:pt x="66167" y="9525"/>
                </a:lnTo>
                <a:close/>
              </a:path>
              <a:path w="232409" h="1523364">
                <a:moveTo>
                  <a:pt x="165823" y="9525"/>
                </a:moveTo>
                <a:lnTo>
                  <a:pt x="66167" y="9525"/>
                </a:lnTo>
                <a:lnTo>
                  <a:pt x="66167" y="4762"/>
                </a:lnTo>
                <a:lnTo>
                  <a:pt x="165823" y="4762"/>
                </a:lnTo>
                <a:lnTo>
                  <a:pt x="165823" y="9525"/>
                </a:lnTo>
                <a:close/>
              </a:path>
              <a:path w="232409" h="1523364">
                <a:moveTo>
                  <a:pt x="218390" y="1213446"/>
                </a:moveTo>
                <a:lnTo>
                  <a:pt x="165823" y="1213446"/>
                </a:lnTo>
                <a:lnTo>
                  <a:pt x="165823" y="4762"/>
                </a:lnTo>
                <a:lnTo>
                  <a:pt x="170586" y="9525"/>
                </a:lnTo>
                <a:lnTo>
                  <a:pt x="175348" y="9525"/>
                </a:lnTo>
                <a:lnTo>
                  <a:pt x="175348" y="1203921"/>
                </a:lnTo>
                <a:lnTo>
                  <a:pt x="170586" y="1203921"/>
                </a:lnTo>
                <a:lnTo>
                  <a:pt x="175348" y="1208684"/>
                </a:lnTo>
                <a:lnTo>
                  <a:pt x="220122" y="1208684"/>
                </a:lnTo>
                <a:lnTo>
                  <a:pt x="218390" y="1213446"/>
                </a:lnTo>
                <a:close/>
              </a:path>
              <a:path w="232409" h="1523364">
                <a:moveTo>
                  <a:pt x="175348" y="9525"/>
                </a:moveTo>
                <a:lnTo>
                  <a:pt x="170586" y="9525"/>
                </a:lnTo>
                <a:lnTo>
                  <a:pt x="165823" y="4762"/>
                </a:lnTo>
                <a:lnTo>
                  <a:pt x="175348" y="4762"/>
                </a:lnTo>
                <a:lnTo>
                  <a:pt x="175348" y="9525"/>
                </a:lnTo>
                <a:close/>
              </a:path>
              <a:path w="232409" h="1523364">
                <a:moveTo>
                  <a:pt x="116001" y="1522895"/>
                </a:moveTo>
                <a:lnTo>
                  <a:pt x="0" y="1203921"/>
                </a:lnTo>
                <a:lnTo>
                  <a:pt x="56642" y="1203921"/>
                </a:lnTo>
                <a:lnTo>
                  <a:pt x="56642" y="1207058"/>
                </a:lnTo>
                <a:lnTo>
                  <a:pt x="11277" y="1207058"/>
                </a:lnTo>
                <a:lnTo>
                  <a:pt x="6807" y="1213446"/>
                </a:lnTo>
                <a:lnTo>
                  <a:pt x="13600" y="1213446"/>
                </a:lnTo>
                <a:lnTo>
                  <a:pt x="115995" y="1495014"/>
                </a:lnTo>
                <a:lnTo>
                  <a:pt x="111518" y="1507324"/>
                </a:lnTo>
                <a:lnTo>
                  <a:pt x="121663" y="1507324"/>
                </a:lnTo>
                <a:lnTo>
                  <a:pt x="116001" y="1522895"/>
                </a:lnTo>
                <a:close/>
              </a:path>
              <a:path w="232409" h="1523364">
                <a:moveTo>
                  <a:pt x="66167" y="1208684"/>
                </a:moveTo>
                <a:lnTo>
                  <a:pt x="56642" y="1208684"/>
                </a:lnTo>
                <a:lnTo>
                  <a:pt x="61404" y="1203921"/>
                </a:lnTo>
                <a:lnTo>
                  <a:pt x="66167" y="1203921"/>
                </a:lnTo>
                <a:lnTo>
                  <a:pt x="66167" y="1208684"/>
                </a:lnTo>
                <a:close/>
              </a:path>
              <a:path w="232409" h="1523364">
                <a:moveTo>
                  <a:pt x="175348" y="1208684"/>
                </a:moveTo>
                <a:lnTo>
                  <a:pt x="170586" y="1203921"/>
                </a:lnTo>
                <a:lnTo>
                  <a:pt x="175348" y="1203921"/>
                </a:lnTo>
                <a:lnTo>
                  <a:pt x="175348" y="1208684"/>
                </a:lnTo>
                <a:close/>
              </a:path>
              <a:path w="232409" h="1523364">
                <a:moveTo>
                  <a:pt x="220122" y="1208684"/>
                </a:moveTo>
                <a:lnTo>
                  <a:pt x="175348" y="1208684"/>
                </a:lnTo>
                <a:lnTo>
                  <a:pt x="175348" y="1203921"/>
                </a:lnTo>
                <a:lnTo>
                  <a:pt x="231990" y="1203921"/>
                </a:lnTo>
                <a:lnTo>
                  <a:pt x="230850" y="1207058"/>
                </a:lnTo>
                <a:lnTo>
                  <a:pt x="220713" y="1207058"/>
                </a:lnTo>
                <a:lnTo>
                  <a:pt x="220122" y="1208684"/>
                </a:lnTo>
                <a:close/>
              </a:path>
              <a:path w="232409" h="1523364">
                <a:moveTo>
                  <a:pt x="13600" y="1213446"/>
                </a:moveTo>
                <a:lnTo>
                  <a:pt x="6807" y="1213446"/>
                </a:lnTo>
                <a:lnTo>
                  <a:pt x="11277" y="1207058"/>
                </a:lnTo>
                <a:lnTo>
                  <a:pt x="13600" y="1213446"/>
                </a:lnTo>
                <a:close/>
              </a:path>
              <a:path w="232409" h="1523364">
                <a:moveTo>
                  <a:pt x="66167" y="1213446"/>
                </a:moveTo>
                <a:lnTo>
                  <a:pt x="13600" y="1213446"/>
                </a:lnTo>
                <a:lnTo>
                  <a:pt x="11277" y="1207058"/>
                </a:lnTo>
                <a:lnTo>
                  <a:pt x="56642" y="1207058"/>
                </a:lnTo>
                <a:lnTo>
                  <a:pt x="56642" y="1208684"/>
                </a:lnTo>
                <a:lnTo>
                  <a:pt x="66167" y="1208684"/>
                </a:lnTo>
                <a:lnTo>
                  <a:pt x="66167" y="1213446"/>
                </a:lnTo>
                <a:close/>
              </a:path>
              <a:path w="232409" h="1523364">
                <a:moveTo>
                  <a:pt x="121663" y="1507324"/>
                </a:moveTo>
                <a:lnTo>
                  <a:pt x="120472" y="1507324"/>
                </a:lnTo>
                <a:lnTo>
                  <a:pt x="115995" y="1495014"/>
                </a:lnTo>
                <a:lnTo>
                  <a:pt x="220713" y="1207058"/>
                </a:lnTo>
                <a:lnTo>
                  <a:pt x="225183" y="1213446"/>
                </a:lnTo>
                <a:lnTo>
                  <a:pt x="228527" y="1213446"/>
                </a:lnTo>
                <a:lnTo>
                  <a:pt x="121663" y="1507324"/>
                </a:lnTo>
                <a:close/>
              </a:path>
              <a:path w="232409" h="1523364">
                <a:moveTo>
                  <a:pt x="228527" y="1213446"/>
                </a:moveTo>
                <a:lnTo>
                  <a:pt x="225183" y="1213446"/>
                </a:lnTo>
                <a:lnTo>
                  <a:pt x="220713" y="1207058"/>
                </a:lnTo>
                <a:lnTo>
                  <a:pt x="230850" y="1207058"/>
                </a:lnTo>
                <a:lnTo>
                  <a:pt x="228527" y="1213446"/>
                </a:lnTo>
                <a:close/>
              </a:path>
              <a:path w="232409" h="1523364">
                <a:moveTo>
                  <a:pt x="120472" y="1507324"/>
                </a:moveTo>
                <a:lnTo>
                  <a:pt x="111518" y="1507324"/>
                </a:lnTo>
                <a:lnTo>
                  <a:pt x="115995" y="1495014"/>
                </a:lnTo>
                <a:lnTo>
                  <a:pt x="120472" y="1507324"/>
                </a:lnTo>
                <a:close/>
              </a:path>
            </a:pathLst>
          </a:custGeom>
          <a:solidFill>
            <a:srgbClr val="944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679789" y="5006771"/>
            <a:ext cx="2776855" cy="847725"/>
          </a:xfrm>
          <a:custGeom>
            <a:avLst/>
            <a:gdLst/>
            <a:ahLst/>
            <a:cxnLst/>
            <a:rect l="l" t="t" r="r" b="b"/>
            <a:pathLst>
              <a:path w="2776854" h="847725">
                <a:moveTo>
                  <a:pt x="2776740" y="847725"/>
                </a:moveTo>
                <a:lnTo>
                  <a:pt x="0" y="847725"/>
                </a:lnTo>
                <a:lnTo>
                  <a:pt x="0" y="0"/>
                </a:lnTo>
                <a:lnTo>
                  <a:pt x="2776740" y="0"/>
                </a:lnTo>
                <a:lnTo>
                  <a:pt x="277674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2776740" y="842962"/>
                </a:lnTo>
                <a:lnTo>
                  <a:pt x="2776740" y="847725"/>
                </a:lnTo>
                <a:close/>
              </a:path>
              <a:path w="2776854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76854" h="847725">
                <a:moveTo>
                  <a:pt x="276721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67215" y="4762"/>
                </a:lnTo>
                <a:lnTo>
                  <a:pt x="2767215" y="9525"/>
                </a:lnTo>
                <a:close/>
              </a:path>
              <a:path w="2776854" h="847725">
                <a:moveTo>
                  <a:pt x="2767215" y="842962"/>
                </a:moveTo>
                <a:lnTo>
                  <a:pt x="2767215" y="4762"/>
                </a:lnTo>
                <a:lnTo>
                  <a:pt x="2771978" y="9525"/>
                </a:lnTo>
                <a:lnTo>
                  <a:pt x="2776740" y="9525"/>
                </a:lnTo>
                <a:lnTo>
                  <a:pt x="2776740" y="838200"/>
                </a:lnTo>
                <a:lnTo>
                  <a:pt x="2771978" y="838200"/>
                </a:lnTo>
                <a:lnTo>
                  <a:pt x="2767215" y="842962"/>
                </a:lnTo>
                <a:close/>
              </a:path>
              <a:path w="2776854" h="847725">
                <a:moveTo>
                  <a:pt x="2776740" y="9525"/>
                </a:moveTo>
                <a:lnTo>
                  <a:pt x="2771978" y="9525"/>
                </a:lnTo>
                <a:lnTo>
                  <a:pt x="2767215" y="4762"/>
                </a:lnTo>
                <a:lnTo>
                  <a:pt x="2776740" y="4762"/>
                </a:lnTo>
                <a:lnTo>
                  <a:pt x="2776740" y="9525"/>
                </a:lnTo>
                <a:close/>
              </a:path>
              <a:path w="2776854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2776854" h="847725">
                <a:moveTo>
                  <a:pt x="2767215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2767215" y="838200"/>
                </a:lnTo>
                <a:lnTo>
                  <a:pt x="2767215" y="842962"/>
                </a:lnTo>
                <a:close/>
              </a:path>
              <a:path w="2776854" h="847725">
                <a:moveTo>
                  <a:pt x="2776740" y="842962"/>
                </a:moveTo>
                <a:lnTo>
                  <a:pt x="2767215" y="842962"/>
                </a:lnTo>
                <a:lnTo>
                  <a:pt x="2771978" y="838200"/>
                </a:lnTo>
                <a:lnTo>
                  <a:pt x="2776740" y="838200"/>
                </a:lnTo>
                <a:lnTo>
                  <a:pt x="2776740" y="84296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954134" y="5094719"/>
            <a:ext cx="18599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调谐电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路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66753" y="5058244"/>
            <a:ext cx="1679575" cy="847725"/>
          </a:xfrm>
          <a:custGeom>
            <a:avLst/>
            <a:gdLst/>
            <a:ahLst/>
            <a:cxnLst/>
            <a:rect l="l" t="t" r="r" b="b"/>
            <a:pathLst>
              <a:path w="1679575" h="847725">
                <a:moveTo>
                  <a:pt x="1679079" y="847725"/>
                </a:moveTo>
                <a:lnTo>
                  <a:pt x="0" y="847725"/>
                </a:lnTo>
                <a:lnTo>
                  <a:pt x="0" y="0"/>
                </a:lnTo>
                <a:lnTo>
                  <a:pt x="1679079" y="0"/>
                </a:lnTo>
                <a:lnTo>
                  <a:pt x="167907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1679079" y="842962"/>
                </a:lnTo>
                <a:lnTo>
                  <a:pt x="1679079" y="847725"/>
                </a:lnTo>
                <a:close/>
              </a:path>
              <a:path w="1679575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79575" h="847725">
                <a:moveTo>
                  <a:pt x="166955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69554" y="4762"/>
                </a:lnTo>
                <a:lnTo>
                  <a:pt x="1669554" y="9525"/>
                </a:lnTo>
                <a:close/>
              </a:path>
              <a:path w="1679575" h="847725">
                <a:moveTo>
                  <a:pt x="1669554" y="842962"/>
                </a:moveTo>
                <a:lnTo>
                  <a:pt x="1669554" y="4762"/>
                </a:lnTo>
                <a:lnTo>
                  <a:pt x="1674317" y="9525"/>
                </a:lnTo>
                <a:lnTo>
                  <a:pt x="1679079" y="9525"/>
                </a:lnTo>
                <a:lnTo>
                  <a:pt x="1679079" y="838200"/>
                </a:lnTo>
                <a:lnTo>
                  <a:pt x="1674317" y="838200"/>
                </a:lnTo>
                <a:lnTo>
                  <a:pt x="1669554" y="842962"/>
                </a:lnTo>
                <a:close/>
              </a:path>
              <a:path w="1679575" h="847725">
                <a:moveTo>
                  <a:pt x="1679079" y="9525"/>
                </a:moveTo>
                <a:lnTo>
                  <a:pt x="1674317" y="9525"/>
                </a:lnTo>
                <a:lnTo>
                  <a:pt x="1669554" y="4762"/>
                </a:lnTo>
                <a:lnTo>
                  <a:pt x="1679079" y="4762"/>
                </a:lnTo>
                <a:lnTo>
                  <a:pt x="1679079" y="9525"/>
                </a:lnTo>
                <a:close/>
              </a:path>
              <a:path w="1679575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1679575" h="847725">
                <a:moveTo>
                  <a:pt x="1669554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1669554" y="838200"/>
                </a:lnTo>
                <a:lnTo>
                  <a:pt x="1669554" y="842962"/>
                </a:lnTo>
                <a:close/>
              </a:path>
              <a:path w="1679575" h="847725">
                <a:moveTo>
                  <a:pt x="1679079" y="842962"/>
                </a:moveTo>
                <a:lnTo>
                  <a:pt x="1669554" y="842962"/>
                </a:lnTo>
                <a:lnTo>
                  <a:pt x="1674317" y="838200"/>
                </a:lnTo>
                <a:lnTo>
                  <a:pt x="1679079" y="838200"/>
                </a:lnTo>
                <a:lnTo>
                  <a:pt x="1679079" y="84296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571325" y="5146192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解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调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23301" y="5235143"/>
            <a:ext cx="1812925" cy="695325"/>
          </a:xfrm>
          <a:custGeom>
            <a:avLst/>
            <a:gdLst/>
            <a:ahLst/>
            <a:cxnLst/>
            <a:rect l="l" t="t" r="r" b="b"/>
            <a:pathLst>
              <a:path w="1812925" h="695325">
                <a:moveTo>
                  <a:pt x="1812493" y="695325"/>
                </a:moveTo>
                <a:lnTo>
                  <a:pt x="0" y="695325"/>
                </a:lnTo>
                <a:lnTo>
                  <a:pt x="0" y="0"/>
                </a:lnTo>
                <a:lnTo>
                  <a:pt x="1812493" y="0"/>
                </a:lnTo>
                <a:lnTo>
                  <a:pt x="181249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812493" y="690562"/>
                </a:lnTo>
                <a:lnTo>
                  <a:pt x="1812493" y="695325"/>
                </a:lnTo>
                <a:close/>
              </a:path>
              <a:path w="1812925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12925" h="695325">
                <a:moveTo>
                  <a:pt x="180296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02968" y="4762"/>
                </a:lnTo>
                <a:lnTo>
                  <a:pt x="1802968" y="9525"/>
                </a:lnTo>
                <a:close/>
              </a:path>
              <a:path w="1812925" h="695325">
                <a:moveTo>
                  <a:pt x="1802968" y="690562"/>
                </a:moveTo>
                <a:lnTo>
                  <a:pt x="1802968" y="4762"/>
                </a:lnTo>
                <a:lnTo>
                  <a:pt x="1807730" y="9525"/>
                </a:lnTo>
                <a:lnTo>
                  <a:pt x="1812493" y="9525"/>
                </a:lnTo>
                <a:lnTo>
                  <a:pt x="1812493" y="685800"/>
                </a:lnTo>
                <a:lnTo>
                  <a:pt x="1807730" y="685800"/>
                </a:lnTo>
                <a:lnTo>
                  <a:pt x="1802968" y="690562"/>
                </a:lnTo>
                <a:close/>
              </a:path>
              <a:path w="1812925" h="695325">
                <a:moveTo>
                  <a:pt x="1812493" y="9525"/>
                </a:moveTo>
                <a:lnTo>
                  <a:pt x="1807730" y="9525"/>
                </a:lnTo>
                <a:lnTo>
                  <a:pt x="1802968" y="4762"/>
                </a:lnTo>
                <a:lnTo>
                  <a:pt x="1812493" y="4762"/>
                </a:lnTo>
                <a:lnTo>
                  <a:pt x="1812493" y="9525"/>
                </a:lnTo>
                <a:close/>
              </a:path>
              <a:path w="1812925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812925" h="695325">
                <a:moveTo>
                  <a:pt x="1802968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802968" y="685800"/>
                </a:lnTo>
                <a:lnTo>
                  <a:pt x="1802968" y="690562"/>
                </a:lnTo>
                <a:close/>
              </a:path>
              <a:path w="1812925" h="695325">
                <a:moveTo>
                  <a:pt x="1812493" y="690562"/>
                </a:moveTo>
                <a:lnTo>
                  <a:pt x="1802968" y="690562"/>
                </a:lnTo>
                <a:lnTo>
                  <a:pt x="1807730" y="685800"/>
                </a:lnTo>
                <a:lnTo>
                  <a:pt x="1812493" y="685800"/>
                </a:lnTo>
                <a:lnTo>
                  <a:pt x="1812493" y="690562"/>
                </a:lnTo>
                <a:close/>
              </a:path>
            </a:pathLst>
          </a:custGeom>
          <a:solidFill>
            <a:srgbClr val="43F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32343" y="5186565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3366"/>
                </a:solidFill>
                <a:latin typeface="隶书"/>
                <a:cs typeface="隶书"/>
              </a:rPr>
              <a:t>输</a:t>
            </a:r>
            <a:r>
              <a:rPr dirty="0" sz="3600" spc="-15" b="1">
                <a:solidFill>
                  <a:srgbClr val="003366"/>
                </a:solidFill>
                <a:latin typeface="隶书"/>
                <a:cs typeface="隶书"/>
              </a:rPr>
              <a:t>出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94486" y="5538127"/>
            <a:ext cx="578485" cy="114300"/>
          </a:xfrm>
          <a:custGeom>
            <a:avLst/>
            <a:gdLst/>
            <a:ahLst/>
            <a:cxnLst/>
            <a:rect l="l" t="t" r="r" b="b"/>
            <a:pathLst>
              <a:path w="578484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114300" y="38100"/>
                </a:lnTo>
                <a:lnTo>
                  <a:pt x="85725" y="38100"/>
                </a:lnTo>
                <a:lnTo>
                  <a:pt x="85725" y="76200"/>
                </a:lnTo>
                <a:lnTo>
                  <a:pt x="114300" y="76200"/>
                </a:lnTo>
                <a:lnTo>
                  <a:pt x="114300" y="114300"/>
                </a:lnTo>
                <a:close/>
              </a:path>
              <a:path w="578484" h="114300">
                <a:moveTo>
                  <a:pt x="114300" y="76200"/>
                </a:moveTo>
                <a:lnTo>
                  <a:pt x="85725" y="76200"/>
                </a:lnTo>
                <a:lnTo>
                  <a:pt x="85725" y="38100"/>
                </a:lnTo>
                <a:lnTo>
                  <a:pt x="114300" y="38100"/>
                </a:lnTo>
                <a:lnTo>
                  <a:pt x="114300" y="76200"/>
                </a:lnTo>
                <a:close/>
              </a:path>
              <a:path w="578484" h="114300">
                <a:moveTo>
                  <a:pt x="577926" y="76200"/>
                </a:moveTo>
                <a:lnTo>
                  <a:pt x="114300" y="76200"/>
                </a:lnTo>
                <a:lnTo>
                  <a:pt x="114300" y="38100"/>
                </a:lnTo>
                <a:lnTo>
                  <a:pt x="577926" y="38100"/>
                </a:lnTo>
                <a:lnTo>
                  <a:pt x="577926" y="76200"/>
                </a:lnTo>
                <a:close/>
              </a:path>
            </a:pathLst>
          </a:custGeom>
          <a:solidFill>
            <a:srgbClr val="944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95178" y="5549010"/>
            <a:ext cx="642620" cy="114300"/>
          </a:xfrm>
          <a:custGeom>
            <a:avLst/>
            <a:gdLst/>
            <a:ahLst/>
            <a:cxnLst/>
            <a:rect l="l" t="t" r="r" b="b"/>
            <a:pathLst>
              <a:path w="642620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114300" y="38100"/>
                </a:lnTo>
                <a:lnTo>
                  <a:pt x="85725" y="38100"/>
                </a:lnTo>
                <a:lnTo>
                  <a:pt x="85725" y="76200"/>
                </a:lnTo>
                <a:lnTo>
                  <a:pt x="114300" y="76200"/>
                </a:lnTo>
                <a:lnTo>
                  <a:pt x="114300" y="114300"/>
                </a:lnTo>
                <a:close/>
              </a:path>
              <a:path w="642620" h="114300">
                <a:moveTo>
                  <a:pt x="114300" y="76200"/>
                </a:moveTo>
                <a:lnTo>
                  <a:pt x="85725" y="76200"/>
                </a:lnTo>
                <a:lnTo>
                  <a:pt x="85725" y="38100"/>
                </a:lnTo>
                <a:lnTo>
                  <a:pt x="114300" y="38100"/>
                </a:lnTo>
                <a:lnTo>
                  <a:pt x="114300" y="76200"/>
                </a:lnTo>
                <a:close/>
              </a:path>
              <a:path w="642620" h="114300">
                <a:moveTo>
                  <a:pt x="642150" y="76200"/>
                </a:moveTo>
                <a:lnTo>
                  <a:pt x="114300" y="76200"/>
                </a:lnTo>
                <a:lnTo>
                  <a:pt x="114300" y="38100"/>
                </a:lnTo>
                <a:lnTo>
                  <a:pt x="642150" y="38100"/>
                </a:lnTo>
                <a:lnTo>
                  <a:pt x="642150" y="76200"/>
                </a:lnTo>
                <a:close/>
              </a:path>
            </a:pathLst>
          </a:custGeom>
          <a:solidFill>
            <a:srgbClr val="944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054684" y="271373"/>
            <a:ext cx="612775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99"/>
                </a:solidFill>
                <a:latin typeface="华文隶书"/>
                <a:cs typeface="华文隶书"/>
              </a:rPr>
              <a:t>无线电波发射和接收流程</a:t>
            </a:r>
            <a:r>
              <a:rPr dirty="0" sz="4000" spc="-10">
                <a:solidFill>
                  <a:srgbClr val="000099"/>
                </a:solidFill>
                <a:latin typeface="华文隶书"/>
                <a:cs typeface="华文隶书"/>
              </a:rPr>
              <a:t>图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59928" y="4229112"/>
            <a:ext cx="9499600" cy="118110"/>
          </a:xfrm>
          <a:custGeom>
            <a:avLst/>
            <a:gdLst/>
            <a:ahLst/>
            <a:cxnLst/>
            <a:rect l="l" t="t" r="r" b="b"/>
            <a:pathLst>
              <a:path w="9499600" h="118110">
                <a:moveTo>
                  <a:pt x="9498850" y="117754"/>
                </a:moveTo>
                <a:lnTo>
                  <a:pt x="0" y="76200"/>
                </a:lnTo>
                <a:lnTo>
                  <a:pt x="342" y="0"/>
                </a:lnTo>
                <a:lnTo>
                  <a:pt x="9499180" y="41554"/>
                </a:lnTo>
                <a:lnTo>
                  <a:pt x="9498850" y="11775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95289" y="3437764"/>
            <a:ext cx="386016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07100"/>
              </a:lnSpc>
              <a:spcBef>
                <a:spcPts val="100"/>
              </a:spcBef>
            </a:pPr>
            <a:r>
              <a:rPr dirty="0" sz="4200" spc="-1480" b="1" i="1">
                <a:solidFill>
                  <a:srgbClr val="FF3300"/>
                </a:solidFill>
                <a:latin typeface="隶书"/>
                <a:cs typeface="隶书"/>
              </a:rPr>
              <a:t>无线电波的发</a:t>
            </a:r>
            <a:r>
              <a:rPr dirty="0" sz="4200" spc="-225" b="1" i="1">
                <a:solidFill>
                  <a:srgbClr val="FF3300"/>
                </a:solidFill>
                <a:latin typeface="隶书"/>
                <a:cs typeface="隶书"/>
              </a:rPr>
              <a:t>射 </a:t>
            </a:r>
            <a:r>
              <a:rPr dirty="0" sz="4200" spc="-1480" b="1" i="1">
                <a:solidFill>
                  <a:srgbClr val="FF3300"/>
                </a:solidFill>
                <a:latin typeface="隶书"/>
                <a:cs typeface="隶书"/>
              </a:rPr>
              <a:t>无线电波的接</a:t>
            </a:r>
            <a:r>
              <a:rPr dirty="0" sz="4200" spc="-225" b="1" i="1">
                <a:solidFill>
                  <a:srgbClr val="FF3300"/>
                </a:solidFill>
                <a:latin typeface="隶书"/>
                <a:cs typeface="隶书"/>
              </a:rPr>
              <a:t>收</a:t>
            </a:r>
            <a:endParaRPr sz="42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7440" algn="l"/>
              </a:tabLst>
            </a:pPr>
            <a:r>
              <a:rPr dirty="0" sz="3200"/>
              <a:t>例题	</a:t>
            </a:r>
            <a:r>
              <a:rPr dirty="0"/>
              <a:t>关于电磁波在真空中的传播，下列说法中正确的</a:t>
            </a:r>
            <a:r>
              <a:rPr dirty="0" spc="-10"/>
              <a:t>是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74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60"/>
              </a:spcBef>
              <a:tabLst>
                <a:tab pos="657860" algn="l"/>
              </a:tabLst>
            </a:pPr>
            <a:r>
              <a:rPr dirty="0" spc="-10"/>
              <a:t>（	</a:t>
            </a:r>
            <a:r>
              <a:rPr dirty="0" baseline="-10416" sz="6000" spc="-7">
                <a:solidFill>
                  <a:srgbClr val="000099"/>
                </a:solidFill>
                <a:latin typeface="Times New Roman"/>
                <a:cs typeface="Times New Roman"/>
              </a:rPr>
              <a:t>D</a:t>
            </a:r>
            <a:r>
              <a:rPr dirty="0" baseline="-10416" sz="6000" spc="262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-10"/>
              <a:t>）</a:t>
            </a:r>
            <a:endParaRPr sz="2800">
              <a:latin typeface="Times New Roman"/>
              <a:cs typeface="Times New Roman"/>
            </a:endParaRPr>
          </a:p>
          <a:p>
            <a:pPr marL="690880" indent="-409575">
              <a:lnSpc>
                <a:spcPct val="100000"/>
              </a:lnSpc>
              <a:spcBef>
                <a:spcPts val="1440"/>
              </a:spcBef>
              <a:buAutoNum type="alphaUcPeriod"/>
              <a:tabLst>
                <a:tab pos="690880" algn="l"/>
              </a:tabLst>
            </a:pPr>
            <a:r>
              <a:rPr dirty="0"/>
              <a:t>频率越高，传播速度越</a:t>
            </a:r>
            <a:r>
              <a:rPr dirty="0" spc="-10"/>
              <a:t>大</a:t>
            </a:r>
          </a:p>
          <a:p>
            <a:pPr marL="668655" indent="-387350">
              <a:lnSpc>
                <a:spcPct val="100000"/>
              </a:lnSpc>
              <a:spcBef>
                <a:spcPts val="1680"/>
              </a:spcBef>
              <a:buAutoNum type="alphaUcPeriod"/>
              <a:tabLst>
                <a:tab pos="668655" algn="l"/>
              </a:tabLst>
            </a:pPr>
            <a:r>
              <a:rPr dirty="0"/>
              <a:t>波长越长，传播速度越</a:t>
            </a:r>
            <a:r>
              <a:rPr dirty="0" spc="-10"/>
              <a:t>大</a:t>
            </a:r>
          </a:p>
          <a:p>
            <a:pPr marL="676275" indent="-394970">
              <a:lnSpc>
                <a:spcPct val="100000"/>
              </a:lnSpc>
              <a:spcBef>
                <a:spcPts val="1680"/>
              </a:spcBef>
              <a:buAutoNum type="alphaUcPeriod"/>
              <a:tabLst>
                <a:tab pos="676275" algn="l"/>
              </a:tabLst>
            </a:pPr>
            <a:r>
              <a:rPr dirty="0"/>
              <a:t>电磁波的能量越大，传播的速度越</a:t>
            </a:r>
            <a:r>
              <a:rPr dirty="0" spc="-10"/>
              <a:t>大</a:t>
            </a:r>
          </a:p>
          <a:p>
            <a:pPr marL="724535" indent="-443230">
              <a:lnSpc>
                <a:spcPct val="100000"/>
              </a:lnSpc>
              <a:spcBef>
                <a:spcPts val="1680"/>
              </a:spcBef>
              <a:buAutoNum type="alphaUcPeriod"/>
              <a:tabLst>
                <a:tab pos="724535" algn="l"/>
              </a:tabLst>
            </a:pPr>
            <a:r>
              <a:rPr dirty="0"/>
              <a:t>频率、波长、能量的强弱都不影响电磁波的传播速</a:t>
            </a:r>
            <a:r>
              <a:rPr dirty="0" spc="-10"/>
              <a:t>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2025-04-20T12:00:16Z</dcterms:created>
  <dcterms:modified xsi:type="dcterms:W3CDTF">2025-04-20T12:00:16Z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