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55415" y="1029969"/>
            <a:ext cx="4281169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2955" y="1735962"/>
            <a:ext cx="10626089" cy="1433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40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23" y="875347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  <a:latin typeface="微软雅黑"/>
                <a:cs typeface="微软雅黑"/>
              </a:rPr>
              <a:t>基础教育精品</a:t>
            </a:r>
            <a:r>
              <a:rPr dirty="0" spc="5">
                <a:solidFill>
                  <a:srgbClr val="FFFFFF"/>
                </a:solidFill>
                <a:latin typeface="微软雅黑"/>
                <a:cs typeface="微软雅黑"/>
              </a:rPr>
              <a:t>课</a:t>
            </a: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63782" y="2001062"/>
            <a:ext cx="2463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电磁振荡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4406" y="3643096"/>
            <a:ext cx="216344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年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级：高</a:t>
            </a:r>
            <a:r>
              <a:rPr dirty="0" sz="2800" spc="-5" b="1">
                <a:solidFill>
                  <a:srgbClr val="FFFFFF"/>
                </a:solidFill>
                <a:latin typeface="华文楷体"/>
                <a:cs typeface="华文楷体"/>
              </a:rPr>
              <a:t>二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主讲人：高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1121" y="3643096"/>
            <a:ext cx="394652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05">
              <a:lnSpc>
                <a:spcPct val="1196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spc="-690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） 学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校：邯郸市第一中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9559" y="1142364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华文楷体"/>
                <a:cs typeface="华文楷体"/>
              </a:rPr>
              <a:t>视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09284" y="1142364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华文楷体"/>
                <a:cs typeface="华文楷体"/>
              </a:rPr>
              <a:t>频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87777" y="164961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84020" y="1310639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83664" y="1533144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48255" y="1877567"/>
            <a:ext cx="6542532" cy="3825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1104" y="4131564"/>
            <a:ext cx="2240280" cy="1548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320284" y="4131564"/>
            <a:ext cx="2055875" cy="16824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93492" y="4131564"/>
            <a:ext cx="2289048" cy="16520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4000" y="964565"/>
            <a:ext cx="8271509" cy="2764790"/>
          </a:xfrm>
          <a:prstGeom prst="rect">
            <a:avLst/>
          </a:prstGeom>
        </p:spPr>
        <p:txBody>
          <a:bodyPr wrap="square" lIns="0" tIns="193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5"/>
              </a:spcBef>
              <a:tabLst>
                <a:tab pos="3512185" algn="l"/>
              </a:tabLst>
            </a:pPr>
            <a:r>
              <a:rPr dirty="0" sz="2400" b="1">
                <a:latin typeface="华文楷体"/>
                <a:cs typeface="华文楷体"/>
              </a:rPr>
              <a:t>思考：信息是如何传递</a:t>
            </a:r>
            <a:r>
              <a:rPr dirty="0" sz="2400" spc="-5" b="1">
                <a:latin typeface="华文楷体"/>
                <a:cs typeface="华文楷体"/>
              </a:rPr>
              <a:t>的	</a:t>
            </a:r>
            <a:r>
              <a:rPr dirty="0" sz="2400" b="1">
                <a:latin typeface="华文楷体"/>
                <a:cs typeface="华文楷体"/>
              </a:rPr>
              <a:t>——是通过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电磁波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ts val="4320"/>
              </a:lnSpc>
              <a:spcBef>
                <a:spcPts val="365"/>
              </a:spcBef>
            </a:pPr>
            <a:r>
              <a:rPr dirty="0" sz="2400" b="1">
                <a:latin typeface="华文楷体"/>
                <a:cs typeface="华文楷体"/>
              </a:rPr>
              <a:t>电磁波的发现和使用带来了通信技术的发展，在电视、广播</a:t>
            </a:r>
            <a:r>
              <a:rPr dirty="0" sz="2400" spc="-5" b="1">
                <a:latin typeface="华文楷体"/>
                <a:cs typeface="华文楷体"/>
              </a:rPr>
              <a:t>、 </a:t>
            </a:r>
            <a:r>
              <a:rPr dirty="0" sz="2400" b="1">
                <a:latin typeface="华文楷体"/>
                <a:cs typeface="华文楷体"/>
              </a:rPr>
              <a:t>导航、医疗、家电、工业等诸多方面，极大地改变了人们</a:t>
            </a:r>
            <a:r>
              <a:rPr dirty="0" sz="2400" spc="-5" b="1">
                <a:latin typeface="华文楷体"/>
                <a:cs typeface="华文楷体"/>
              </a:rPr>
              <a:t>的 </a:t>
            </a:r>
            <a:r>
              <a:rPr dirty="0" sz="2400" b="1">
                <a:latin typeface="华文楷体"/>
                <a:cs typeface="华文楷体"/>
              </a:rPr>
              <a:t>生活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400" b="1">
                <a:latin typeface="华文楷体"/>
                <a:cs typeface="华文楷体"/>
              </a:rPr>
              <a:t>如何能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产生持续的电磁波</a:t>
            </a:r>
            <a:r>
              <a:rPr dirty="0" sz="2400" b="1">
                <a:latin typeface="华文楷体"/>
                <a:cs typeface="华文楷体"/>
              </a:rPr>
              <a:t>，为我们所用呢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91689" y="1917065"/>
            <a:ext cx="6438900" cy="260159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 indent="537210">
              <a:lnSpc>
                <a:spcPct val="102200"/>
              </a:lnSpc>
              <a:spcBef>
                <a:spcPts val="35"/>
              </a:spcBef>
            </a:pPr>
            <a:r>
              <a:rPr dirty="0" sz="2400" b="1">
                <a:latin typeface="华文楷体"/>
                <a:cs typeface="华文楷体"/>
              </a:rPr>
              <a:t>水波是由机械振动形成的。一颗石子投</a:t>
            </a:r>
            <a:r>
              <a:rPr dirty="0" sz="2400" spc="-5" b="1">
                <a:latin typeface="华文楷体"/>
                <a:cs typeface="华文楷体"/>
              </a:rPr>
              <a:t>入 </a:t>
            </a:r>
            <a:r>
              <a:rPr dirty="0" sz="2400" b="1">
                <a:latin typeface="华文楷体"/>
                <a:cs typeface="华文楷体"/>
              </a:rPr>
              <a:t>水面会激起一阵涟漪，但是要形成持续的水波</a:t>
            </a:r>
            <a:r>
              <a:rPr dirty="0" sz="2400" spc="-5" b="1">
                <a:latin typeface="华文楷体"/>
                <a:cs typeface="华文楷体"/>
              </a:rPr>
              <a:t>， </a:t>
            </a:r>
            <a:r>
              <a:rPr dirty="0" sz="2400" b="1">
                <a:latin typeface="华文楷体"/>
                <a:cs typeface="华文楷体"/>
              </a:rPr>
              <a:t>则需要不断地击打水面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 marR="384175" indent="537845">
              <a:lnSpc>
                <a:spcPct val="100000"/>
              </a:lnSpc>
            </a:pPr>
            <a:r>
              <a:rPr dirty="0" sz="2400" b="1">
                <a:latin typeface="华文楷体"/>
                <a:cs typeface="华文楷体"/>
              </a:rPr>
              <a:t>电视、广播接收的是电磁波，要产生持</a:t>
            </a:r>
            <a:r>
              <a:rPr dirty="0" sz="2400" spc="-5" b="1">
                <a:latin typeface="华文楷体"/>
                <a:cs typeface="华文楷体"/>
              </a:rPr>
              <a:t>续 </a:t>
            </a:r>
            <a:r>
              <a:rPr dirty="0" sz="2400" b="1">
                <a:latin typeface="华文楷体"/>
                <a:cs typeface="华文楷体"/>
              </a:rPr>
              <a:t>的电磁波，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需要持续变化的电流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华文楷体"/>
                <a:cs typeface="华文楷体"/>
              </a:rPr>
              <a:t>思考：怎样才能产生持续变化的电流呢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766316"/>
            <a:ext cx="2013204" cy="1810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6408" y="3733800"/>
            <a:ext cx="1796795" cy="17754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98875" y="953769"/>
            <a:ext cx="323024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0000"/>
                </a:solidFill>
              </a:rPr>
              <a:t>一、电磁振荡的产</a:t>
            </a:r>
            <a:r>
              <a:rPr dirty="0" sz="2800" spc="-10">
                <a:solidFill>
                  <a:srgbClr val="000000"/>
                </a:solidFill>
              </a:rPr>
              <a:t>生</a:t>
            </a:r>
            <a:endParaRPr sz="2800"/>
          </a:p>
        </p:txBody>
      </p:sp>
      <p:sp>
        <p:nvSpPr>
          <p:cNvPr id="6" name="object 6"/>
          <p:cNvSpPr/>
          <p:nvPr/>
        </p:nvSpPr>
        <p:spPr>
          <a:xfrm>
            <a:off x="2486202" y="151245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83664" y="1245108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83307" y="14676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9559" y="1142364"/>
            <a:ext cx="12738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5510" algn="l"/>
              </a:tabLst>
            </a:pPr>
            <a:r>
              <a:rPr dirty="0" sz="2800" spc="-10" b="1">
                <a:latin typeface="华文楷体"/>
                <a:cs typeface="华文楷体"/>
              </a:rPr>
              <a:t>实</a:t>
            </a:r>
            <a:r>
              <a:rPr dirty="0" sz="2800" spc="-10" b="1">
                <a:latin typeface="华文楷体"/>
                <a:cs typeface="华文楷体"/>
              </a:rPr>
              <a:t>	</a:t>
            </a:r>
            <a:r>
              <a:rPr dirty="0" sz="2800" spc="-10" b="1">
                <a:latin typeface="华文楷体"/>
                <a:cs typeface="华文楷体"/>
              </a:rPr>
              <a:t>验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87777" y="164961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84020" y="1310639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83664" y="1533144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69007" y="2400300"/>
            <a:ext cx="6330696" cy="3218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4342" y="156325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2311" y="129540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71955" y="151790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4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87014" y="1004569"/>
            <a:ext cx="323024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0000"/>
                </a:solidFill>
              </a:rPr>
              <a:t>一、电磁振荡的产</a:t>
            </a:r>
            <a:r>
              <a:rPr dirty="0" sz="2800" spc="-10">
                <a:solidFill>
                  <a:srgbClr val="000000"/>
                </a:solidFill>
              </a:rPr>
              <a:t>生</a:t>
            </a:r>
            <a:endParaRPr sz="2800"/>
          </a:p>
        </p:txBody>
      </p:sp>
      <p:sp>
        <p:nvSpPr>
          <p:cNvPr id="6" name="object 6"/>
          <p:cNvSpPr/>
          <p:nvPr/>
        </p:nvSpPr>
        <p:spPr>
          <a:xfrm>
            <a:off x="6068567" y="3290315"/>
            <a:ext cx="2487167" cy="1466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6700" y="1666913"/>
            <a:ext cx="7337425" cy="3931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0" marR="5080" indent="-241300">
              <a:lnSpc>
                <a:spcPct val="150900"/>
              </a:lnSpc>
              <a:spcBef>
                <a:spcPts val="95"/>
              </a:spcBef>
              <a:buFont typeface=""/>
              <a:buAutoNum type="arabicPeriod"/>
              <a:tabLst>
                <a:tab pos="300355" algn="l"/>
              </a:tabLst>
            </a:pPr>
            <a:r>
              <a:rPr dirty="0"/>
              <a:t>	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振荡电流</a:t>
            </a:r>
            <a:r>
              <a:rPr dirty="0" sz="2400" b="1">
                <a:latin typeface="华文楷体"/>
                <a:cs typeface="华文楷体"/>
              </a:rPr>
              <a:t>：大小和方向都做周期性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迅速</a:t>
            </a:r>
            <a:r>
              <a:rPr dirty="0" sz="2400" b="1">
                <a:latin typeface="华文楷体"/>
                <a:cs typeface="华文楷体"/>
              </a:rPr>
              <a:t>变化的电流</a:t>
            </a:r>
            <a:r>
              <a:rPr dirty="0" sz="2400" spc="-5" b="1">
                <a:latin typeface="华文楷体"/>
                <a:cs typeface="华文楷体"/>
              </a:rPr>
              <a:t>。 </a:t>
            </a:r>
            <a:r>
              <a:rPr dirty="0" sz="2400" b="1">
                <a:latin typeface="华文楷体"/>
                <a:cs typeface="华文楷体"/>
              </a:rPr>
              <a:t>注：振荡电流实际上就是频率很高的交变电流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AutoNum type="arabicPeriod"/>
            </a:pPr>
            <a:endParaRPr sz="2800">
              <a:latin typeface="Times New Roman"/>
              <a:cs typeface="Times New Roman"/>
            </a:endParaRPr>
          </a:p>
          <a:p>
            <a:pPr marL="375920" indent="-28765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376555" algn="l"/>
              </a:tabLst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振荡电路</a:t>
            </a:r>
            <a:r>
              <a:rPr dirty="0" sz="2400" b="1">
                <a:latin typeface="华文楷体"/>
                <a:cs typeface="华文楷体"/>
              </a:rPr>
              <a:t>：能够产生振荡电流的电路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AutoNum type="arabicPeriod"/>
            </a:pPr>
            <a:endParaRPr sz="2750">
              <a:latin typeface="Times New Roman"/>
              <a:cs typeface="Times New Roman"/>
            </a:endParaRPr>
          </a:p>
          <a:p>
            <a:pPr marL="394970" indent="-33782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96000"/>
              <a:buAutoNum type="arabicPeriod"/>
              <a:tabLst>
                <a:tab pos="395605" algn="l"/>
              </a:tabLst>
            </a:pPr>
            <a:r>
              <a:rPr dirty="0" sz="2500" spc="-940" b="1" i="1">
                <a:solidFill>
                  <a:srgbClr val="FF0000"/>
                </a:solidFill>
                <a:latin typeface="华文楷体"/>
                <a:cs typeface="华文楷体"/>
              </a:rPr>
              <a:t>LC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振荡电路</a:t>
            </a:r>
            <a:r>
              <a:rPr dirty="0" sz="2400" spc="-5" b="1"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  <a:p>
            <a:pPr marL="88265" marR="150495" indent="307340">
              <a:lnSpc>
                <a:spcPct val="147300"/>
              </a:lnSpc>
              <a:spcBef>
                <a:spcPts val="1070"/>
              </a:spcBef>
            </a:pPr>
            <a:r>
              <a:rPr dirty="0" sz="2400" b="1">
                <a:latin typeface="华文楷体"/>
                <a:cs typeface="华文楷体"/>
              </a:rPr>
              <a:t>当开关置于线圈一侧时，由电感线</a:t>
            </a:r>
            <a:r>
              <a:rPr dirty="0" sz="2400" spc="-245" b="1">
                <a:latin typeface="华文楷体"/>
                <a:cs typeface="华文楷体"/>
              </a:rPr>
              <a:t>圈</a:t>
            </a:r>
            <a:r>
              <a:rPr dirty="0" sz="2500" spc="-815" b="1" i="1">
                <a:latin typeface="华文楷体"/>
                <a:cs typeface="华文楷体"/>
              </a:rPr>
              <a:t>L</a:t>
            </a:r>
            <a:r>
              <a:rPr dirty="0" sz="2400" b="1">
                <a:latin typeface="华文楷体"/>
                <a:cs typeface="华文楷体"/>
              </a:rPr>
              <a:t>和电</a:t>
            </a:r>
            <a:r>
              <a:rPr dirty="0" sz="2400" spc="-245" b="1">
                <a:latin typeface="华文楷体"/>
                <a:cs typeface="华文楷体"/>
              </a:rPr>
              <a:t>容</a:t>
            </a:r>
            <a:r>
              <a:rPr dirty="0" sz="2500" spc="-825" b="1" i="1">
                <a:latin typeface="华文楷体"/>
                <a:cs typeface="华文楷体"/>
              </a:rPr>
              <a:t>C</a:t>
            </a:r>
            <a:r>
              <a:rPr dirty="0" sz="2400" b="1">
                <a:latin typeface="华文楷体"/>
                <a:cs typeface="华文楷体"/>
              </a:rPr>
              <a:t>组</a:t>
            </a:r>
            <a:r>
              <a:rPr dirty="0" sz="2400" spc="-5" b="1">
                <a:latin typeface="华文楷体"/>
                <a:cs typeface="华文楷体"/>
              </a:rPr>
              <a:t>成 </a:t>
            </a:r>
            <a:r>
              <a:rPr dirty="0" sz="2400" b="1">
                <a:latin typeface="华文楷体"/>
                <a:cs typeface="华文楷体"/>
              </a:rPr>
              <a:t>的电路，就是最简单的振荡电路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45807" y="2316479"/>
            <a:ext cx="1287779" cy="9342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9922" y="154039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56132" y="1280160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55775" y="150266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89554" y="973455"/>
            <a:ext cx="323024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0000"/>
                </a:solidFill>
              </a:rPr>
              <a:t>一、电磁振荡的产</a:t>
            </a:r>
            <a:r>
              <a:rPr dirty="0" sz="2800" spc="-10">
                <a:solidFill>
                  <a:srgbClr val="000000"/>
                </a:solidFill>
              </a:rPr>
              <a:t>生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1036904" y="4183837"/>
            <a:ext cx="61334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电容器的充放电和线圈的自感共同作用产生</a:t>
            </a:r>
            <a:r>
              <a:rPr dirty="0" sz="2400" spc="-5" b="1">
                <a:latin typeface="华文楷体"/>
                <a:cs typeface="华文楷体"/>
              </a:rPr>
              <a:t>的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02663" y="4648200"/>
            <a:ext cx="1973580" cy="1627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36720" y="4747259"/>
            <a:ext cx="1630679" cy="151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63467" y="2968751"/>
            <a:ext cx="1840991" cy="12176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50215" y="1705051"/>
            <a:ext cx="7128509" cy="1567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639185" indent="510540">
              <a:lnSpc>
                <a:spcPct val="1108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4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.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振荡电路的工作原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理 </a:t>
            </a:r>
            <a:r>
              <a:rPr dirty="0" sz="2400" b="1">
                <a:latin typeface="华文楷体"/>
                <a:cs typeface="华文楷体"/>
              </a:rPr>
              <a:t>思考</a:t>
            </a:r>
            <a:r>
              <a:rPr dirty="0" sz="2400" spc="-5" b="1"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  <a:p>
            <a:pPr marL="12700" marR="5080" indent="384175">
              <a:lnSpc>
                <a:spcPct val="100000"/>
              </a:lnSpc>
            </a:pPr>
            <a:r>
              <a:rPr dirty="0" sz="2400" b="1">
                <a:latin typeface="华文楷体"/>
                <a:cs typeface="华文楷体"/>
              </a:rPr>
              <a:t>为什么电容器与电感线圈组成的电路，可以产生</a:t>
            </a:r>
            <a:r>
              <a:rPr dirty="0" sz="2400" spc="-5" b="1">
                <a:latin typeface="华文楷体"/>
                <a:cs typeface="华文楷体"/>
              </a:rPr>
              <a:t>振 </a:t>
            </a:r>
            <a:r>
              <a:rPr dirty="0" sz="2400" b="1">
                <a:latin typeface="华文楷体"/>
                <a:cs typeface="华文楷体"/>
              </a:rPr>
              <a:t>荡电流呢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1872"/>
            <a:ext cx="8714740" cy="1667510"/>
          </a:xfrm>
          <a:custGeom>
            <a:avLst/>
            <a:gdLst/>
            <a:ahLst/>
            <a:cxnLst/>
            <a:rect l="l" t="t" r="r" b="b"/>
            <a:pathLst>
              <a:path w="8714740" h="1667510">
                <a:moveTo>
                  <a:pt x="0" y="1667255"/>
                </a:moveTo>
                <a:lnTo>
                  <a:pt x="0" y="0"/>
                </a:lnTo>
                <a:lnTo>
                  <a:pt x="8714232" y="0"/>
                </a:lnTo>
                <a:lnTo>
                  <a:pt x="8714232" y="1667255"/>
                </a:lnTo>
                <a:lnTo>
                  <a:pt x="0" y="16672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254760"/>
            <a:ext cx="8721090" cy="1680210"/>
          </a:xfrm>
          <a:custGeom>
            <a:avLst/>
            <a:gdLst/>
            <a:ahLst/>
            <a:cxnLst/>
            <a:rect l="l" t="t" r="r" b="b"/>
            <a:pathLst>
              <a:path w="8721090" h="1680210">
                <a:moveTo>
                  <a:pt x="8708390" y="12699"/>
                </a:moveTo>
                <a:lnTo>
                  <a:pt x="0" y="12699"/>
                </a:lnTo>
                <a:lnTo>
                  <a:pt x="0" y="0"/>
                </a:lnTo>
                <a:lnTo>
                  <a:pt x="8721090" y="0"/>
                </a:lnTo>
                <a:lnTo>
                  <a:pt x="8721090" y="6349"/>
                </a:lnTo>
                <a:lnTo>
                  <a:pt x="8708390" y="6349"/>
                </a:lnTo>
                <a:lnTo>
                  <a:pt x="8708390" y="12699"/>
                </a:lnTo>
                <a:close/>
              </a:path>
              <a:path w="8721090" h="1680210">
                <a:moveTo>
                  <a:pt x="8708390" y="1673859"/>
                </a:moveTo>
                <a:lnTo>
                  <a:pt x="8708390" y="6349"/>
                </a:lnTo>
                <a:lnTo>
                  <a:pt x="8714740" y="12699"/>
                </a:lnTo>
                <a:lnTo>
                  <a:pt x="8721090" y="12699"/>
                </a:lnTo>
                <a:lnTo>
                  <a:pt x="8721090" y="1667510"/>
                </a:lnTo>
                <a:lnTo>
                  <a:pt x="8714740" y="1667509"/>
                </a:lnTo>
                <a:lnTo>
                  <a:pt x="8708390" y="1673859"/>
                </a:lnTo>
                <a:close/>
              </a:path>
              <a:path w="8721090" h="1680210">
                <a:moveTo>
                  <a:pt x="8721090" y="12699"/>
                </a:moveTo>
                <a:lnTo>
                  <a:pt x="8714740" y="12699"/>
                </a:lnTo>
                <a:lnTo>
                  <a:pt x="8708390" y="6349"/>
                </a:lnTo>
                <a:lnTo>
                  <a:pt x="8721090" y="6349"/>
                </a:lnTo>
                <a:lnTo>
                  <a:pt x="8721090" y="12699"/>
                </a:lnTo>
                <a:close/>
              </a:path>
              <a:path w="8721090" h="1680210">
                <a:moveTo>
                  <a:pt x="8721090" y="1680210"/>
                </a:moveTo>
                <a:lnTo>
                  <a:pt x="0" y="1680209"/>
                </a:lnTo>
                <a:lnTo>
                  <a:pt x="0" y="1667509"/>
                </a:lnTo>
                <a:lnTo>
                  <a:pt x="8708390" y="1667509"/>
                </a:lnTo>
                <a:lnTo>
                  <a:pt x="8708390" y="1673859"/>
                </a:lnTo>
                <a:lnTo>
                  <a:pt x="8721090" y="1673860"/>
                </a:lnTo>
                <a:lnTo>
                  <a:pt x="8721090" y="1680210"/>
                </a:lnTo>
                <a:close/>
              </a:path>
              <a:path w="8721090" h="1680210">
                <a:moveTo>
                  <a:pt x="8721090" y="1673860"/>
                </a:moveTo>
                <a:lnTo>
                  <a:pt x="8708390" y="1673859"/>
                </a:lnTo>
                <a:lnTo>
                  <a:pt x="8714740" y="1667509"/>
                </a:lnTo>
                <a:lnTo>
                  <a:pt x="8721090" y="1667510"/>
                </a:lnTo>
                <a:lnTo>
                  <a:pt x="8721090" y="16738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23531" y="1830323"/>
            <a:ext cx="1603248" cy="1077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6595" y="1792223"/>
            <a:ext cx="1338072" cy="1133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62683" y="1830323"/>
            <a:ext cx="1603247" cy="1077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4600" y="3762883"/>
            <a:ext cx="7920355" cy="76200"/>
          </a:xfrm>
          <a:custGeom>
            <a:avLst/>
            <a:gdLst/>
            <a:ahLst/>
            <a:cxnLst/>
            <a:rect l="l" t="t" r="r" b="b"/>
            <a:pathLst>
              <a:path w="7920355" h="76200">
                <a:moveTo>
                  <a:pt x="7901305" y="47625"/>
                </a:moveTo>
                <a:lnTo>
                  <a:pt x="7863205" y="47625"/>
                </a:lnTo>
                <a:lnTo>
                  <a:pt x="7863205" y="28575"/>
                </a:lnTo>
                <a:lnTo>
                  <a:pt x="7844155" y="28573"/>
                </a:lnTo>
                <a:lnTo>
                  <a:pt x="7844155" y="0"/>
                </a:lnTo>
                <a:lnTo>
                  <a:pt x="7920355" y="38100"/>
                </a:lnTo>
                <a:lnTo>
                  <a:pt x="7901305" y="47625"/>
                </a:lnTo>
                <a:close/>
              </a:path>
              <a:path w="7920355" h="76200">
                <a:moveTo>
                  <a:pt x="7844155" y="47623"/>
                </a:moveTo>
                <a:lnTo>
                  <a:pt x="0" y="46989"/>
                </a:lnTo>
                <a:lnTo>
                  <a:pt x="0" y="27939"/>
                </a:lnTo>
                <a:lnTo>
                  <a:pt x="7844155" y="28573"/>
                </a:lnTo>
                <a:lnTo>
                  <a:pt x="7844155" y="47623"/>
                </a:lnTo>
                <a:close/>
              </a:path>
              <a:path w="7920355" h="76200">
                <a:moveTo>
                  <a:pt x="7863205" y="47625"/>
                </a:moveTo>
                <a:lnTo>
                  <a:pt x="7844155" y="47623"/>
                </a:lnTo>
                <a:lnTo>
                  <a:pt x="7844155" y="28573"/>
                </a:lnTo>
                <a:lnTo>
                  <a:pt x="7863205" y="28575"/>
                </a:lnTo>
                <a:lnTo>
                  <a:pt x="7863205" y="47625"/>
                </a:lnTo>
                <a:close/>
              </a:path>
              <a:path w="7920355" h="76200">
                <a:moveTo>
                  <a:pt x="7844155" y="76200"/>
                </a:moveTo>
                <a:lnTo>
                  <a:pt x="7844155" y="47623"/>
                </a:lnTo>
                <a:lnTo>
                  <a:pt x="7901305" y="47625"/>
                </a:lnTo>
                <a:lnTo>
                  <a:pt x="7844155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39430" y="3126778"/>
            <a:ext cx="7183577" cy="1351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643376" y="3738894"/>
            <a:ext cx="24130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-35" b="1" i="1">
                <a:solidFill>
                  <a:srgbClr val="FF0000"/>
                </a:solidFill>
                <a:latin typeface="华文楷体"/>
                <a:cs typeface="华文楷体"/>
              </a:rPr>
              <a:t>t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3238" y="1898116"/>
            <a:ext cx="178435" cy="807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华文楷体"/>
                <a:cs typeface="华文楷体"/>
              </a:rPr>
              <a:t>+</a:t>
            </a:r>
            <a:endParaRPr sz="1800">
              <a:latin typeface="华文楷体"/>
              <a:cs typeface="华文楷体"/>
            </a:endParaRPr>
          </a:p>
          <a:p>
            <a:pPr marL="38735">
              <a:lnSpc>
                <a:spcPct val="100000"/>
              </a:lnSpc>
              <a:spcBef>
                <a:spcPts val="1840"/>
              </a:spcBef>
            </a:pPr>
            <a:r>
              <a:rPr dirty="0" sz="1800" spc="-5" b="1">
                <a:latin typeface="华文楷体"/>
                <a:cs typeface="华文楷体"/>
              </a:rPr>
              <a:t>-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87158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41910" y="217068"/>
                </a:moveTo>
                <a:lnTo>
                  <a:pt x="34290" y="217068"/>
                </a:lnTo>
                <a:lnTo>
                  <a:pt x="34290" y="0"/>
                </a:lnTo>
                <a:lnTo>
                  <a:pt x="41910" y="0"/>
                </a:lnTo>
                <a:lnTo>
                  <a:pt x="41910" y="217068"/>
                </a:lnTo>
                <a:close/>
              </a:path>
              <a:path w="76200" h="274319">
                <a:moveTo>
                  <a:pt x="38100" y="274218"/>
                </a:moveTo>
                <a:lnTo>
                  <a:pt x="0" y="198018"/>
                </a:lnTo>
                <a:lnTo>
                  <a:pt x="34290" y="198018"/>
                </a:lnTo>
                <a:lnTo>
                  <a:pt x="34290" y="217068"/>
                </a:lnTo>
                <a:lnTo>
                  <a:pt x="66675" y="217068"/>
                </a:lnTo>
                <a:lnTo>
                  <a:pt x="38100" y="274218"/>
                </a:lnTo>
                <a:close/>
              </a:path>
              <a:path w="76200" h="274319">
                <a:moveTo>
                  <a:pt x="66675" y="217068"/>
                </a:moveTo>
                <a:lnTo>
                  <a:pt x="41910" y="217068"/>
                </a:lnTo>
                <a:lnTo>
                  <a:pt x="41910" y="198018"/>
                </a:lnTo>
                <a:lnTo>
                  <a:pt x="76200" y="198018"/>
                </a:lnTo>
                <a:lnTo>
                  <a:pt x="66675" y="21706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75258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41909" y="217068"/>
                </a:moveTo>
                <a:lnTo>
                  <a:pt x="34289" y="217068"/>
                </a:lnTo>
                <a:lnTo>
                  <a:pt x="34289" y="0"/>
                </a:lnTo>
                <a:lnTo>
                  <a:pt x="41909" y="0"/>
                </a:lnTo>
                <a:lnTo>
                  <a:pt x="41909" y="217068"/>
                </a:lnTo>
                <a:close/>
              </a:path>
              <a:path w="76200" h="274319">
                <a:moveTo>
                  <a:pt x="38100" y="274218"/>
                </a:moveTo>
                <a:lnTo>
                  <a:pt x="0" y="198018"/>
                </a:lnTo>
                <a:lnTo>
                  <a:pt x="34289" y="198018"/>
                </a:lnTo>
                <a:lnTo>
                  <a:pt x="34289" y="217068"/>
                </a:lnTo>
                <a:lnTo>
                  <a:pt x="66675" y="217068"/>
                </a:lnTo>
                <a:lnTo>
                  <a:pt x="38100" y="274218"/>
                </a:lnTo>
                <a:close/>
              </a:path>
              <a:path w="76200" h="274319">
                <a:moveTo>
                  <a:pt x="66675" y="217068"/>
                </a:moveTo>
                <a:lnTo>
                  <a:pt x="41909" y="217068"/>
                </a:lnTo>
                <a:lnTo>
                  <a:pt x="41909" y="198018"/>
                </a:lnTo>
                <a:lnTo>
                  <a:pt x="76200" y="198018"/>
                </a:lnTo>
                <a:lnTo>
                  <a:pt x="66675" y="21706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65745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41909" y="217068"/>
                </a:moveTo>
                <a:lnTo>
                  <a:pt x="34289" y="217068"/>
                </a:lnTo>
                <a:lnTo>
                  <a:pt x="34289" y="0"/>
                </a:lnTo>
                <a:lnTo>
                  <a:pt x="41909" y="0"/>
                </a:lnTo>
                <a:lnTo>
                  <a:pt x="41909" y="217068"/>
                </a:lnTo>
                <a:close/>
              </a:path>
              <a:path w="76200" h="274319">
                <a:moveTo>
                  <a:pt x="38100" y="274218"/>
                </a:moveTo>
                <a:lnTo>
                  <a:pt x="0" y="198018"/>
                </a:lnTo>
                <a:lnTo>
                  <a:pt x="34289" y="198018"/>
                </a:lnTo>
                <a:lnTo>
                  <a:pt x="34289" y="217068"/>
                </a:lnTo>
                <a:lnTo>
                  <a:pt x="66675" y="217068"/>
                </a:lnTo>
                <a:lnTo>
                  <a:pt x="38100" y="274218"/>
                </a:lnTo>
                <a:close/>
              </a:path>
              <a:path w="76200" h="274319">
                <a:moveTo>
                  <a:pt x="66675" y="217068"/>
                </a:moveTo>
                <a:lnTo>
                  <a:pt x="41909" y="217068"/>
                </a:lnTo>
                <a:lnTo>
                  <a:pt x="41909" y="198018"/>
                </a:lnTo>
                <a:lnTo>
                  <a:pt x="76200" y="198018"/>
                </a:lnTo>
                <a:lnTo>
                  <a:pt x="66675" y="21706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55699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41909" y="217068"/>
                </a:moveTo>
                <a:lnTo>
                  <a:pt x="34289" y="217068"/>
                </a:lnTo>
                <a:lnTo>
                  <a:pt x="34289" y="0"/>
                </a:lnTo>
                <a:lnTo>
                  <a:pt x="41909" y="0"/>
                </a:lnTo>
                <a:lnTo>
                  <a:pt x="41909" y="217068"/>
                </a:lnTo>
                <a:close/>
              </a:path>
              <a:path w="76200" h="274319">
                <a:moveTo>
                  <a:pt x="38100" y="274218"/>
                </a:moveTo>
                <a:lnTo>
                  <a:pt x="0" y="198018"/>
                </a:lnTo>
                <a:lnTo>
                  <a:pt x="34289" y="198018"/>
                </a:lnTo>
                <a:lnTo>
                  <a:pt x="34289" y="217068"/>
                </a:lnTo>
                <a:lnTo>
                  <a:pt x="66675" y="217068"/>
                </a:lnTo>
                <a:lnTo>
                  <a:pt x="38100" y="274218"/>
                </a:lnTo>
                <a:close/>
              </a:path>
              <a:path w="76200" h="274319">
                <a:moveTo>
                  <a:pt x="66675" y="217068"/>
                </a:moveTo>
                <a:lnTo>
                  <a:pt x="41909" y="217068"/>
                </a:lnTo>
                <a:lnTo>
                  <a:pt x="41909" y="198018"/>
                </a:lnTo>
                <a:lnTo>
                  <a:pt x="76200" y="198018"/>
                </a:lnTo>
                <a:lnTo>
                  <a:pt x="66675" y="21706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44345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41910" y="217068"/>
                </a:moveTo>
                <a:lnTo>
                  <a:pt x="34290" y="217068"/>
                </a:lnTo>
                <a:lnTo>
                  <a:pt x="34290" y="0"/>
                </a:lnTo>
                <a:lnTo>
                  <a:pt x="41910" y="0"/>
                </a:lnTo>
                <a:lnTo>
                  <a:pt x="41910" y="217068"/>
                </a:lnTo>
                <a:close/>
              </a:path>
              <a:path w="76200" h="274319">
                <a:moveTo>
                  <a:pt x="38100" y="274218"/>
                </a:moveTo>
                <a:lnTo>
                  <a:pt x="0" y="198018"/>
                </a:lnTo>
                <a:lnTo>
                  <a:pt x="34290" y="198018"/>
                </a:lnTo>
                <a:lnTo>
                  <a:pt x="34290" y="217068"/>
                </a:lnTo>
                <a:lnTo>
                  <a:pt x="66675" y="217068"/>
                </a:lnTo>
                <a:lnTo>
                  <a:pt x="38100" y="274218"/>
                </a:lnTo>
                <a:close/>
              </a:path>
              <a:path w="76200" h="274319">
                <a:moveTo>
                  <a:pt x="66675" y="217068"/>
                </a:moveTo>
                <a:lnTo>
                  <a:pt x="41910" y="217068"/>
                </a:lnTo>
                <a:lnTo>
                  <a:pt x="41910" y="198018"/>
                </a:lnTo>
                <a:lnTo>
                  <a:pt x="76200" y="198018"/>
                </a:lnTo>
                <a:lnTo>
                  <a:pt x="66675" y="21706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94588" y="5239093"/>
            <a:ext cx="7930515" cy="85725"/>
          </a:xfrm>
          <a:custGeom>
            <a:avLst/>
            <a:gdLst/>
            <a:ahLst/>
            <a:cxnLst/>
            <a:rect l="l" t="t" r="r" b="b"/>
            <a:pathLst>
              <a:path w="7930515" h="85725">
                <a:moveTo>
                  <a:pt x="7844150" y="28575"/>
                </a:moveTo>
                <a:lnTo>
                  <a:pt x="7844116" y="0"/>
                </a:lnTo>
                <a:lnTo>
                  <a:pt x="7901385" y="28549"/>
                </a:lnTo>
                <a:lnTo>
                  <a:pt x="7865579" y="28549"/>
                </a:lnTo>
                <a:lnTo>
                  <a:pt x="7844150" y="28575"/>
                </a:lnTo>
                <a:close/>
              </a:path>
              <a:path w="7930515" h="85725">
                <a:moveTo>
                  <a:pt x="7844184" y="57150"/>
                </a:moveTo>
                <a:lnTo>
                  <a:pt x="7844150" y="28575"/>
                </a:lnTo>
                <a:lnTo>
                  <a:pt x="7865579" y="28549"/>
                </a:lnTo>
                <a:lnTo>
                  <a:pt x="7865617" y="57124"/>
                </a:lnTo>
                <a:lnTo>
                  <a:pt x="7844184" y="57150"/>
                </a:lnTo>
                <a:close/>
              </a:path>
              <a:path w="7930515" h="85725">
                <a:moveTo>
                  <a:pt x="7844218" y="85725"/>
                </a:moveTo>
                <a:lnTo>
                  <a:pt x="7844184" y="57150"/>
                </a:lnTo>
                <a:lnTo>
                  <a:pt x="7865617" y="57124"/>
                </a:lnTo>
                <a:lnTo>
                  <a:pt x="7865579" y="28549"/>
                </a:lnTo>
                <a:lnTo>
                  <a:pt x="7901385" y="28549"/>
                </a:lnTo>
                <a:lnTo>
                  <a:pt x="7929892" y="42760"/>
                </a:lnTo>
                <a:lnTo>
                  <a:pt x="7844218" y="85725"/>
                </a:lnTo>
                <a:close/>
              </a:path>
              <a:path w="7930515" h="85725">
                <a:moveTo>
                  <a:pt x="25" y="66573"/>
                </a:moveTo>
                <a:lnTo>
                  <a:pt x="0" y="37998"/>
                </a:lnTo>
                <a:lnTo>
                  <a:pt x="7844150" y="28575"/>
                </a:lnTo>
                <a:lnTo>
                  <a:pt x="7844184" y="57150"/>
                </a:lnTo>
                <a:lnTo>
                  <a:pt x="25" y="6657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53718" y="4548454"/>
            <a:ext cx="7184123" cy="14211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62807" y="3766934"/>
            <a:ext cx="332105" cy="10204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0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725"/>
              </a:spcBef>
            </a:pPr>
            <a:r>
              <a:rPr dirty="0" sz="1850" spc="-30" b="1" i="1">
                <a:solidFill>
                  <a:srgbClr val="006FC0"/>
                </a:solidFill>
                <a:latin typeface="华文楷体"/>
                <a:cs typeface="华文楷体"/>
              </a:rPr>
              <a:t>q</a:t>
            </a:r>
            <a:endParaRPr sz="1850">
              <a:latin typeface="华文楷体"/>
              <a:cs typeface="华文楷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6540" y="5257952"/>
            <a:ext cx="168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6FC0"/>
                </a:solidFill>
                <a:latin typeface="华文楷体"/>
                <a:cs typeface="华文楷体"/>
              </a:rPr>
              <a:t>0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93020" y="5242854"/>
            <a:ext cx="24130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-35" b="1" i="1">
                <a:solidFill>
                  <a:srgbClr val="006FC0"/>
                </a:solidFill>
                <a:latin typeface="华文楷体"/>
                <a:cs typeface="华文楷体"/>
              </a:rPr>
              <a:t>t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31185" y="1898116"/>
            <a:ext cx="178435" cy="807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华文楷体"/>
                <a:cs typeface="华文楷体"/>
              </a:rPr>
              <a:t>+</a:t>
            </a:r>
            <a:endParaRPr sz="1800">
              <a:latin typeface="华文楷体"/>
              <a:cs typeface="华文楷体"/>
            </a:endParaRPr>
          </a:p>
          <a:p>
            <a:pPr marL="38735">
              <a:lnSpc>
                <a:spcPct val="100000"/>
              </a:lnSpc>
              <a:spcBef>
                <a:spcPts val="1840"/>
              </a:spcBef>
            </a:pPr>
            <a:r>
              <a:rPr dirty="0" sz="1800" spc="-5" b="1">
                <a:latin typeface="华文楷体"/>
                <a:cs typeface="华文楷体"/>
              </a:rPr>
              <a:t>-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86405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41910" y="217068"/>
                </a:moveTo>
                <a:lnTo>
                  <a:pt x="34290" y="217068"/>
                </a:lnTo>
                <a:lnTo>
                  <a:pt x="34290" y="0"/>
                </a:lnTo>
                <a:lnTo>
                  <a:pt x="41910" y="0"/>
                </a:lnTo>
                <a:lnTo>
                  <a:pt x="41910" y="217068"/>
                </a:lnTo>
                <a:close/>
              </a:path>
              <a:path w="76200" h="274319">
                <a:moveTo>
                  <a:pt x="38100" y="274218"/>
                </a:moveTo>
                <a:lnTo>
                  <a:pt x="0" y="198018"/>
                </a:lnTo>
                <a:lnTo>
                  <a:pt x="34290" y="198018"/>
                </a:lnTo>
                <a:lnTo>
                  <a:pt x="34290" y="217068"/>
                </a:lnTo>
                <a:lnTo>
                  <a:pt x="66675" y="217068"/>
                </a:lnTo>
                <a:lnTo>
                  <a:pt x="38100" y="274218"/>
                </a:lnTo>
                <a:close/>
              </a:path>
              <a:path w="76200" h="274319">
                <a:moveTo>
                  <a:pt x="66675" y="217068"/>
                </a:moveTo>
                <a:lnTo>
                  <a:pt x="41910" y="217068"/>
                </a:lnTo>
                <a:lnTo>
                  <a:pt x="41910" y="198018"/>
                </a:lnTo>
                <a:lnTo>
                  <a:pt x="76200" y="198018"/>
                </a:lnTo>
                <a:lnTo>
                  <a:pt x="66675" y="21706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74505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41910" y="217068"/>
                </a:moveTo>
                <a:lnTo>
                  <a:pt x="34289" y="217068"/>
                </a:lnTo>
                <a:lnTo>
                  <a:pt x="34289" y="0"/>
                </a:lnTo>
                <a:lnTo>
                  <a:pt x="41910" y="0"/>
                </a:lnTo>
                <a:lnTo>
                  <a:pt x="41910" y="217068"/>
                </a:lnTo>
                <a:close/>
              </a:path>
              <a:path w="76200" h="274319">
                <a:moveTo>
                  <a:pt x="38100" y="274218"/>
                </a:moveTo>
                <a:lnTo>
                  <a:pt x="0" y="198018"/>
                </a:lnTo>
                <a:lnTo>
                  <a:pt x="34289" y="198018"/>
                </a:lnTo>
                <a:lnTo>
                  <a:pt x="34289" y="217068"/>
                </a:lnTo>
                <a:lnTo>
                  <a:pt x="66675" y="217068"/>
                </a:lnTo>
                <a:lnTo>
                  <a:pt x="38100" y="274218"/>
                </a:lnTo>
                <a:close/>
              </a:path>
              <a:path w="76200" h="274319">
                <a:moveTo>
                  <a:pt x="66675" y="217068"/>
                </a:moveTo>
                <a:lnTo>
                  <a:pt x="41910" y="217068"/>
                </a:lnTo>
                <a:lnTo>
                  <a:pt x="41910" y="198018"/>
                </a:lnTo>
                <a:lnTo>
                  <a:pt x="76200" y="198018"/>
                </a:lnTo>
                <a:lnTo>
                  <a:pt x="66675" y="21706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64992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41910" y="217068"/>
                </a:moveTo>
                <a:lnTo>
                  <a:pt x="34289" y="217068"/>
                </a:lnTo>
                <a:lnTo>
                  <a:pt x="34289" y="0"/>
                </a:lnTo>
                <a:lnTo>
                  <a:pt x="41910" y="0"/>
                </a:lnTo>
                <a:lnTo>
                  <a:pt x="41910" y="217068"/>
                </a:lnTo>
                <a:close/>
              </a:path>
              <a:path w="76200" h="274319">
                <a:moveTo>
                  <a:pt x="38100" y="274218"/>
                </a:moveTo>
                <a:lnTo>
                  <a:pt x="0" y="198018"/>
                </a:lnTo>
                <a:lnTo>
                  <a:pt x="34289" y="198018"/>
                </a:lnTo>
                <a:lnTo>
                  <a:pt x="34289" y="217068"/>
                </a:lnTo>
                <a:lnTo>
                  <a:pt x="66675" y="217068"/>
                </a:lnTo>
                <a:lnTo>
                  <a:pt x="38100" y="274218"/>
                </a:lnTo>
                <a:close/>
              </a:path>
              <a:path w="76200" h="274319">
                <a:moveTo>
                  <a:pt x="66675" y="217068"/>
                </a:moveTo>
                <a:lnTo>
                  <a:pt x="41910" y="217068"/>
                </a:lnTo>
                <a:lnTo>
                  <a:pt x="41910" y="198018"/>
                </a:lnTo>
                <a:lnTo>
                  <a:pt x="76200" y="198018"/>
                </a:lnTo>
                <a:lnTo>
                  <a:pt x="66675" y="21706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54946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41910" y="217068"/>
                </a:moveTo>
                <a:lnTo>
                  <a:pt x="34290" y="217068"/>
                </a:lnTo>
                <a:lnTo>
                  <a:pt x="34290" y="0"/>
                </a:lnTo>
                <a:lnTo>
                  <a:pt x="41910" y="0"/>
                </a:lnTo>
                <a:lnTo>
                  <a:pt x="41910" y="217068"/>
                </a:lnTo>
                <a:close/>
              </a:path>
              <a:path w="76200" h="274319">
                <a:moveTo>
                  <a:pt x="38100" y="274218"/>
                </a:moveTo>
                <a:lnTo>
                  <a:pt x="0" y="198018"/>
                </a:lnTo>
                <a:lnTo>
                  <a:pt x="34290" y="198018"/>
                </a:lnTo>
                <a:lnTo>
                  <a:pt x="34290" y="217068"/>
                </a:lnTo>
                <a:lnTo>
                  <a:pt x="66675" y="217068"/>
                </a:lnTo>
                <a:lnTo>
                  <a:pt x="38100" y="274218"/>
                </a:lnTo>
                <a:close/>
              </a:path>
              <a:path w="76200" h="274319">
                <a:moveTo>
                  <a:pt x="66675" y="217068"/>
                </a:moveTo>
                <a:lnTo>
                  <a:pt x="41910" y="217068"/>
                </a:lnTo>
                <a:lnTo>
                  <a:pt x="41910" y="198018"/>
                </a:lnTo>
                <a:lnTo>
                  <a:pt x="76200" y="198018"/>
                </a:lnTo>
                <a:lnTo>
                  <a:pt x="66675" y="21706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43592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41910" y="217068"/>
                </a:moveTo>
                <a:lnTo>
                  <a:pt x="34290" y="217068"/>
                </a:lnTo>
                <a:lnTo>
                  <a:pt x="34290" y="0"/>
                </a:lnTo>
                <a:lnTo>
                  <a:pt x="41910" y="0"/>
                </a:lnTo>
                <a:lnTo>
                  <a:pt x="41910" y="217068"/>
                </a:lnTo>
                <a:close/>
              </a:path>
              <a:path w="76200" h="274319">
                <a:moveTo>
                  <a:pt x="38100" y="274218"/>
                </a:moveTo>
                <a:lnTo>
                  <a:pt x="0" y="198018"/>
                </a:lnTo>
                <a:lnTo>
                  <a:pt x="34290" y="198018"/>
                </a:lnTo>
                <a:lnTo>
                  <a:pt x="34290" y="217068"/>
                </a:lnTo>
                <a:lnTo>
                  <a:pt x="66675" y="217068"/>
                </a:lnTo>
                <a:lnTo>
                  <a:pt x="38100" y="274218"/>
                </a:lnTo>
                <a:close/>
              </a:path>
              <a:path w="76200" h="274319">
                <a:moveTo>
                  <a:pt x="66675" y="217068"/>
                </a:moveTo>
                <a:lnTo>
                  <a:pt x="41910" y="217068"/>
                </a:lnTo>
                <a:lnTo>
                  <a:pt x="41910" y="198018"/>
                </a:lnTo>
                <a:lnTo>
                  <a:pt x="76200" y="198018"/>
                </a:lnTo>
                <a:lnTo>
                  <a:pt x="66675" y="21706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211920" y="1777619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76200" y="76199"/>
                </a:moveTo>
                <a:lnTo>
                  <a:pt x="0" y="38099"/>
                </a:lnTo>
                <a:lnTo>
                  <a:pt x="76200" y="0"/>
                </a:lnTo>
                <a:lnTo>
                  <a:pt x="76200" y="28574"/>
                </a:lnTo>
                <a:lnTo>
                  <a:pt x="57150" y="28574"/>
                </a:lnTo>
                <a:lnTo>
                  <a:pt x="57150" y="47624"/>
                </a:lnTo>
                <a:lnTo>
                  <a:pt x="76200" y="47624"/>
                </a:lnTo>
                <a:lnTo>
                  <a:pt x="76200" y="76199"/>
                </a:lnTo>
                <a:close/>
              </a:path>
              <a:path w="533400" h="76200">
                <a:moveTo>
                  <a:pt x="76200" y="47624"/>
                </a:moveTo>
                <a:lnTo>
                  <a:pt x="57150" y="47624"/>
                </a:lnTo>
                <a:lnTo>
                  <a:pt x="57150" y="28574"/>
                </a:lnTo>
                <a:lnTo>
                  <a:pt x="76200" y="28574"/>
                </a:lnTo>
                <a:lnTo>
                  <a:pt x="76200" y="47624"/>
                </a:lnTo>
                <a:close/>
              </a:path>
              <a:path w="533400" h="76200">
                <a:moveTo>
                  <a:pt x="533400" y="47624"/>
                </a:moveTo>
                <a:lnTo>
                  <a:pt x="76200" y="47624"/>
                </a:lnTo>
                <a:lnTo>
                  <a:pt x="76200" y="28574"/>
                </a:lnTo>
                <a:lnTo>
                  <a:pt x="533400" y="28574"/>
                </a:lnTo>
                <a:lnTo>
                  <a:pt x="533400" y="476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252992" y="2833446"/>
            <a:ext cx="492759" cy="76200"/>
          </a:xfrm>
          <a:custGeom>
            <a:avLst/>
            <a:gdLst/>
            <a:ahLst/>
            <a:cxnLst/>
            <a:rect l="l" t="t" r="r" b="b"/>
            <a:pathLst>
              <a:path w="492760" h="76200">
                <a:moveTo>
                  <a:pt x="416128" y="76200"/>
                </a:moveTo>
                <a:lnTo>
                  <a:pt x="416128" y="0"/>
                </a:lnTo>
                <a:lnTo>
                  <a:pt x="473278" y="28575"/>
                </a:lnTo>
                <a:lnTo>
                  <a:pt x="435178" y="28575"/>
                </a:lnTo>
                <a:lnTo>
                  <a:pt x="435178" y="47625"/>
                </a:lnTo>
                <a:lnTo>
                  <a:pt x="473278" y="47625"/>
                </a:lnTo>
                <a:lnTo>
                  <a:pt x="416128" y="76200"/>
                </a:lnTo>
                <a:close/>
              </a:path>
              <a:path w="492760" h="76200">
                <a:moveTo>
                  <a:pt x="416128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416128" y="28575"/>
                </a:lnTo>
                <a:lnTo>
                  <a:pt x="416128" y="47625"/>
                </a:lnTo>
                <a:close/>
              </a:path>
              <a:path w="492760" h="76200">
                <a:moveTo>
                  <a:pt x="473278" y="47625"/>
                </a:moveTo>
                <a:lnTo>
                  <a:pt x="435178" y="47625"/>
                </a:lnTo>
                <a:lnTo>
                  <a:pt x="435178" y="28575"/>
                </a:lnTo>
                <a:lnTo>
                  <a:pt x="473278" y="28575"/>
                </a:lnTo>
                <a:lnTo>
                  <a:pt x="492328" y="38100"/>
                </a:lnTo>
                <a:lnTo>
                  <a:pt x="473278" y="476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661718" y="1777326"/>
            <a:ext cx="495071" cy="11030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401567" y="1830323"/>
            <a:ext cx="1603248" cy="1077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775911" y="2453982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华文楷体"/>
                <a:cs typeface="华文楷体"/>
              </a:rPr>
              <a:t>+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87633" y="1871319"/>
            <a:ext cx="971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华文楷体"/>
                <a:cs typeface="华文楷体"/>
              </a:rPr>
              <a:t>-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887823" y="2200046"/>
            <a:ext cx="76200" cy="263525"/>
          </a:xfrm>
          <a:custGeom>
            <a:avLst/>
            <a:gdLst/>
            <a:ahLst/>
            <a:cxnLst/>
            <a:rect l="l" t="t" r="r" b="b"/>
            <a:pathLst>
              <a:path w="76200" h="263525">
                <a:moveTo>
                  <a:pt x="0" y="76403"/>
                </a:moveTo>
                <a:lnTo>
                  <a:pt x="37706" y="0"/>
                </a:lnTo>
                <a:lnTo>
                  <a:pt x="66642" y="57137"/>
                </a:lnTo>
                <a:lnTo>
                  <a:pt x="41808" y="57137"/>
                </a:lnTo>
                <a:lnTo>
                  <a:pt x="34188" y="57175"/>
                </a:lnTo>
                <a:lnTo>
                  <a:pt x="34286" y="76226"/>
                </a:lnTo>
                <a:lnTo>
                  <a:pt x="0" y="76403"/>
                </a:lnTo>
                <a:close/>
              </a:path>
              <a:path w="76200" h="263525">
                <a:moveTo>
                  <a:pt x="34286" y="76226"/>
                </a:moveTo>
                <a:lnTo>
                  <a:pt x="34188" y="57175"/>
                </a:lnTo>
                <a:lnTo>
                  <a:pt x="41808" y="57137"/>
                </a:lnTo>
                <a:lnTo>
                  <a:pt x="41906" y="76186"/>
                </a:lnTo>
                <a:lnTo>
                  <a:pt x="34286" y="76226"/>
                </a:lnTo>
                <a:close/>
              </a:path>
              <a:path w="76200" h="263525">
                <a:moveTo>
                  <a:pt x="41906" y="76186"/>
                </a:moveTo>
                <a:lnTo>
                  <a:pt x="41808" y="57137"/>
                </a:lnTo>
                <a:lnTo>
                  <a:pt x="66642" y="57137"/>
                </a:lnTo>
                <a:lnTo>
                  <a:pt x="76200" y="76009"/>
                </a:lnTo>
                <a:lnTo>
                  <a:pt x="41906" y="76186"/>
                </a:lnTo>
                <a:close/>
              </a:path>
              <a:path w="76200" h="263525">
                <a:moveTo>
                  <a:pt x="35255" y="263359"/>
                </a:moveTo>
                <a:lnTo>
                  <a:pt x="34286" y="76226"/>
                </a:lnTo>
                <a:lnTo>
                  <a:pt x="41906" y="76186"/>
                </a:lnTo>
                <a:lnTo>
                  <a:pt x="42875" y="263321"/>
                </a:lnTo>
                <a:lnTo>
                  <a:pt x="35255" y="26335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793259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34289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4289" y="57150"/>
                </a:lnTo>
                <a:lnTo>
                  <a:pt x="34289" y="76200"/>
                </a:lnTo>
                <a:close/>
              </a:path>
              <a:path w="76200" h="274319">
                <a:moveTo>
                  <a:pt x="41909" y="274218"/>
                </a:moveTo>
                <a:lnTo>
                  <a:pt x="34289" y="274218"/>
                </a:lnTo>
                <a:lnTo>
                  <a:pt x="34289" y="57150"/>
                </a:lnTo>
                <a:lnTo>
                  <a:pt x="41909" y="57150"/>
                </a:lnTo>
                <a:lnTo>
                  <a:pt x="41909" y="274218"/>
                </a:lnTo>
                <a:close/>
              </a:path>
              <a:path w="76200" h="274319">
                <a:moveTo>
                  <a:pt x="76200" y="76200"/>
                </a:moveTo>
                <a:lnTo>
                  <a:pt x="41909" y="76200"/>
                </a:lnTo>
                <a:lnTo>
                  <a:pt x="41909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702771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34289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4289" y="57150"/>
                </a:lnTo>
                <a:lnTo>
                  <a:pt x="34289" y="76200"/>
                </a:lnTo>
                <a:close/>
              </a:path>
              <a:path w="76200" h="274319">
                <a:moveTo>
                  <a:pt x="41909" y="274218"/>
                </a:moveTo>
                <a:lnTo>
                  <a:pt x="34289" y="274218"/>
                </a:lnTo>
                <a:lnTo>
                  <a:pt x="34289" y="57150"/>
                </a:lnTo>
                <a:lnTo>
                  <a:pt x="41909" y="57150"/>
                </a:lnTo>
                <a:lnTo>
                  <a:pt x="41909" y="274218"/>
                </a:lnTo>
                <a:close/>
              </a:path>
              <a:path w="76200" h="274319">
                <a:moveTo>
                  <a:pt x="76200" y="76200"/>
                </a:moveTo>
                <a:lnTo>
                  <a:pt x="41909" y="76200"/>
                </a:lnTo>
                <a:lnTo>
                  <a:pt x="41909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612830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3429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4290" y="57150"/>
                </a:lnTo>
                <a:lnTo>
                  <a:pt x="34290" y="76200"/>
                </a:lnTo>
                <a:close/>
              </a:path>
              <a:path w="76200" h="274319">
                <a:moveTo>
                  <a:pt x="41910" y="274218"/>
                </a:moveTo>
                <a:lnTo>
                  <a:pt x="34290" y="274218"/>
                </a:lnTo>
                <a:lnTo>
                  <a:pt x="34290" y="57150"/>
                </a:lnTo>
                <a:lnTo>
                  <a:pt x="41910" y="57150"/>
                </a:lnTo>
                <a:lnTo>
                  <a:pt x="41910" y="274218"/>
                </a:lnTo>
                <a:close/>
              </a:path>
              <a:path w="76200" h="274319">
                <a:moveTo>
                  <a:pt x="76200" y="76200"/>
                </a:moveTo>
                <a:lnTo>
                  <a:pt x="41910" y="76200"/>
                </a:lnTo>
                <a:lnTo>
                  <a:pt x="4191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524184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34289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4289" y="57150"/>
                </a:lnTo>
                <a:lnTo>
                  <a:pt x="34289" y="76200"/>
                </a:lnTo>
                <a:close/>
              </a:path>
              <a:path w="76200" h="274319">
                <a:moveTo>
                  <a:pt x="41910" y="274218"/>
                </a:moveTo>
                <a:lnTo>
                  <a:pt x="34289" y="274218"/>
                </a:lnTo>
                <a:lnTo>
                  <a:pt x="34289" y="57150"/>
                </a:lnTo>
                <a:lnTo>
                  <a:pt x="41910" y="57150"/>
                </a:lnTo>
                <a:lnTo>
                  <a:pt x="41910" y="274218"/>
                </a:lnTo>
                <a:close/>
              </a:path>
              <a:path w="76200" h="274319">
                <a:moveTo>
                  <a:pt x="76200" y="76200"/>
                </a:moveTo>
                <a:lnTo>
                  <a:pt x="41910" y="76200"/>
                </a:lnTo>
                <a:lnTo>
                  <a:pt x="4191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949700" y="1777619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76200" y="76199"/>
                </a:moveTo>
                <a:lnTo>
                  <a:pt x="0" y="38099"/>
                </a:lnTo>
                <a:lnTo>
                  <a:pt x="76200" y="0"/>
                </a:lnTo>
                <a:lnTo>
                  <a:pt x="76200" y="28574"/>
                </a:lnTo>
                <a:lnTo>
                  <a:pt x="57150" y="28574"/>
                </a:lnTo>
                <a:lnTo>
                  <a:pt x="57150" y="47624"/>
                </a:lnTo>
                <a:lnTo>
                  <a:pt x="76200" y="47624"/>
                </a:lnTo>
                <a:lnTo>
                  <a:pt x="76200" y="76199"/>
                </a:lnTo>
                <a:close/>
              </a:path>
              <a:path w="533400" h="76200">
                <a:moveTo>
                  <a:pt x="76200" y="47624"/>
                </a:moveTo>
                <a:lnTo>
                  <a:pt x="57150" y="47624"/>
                </a:lnTo>
                <a:lnTo>
                  <a:pt x="57150" y="28574"/>
                </a:lnTo>
                <a:lnTo>
                  <a:pt x="76200" y="28574"/>
                </a:lnTo>
                <a:lnTo>
                  <a:pt x="76200" y="47624"/>
                </a:lnTo>
                <a:close/>
              </a:path>
              <a:path w="533400" h="76200">
                <a:moveTo>
                  <a:pt x="533400" y="47624"/>
                </a:moveTo>
                <a:lnTo>
                  <a:pt x="76200" y="47624"/>
                </a:lnTo>
                <a:lnTo>
                  <a:pt x="76200" y="28574"/>
                </a:lnTo>
                <a:lnTo>
                  <a:pt x="533400" y="28574"/>
                </a:lnTo>
                <a:lnTo>
                  <a:pt x="533400" y="476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990771" y="2833446"/>
            <a:ext cx="492759" cy="76200"/>
          </a:xfrm>
          <a:custGeom>
            <a:avLst/>
            <a:gdLst/>
            <a:ahLst/>
            <a:cxnLst/>
            <a:rect l="l" t="t" r="r" b="b"/>
            <a:pathLst>
              <a:path w="492760" h="76200">
                <a:moveTo>
                  <a:pt x="416128" y="76200"/>
                </a:moveTo>
                <a:lnTo>
                  <a:pt x="416128" y="0"/>
                </a:lnTo>
                <a:lnTo>
                  <a:pt x="473278" y="28575"/>
                </a:lnTo>
                <a:lnTo>
                  <a:pt x="435178" y="28575"/>
                </a:lnTo>
                <a:lnTo>
                  <a:pt x="435178" y="47625"/>
                </a:lnTo>
                <a:lnTo>
                  <a:pt x="473278" y="47625"/>
                </a:lnTo>
                <a:lnTo>
                  <a:pt x="416128" y="76200"/>
                </a:lnTo>
                <a:close/>
              </a:path>
              <a:path w="492760" h="76200">
                <a:moveTo>
                  <a:pt x="416128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416128" y="28575"/>
                </a:lnTo>
                <a:lnTo>
                  <a:pt x="416128" y="47625"/>
                </a:lnTo>
                <a:close/>
              </a:path>
              <a:path w="492760" h="76200">
                <a:moveTo>
                  <a:pt x="473278" y="47625"/>
                </a:moveTo>
                <a:lnTo>
                  <a:pt x="435178" y="47625"/>
                </a:lnTo>
                <a:lnTo>
                  <a:pt x="435178" y="28575"/>
                </a:lnTo>
                <a:lnTo>
                  <a:pt x="473278" y="28575"/>
                </a:lnTo>
                <a:lnTo>
                  <a:pt x="492328" y="38100"/>
                </a:lnTo>
                <a:lnTo>
                  <a:pt x="473278" y="476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399497" y="1777326"/>
            <a:ext cx="495084" cy="11030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177028" y="1830323"/>
            <a:ext cx="1603248" cy="1077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566966" y="2449144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华文楷体"/>
                <a:cs typeface="华文楷体"/>
              </a:rPr>
              <a:t>+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93382" y="1873668"/>
            <a:ext cx="971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华文楷体"/>
                <a:cs typeface="华文楷体"/>
              </a:rPr>
              <a:t>-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312103" y="2187714"/>
            <a:ext cx="76200" cy="276225"/>
          </a:xfrm>
          <a:custGeom>
            <a:avLst/>
            <a:gdLst/>
            <a:ahLst/>
            <a:cxnLst/>
            <a:rect l="l" t="t" r="r" b="b"/>
            <a:pathLst>
              <a:path w="76200" h="276225">
                <a:moveTo>
                  <a:pt x="34289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4289" y="57150"/>
                </a:lnTo>
                <a:lnTo>
                  <a:pt x="34289" y="76200"/>
                </a:lnTo>
                <a:close/>
              </a:path>
              <a:path w="76200" h="276225">
                <a:moveTo>
                  <a:pt x="41897" y="275678"/>
                </a:moveTo>
                <a:lnTo>
                  <a:pt x="34289" y="275678"/>
                </a:lnTo>
                <a:lnTo>
                  <a:pt x="34289" y="57150"/>
                </a:lnTo>
                <a:lnTo>
                  <a:pt x="41897" y="57150"/>
                </a:lnTo>
                <a:lnTo>
                  <a:pt x="41897" y="275678"/>
                </a:lnTo>
                <a:close/>
              </a:path>
              <a:path w="76200" h="276225">
                <a:moveTo>
                  <a:pt x="76200" y="76200"/>
                </a:moveTo>
                <a:lnTo>
                  <a:pt x="41897" y="76200"/>
                </a:lnTo>
                <a:lnTo>
                  <a:pt x="41897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397028" y="2187714"/>
            <a:ext cx="76200" cy="276225"/>
          </a:xfrm>
          <a:custGeom>
            <a:avLst/>
            <a:gdLst/>
            <a:ahLst/>
            <a:cxnLst/>
            <a:rect l="l" t="t" r="r" b="b"/>
            <a:pathLst>
              <a:path w="76200" h="276225">
                <a:moveTo>
                  <a:pt x="3429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4290" y="57150"/>
                </a:lnTo>
                <a:lnTo>
                  <a:pt x="34290" y="76200"/>
                </a:lnTo>
                <a:close/>
              </a:path>
              <a:path w="76200" h="276225">
                <a:moveTo>
                  <a:pt x="41910" y="275678"/>
                </a:moveTo>
                <a:lnTo>
                  <a:pt x="34290" y="275678"/>
                </a:lnTo>
                <a:lnTo>
                  <a:pt x="34290" y="57150"/>
                </a:lnTo>
                <a:lnTo>
                  <a:pt x="41910" y="57150"/>
                </a:lnTo>
                <a:lnTo>
                  <a:pt x="41910" y="275678"/>
                </a:lnTo>
                <a:close/>
              </a:path>
              <a:path w="76200" h="276225">
                <a:moveTo>
                  <a:pt x="76200" y="76200"/>
                </a:moveTo>
                <a:lnTo>
                  <a:pt x="41910" y="76200"/>
                </a:lnTo>
                <a:lnTo>
                  <a:pt x="4191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487515" y="2187714"/>
            <a:ext cx="76200" cy="276225"/>
          </a:xfrm>
          <a:custGeom>
            <a:avLst/>
            <a:gdLst/>
            <a:ahLst/>
            <a:cxnLst/>
            <a:rect l="l" t="t" r="r" b="b"/>
            <a:pathLst>
              <a:path w="76200" h="276225">
                <a:moveTo>
                  <a:pt x="3429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4290" y="57150"/>
                </a:lnTo>
                <a:lnTo>
                  <a:pt x="34290" y="76200"/>
                </a:lnTo>
                <a:close/>
              </a:path>
              <a:path w="76200" h="276225">
                <a:moveTo>
                  <a:pt x="41910" y="275678"/>
                </a:moveTo>
                <a:lnTo>
                  <a:pt x="34290" y="275678"/>
                </a:lnTo>
                <a:lnTo>
                  <a:pt x="34290" y="57150"/>
                </a:lnTo>
                <a:lnTo>
                  <a:pt x="41910" y="57150"/>
                </a:lnTo>
                <a:lnTo>
                  <a:pt x="41910" y="275678"/>
                </a:lnTo>
                <a:close/>
              </a:path>
              <a:path w="76200" h="276225">
                <a:moveTo>
                  <a:pt x="76200" y="76200"/>
                </a:moveTo>
                <a:lnTo>
                  <a:pt x="41910" y="76200"/>
                </a:lnTo>
                <a:lnTo>
                  <a:pt x="4191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583044" y="2194204"/>
            <a:ext cx="76200" cy="276225"/>
          </a:xfrm>
          <a:custGeom>
            <a:avLst/>
            <a:gdLst/>
            <a:ahLst/>
            <a:cxnLst/>
            <a:rect l="l" t="t" r="r" b="b"/>
            <a:pathLst>
              <a:path w="76200" h="276225">
                <a:moveTo>
                  <a:pt x="34289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4289" y="57150"/>
                </a:lnTo>
                <a:lnTo>
                  <a:pt x="34289" y="76200"/>
                </a:lnTo>
                <a:close/>
              </a:path>
              <a:path w="76200" h="276225">
                <a:moveTo>
                  <a:pt x="41909" y="275678"/>
                </a:moveTo>
                <a:lnTo>
                  <a:pt x="34289" y="275678"/>
                </a:lnTo>
                <a:lnTo>
                  <a:pt x="34289" y="57150"/>
                </a:lnTo>
                <a:lnTo>
                  <a:pt x="41909" y="57150"/>
                </a:lnTo>
                <a:lnTo>
                  <a:pt x="41909" y="275678"/>
                </a:lnTo>
                <a:close/>
              </a:path>
              <a:path w="76200" h="276225">
                <a:moveTo>
                  <a:pt x="76200" y="76200"/>
                </a:moveTo>
                <a:lnTo>
                  <a:pt x="41909" y="76200"/>
                </a:lnTo>
                <a:lnTo>
                  <a:pt x="41909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666115" y="2194204"/>
            <a:ext cx="76200" cy="276225"/>
          </a:xfrm>
          <a:custGeom>
            <a:avLst/>
            <a:gdLst/>
            <a:ahLst/>
            <a:cxnLst/>
            <a:rect l="l" t="t" r="r" b="b"/>
            <a:pathLst>
              <a:path w="76200" h="276225">
                <a:moveTo>
                  <a:pt x="3429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4290" y="57150"/>
                </a:lnTo>
                <a:lnTo>
                  <a:pt x="34290" y="76200"/>
                </a:lnTo>
                <a:close/>
              </a:path>
              <a:path w="76200" h="276225">
                <a:moveTo>
                  <a:pt x="41910" y="275678"/>
                </a:moveTo>
                <a:lnTo>
                  <a:pt x="34290" y="275678"/>
                </a:lnTo>
                <a:lnTo>
                  <a:pt x="34290" y="57150"/>
                </a:lnTo>
                <a:lnTo>
                  <a:pt x="41910" y="57150"/>
                </a:lnTo>
                <a:lnTo>
                  <a:pt x="41910" y="275678"/>
                </a:lnTo>
                <a:close/>
              </a:path>
              <a:path w="76200" h="276225">
                <a:moveTo>
                  <a:pt x="76200" y="76200"/>
                </a:moveTo>
                <a:lnTo>
                  <a:pt x="41910" y="76200"/>
                </a:lnTo>
                <a:lnTo>
                  <a:pt x="4191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756757" y="1777390"/>
            <a:ext cx="436880" cy="76200"/>
          </a:xfrm>
          <a:custGeom>
            <a:avLst/>
            <a:gdLst/>
            <a:ahLst/>
            <a:cxnLst/>
            <a:rect l="l" t="t" r="r" b="b"/>
            <a:pathLst>
              <a:path w="436879" h="76200">
                <a:moveTo>
                  <a:pt x="360159" y="76200"/>
                </a:moveTo>
                <a:lnTo>
                  <a:pt x="360159" y="0"/>
                </a:lnTo>
                <a:lnTo>
                  <a:pt x="417309" y="28575"/>
                </a:lnTo>
                <a:lnTo>
                  <a:pt x="379209" y="28575"/>
                </a:lnTo>
                <a:lnTo>
                  <a:pt x="379209" y="47625"/>
                </a:lnTo>
                <a:lnTo>
                  <a:pt x="417309" y="47625"/>
                </a:lnTo>
                <a:lnTo>
                  <a:pt x="360159" y="76200"/>
                </a:lnTo>
                <a:close/>
              </a:path>
              <a:path w="436879" h="76200">
                <a:moveTo>
                  <a:pt x="360159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360159" y="28575"/>
                </a:lnTo>
                <a:lnTo>
                  <a:pt x="360159" y="47625"/>
                </a:lnTo>
                <a:close/>
              </a:path>
              <a:path w="436879" h="76200">
                <a:moveTo>
                  <a:pt x="417309" y="47625"/>
                </a:moveTo>
                <a:lnTo>
                  <a:pt x="379209" y="47625"/>
                </a:lnTo>
                <a:lnTo>
                  <a:pt x="379209" y="28575"/>
                </a:lnTo>
                <a:lnTo>
                  <a:pt x="417309" y="28575"/>
                </a:lnTo>
                <a:lnTo>
                  <a:pt x="436359" y="38100"/>
                </a:lnTo>
                <a:lnTo>
                  <a:pt x="417309" y="476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718987" y="2821939"/>
            <a:ext cx="452120" cy="76200"/>
          </a:xfrm>
          <a:custGeom>
            <a:avLst/>
            <a:gdLst/>
            <a:ahLst/>
            <a:cxnLst/>
            <a:rect l="l" t="t" r="r" b="b"/>
            <a:pathLst>
              <a:path w="45212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28575"/>
                </a:lnTo>
                <a:lnTo>
                  <a:pt x="57150" y="28575"/>
                </a:lnTo>
                <a:lnTo>
                  <a:pt x="57150" y="47625"/>
                </a:lnTo>
                <a:lnTo>
                  <a:pt x="76200" y="47625"/>
                </a:lnTo>
                <a:lnTo>
                  <a:pt x="76200" y="76200"/>
                </a:lnTo>
                <a:close/>
              </a:path>
              <a:path w="452120" h="76200">
                <a:moveTo>
                  <a:pt x="76200" y="47625"/>
                </a:moveTo>
                <a:lnTo>
                  <a:pt x="57150" y="47625"/>
                </a:lnTo>
                <a:lnTo>
                  <a:pt x="57150" y="28575"/>
                </a:lnTo>
                <a:lnTo>
                  <a:pt x="76200" y="28575"/>
                </a:lnTo>
                <a:lnTo>
                  <a:pt x="76200" y="47625"/>
                </a:lnTo>
                <a:close/>
              </a:path>
              <a:path w="452120" h="76200">
                <a:moveTo>
                  <a:pt x="451573" y="47625"/>
                </a:moveTo>
                <a:lnTo>
                  <a:pt x="76200" y="47625"/>
                </a:lnTo>
                <a:lnTo>
                  <a:pt x="76200" y="28575"/>
                </a:lnTo>
                <a:lnTo>
                  <a:pt x="451573" y="28575"/>
                </a:lnTo>
                <a:lnTo>
                  <a:pt x="451573" y="476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48211" y="1781035"/>
            <a:ext cx="484454" cy="11063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8335454" y="1883168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华文楷体"/>
                <a:cs typeface="华文楷体"/>
              </a:rPr>
              <a:t>+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366962" y="2444026"/>
            <a:ext cx="971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华文楷体"/>
                <a:cs typeface="华文楷体"/>
              </a:rPr>
              <a:t>-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403399" y="2193772"/>
            <a:ext cx="76200" cy="274320"/>
          </a:xfrm>
          <a:custGeom>
            <a:avLst/>
            <a:gdLst/>
            <a:ahLst/>
            <a:cxnLst/>
            <a:rect l="l" t="t" r="r" b="b"/>
            <a:pathLst>
              <a:path w="76200" h="274319">
                <a:moveTo>
                  <a:pt x="41910" y="217068"/>
                </a:moveTo>
                <a:lnTo>
                  <a:pt x="34290" y="217068"/>
                </a:lnTo>
                <a:lnTo>
                  <a:pt x="34290" y="0"/>
                </a:lnTo>
                <a:lnTo>
                  <a:pt x="41910" y="0"/>
                </a:lnTo>
                <a:lnTo>
                  <a:pt x="41910" y="217068"/>
                </a:lnTo>
                <a:close/>
              </a:path>
              <a:path w="76200" h="274319">
                <a:moveTo>
                  <a:pt x="38100" y="274218"/>
                </a:moveTo>
                <a:lnTo>
                  <a:pt x="0" y="198018"/>
                </a:lnTo>
                <a:lnTo>
                  <a:pt x="34290" y="198018"/>
                </a:lnTo>
                <a:lnTo>
                  <a:pt x="34290" y="217068"/>
                </a:lnTo>
                <a:lnTo>
                  <a:pt x="66675" y="217068"/>
                </a:lnTo>
                <a:lnTo>
                  <a:pt x="38100" y="274218"/>
                </a:lnTo>
                <a:close/>
              </a:path>
              <a:path w="76200" h="274319">
                <a:moveTo>
                  <a:pt x="66675" y="217068"/>
                </a:moveTo>
                <a:lnTo>
                  <a:pt x="41910" y="217068"/>
                </a:lnTo>
                <a:lnTo>
                  <a:pt x="41910" y="198018"/>
                </a:lnTo>
                <a:lnTo>
                  <a:pt x="76200" y="198018"/>
                </a:lnTo>
                <a:lnTo>
                  <a:pt x="66675" y="21706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317356" y="2195487"/>
            <a:ext cx="76200" cy="274955"/>
          </a:xfrm>
          <a:custGeom>
            <a:avLst/>
            <a:gdLst/>
            <a:ahLst/>
            <a:cxnLst/>
            <a:rect l="l" t="t" r="r" b="b"/>
            <a:pathLst>
              <a:path w="76200" h="274955">
                <a:moveTo>
                  <a:pt x="41910" y="217246"/>
                </a:moveTo>
                <a:lnTo>
                  <a:pt x="34290" y="217246"/>
                </a:lnTo>
                <a:lnTo>
                  <a:pt x="34290" y="0"/>
                </a:lnTo>
                <a:lnTo>
                  <a:pt x="41910" y="0"/>
                </a:lnTo>
                <a:lnTo>
                  <a:pt x="41910" y="217246"/>
                </a:lnTo>
                <a:close/>
              </a:path>
              <a:path w="76200" h="274955">
                <a:moveTo>
                  <a:pt x="38100" y="274396"/>
                </a:moveTo>
                <a:lnTo>
                  <a:pt x="0" y="198196"/>
                </a:lnTo>
                <a:lnTo>
                  <a:pt x="34290" y="198196"/>
                </a:lnTo>
                <a:lnTo>
                  <a:pt x="34290" y="217246"/>
                </a:lnTo>
                <a:lnTo>
                  <a:pt x="66675" y="217246"/>
                </a:lnTo>
                <a:lnTo>
                  <a:pt x="38100" y="274396"/>
                </a:lnTo>
                <a:close/>
              </a:path>
              <a:path w="76200" h="274955">
                <a:moveTo>
                  <a:pt x="66675" y="217246"/>
                </a:moveTo>
                <a:lnTo>
                  <a:pt x="41910" y="217246"/>
                </a:lnTo>
                <a:lnTo>
                  <a:pt x="41910" y="198196"/>
                </a:lnTo>
                <a:lnTo>
                  <a:pt x="76200" y="198196"/>
                </a:lnTo>
                <a:lnTo>
                  <a:pt x="66675" y="21724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228139" y="2199944"/>
            <a:ext cx="76200" cy="270510"/>
          </a:xfrm>
          <a:custGeom>
            <a:avLst/>
            <a:gdLst/>
            <a:ahLst/>
            <a:cxnLst/>
            <a:rect l="l" t="t" r="r" b="b"/>
            <a:pathLst>
              <a:path w="76200" h="270510">
                <a:moveTo>
                  <a:pt x="41909" y="212788"/>
                </a:moveTo>
                <a:lnTo>
                  <a:pt x="34290" y="212788"/>
                </a:lnTo>
                <a:lnTo>
                  <a:pt x="34290" y="0"/>
                </a:lnTo>
                <a:lnTo>
                  <a:pt x="41909" y="0"/>
                </a:lnTo>
                <a:lnTo>
                  <a:pt x="41909" y="212788"/>
                </a:lnTo>
                <a:close/>
              </a:path>
              <a:path w="76200" h="270510">
                <a:moveTo>
                  <a:pt x="38100" y="269938"/>
                </a:moveTo>
                <a:lnTo>
                  <a:pt x="0" y="193738"/>
                </a:lnTo>
                <a:lnTo>
                  <a:pt x="34290" y="193738"/>
                </a:lnTo>
                <a:lnTo>
                  <a:pt x="34290" y="212788"/>
                </a:lnTo>
                <a:lnTo>
                  <a:pt x="66675" y="212788"/>
                </a:lnTo>
                <a:lnTo>
                  <a:pt x="38100" y="269938"/>
                </a:lnTo>
                <a:close/>
              </a:path>
              <a:path w="76200" h="270510">
                <a:moveTo>
                  <a:pt x="66675" y="212788"/>
                </a:moveTo>
                <a:lnTo>
                  <a:pt x="41909" y="212788"/>
                </a:lnTo>
                <a:lnTo>
                  <a:pt x="41909" y="193738"/>
                </a:lnTo>
                <a:lnTo>
                  <a:pt x="76200" y="193738"/>
                </a:lnTo>
                <a:lnTo>
                  <a:pt x="66675" y="21278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146440" y="2194204"/>
            <a:ext cx="76200" cy="269240"/>
          </a:xfrm>
          <a:custGeom>
            <a:avLst/>
            <a:gdLst/>
            <a:ahLst/>
            <a:cxnLst/>
            <a:rect l="l" t="t" r="r" b="b"/>
            <a:pathLst>
              <a:path w="76200" h="269239">
                <a:moveTo>
                  <a:pt x="41909" y="212039"/>
                </a:moveTo>
                <a:lnTo>
                  <a:pt x="34290" y="212039"/>
                </a:lnTo>
                <a:lnTo>
                  <a:pt x="34290" y="0"/>
                </a:lnTo>
                <a:lnTo>
                  <a:pt x="41909" y="0"/>
                </a:lnTo>
                <a:lnTo>
                  <a:pt x="41909" y="212039"/>
                </a:lnTo>
                <a:close/>
              </a:path>
              <a:path w="76200" h="269239">
                <a:moveTo>
                  <a:pt x="38100" y="269189"/>
                </a:moveTo>
                <a:lnTo>
                  <a:pt x="0" y="192989"/>
                </a:lnTo>
                <a:lnTo>
                  <a:pt x="34290" y="192989"/>
                </a:lnTo>
                <a:lnTo>
                  <a:pt x="34290" y="212039"/>
                </a:lnTo>
                <a:lnTo>
                  <a:pt x="66675" y="212039"/>
                </a:lnTo>
                <a:lnTo>
                  <a:pt x="38100" y="269189"/>
                </a:lnTo>
                <a:close/>
              </a:path>
              <a:path w="76200" h="269239">
                <a:moveTo>
                  <a:pt x="66675" y="212039"/>
                </a:moveTo>
                <a:lnTo>
                  <a:pt x="41909" y="212039"/>
                </a:lnTo>
                <a:lnTo>
                  <a:pt x="41909" y="192989"/>
                </a:lnTo>
                <a:lnTo>
                  <a:pt x="76200" y="192989"/>
                </a:lnTo>
                <a:lnTo>
                  <a:pt x="66675" y="21203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059216" y="2196210"/>
            <a:ext cx="76200" cy="267335"/>
          </a:xfrm>
          <a:custGeom>
            <a:avLst/>
            <a:gdLst/>
            <a:ahLst/>
            <a:cxnLst/>
            <a:rect l="l" t="t" r="r" b="b"/>
            <a:pathLst>
              <a:path w="76200" h="267335">
                <a:moveTo>
                  <a:pt x="41910" y="210032"/>
                </a:moveTo>
                <a:lnTo>
                  <a:pt x="34290" y="210032"/>
                </a:lnTo>
                <a:lnTo>
                  <a:pt x="34290" y="0"/>
                </a:lnTo>
                <a:lnTo>
                  <a:pt x="41910" y="0"/>
                </a:lnTo>
                <a:lnTo>
                  <a:pt x="41910" y="210032"/>
                </a:lnTo>
                <a:close/>
              </a:path>
              <a:path w="76200" h="267335">
                <a:moveTo>
                  <a:pt x="38100" y="267182"/>
                </a:moveTo>
                <a:lnTo>
                  <a:pt x="0" y="190982"/>
                </a:lnTo>
                <a:lnTo>
                  <a:pt x="34290" y="190982"/>
                </a:lnTo>
                <a:lnTo>
                  <a:pt x="34290" y="210032"/>
                </a:lnTo>
                <a:lnTo>
                  <a:pt x="66675" y="210032"/>
                </a:lnTo>
                <a:lnTo>
                  <a:pt x="38100" y="267182"/>
                </a:lnTo>
                <a:close/>
              </a:path>
              <a:path w="76200" h="267335">
                <a:moveTo>
                  <a:pt x="66675" y="210032"/>
                </a:moveTo>
                <a:lnTo>
                  <a:pt x="41910" y="210032"/>
                </a:lnTo>
                <a:lnTo>
                  <a:pt x="41910" y="190982"/>
                </a:lnTo>
                <a:lnTo>
                  <a:pt x="76200" y="190982"/>
                </a:lnTo>
                <a:lnTo>
                  <a:pt x="66675" y="21003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581353" y="1769389"/>
            <a:ext cx="521334" cy="76200"/>
          </a:xfrm>
          <a:custGeom>
            <a:avLst/>
            <a:gdLst/>
            <a:ahLst/>
            <a:cxnLst/>
            <a:rect l="l" t="t" r="r" b="b"/>
            <a:pathLst>
              <a:path w="521334" h="76200">
                <a:moveTo>
                  <a:pt x="445047" y="28570"/>
                </a:moveTo>
                <a:lnTo>
                  <a:pt x="445033" y="0"/>
                </a:lnTo>
                <a:lnTo>
                  <a:pt x="502224" y="28562"/>
                </a:lnTo>
                <a:lnTo>
                  <a:pt x="445047" y="28570"/>
                </a:lnTo>
                <a:close/>
              </a:path>
              <a:path w="521334" h="76200">
                <a:moveTo>
                  <a:pt x="445057" y="47620"/>
                </a:moveTo>
                <a:lnTo>
                  <a:pt x="445047" y="28570"/>
                </a:lnTo>
                <a:lnTo>
                  <a:pt x="464096" y="28562"/>
                </a:lnTo>
                <a:lnTo>
                  <a:pt x="464108" y="47612"/>
                </a:lnTo>
                <a:lnTo>
                  <a:pt x="445057" y="47620"/>
                </a:lnTo>
                <a:close/>
              </a:path>
              <a:path w="521334" h="76200">
                <a:moveTo>
                  <a:pt x="445071" y="76200"/>
                </a:moveTo>
                <a:lnTo>
                  <a:pt x="445057" y="47620"/>
                </a:lnTo>
                <a:lnTo>
                  <a:pt x="464108" y="47612"/>
                </a:lnTo>
                <a:lnTo>
                  <a:pt x="464096" y="28562"/>
                </a:lnTo>
                <a:lnTo>
                  <a:pt x="502241" y="28570"/>
                </a:lnTo>
                <a:lnTo>
                  <a:pt x="521246" y="38061"/>
                </a:lnTo>
                <a:lnTo>
                  <a:pt x="445071" y="76200"/>
                </a:lnTo>
                <a:close/>
              </a:path>
              <a:path w="521334" h="76200">
                <a:moveTo>
                  <a:pt x="12" y="47815"/>
                </a:moveTo>
                <a:lnTo>
                  <a:pt x="0" y="28765"/>
                </a:lnTo>
                <a:lnTo>
                  <a:pt x="445047" y="28570"/>
                </a:lnTo>
                <a:lnTo>
                  <a:pt x="445057" y="47620"/>
                </a:lnTo>
                <a:lnTo>
                  <a:pt x="12" y="478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581353" y="2820885"/>
            <a:ext cx="521334" cy="76200"/>
          </a:xfrm>
          <a:custGeom>
            <a:avLst/>
            <a:gdLst/>
            <a:ahLst/>
            <a:cxnLst/>
            <a:rect l="l" t="t" r="r" b="b"/>
            <a:pathLst>
              <a:path w="521334" h="76200">
                <a:moveTo>
                  <a:pt x="76111" y="76187"/>
                </a:moveTo>
                <a:lnTo>
                  <a:pt x="0" y="37909"/>
                </a:lnTo>
                <a:lnTo>
                  <a:pt x="76301" y="0"/>
                </a:lnTo>
                <a:lnTo>
                  <a:pt x="76230" y="28524"/>
                </a:lnTo>
                <a:lnTo>
                  <a:pt x="57175" y="28524"/>
                </a:lnTo>
                <a:lnTo>
                  <a:pt x="57137" y="47574"/>
                </a:lnTo>
                <a:lnTo>
                  <a:pt x="76182" y="47619"/>
                </a:lnTo>
                <a:lnTo>
                  <a:pt x="76111" y="76187"/>
                </a:lnTo>
                <a:close/>
              </a:path>
              <a:path w="521334" h="76200">
                <a:moveTo>
                  <a:pt x="76182" y="47619"/>
                </a:moveTo>
                <a:lnTo>
                  <a:pt x="57137" y="47574"/>
                </a:lnTo>
                <a:lnTo>
                  <a:pt x="57175" y="28524"/>
                </a:lnTo>
                <a:lnTo>
                  <a:pt x="76230" y="28569"/>
                </a:lnTo>
                <a:lnTo>
                  <a:pt x="76182" y="47619"/>
                </a:lnTo>
                <a:close/>
              </a:path>
              <a:path w="521334" h="76200">
                <a:moveTo>
                  <a:pt x="76230" y="28569"/>
                </a:moveTo>
                <a:lnTo>
                  <a:pt x="57175" y="28524"/>
                </a:lnTo>
                <a:lnTo>
                  <a:pt x="76230" y="28524"/>
                </a:lnTo>
                <a:close/>
              </a:path>
              <a:path w="521334" h="76200">
                <a:moveTo>
                  <a:pt x="521233" y="48679"/>
                </a:moveTo>
                <a:lnTo>
                  <a:pt x="76182" y="47619"/>
                </a:lnTo>
                <a:lnTo>
                  <a:pt x="76230" y="28569"/>
                </a:lnTo>
                <a:lnTo>
                  <a:pt x="521271" y="29629"/>
                </a:lnTo>
                <a:lnTo>
                  <a:pt x="521233" y="486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872681" y="1772450"/>
            <a:ext cx="526478" cy="11055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091689" y="1184795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放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829811" y="1184795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充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02515" y="1184795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放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370114" y="1184795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充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3185604" y="301024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80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185604" y="30635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80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185604" y="31169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80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185604" y="317026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80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185604" y="32236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185604" y="32769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185604" y="33302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185604" y="33836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185604" y="34369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185604" y="34903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185604" y="35436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185604" y="35969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185604" y="36503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185604" y="37036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185604" y="37570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185604" y="38103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185604" y="38636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185604" y="39170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185604" y="39703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185604" y="40237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185604" y="40770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185604" y="41303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185604" y="41837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185604" y="42370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185604" y="42904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185604" y="43437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185604" y="43970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185604" y="44504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185604" y="45037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185604" y="45571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185604" y="46104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185604" y="46637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185604" y="47171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185604" y="47704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185604" y="48238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185604" y="48771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185604" y="49304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3185604" y="49838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185604" y="50371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3185604" y="50905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3185604" y="51438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185604" y="51971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3185604" y="52505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3185604" y="53038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3185604" y="53572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3185604" y="54105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3185604" y="54638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3185604" y="55172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3185604" y="55705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3185604" y="56239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3185604" y="56772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3185604" y="57305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80"/>
                </a:moveTo>
                <a:lnTo>
                  <a:pt x="0" y="30480"/>
                </a:lnTo>
                <a:lnTo>
                  <a:pt x="0" y="0"/>
                </a:lnTo>
                <a:lnTo>
                  <a:pt x="7619" y="0"/>
                </a:lnTo>
                <a:lnTo>
                  <a:pt x="7619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185604" y="57839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185604" y="58372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19" h="30479">
                <a:moveTo>
                  <a:pt x="7619" y="30479"/>
                </a:moveTo>
                <a:lnTo>
                  <a:pt x="0" y="30479"/>
                </a:lnTo>
                <a:lnTo>
                  <a:pt x="0" y="0"/>
                </a:lnTo>
                <a:lnTo>
                  <a:pt x="7619" y="0"/>
                </a:lnTo>
                <a:lnTo>
                  <a:pt x="7619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185604" y="5890602"/>
            <a:ext cx="7620" cy="17780"/>
          </a:xfrm>
          <a:custGeom>
            <a:avLst/>
            <a:gdLst/>
            <a:ahLst/>
            <a:cxnLst/>
            <a:rect l="l" t="t" r="r" b="b"/>
            <a:pathLst>
              <a:path w="7619" h="17779">
                <a:moveTo>
                  <a:pt x="7619" y="17297"/>
                </a:moveTo>
                <a:lnTo>
                  <a:pt x="0" y="17297"/>
                </a:lnTo>
                <a:lnTo>
                  <a:pt x="0" y="0"/>
                </a:lnTo>
                <a:lnTo>
                  <a:pt x="7619" y="0"/>
                </a:lnTo>
                <a:lnTo>
                  <a:pt x="7619" y="1729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4978412" y="301024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978412" y="30635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978412" y="31169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978412" y="317026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4978412" y="32236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978412" y="32769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978412" y="33302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4978412" y="33836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4978412" y="34369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4978412" y="34903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978412" y="35436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4978412" y="35969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4978412" y="36503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4978412" y="37036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4978412" y="37570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4978412" y="38103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4978412" y="38636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4978412" y="39170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4978412" y="39703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4978412" y="40237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4978412" y="40770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4978412" y="41303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4978412" y="41837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4978412" y="42370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4978412" y="42904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4978412" y="43437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4978412" y="43970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4978412" y="44504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4978412" y="45037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4978412" y="45571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4978412" y="46104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4978412" y="46637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4978412" y="47171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4978412" y="47704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4978412" y="48238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4978412" y="48771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4978412" y="49304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4978412" y="49838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4978412" y="50371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4978412" y="50905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4978412" y="51438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4978412" y="51971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4978412" y="52505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4978412" y="53038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4978412" y="53572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4978412" y="54105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4978412" y="54638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4978412" y="55172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4978412" y="55705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4978412" y="56239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4978412" y="56772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4978412" y="57305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4978412" y="57839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4978412" y="58372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4978412" y="5890602"/>
            <a:ext cx="7620" cy="17780"/>
          </a:xfrm>
          <a:custGeom>
            <a:avLst/>
            <a:gdLst/>
            <a:ahLst/>
            <a:cxnLst/>
            <a:rect l="l" t="t" r="r" b="b"/>
            <a:pathLst>
              <a:path w="7620" h="17779">
                <a:moveTo>
                  <a:pt x="7620" y="17297"/>
                </a:moveTo>
                <a:lnTo>
                  <a:pt x="0" y="17297"/>
                </a:lnTo>
                <a:lnTo>
                  <a:pt x="0" y="0"/>
                </a:lnTo>
                <a:lnTo>
                  <a:pt x="7620" y="0"/>
                </a:lnTo>
                <a:lnTo>
                  <a:pt x="7620" y="1729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6771233" y="301024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6771233" y="30635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6771233" y="31169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6771233" y="317026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6771233" y="32236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6771233" y="32769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6771233" y="33302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6771233" y="33836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6771233" y="34369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6771233" y="34903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6771233" y="35436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6771233" y="35969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6771233" y="36503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6771233" y="37036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6771233" y="37570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6771233" y="38103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6771233" y="38636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6771233" y="39170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6771233" y="39703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6771233" y="40237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6771233" y="40770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6771233" y="41303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6771233" y="41837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6771233" y="42370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6771233" y="42904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6771233" y="43437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6771233" y="43970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6771233" y="44504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6771233" y="45037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6771233" y="45571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6771233" y="46104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6771233" y="46637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6771233" y="47171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6771233" y="47704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6771233" y="48238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6771233" y="48771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6771233" y="49304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6771233" y="49838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6771233" y="50371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6771233" y="50905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6771233" y="51438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6771233" y="51971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6771233" y="52505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6771233" y="53038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6771233" y="53572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6771233" y="54105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6771233" y="54638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6771233" y="55172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6771233" y="55705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6771233" y="56239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6771233" y="56772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6771233" y="57305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6771233" y="57839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6771233" y="58372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6771233" y="5890602"/>
            <a:ext cx="7620" cy="17780"/>
          </a:xfrm>
          <a:custGeom>
            <a:avLst/>
            <a:gdLst/>
            <a:ahLst/>
            <a:cxnLst/>
            <a:rect l="l" t="t" r="r" b="b"/>
            <a:pathLst>
              <a:path w="7620" h="17779">
                <a:moveTo>
                  <a:pt x="7620" y="17297"/>
                </a:moveTo>
                <a:lnTo>
                  <a:pt x="0" y="17297"/>
                </a:lnTo>
                <a:lnTo>
                  <a:pt x="0" y="0"/>
                </a:lnTo>
                <a:lnTo>
                  <a:pt x="7620" y="0"/>
                </a:lnTo>
                <a:lnTo>
                  <a:pt x="7620" y="1729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8533904" y="301024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8533904" y="30635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8533904" y="31169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8533904" y="317026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80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8533904" y="32236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8533904" y="32769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8533904" y="33302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8533904" y="33836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8533904" y="34369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8533904" y="34903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8533904" y="35436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8533904" y="35969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8533904" y="36503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8533904" y="37036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8533904" y="37570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8533904" y="38103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8533904" y="38636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8533904" y="39170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8533904" y="39703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8533904" y="40237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8533904" y="40770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8533904" y="41303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8533904" y="41837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8533904" y="42370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8533904" y="42904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8533904" y="43437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8533904" y="43970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8533904" y="44504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8533904" y="45037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8533904" y="45571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8533904" y="46104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8533904" y="46637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8533904" y="47171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8533904" y="47704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8533904" y="48238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8533904" y="48771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8533904" y="49304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8533904" y="49838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8533904" y="50371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8533904" y="50905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8533904" y="51438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8533904" y="51971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8533904" y="52505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8533904" y="53038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8533904" y="53572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8533904" y="54105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8533904" y="54638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8533904" y="55172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8533904" y="55705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8533904" y="562390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8533904" y="567724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8533904" y="573058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80"/>
                </a:moveTo>
                <a:lnTo>
                  <a:pt x="0" y="30480"/>
                </a:lnTo>
                <a:lnTo>
                  <a:pt x="0" y="0"/>
                </a:lnTo>
                <a:lnTo>
                  <a:pt x="7620" y="0"/>
                </a:lnTo>
                <a:lnTo>
                  <a:pt x="7620" y="3048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8533904" y="5783922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8533904" y="5837263"/>
            <a:ext cx="7620" cy="30480"/>
          </a:xfrm>
          <a:custGeom>
            <a:avLst/>
            <a:gdLst/>
            <a:ahLst/>
            <a:cxnLst/>
            <a:rect l="l" t="t" r="r" b="b"/>
            <a:pathLst>
              <a:path w="7620" h="30479">
                <a:moveTo>
                  <a:pt x="7620" y="30479"/>
                </a:moveTo>
                <a:lnTo>
                  <a:pt x="0" y="30479"/>
                </a:lnTo>
                <a:lnTo>
                  <a:pt x="0" y="0"/>
                </a:lnTo>
                <a:lnTo>
                  <a:pt x="7620" y="0"/>
                </a:lnTo>
                <a:lnTo>
                  <a:pt x="7620" y="3047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8533904" y="5890602"/>
            <a:ext cx="7620" cy="17780"/>
          </a:xfrm>
          <a:custGeom>
            <a:avLst/>
            <a:gdLst/>
            <a:ahLst/>
            <a:cxnLst/>
            <a:rect l="l" t="t" r="r" b="b"/>
            <a:pathLst>
              <a:path w="7620" h="17779">
                <a:moveTo>
                  <a:pt x="7620" y="17297"/>
                </a:moveTo>
                <a:lnTo>
                  <a:pt x="0" y="17297"/>
                </a:lnTo>
                <a:lnTo>
                  <a:pt x="0" y="0"/>
                </a:lnTo>
                <a:lnTo>
                  <a:pt x="7620" y="0"/>
                </a:lnTo>
                <a:lnTo>
                  <a:pt x="7620" y="1729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 txBox="1"/>
          <p:nvPr/>
        </p:nvSpPr>
        <p:spPr>
          <a:xfrm>
            <a:off x="1123817" y="3005211"/>
            <a:ext cx="173355" cy="3136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850" spc="-15" b="1" i="1">
                <a:solidFill>
                  <a:srgbClr val="FF0000"/>
                </a:solidFill>
                <a:latin typeface="华文楷体"/>
                <a:cs typeface="华文楷体"/>
              </a:rPr>
              <a:t>i</a:t>
            </a:r>
            <a:endParaRPr sz="185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33804"/>
            <a:ext cx="7976870" cy="85725"/>
          </a:xfrm>
          <a:custGeom>
            <a:avLst/>
            <a:gdLst/>
            <a:ahLst/>
            <a:cxnLst/>
            <a:rect l="l" t="t" r="r" b="b"/>
            <a:pathLst>
              <a:path w="7976870" h="85725">
                <a:moveTo>
                  <a:pt x="7890967" y="85724"/>
                </a:moveTo>
                <a:lnTo>
                  <a:pt x="7890967" y="0"/>
                </a:lnTo>
                <a:lnTo>
                  <a:pt x="7948117" y="28574"/>
                </a:lnTo>
                <a:lnTo>
                  <a:pt x="7912404" y="28574"/>
                </a:lnTo>
                <a:lnTo>
                  <a:pt x="7912404" y="57149"/>
                </a:lnTo>
                <a:lnTo>
                  <a:pt x="7948117" y="57149"/>
                </a:lnTo>
                <a:lnTo>
                  <a:pt x="7890967" y="85724"/>
                </a:lnTo>
                <a:close/>
              </a:path>
              <a:path w="7976870" h="85725">
                <a:moveTo>
                  <a:pt x="7890967" y="57149"/>
                </a:moveTo>
                <a:lnTo>
                  <a:pt x="0" y="57149"/>
                </a:lnTo>
                <a:lnTo>
                  <a:pt x="0" y="28574"/>
                </a:lnTo>
                <a:lnTo>
                  <a:pt x="7890967" y="28574"/>
                </a:lnTo>
                <a:lnTo>
                  <a:pt x="7890967" y="57149"/>
                </a:lnTo>
                <a:close/>
              </a:path>
              <a:path w="7976870" h="85725">
                <a:moveTo>
                  <a:pt x="7948117" y="57149"/>
                </a:moveTo>
                <a:lnTo>
                  <a:pt x="7912404" y="57149"/>
                </a:lnTo>
                <a:lnTo>
                  <a:pt x="7912404" y="28574"/>
                </a:lnTo>
                <a:lnTo>
                  <a:pt x="7948117" y="28574"/>
                </a:lnTo>
                <a:lnTo>
                  <a:pt x="7976692" y="42862"/>
                </a:lnTo>
                <a:lnTo>
                  <a:pt x="7948117" y="571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6529" y="803097"/>
            <a:ext cx="7190308" cy="1351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72034" y="701027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338" y="146103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62303" y="1423657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2921215"/>
            <a:ext cx="7976870" cy="85725"/>
          </a:xfrm>
          <a:custGeom>
            <a:avLst/>
            <a:gdLst/>
            <a:ahLst/>
            <a:cxnLst/>
            <a:rect l="l" t="t" r="r" b="b"/>
            <a:pathLst>
              <a:path w="7976870" h="85725">
                <a:moveTo>
                  <a:pt x="7890967" y="28572"/>
                </a:moveTo>
                <a:lnTo>
                  <a:pt x="7890954" y="0"/>
                </a:lnTo>
                <a:lnTo>
                  <a:pt x="7948138" y="28562"/>
                </a:lnTo>
                <a:lnTo>
                  <a:pt x="7890967" y="28572"/>
                </a:lnTo>
                <a:close/>
              </a:path>
              <a:path w="7976870" h="85725">
                <a:moveTo>
                  <a:pt x="7890979" y="57147"/>
                </a:moveTo>
                <a:lnTo>
                  <a:pt x="7890967" y="28572"/>
                </a:lnTo>
                <a:lnTo>
                  <a:pt x="7912392" y="28562"/>
                </a:lnTo>
                <a:lnTo>
                  <a:pt x="7912404" y="57137"/>
                </a:lnTo>
                <a:lnTo>
                  <a:pt x="7890979" y="57147"/>
                </a:lnTo>
                <a:close/>
              </a:path>
              <a:path w="7976870" h="85725">
                <a:moveTo>
                  <a:pt x="7890992" y="85725"/>
                </a:moveTo>
                <a:lnTo>
                  <a:pt x="7890979" y="57147"/>
                </a:lnTo>
                <a:lnTo>
                  <a:pt x="7912404" y="57137"/>
                </a:lnTo>
                <a:lnTo>
                  <a:pt x="7912392" y="28562"/>
                </a:lnTo>
                <a:lnTo>
                  <a:pt x="7948158" y="28572"/>
                </a:lnTo>
                <a:lnTo>
                  <a:pt x="7976692" y="42824"/>
                </a:lnTo>
                <a:lnTo>
                  <a:pt x="7890992" y="85725"/>
                </a:lnTo>
                <a:close/>
              </a:path>
              <a:path w="7976870" h="85725">
                <a:moveTo>
                  <a:pt x="0" y="60754"/>
                </a:moveTo>
                <a:lnTo>
                  <a:pt x="0" y="32179"/>
                </a:lnTo>
                <a:lnTo>
                  <a:pt x="7890967" y="28572"/>
                </a:lnTo>
                <a:lnTo>
                  <a:pt x="7890979" y="57147"/>
                </a:lnTo>
                <a:lnTo>
                  <a:pt x="0" y="6075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6529" y="2224773"/>
            <a:ext cx="85725" cy="1421130"/>
          </a:xfrm>
          <a:custGeom>
            <a:avLst/>
            <a:gdLst/>
            <a:ahLst/>
            <a:cxnLst/>
            <a:rect l="l" t="t" r="r" b="b"/>
            <a:pathLst>
              <a:path w="85725" h="1421129">
                <a:moveTo>
                  <a:pt x="28574" y="85725"/>
                </a:moveTo>
                <a:lnTo>
                  <a:pt x="0" y="85725"/>
                </a:lnTo>
                <a:lnTo>
                  <a:pt x="42862" y="0"/>
                </a:lnTo>
                <a:lnTo>
                  <a:pt x="75012" y="64300"/>
                </a:lnTo>
                <a:lnTo>
                  <a:pt x="28574" y="64300"/>
                </a:lnTo>
                <a:lnTo>
                  <a:pt x="28574" y="85725"/>
                </a:lnTo>
                <a:close/>
              </a:path>
              <a:path w="85725" h="1421129">
                <a:moveTo>
                  <a:pt x="57149" y="1421104"/>
                </a:moveTo>
                <a:lnTo>
                  <a:pt x="28574" y="1421104"/>
                </a:lnTo>
                <a:lnTo>
                  <a:pt x="28574" y="64300"/>
                </a:lnTo>
                <a:lnTo>
                  <a:pt x="57149" y="64300"/>
                </a:lnTo>
                <a:lnTo>
                  <a:pt x="57149" y="1421104"/>
                </a:lnTo>
                <a:close/>
              </a:path>
              <a:path w="85725" h="1421129">
                <a:moveTo>
                  <a:pt x="85724" y="85725"/>
                </a:moveTo>
                <a:lnTo>
                  <a:pt x="57149" y="85725"/>
                </a:lnTo>
                <a:lnTo>
                  <a:pt x="57149" y="64300"/>
                </a:lnTo>
                <a:lnTo>
                  <a:pt x="75012" y="64300"/>
                </a:lnTo>
                <a:lnTo>
                  <a:pt x="85724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85508" y="2056676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1858" y="2880245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29426" y="2951619"/>
            <a:ext cx="1800860" cy="638175"/>
          </a:xfrm>
          <a:custGeom>
            <a:avLst/>
            <a:gdLst/>
            <a:ahLst/>
            <a:cxnLst/>
            <a:rect l="l" t="t" r="r" b="b"/>
            <a:pathLst>
              <a:path w="1800859" h="638175">
                <a:moveTo>
                  <a:pt x="1765711" y="46939"/>
                </a:moveTo>
                <a:lnTo>
                  <a:pt x="1713864" y="46939"/>
                </a:lnTo>
                <a:lnTo>
                  <a:pt x="1784934" y="0"/>
                </a:lnTo>
                <a:lnTo>
                  <a:pt x="1800682" y="23850"/>
                </a:lnTo>
                <a:lnTo>
                  <a:pt x="1765711" y="46939"/>
                </a:lnTo>
                <a:close/>
              </a:path>
              <a:path w="1800859" h="638175">
                <a:moveTo>
                  <a:pt x="1695017" y="93408"/>
                </a:moveTo>
                <a:lnTo>
                  <a:pt x="1642821" y="93408"/>
                </a:lnTo>
                <a:lnTo>
                  <a:pt x="1713915" y="46901"/>
                </a:lnTo>
                <a:lnTo>
                  <a:pt x="1765711" y="46939"/>
                </a:lnTo>
                <a:lnTo>
                  <a:pt x="1695017" y="93408"/>
                </a:lnTo>
                <a:close/>
              </a:path>
              <a:path w="1800859" h="638175">
                <a:moveTo>
                  <a:pt x="1659982" y="116331"/>
                </a:moveTo>
                <a:lnTo>
                  <a:pt x="1607311" y="116331"/>
                </a:lnTo>
                <a:lnTo>
                  <a:pt x="1642897" y="93357"/>
                </a:lnTo>
                <a:lnTo>
                  <a:pt x="1695017" y="93408"/>
                </a:lnTo>
                <a:lnTo>
                  <a:pt x="1659982" y="116331"/>
                </a:lnTo>
                <a:close/>
              </a:path>
              <a:path w="1800859" h="638175">
                <a:moveTo>
                  <a:pt x="1624905" y="138988"/>
                </a:moveTo>
                <a:lnTo>
                  <a:pt x="1571790" y="138988"/>
                </a:lnTo>
                <a:lnTo>
                  <a:pt x="1607388" y="116281"/>
                </a:lnTo>
                <a:lnTo>
                  <a:pt x="1659982" y="116331"/>
                </a:lnTo>
                <a:lnTo>
                  <a:pt x="1624905" y="138988"/>
                </a:lnTo>
                <a:close/>
              </a:path>
              <a:path w="1800859" h="638175">
                <a:moveTo>
                  <a:pt x="1589906" y="161328"/>
                </a:moveTo>
                <a:lnTo>
                  <a:pt x="1536255" y="161328"/>
                </a:lnTo>
                <a:lnTo>
                  <a:pt x="1571866" y="138937"/>
                </a:lnTo>
                <a:lnTo>
                  <a:pt x="1624905" y="138988"/>
                </a:lnTo>
                <a:lnTo>
                  <a:pt x="1589906" y="161328"/>
                </a:lnTo>
                <a:close/>
              </a:path>
              <a:path w="1800859" h="638175">
                <a:moveTo>
                  <a:pt x="1485520" y="225869"/>
                </a:moveTo>
                <a:lnTo>
                  <a:pt x="1429524" y="225869"/>
                </a:lnTo>
                <a:lnTo>
                  <a:pt x="1429677" y="225780"/>
                </a:lnTo>
                <a:lnTo>
                  <a:pt x="1465249" y="204749"/>
                </a:lnTo>
                <a:lnTo>
                  <a:pt x="1500809" y="183222"/>
                </a:lnTo>
                <a:lnTo>
                  <a:pt x="1536344" y="161264"/>
                </a:lnTo>
                <a:lnTo>
                  <a:pt x="1589906" y="161328"/>
                </a:lnTo>
                <a:lnTo>
                  <a:pt x="1551406" y="185546"/>
                </a:lnTo>
                <a:lnTo>
                  <a:pt x="1515656" y="207632"/>
                </a:lnTo>
                <a:lnTo>
                  <a:pt x="1485520" y="225869"/>
                </a:lnTo>
                <a:close/>
              </a:path>
              <a:path w="1800859" h="638175">
                <a:moveTo>
                  <a:pt x="1500695" y="183286"/>
                </a:moveTo>
                <a:close/>
              </a:path>
              <a:path w="1800859" h="638175">
                <a:moveTo>
                  <a:pt x="1465122" y="204812"/>
                </a:moveTo>
                <a:close/>
              </a:path>
              <a:path w="1800859" h="638175">
                <a:moveTo>
                  <a:pt x="1429598" y="225825"/>
                </a:moveTo>
                <a:close/>
              </a:path>
              <a:path w="1800859" h="638175">
                <a:moveTo>
                  <a:pt x="1450979" y="246380"/>
                </a:moveTo>
                <a:lnTo>
                  <a:pt x="1393913" y="246380"/>
                </a:lnTo>
                <a:lnTo>
                  <a:pt x="1429598" y="225825"/>
                </a:lnTo>
                <a:lnTo>
                  <a:pt x="1485520" y="225869"/>
                </a:lnTo>
                <a:lnTo>
                  <a:pt x="1479854" y="229298"/>
                </a:lnTo>
                <a:lnTo>
                  <a:pt x="1450979" y="246380"/>
                </a:lnTo>
                <a:close/>
              </a:path>
              <a:path w="1800859" h="638175">
                <a:moveTo>
                  <a:pt x="1416563" y="266319"/>
                </a:moveTo>
                <a:lnTo>
                  <a:pt x="1358264" y="266319"/>
                </a:lnTo>
                <a:lnTo>
                  <a:pt x="1394066" y="246291"/>
                </a:lnTo>
                <a:lnTo>
                  <a:pt x="1393913" y="246380"/>
                </a:lnTo>
                <a:lnTo>
                  <a:pt x="1450979" y="246380"/>
                </a:lnTo>
                <a:lnTo>
                  <a:pt x="1444002" y="250507"/>
                </a:lnTo>
                <a:lnTo>
                  <a:pt x="1416563" y="266319"/>
                </a:lnTo>
                <a:close/>
              </a:path>
              <a:path w="1800859" h="638175">
                <a:moveTo>
                  <a:pt x="1348297" y="304190"/>
                </a:moveTo>
                <a:lnTo>
                  <a:pt x="1286916" y="304190"/>
                </a:lnTo>
                <a:lnTo>
                  <a:pt x="1304874" y="294919"/>
                </a:lnTo>
                <a:lnTo>
                  <a:pt x="1322730" y="285534"/>
                </a:lnTo>
                <a:lnTo>
                  <a:pt x="1358442" y="266217"/>
                </a:lnTo>
                <a:lnTo>
                  <a:pt x="1358264" y="266319"/>
                </a:lnTo>
                <a:lnTo>
                  <a:pt x="1416563" y="266319"/>
                </a:lnTo>
                <a:lnTo>
                  <a:pt x="1408099" y="271195"/>
                </a:lnTo>
                <a:lnTo>
                  <a:pt x="1372120" y="291312"/>
                </a:lnTo>
                <a:lnTo>
                  <a:pt x="1348297" y="304190"/>
                </a:lnTo>
                <a:close/>
              </a:path>
              <a:path w="1800859" h="638175">
                <a:moveTo>
                  <a:pt x="1322577" y="285610"/>
                </a:moveTo>
                <a:lnTo>
                  <a:pt x="1322718" y="285534"/>
                </a:lnTo>
                <a:lnTo>
                  <a:pt x="1322577" y="285610"/>
                </a:lnTo>
                <a:close/>
              </a:path>
              <a:path w="1800859" h="638175">
                <a:moveTo>
                  <a:pt x="1304772" y="294970"/>
                </a:moveTo>
                <a:close/>
              </a:path>
              <a:path w="1800859" h="638175">
                <a:moveTo>
                  <a:pt x="1314629" y="322046"/>
                </a:moveTo>
                <a:lnTo>
                  <a:pt x="1251165" y="322046"/>
                </a:lnTo>
                <a:lnTo>
                  <a:pt x="1269161" y="313156"/>
                </a:lnTo>
                <a:lnTo>
                  <a:pt x="1287018" y="304126"/>
                </a:lnTo>
                <a:lnTo>
                  <a:pt x="1348297" y="304190"/>
                </a:lnTo>
                <a:lnTo>
                  <a:pt x="1336103" y="310781"/>
                </a:lnTo>
                <a:lnTo>
                  <a:pt x="1318031" y="320293"/>
                </a:lnTo>
                <a:lnTo>
                  <a:pt x="1314629" y="322046"/>
                </a:lnTo>
                <a:close/>
              </a:path>
              <a:path w="1800859" h="638175">
                <a:moveTo>
                  <a:pt x="1269047" y="313207"/>
                </a:moveTo>
                <a:close/>
              </a:path>
              <a:path w="1800859" h="638175">
                <a:moveTo>
                  <a:pt x="1297824" y="330682"/>
                </a:moveTo>
                <a:lnTo>
                  <a:pt x="1233271" y="330682"/>
                </a:lnTo>
                <a:lnTo>
                  <a:pt x="1251280" y="321983"/>
                </a:lnTo>
                <a:lnTo>
                  <a:pt x="1314629" y="322046"/>
                </a:lnTo>
                <a:lnTo>
                  <a:pt x="1297824" y="330682"/>
                </a:lnTo>
                <a:close/>
              </a:path>
              <a:path w="1800859" h="638175">
                <a:moveTo>
                  <a:pt x="1247655" y="355460"/>
                </a:moveTo>
                <a:lnTo>
                  <a:pt x="1179322" y="355460"/>
                </a:lnTo>
                <a:lnTo>
                  <a:pt x="1197521" y="347306"/>
                </a:lnTo>
                <a:lnTo>
                  <a:pt x="1215504" y="339051"/>
                </a:lnTo>
                <a:lnTo>
                  <a:pt x="1233398" y="330619"/>
                </a:lnTo>
                <a:lnTo>
                  <a:pt x="1297824" y="330682"/>
                </a:lnTo>
                <a:lnTo>
                  <a:pt x="1281154" y="339102"/>
                </a:lnTo>
                <a:lnTo>
                  <a:pt x="1263764" y="347687"/>
                </a:lnTo>
                <a:lnTo>
                  <a:pt x="1247655" y="355460"/>
                </a:lnTo>
                <a:close/>
              </a:path>
              <a:path w="1800859" h="638175">
                <a:moveTo>
                  <a:pt x="1215377" y="339102"/>
                </a:moveTo>
                <a:close/>
              </a:path>
              <a:path w="1800859" h="638175">
                <a:moveTo>
                  <a:pt x="1197406" y="347357"/>
                </a:moveTo>
                <a:close/>
              </a:path>
              <a:path w="1800859" h="638175">
                <a:moveTo>
                  <a:pt x="1179398" y="355425"/>
                </a:moveTo>
                <a:close/>
              </a:path>
              <a:path w="1800859" h="638175">
                <a:moveTo>
                  <a:pt x="1230824" y="363410"/>
                </a:moveTo>
                <a:lnTo>
                  <a:pt x="1161135" y="363410"/>
                </a:lnTo>
                <a:lnTo>
                  <a:pt x="1179398" y="355425"/>
                </a:lnTo>
                <a:lnTo>
                  <a:pt x="1247655" y="355460"/>
                </a:lnTo>
                <a:lnTo>
                  <a:pt x="1245628" y="356438"/>
                </a:lnTo>
                <a:lnTo>
                  <a:pt x="1230824" y="363410"/>
                </a:lnTo>
                <a:close/>
              </a:path>
              <a:path w="1800859" h="638175">
                <a:moveTo>
                  <a:pt x="1213939" y="371208"/>
                </a:moveTo>
                <a:lnTo>
                  <a:pt x="1142847" y="371208"/>
                </a:lnTo>
                <a:lnTo>
                  <a:pt x="1161249" y="363359"/>
                </a:lnTo>
                <a:lnTo>
                  <a:pt x="1230824" y="363410"/>
                </a:lnTo>
                <a:lnTo>
                  <a:pt x="1227480" y="364985"/>
                </a:lnTo>
                <a:lnTo>
                  <a:pt x="1213939" y="371208"/>
                </a:lnTo>
                <a:close/>
              </a:path>
              <a:path w="1800859" h="638175">
                <a:moveTo>
                  <a:pt x="1196956" y="378866"/>
                </a:moveTo>
                <a:lnTo>
                  <a:pt x="1124483" y="378866"/>
                </a:lnTo>
                <a:lnTo>
                  <a:pt x="1142961" y="371157"/>
                </a:lnTo>
                <a:lnTo>
                  <a:pt x="1213939" y="371208"/>
                </a:lnTo>
                <a:lnTo>
                  <a:pt x="1209268" y="373354"/>
                </a:lnTo>
                <a:lnTo>
                  <a:pt x="1196956" y="378866"/>
                </a:lnTo>
                <a:close/>
              </a:path>
              <a:path w="1800859" h="638175">
                <a:moveTo>
                  <a:pt x="1179926" y="386372"/>
                </a:moveTo>
                <a:lnTo>
                  <a:pt x="1106043" y="386372"/>
                </a:lnTo>
                <a:lnTo>
                  <a:pt x="1124584" y="378815"/>
                </a:lnTo>
                <a:lnTo>
                  <a:pt x="1196956" y="378866"/>
                </a:lnTo>
                <a:lnTo>
                  <a:pt x="1190942" y="381558"/>
                </a:lnTo>
                <a:lnTo>
                  <a:pt x="1179926" y="386372"/>
                </a:lnTo>
                <a:close/>
              </a:path>
              <a:path w="1800859" h="638175">
                <a:moveTo>
                  <a:pt x="1145689" y="400977"/>
                </a:moveTo>
                <a:lnTo>
                  <a:pt x="1068933" y="400977"/>
                </a:lnTo>
                <a:lnTo>
                  <a:pt x="1106195" y="386308"/>
                </a:lnTo>
                <a:lnTo>
                  <a:pt x="1106043" y="386372"/>
                </a:lnTo>
                <a:lnTo>
                  <a:pt x="1179926" y="386372"/>
                </a:lnTo>
                <a:lnTo>
                  <a:pt x="1172514" y="389610"/>
                </a:lnTo>
                <a:lnTo>
                  <a:pt x="1154010" y="397510"/>
                </a:lnTo>
                <a:lnTo>
                  <a:pt x="1145689" y="400977"/>
                </a:lnTo>
                <a:close/>
              </a:path>
              <a:path w="1800859" h="638175">
                <a:moveTo>
                  <a:pt x="1077070" y="428447"/>
                </a:moveTo>
                <a:lnTo>
                  <a:pt x="994384" y="428447"/>
                </a:lnTo>
                <a:lnTo>
                  <a:pt x="994562" y="428383"/>
                </a:lnTo>
                <a:lnTo>
                  <a:pt x="1031887" y="414921"/>
                </a:lnTo>
                <a:lnTo>
                  <a:pt x="1069124" y="400900"/>
                </a:lnTo>
                <a:lnTo>
                  <a:pt x="1068933" y="400977"/>
                </a:lnTo>
                <a:lnTo>
                  <a:pt x="1145689" y="400977"/>
                </a:lnTo>
                <a:lnTo>
                  <a:pt x="1116736" y="412864"/>
                </a:lnTo>
                <a:lnTo>
                  <a:pt x="1079296" y="427609"/>
                </a:lnTo>
                <a:lnTo>
                  <a:pt x="1077070" y="428447"/>
                </a:lnTo>
                <a:close/>
              </a:path>
              <a:path w="1800859" h="638175">
                <a:moveTo>
                  <a:pt x="1031697" y="414985"/>
                </a:moveTo>
                <a:lnTo>
                  <a:pt x="1031865" y="414921"/>
                </a:lnTo>
                <a:lnTo>
                  <a:pt x="1031697" y="414985"/>
                </a:lnTo>
                <a:close/>
              </a:path>
              <a:path w="1800859" h="638175">
                <a:moveTo>
                  <a:pt x="994519" y="428398"/>
                </a:moveTo>
                <a:close/>
              </a:path>
              <a:path w="1800859" h="638175">
                <a:moveTo>
                  <a:pt x="1042759" y="441363"/>
                </a:moveTo>
                <a:lnTo>
                  <a:pt x="957072" y="441363"/>
                </a:lnTo>
                <a:lnTo>
                  <a:pt x="994519" y="428398"/>
                </a:lnTo>
                <a:lnTo>
                  <a:pt x="994384" y="428447"/>
                </a:lnTo>
                <a:lnTo>
                  <a:pt x="1077070" y="428447"/>
                </a:lnTo>
                <a:lnTo>
                  <a:pt x="1042759" y="441363"/>
                </a:lnTo>
                <a:close/>
              </a:path>
              <a:path w="1800859" h="638175">
                <a:moveTo>
                  <a:pt x="940670" y="476923"/>
                </a:moveTo>
                <a:lnTo>
                  <a:pt x="845985" y="476923"/>
                </a:lnTo>
                <a:lnTo>
                  <a:pt x="882942" y="465543"/>
                </a:lnTo>
                <a:lnTo>
                  <a:pt x="920013" y="453682"/>
                </a:lnTo>
                <a:lnTo>
                  <a:pt x="957249" y="441299"/>
                </a:lnTo>
                <a:lnTo>
                  <a:pt x="957072" y="441363"/>
                </a:lnTo>
                <a:lnTo>
                  <a:pt x="1042759" y="441363"/>
                </a:lnTo>
                <a:lnTo>
                  <a:pt x="1041679" y="441769"/>
                </a:lnTo>
                <a:lnTo>
                  <a:pt x="1003998" y="455358"/>
                </a:lnTo>
                <a:lnTo>
                  <a:pt x="966343" y="468388"/>
                </a:lnTo>
                <a:lnTo>
                  <a:pt x="940670" y="476923"/>
                </a:lnTo>
                <a:close/>
              </a:path>
              <a:path w="1800859" h="638175">
                <a:moveTo>
                  <a:pt x="919848" y="453732"/>
                </a:moveTo>
                <a:lnTo>
                  <a:pt x="920001" y="453682"/>
                </a:lnTo>
                <a:lnTo>
                  <a:pt x="919848" y="453732"/>
                </a:lnTo>
                <a:close/>
              </a:path>
              <a:path w="1800859" h="638175">
                <a:moveTo>
                  <a:pt x="882789" y="465582"/>
                </a:moveTo>
                <a:lnTo>
                  <a:pt x="882942" y="465543"/>
                </a:lnTo>
                <a:lnTo>
                  <a:pt x="882789" y="465582"/>
                </a:lnTo>
                <a:close/>
              </a:path>
              <a:path w="1800859" h="638175">
                <a:moveTo>
                  <a:pt x="907308" y="487743"/>
                </a:moveTo>
                <a:lnTo>
                  <a:pt x="809523" y="487743"/>
                </a:lnTo>
                <a:lnTo>
                  <a:pt x="846124" y="476872"/>
                </a:lnTo>
                <a:lnTo>
                  <a:pt x="845985" y="476923"/>
                </a:lnTo>
                <a:lnTo>
                  <a:pt x="940670" y="476923"/>
                </a:lnTo>
                <a:lnTo>
                  <a:pt x="928789" y="480872"/>
                </a:lnTo>
                <a:lnTo>
                  <a:pt x="907308" y="487743"/>
                </a:lnTo>
                <a:close/>
              </a:path>
              <a:path w="1800859" h="638175">
                <a:moveTo>
                  <a:pt x="874361" y="498081"/>
                </a:moveTo>
                <a:lnTo>
                  <a:pt x="773480" y="498081"/>
                </a:lnTo>
                <a:lnTo>
                  <a:pt x="809650" y="487705"/>
                </a:lnTo>
                <a:lnTo>
                  <a:pt x="907308" y="487743"/>
                </a:lnTo>
                <a:lnTo>
                  <a:pt x="891425" y="492823"/>
                </a:lnTo>
                <a:lnTo>
                  <a:pt x="874361" y="498081"/>
                </a:lnTo>
                <a:close/>
              </a:path>
              <a:path w="1800859" h="638175">
                <a:moveTo>
                  <a:pt x="841925" y="507936"/>
                </a:moveTo>
                <a:lnTo>
                  <a:pt x="737933" y="507936"/>
                </a:lnTo>
                <a:lnTo>
                  <a:pt x="773595" y="498043"/>
                </a:lnTo>
                <a:lnTo>
                  <a:pt x="874361" y="498081"/>
                </a:lnTo>
                <a:lnTo>
                  <a:pt x="854328" y="504253"/>
                </a:lnTo>
                <a:lnTo>
                  <a:pt x="841925" y="507936"/>
                </a:lnTo>
                <a:close/>
              </a:path>
              <a:path w="1800859" h="638175">
                <a:moveTo>
                  <a:pt x="748355" y="534695"/>
                </a:moveTo>
                <a:lnTo>
                  <a:pt x="635190" y="534695"/>
                </a:lnTo>
                <a:lnTo>
                  <a:pt x="668807" y="526199"/>
                </a:lnTo>
                <a:lnTo>
                  <a:pt x="703097" y="517283"/>
                </a:lnTo>
                <a:lnTo>
                  <a:pt x="738047" y="507898"/>
                </a:lnTo>
                <a:lnTo>
                  <a:pt x="841925" y="507936"/>
                </a:lnTo>
                <a:lnTo>
                  <a:pt x="817587" y="515162"/>
                </a:lnTo>
                <a:lnTo>
                  <a:pt x="778909" y="526224"/>
                </a:lnTo>
                <a:lnTo>
                  <a:pt x="748355" y="534695"/>
                </a:lnTo>
                <a:close/>
              </a:path>
              <a:path w="1800859" h="638175">
                <a:moveTo>
                  <a:pt x="702983" y="517309"/>
                </a:moveTo>
                <a:close/>
              </a:path>
              <a:path w="1800859" h="638175">
                <a:moveTo>
                  <a:pt x="668705" y="526224"/>
                </a:moveTo>
                <a:close/>
              </a:path>
              <a:path w="1800859" h="638175">
                <a:moveTo>
                  <a:pt x="733489" y="538708"/>
                </a:moveTo>
                <a:lnTo>
                  <a:pt x="618642" y="538708"/>
                </a:lnTo>
                <a:lnTo>
                  <a:pt x="618807" y="538670"/>
                </a:lnTo>
                <a:lnTo>
                  <a:pt x="635317" y="534657"/>
                </a:lnTo>
                <a:lnTo>
                  <a:pt x="748355" y="534695"/>
                </a:lnTo>
                <a:lnTo>
                  <a:pt x="733489" y="538708"/>
                </a:lnTo>
                <a:close/>
              </a:path>
              <a:path w="1800859" h="638175">
                <a:moveTo>
                  <a:pt x="618643" y="538708"/>
                </a:moveTo>
                <a:lnTo>
                  <a:pt x="618799" y="538670"/>
                </a:lnTo>
                <a:lnTo>
                  <a:pt x="618643" y="538708"/>
                </a:lnTo>
                <a:close/>
              </a:path>
              <a:path w="1800859" h="638175">
                <a:moveTo>
                  <a:pt x="719190" y="542543"/>
                </a:moveTo>
                <a:lnTo>
                  <a:pt x="602018" y="542543"/>
                </a:lnTo>
                <a:lnTo>
                  <a:pt x="618643" y="538708"/>
                </a:lnTo>
                <a:lnTo>
                  <a:pt x="733489" y="538708"/>
                </a:lnTo>
                <a:lnTo>
                  <a:pt x="719190" y="542543"/>
                </a:lnTo>
                <a:close/>
              </a:path>
              <a:path w="1800859" h="638175">
                <a:moveTo>
                  <a:pt x="705361" y="546214"/>
                </a:moveTo>
                <a:lnTo>
                  <a:pt x="585304" y="546214"/>
                </a:lnTo>
                <a:lnTo>
                  <a:pt x="602170" y="542505"/>
                </a:lnTo>
                <a:lnTo>
                  <a:pt x="602018" y="542543"/>
                </a:lnTo>
                <a:lnTo>
                  <a:pt x="719190" y="542543"/>
                </a:lnTo>
                <a:lnTo>
                  <a:pt x="705361" y="546214"/>
                </a:lnTo>
                <a:close/>
              </a:path>
              <a:path w="1800859" h="638175">
                <a:moveTo>
                  <a:pt x="678977" y="553085"/>
                </a:moveTo>
                <a:lnTo>
                  <a:pt x="551649" y="553085"/>
                </a:lnTo>
                <a:lnTo>
                  <a:pt x="568642" y="549694"/>
                </a:lnTo>
                <a:lnTo>
                  <a:pt x="585444" y="546176"/>
                </a:lnTo>
                <a:lnTo>
                  <a:pt x="585304" y="546214"/>
                </a:lnTo>
                <a:lnTo>
                  <a:pt x="705361" y="546214"/>
                </a:lnTo>
                <a:lnTo>
                  <a:pt x="678977" y="553085"/>
                </a:lnTo>
                <a:close/>
              </a:path>
              <a:path w="1800859" h="638175">
                <a:moveTo>
                  <a:pt x="568502" y="549719"/>
                </a:moveTo>
                <a:lnTo>
                  <a:pt x="568642" y="549694"/>
                </a:lnTo>
                <a:lnTo>
                  <a:pt x="568502" y="549719"/>
                </a:lnTo>
                <a:close/>
              </a:path>
              <a:path w="1800859" h="638175">
                <a:moveTo>
                  <a:pt x="666340" y="556298"/>
                </a:moveTo>
                <a:lnTo>
                  <a:pt x="534771" y="556298"/>
                </a:lnTo>
                <a:lnTo>
                  <a:pt x="551776" y="553059"/>
                </a:lnTo>
                <a:lnTo>
                  <a:pt x="678977" y="553085"/>
                </a:lnTo>
                <a:lnTo>
                  <a:pt x="666340" y="556298"/>
                </a:lnTo>
                <a:close/>
              </a:path>
              <a:path w="1800859" h="638175">
                <a:moveTo>
                  <a:pt x="537866" y="584758"/>
                </a:moveTo>
                <a:lnTo>
                  <a:pt x="337807" y="584758"/>
                </a:lnTo>
                <a:lnTo>
                  <a:pt x="369214" y="581113"/>
                </a:lnTo>
                <a:lnTo>
                  <a:pt x="401370" y="577088"/>
                </a:lnTo>
                <a:lnTo>
                  <a:pt x="434187" y="572630"/>
                </a:lnTo>
                <a:lnTo>
                  <a:pt x="467512" y="567689"/>
                </a:lnTo>
                <a:lnTo>
                  <a:pt x="501154" y="562254"/>
                </a:lnTo>
                <a:lnTo>
                  <a:pt x="534949" y="556260"/>
                </a:lnTo>
                <a:lnTo>
                  <a:pt x="534771" y="556298"/>
                </a:lnTo>
                <a:lnTo>
                  <a:pt x="666340" y="556298"/>
                </a:lnTo>
                <a:lnTo>
                  <a:pt x="625309" y="566496"/>
                </a:lnTo>
                <a:lnTo>
                  <a:pt x="574294" y="577710"/>
                </a:lnTo>
                <a:lnTo>
                  <a:pt x="540016" y="584377"/>
                </a:lnTo>
                <a:lnTo>
                  <a:pt x="537866" y="584758"/>
                </a:lnTo>
                <a:close/>
              </a:path>
              <a:path w="1800859" h="638175">
                <a:moveTo>
                  <a:pt x="500938" y="562279"/>
                </a:moveTo>
                <a:lnTo>
                  <a:pt x="501082" y="562254"/>
                </a:lnTo>
                <a:lnTo>
                  <a:pt x="500938" y="562279"/>
                </a:lnTo>
                <a:close/>
              </a:path>
              <a:path w="1800859" h="638175">
                <a:moveTo>
                  <a:pt x="467321" y="567715"/>
                </a:moveTo>
                <a:lnTo>
                  <a:pt x="467479" y="567689"/>
                </a:lnTo>
                <a:lnTo>
                  <a:pt x="467321" y="567715"/>
                </a:lnTo>
                <a:close/>
              </a:path>
              <a:path w="1800859" h="638175">
                <a:moveTo>
                  <a:pt x="434022" y="572642"/>
                </a:moveTo>
                <a:lnTo>
                  <a:pt x="434187" y="572630"/>
                </a:lnTo>
                <a:lnTo>
                  <a:pt x="434022" y="572642"/>
                </a:lnTo>
                <a:close/>
              </a:path>
              <a:path w="1800859" h="638175">
                <a:moveTo>
                  <a:pt x="401218" y="577100"/>
                </a:moveTo>
                <a:lnTo>
                  <a:pt x="401370" y="577088"/>
                </a:lnTo>
                <a:lnTo>
                  <a:pt x="401218" y="577100"/>
                </a:lnTo>
                <a:close/>
              </a:path>
              <a:path w="1800859" h="638175">
                <a:moveTo>
                  <a:pt x="369087" y="581126"/>
                </a:moveTo>
                <a:close/>
              </a:path>
              <a:path w="1800859" h="638175">
                <a:moveTo>
                  <a:pt x="337848" y="584754"/>
                </a:moveTo>
                <a:close/>
              </a:path>
              <a:path w="1800859" h="638175">
                <a:moveTo>
                  <a:pt x="519374" y="588035"/>
                </a:moveTo>
                <a:lnTo>
                  <a:pt x="307568" y="588035"/>
                </a:lnTo>
                <a:lnTo>
                  <a:pt x="337848" y="584754"/>
                </a:lnTo>
                <a:lnTo>
                  <a:pt x="537866" y="584758"/>
                </a:lnTo>
                <a:lnTo>
                  <a:pt x="519374" y="588035"/>
                </a:lnTo>
                <a:close/>
              </a:path>
              <a:path w="1800859" h="638175">
                <a:moveTo>
                  <a:pt x="427764" y="602335"/>
                </a:moveTo>
                <a:lnTo>
                  <a:pt x="157429" y="602335"/>
                </a:lnTo>
                <a:lnTo>
                  <a:pt x="158470" y="602284"/>
                </a:lnTo>
                <a:lnTo>
                  <a:pt x="157973" y="602284"/>
                </a:lnTo>
                <a:lnTo>
                  <a:pt x="250913" y="593661"/>
                </a:lnTo>
                <a:lnTo>
                  <a:pt x="278587" y="590981"/>
                </a:lnTo>
                <a:lnTo>
                  <a:pt x="307657" y="588022"/>
                </a:lnTo>
                <a:lnTo>
                  <a:pt x="519374" y="588035"/>
                </a:lnTo>
                <a:lnTo>
                  <a:pt x="471792" y="595947"/>
                </a:lnTo>
                <a:lnTo>
                  <a:pt x="428137" y="602284"/>
                </a:lnTo>
                <a:lnTo>
                  <a:pt x="157850" y="602296"/>
                </a:lnTo>
                <a:lnTo>
                  <a:pt x="428053" y="602296"/>
                </a:lnTo>
                <a:lnTo>
                  <a:pt x="427764" y="602335"/>
                </a:lnTo>
                <a:close/>
              </a:path>
              <a:path w="1800859" h="638175">
                <a:moveTo>
                  <a:pt x="157429" y="602335"/>
                </a:moveTo>
                <a:lnTo>
                  <a:pt x="157850" y="602296"/>
                </a:lnTo>
                <a:lnTo>
                  <a:pt x="158470" y="602284"/>
                </a:lnTo>
                <a:lnTo>
                  <a:pt x="157429" y="602335"/>
                </a:lnTo>
                <a:close/>
              </a:path>
              <a:path w="1800859" h="638175">
                <a:moveTo>
                  <a:pt x="396354" y="606513"/>
                </a:moveTo>
                <a:lnTo>
                  <a:pt x="89014" y="606513"/>
                </a:lnTo>
                <a:lnTo>
                  <a:pt x="121119" y="603859"/>
                </a:lnTo>
                <a:lnTo>
                  <a:pt x="138544" y="602830"/>
                </a:lnTo>
                <a:lnTo>
                  <a:pt x="148208" y="602475"/>
                </a:lnTo>
                <a:lnTo>
                  <a:pt x="157850" y="602296"/>
                </a:lnTo>
                <a:lnTo>
                  <a:pt x="157429" y="602335"/>
                </a:lnTo>
                <a:lnTo>
                  <a:pt x="427764" y="602335"/>
                </a:lnTo>
                <a:lnTo>
                  <a:pt x="404990" y="605434"/>
                </a:lnTo>
                <a:lnTo>
                  <a:pt x="396354" y="606513"/>
                </a:lnTo>
                <a:close/>
              </a:path>
              <a:path w="1800859" h="638175">
                <a:moveTo>
                  <a:pt x="375424" y="609130"/>
                </a:moveTo>
                <a:lnTo>
                  <a:pt x="28955" y="609129"/>
                </a:lnTo>
                <a:lnTo>
                  <a:pt x="41389" y="608977"/>
                </a:lnTo>
                <a:lnTo>
                  <a:pt x="41186" y="608977"/>
                </a:lnTo>
                <a:lnTo>
                  <a:pt x="52514" y="608685"/>
                </a:lnTo>
                <a:lnTo>
                  <a:pt x="52311" y="608685"/>
                </a:lnTo>
                <a:lnTo>
                  <a:pt x="62687" y="608266"/>
                </a:lnTo>
                <a:lnTo>
                  <a:pt x="62483" y="608266"/>
                </a:lnTo>
                <a:lnTo>
                  <a:pt x="72059" y="607745"/>
                </a:lnTo>
                <a:lnTo>
                  <a:pt x="89153" y="606501"/>
                </a:lnTo>
                <a:lnTo>
                  <a:pt x="89014" y="606513"/>
                </a:lnTo>
                <a:lnTo>
                  <a:pt x="396354" y="606513"/>
                </a:lnTo>
                <a:lnTo>
                  <a:pt x="375424" y="609130"/>
                </a:lnTo>
                <a:close/>
              </a:path>
              <a:path w="1800859" h="638175">
                <a:moveTo>
                  <a:pt x="71805" y="607758"/>
                </a:moveTo>
                <a:lnTo>
                  <a:pt x="71981" y="607745"/>
                </a:lnTo>
                <a:lnTo>
                  <a:pt x="71805" y="607758"/>
                </a:lnTo>
                <a:close/>
              </a:path>
              <a:path w="1800859" h="638175">
                <a:moveTo>
                  <a:pt x="29184" y="637705"/>
                </a:moveTo>
                <a:lnTo>
                  <a:pt x="15252" y="637679"/>
                </a:lnTo>
                <a:lnTo>
                  <a:pt x="0" y="637463"/>
                </a:lnTo>
                <a:lnTo>
                  <a:pt x="406" y="608888"/>
                </a:lnTo>
                <a:lnTo>
                  <a:pt x="15570" y="609104"/>
                </a:lnTo>
                <a:lnTo>
                  <a:pt x="15392" y="609104"/>
                </a:lnTo>
                <a:lnTo>
                  <a:pt x="28955" y="609129"/>
                </a:lnTo>
                <a:lnTo>
                  <a:pt x="375424" y="609130"/>
                </a:lnTo>
                <a:lnTo>
                  <a:pt x="310591" y="616445"/>
                </a:lnTo>
                <a:lnTo>
                  <a:pt x="202945" y="626783"/>
                </a:lnTo>
                <a:lnTo>
                  <a:pt x="159562" y="630834"/>
                </a:lnTo>
                <a:lnTo>
                  <a:pt x="149510" y="631037"/>
                </a:lnTo>
                <a:lnTo>
                  <a:pt x="149123" y="631037"/>
                </a:lnTo>
                <a:lnTo>
                  <a:pt x="139738" y="631380"/>
                </a:lnTo>
                <a:lnTo>
                  <a:pt x="122998" y="632371"/>
                </a:lnTo>
                <a:lnTo>
                  <a:pt x="91300" y="635000"/>
                </a:lnTo>
                <a:lnTo>
                  <a:pt x="73748" y="636270"/>
                </a:lnTo>
                <a:lnTo>
                  <a:pt x="63957" y="636803"/>
                </a:lnTo>
                <a:lnTo>
                  <a:pt x="53378" y="637247"/>
                </a:lnTo>
                <a:lnTo>
                  <a:pt x="41833" y="637552"/>
                </a:lnTo>
                <a:lnTo>
                  <a:pt x="29184" y="637705"/>
                </a:lnTo>
                <a:close/>
              </a:path>
              <a:path w="1800859" h="638175">
                <a:moveTo>
                  <a:pt x="148882" y="631050"/>
                </a:moveTo>
                <a:lnTo>
                  <a:pt x="149123" y="631037"/>
                </a:lnTo>
                <a:lnTo>
                  <a:pt x="149510" y="631037"/>
                </a:lnTo>
                <a:lnTo>
                  <a:pt x="148882" y="631050"/>
                </a:lnTo>
                <a:close/>
              </a:path>
              <a:path w="1800859" h="638175">
                <a:moveTo>
                  <a:pt x="140039" y="631369"/>
                </a:moveTo>
                <a:close/>
              </a:path>
              <a:path w="1800859" h="638175">
                <a:moveTo>
                  <a:pt x="139851" y="631380"/>
                </a:moveTo>
                <a:lnTo>
                  <a:pt x="140039" y="631369"/>
                </a:lnTo>
                <a:lnTo>
                  <a:pt x="139851" y="631380"/>
                </a:lnTo>
                <a:close/>
              </a:path>
              <a:path w="1800859" h="638175">
                <a:moveTo>
                  <a:pt x="123056" y="632366"/>
                </a:moveTo>
                <a:lnTo>
                  <a:pt x="123304" y="632345"/>
                </a:lnTo>
                <a:lnTo>
                  <a:pt x="123056" y="632366"/>
                </a:lnTo>
                <a:close/>
              </a:path>
              <a:path w="1800859" h="638175">
                <a:moveTo>
                  <a:pt x="122998" y="632371"/>
                </a:move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9028" y="2372690"/>
            <a:ext cx="1836420" cy="598170"/>
          </a:xfrm>
          <a:custGeom>
            <a:avLst/>
            <a:gdLst/>
            <a:ahLst/>
            <a:cxnLst/>
            <a:rect l="l" t="t" r="r" b="b"/>
            <a:pathLst>
              <a:path w="1836420" h="598169">
                <a:moveTo>
                  <a:pt x="1836318" y="5003"/>
                </a:moveTo>
                <a:lnTo>
                  <a:pt x="1710715" y="5003"/>
                </a:lnTo>
                <a:lnTo>
                  <a:pt x="1761248" y="1333"/>
                </a:lnTo>
                <a:lnTo>
                  <a:pt x="1771218" y="838"/>
                </a:lnTo>
                <a:lnTo>
                  <a:pt x="1781987" y="431"/>
                </a:lnTo>
                <a:lnTo>
                  <a:pt x="1793748" y="139"/>
                </a:lnTo>
                <a:lnTo>
                  <a:pt x="1806638" y="0"/>
                </a:lnTo>
                <a:lnTo>
                  <a:pt x="1820824" y="25"/>
                </a:lnTo>
                <a:lnTo>
                  <a:pt x="1836381" y="228"/>
                </a:lnTo>
                <a:lnTo>
                  <a:pt x="1836318" y="5003"/>
                </a:lnTo>
                <a:close/>
              </a:path>
              <a:path w="1836420" h="598169">
                <a:moveTo>
                  <a:pt x="1836306" y="5918"/>
                </a:moveTo>
                <a:lnTo>
                  <a:pt x="1693595" y="5918"/>
                </a:lnTo>
                <a:lnTo>
                  <a:pt x="1693887" y="5905"/>
                </a:lnTo>
                <a:lnTo>
                  <a:pt x="1711032" y="4978"/>
                </a:lnTo>
                <a:lnTo>
                  <a:pt x="1710715" y="5003"/>
                </a:lnTo>
                <a:lnTo>
                  <a:pt x="1836318" y="5003"/>
                </a:lnTo>
                <a:lnTo>
                  <a:pt x="1836306" y="5918"/>
                </a:lnTo>
                <a:close/>
              </a:path>
              <a:path w="1836420" h="598169">
                <a:moveTo>
                  <a:pt x="1693741" y="5910"/>
                </a:moveTo>
                <a:lnTo>
                  <a:pt x="1693887" y="5905"/>
                </a:lnTo>
                <a:lnTo>
                  <a:pt x="1693741" y="5910"/>
                </a:lnTo>
                <a:close/>
              </a:path>
              <a:path w="1836420" h="598169">
                <a:moveTo>
                  <a:pt x="14782" y="598004"/>
                </a:moveTo>
                <a:lnTo>
                  <a:pt x="32086" y="554139"/>
                </a:lnTo>
                <a:lnTo>
                  <a:pt x="104185" y="510705"/>
                </a:lnTo>
                <a:lnTo>
                  <a:pt x="139931" y="489280"/>
                </a:lnTo>
                <a:lnTo>
                  <a:pt x="175684" y="468096"/>
                </a:lnTo>
                <a:lnTo>
                  <a:pt x="211347" y="447217"/>
                </a:lnTo>
                <a:lnTo>
                  <a:pt x="254292" y="422427"/>
                </a:lnTo>
                <a:lnTo>
                  <a:pt x="290753" y="401802"/>
                </a:lnTo>
                <a:lnTo>
                  <a:pt x="327278" y="381546"/>
                </a:lnTo>
                <a:lnTo>
                  <a:pt x="363842" y="361734"/>
                </a:lnTo>
                <a:lnTo>
                  <a:pt x="400481" y="342404"/>
                </a:lnTo>
                <a:lnTo>
                  <a:pt x="437172" y="323608"/>
                </a:lnTo>
                <a:lnTo>
                  <a:pt x="474245" y="305244"/>
                </a:lnTo>
                <a:lnTo>
                  <a:pt x="510743" y="287832"/>
                </a:lnTo>
                <a:lnTo>
                  <a:pt x="547674" y="270929"/>
                </a:lnTo>
                <a:lnTo>
                  <a:pt x="593567" y="251028"/>
                </a:lnTo>
                <a:lnTo>
                  <a:pt x="659599" y="224383"/>
                </a:lnTo>
                <a:lnTo>
                  <a:pt x="697610" y="210045"/>
                </a:lnTo>
                <a:lnTo>
                  <a:pt x="735799" y="196278"/>
                </a:lnTo>
                <a:lnTo>
                  <a:pt x="774153" y="183045"/>
                </a:lnTo>
                <a:lnTo>
                  <a:pt x="812584" y="170345"/>
                </a:lnTo>
                <a:lnTo>
                  <a:pt x="850988" y="158165"/>
                </a:lnTo>
                <a:lnTo>
                  <a:pt x="889279" y="146507"/>
                </a:lnTo>
                <a:lnTo>
                  <a:pt x="927392" y="135343"/>
                </a:lnTo>
                <a:lnTo>
                  <a:pt x="970637" y="123202"/>
                </a:lnTo>
                <a:lnTo>
                  <a:pt x="1034587" y="106095"/>
                </a:lnTo>
                <a:lnTo>
                  <a:pt x="1095091" y="90843"/>
                </a:lnTo>
                <a:lnTo>
                  <a:pt x="1135954" y="80975"/>
                </a:lnTo>
                <a:lnTo>
                  <a:pt x="1198791" y="66522"/>
                </a:lnTo>
                <a:lnTo>
                  <a:pt x="1257888" y="54749"/>
                </a:lnTo>
                <a:lnTo>
                  <a:pt x="1320609" y="44157"/>
                </a:lnTo>
                <a:lnTo>
                  <a:pt x="1389633" y="34353"/>
                </a:lnTo>
                <a:lnTo>
                  <a:pt x="1456474" y="26352"/>
                </a:lnTo>
                <a:lnTo>
                  <a:pt x="1519694" y="19862"/>
                </a:lnTo>
                <a:lnTo>
                  <a:pt x="1629486" y="10198"/>
                </a:lnTo>
                <a:lnTo>
                  <a:pt x="1673707" y="6413"/>
                </a:lnTo>
                <a:lnTo>
                  <a:pt x="1684540" y="6222"/>
                </a:lnTo>
                <a:lnTo>
                  <a:pt x="1684312" y="6222"/>
                </a:lnTo>
                <a:lnTo>
                  <a:pt x="1693741" y="5910"/>
                </a:lnTo>
                <a:lnTo>
                  <a:pt x="1693595" y="5918"/>
                </a:lnTo>
                <a:lnTo>
                  <a:pt x="1836306" y="5918"/>
                </a:lnTo>
                <a:lnTo>
                  <a:pt x="1836003" y="28574"/>
                </a:lnTo>
                <a:lnTo>
                  <a:pt x="1806689" y="28574"/>
                </a:lnTo>
                <a:lnTo>
                  <a:pt x="1806841" y="28575"/>
                </a:lnTo>
                <a:lnTo>
                  <a:pt x="1794154" y="28714"/>
                </a:lnTo>
                <a:lnTo>
                  <a:pt x="1794344" y="28714"/>
                </a:lnTo>
                <a:lnTo>
                  <a:pt x="1782775" y="28994"/>
                </a:lnTo>
                <a:lnTo>
                  <a:pt x="1782965" y="28994"/>
                </a:lnTo>
                <a:lnTo>
                  <a:pt x="1772727" y="29375"/>
                </a:lnTo>
                <a:lnTo>
                  <a:pt x="1762834" y="29870"/>
                </a:lnTo>
                <a:lnTo>
                  <a:pt x="1745335" y="31026"/>
                </a:lnTo>
                <a:lnTo>
                  <a:pt x="1745475" y="31026"/>
                </a:lnTo>
                <a:lnTo>
                  <a:pt x="1712734" y="33502"/>
                </a:lnTo>
                <a:lnTo>
                  <a:pt x="1694980" y="34467"/>
                </a:lnTo>
                <a:lnTo>
                  <a:pt x="1685150" y="34785"/>
                </a:lnTo>
                <a:lnTo>
                  <a:pt x="1677485" y="34924"/>
                </a:lnTo>
                <a:lnTo>
                  <a:pt x="1675663" y="34924"/>
                </a:lnTo>
                <a:lnTo>
                  <a:pt x="1674698" y="34975"/>
                </a:lnTo>
                <a:lnTo>
                  <a:pt x="1675069" y="34975"/>
                </a:lnTo>
                <a:lnTo>
                  <a:pt x="1580286" y="43040"/>
                </a:lnTo>
                <a:lnTo>
                  <a:pt x="1522522" y="48298"/>
                </a:lnTo>
                <a:lnTo>
                  <a:pt x="1459563" y="54762"/>
                </a:lnTo>
                <a:lnTo>
                  <a:pt x="1393299" y="62699"/>
                </a:lnTo>
                <a:lnTo>
                  <a:pt x="1324889" y="72402"/>
                </a:lnTo>
                <a:lnTo>
                  <a:pt x="1290396" y="78003"/>
                </a:lnTo>
                <a:lnTo>
                  <a:pt x="1273358" y="80975"/>
                </a:lnTo>
                <a:lnTo>
                  <a:pt x="1256052" y="84137"/>
                </a:lnTo>
                <a:lnTo>
                  <a:pt x="1238834" y="87426"/>
                </a:lnTo>
                <a:lnTo>
                  <a:pt x="1221772" y="90868"/>
                </a:lnTo>
                <a:lnTo>
                  <a:pt x="1153726" y="106121"/>
                </a:lnTo>
                <a:lnTo>
                  <a:pt x="1083082" y="123228"/>
                </a:lnTo>
                <a:lnTo>
                  <a:pt x="1010150" y="142062"/>
                </a:lnTo>
                <a:lnTo>
                  <a:pt x="972875" y="152196"/>
                </a:lnTo>
                <a:lnTo>
                  <a:pt x="935215" y="162826"/>
                </a:lnTo>
                <a:lnTo>
                  <a:pt x="897568" y="173862"/>
                </a:lnTo>
                <a:lnTo>
                  <a:pt x="859563" y="185432"/>
                </a:lnTo>
                <a:lnTo>
                  <a:pt x="821309" y="197561"/>
                </a:lnTo>
                <a:lnTo>
                  <a:pt x="783401" y="210083"/>
                </a:lnTo>
                <a:lnTo>
                  <a:pt x="745210" y="223253"/>
                </a:lnTo>
                <a:lnTo>
                  <a:pt x="707553" y="236842"/>
                </a:lnTo>
                <a:lnTo>
                  <a:pt x="669852" y="251066"/>
                </a:lnTo>
                <a:lnTo>
                  <a:pt x="632602" y="265798"/>
                </a:lnTo>
                <a:lnTo>
                  <a:pt x="595816" y="281089"/>
                </a:lnTo>
                <a:lnTo>
                  <a:pt x="559297" y="297040"/>
                </a:lnTo>
                <a:lnTo>
                  <a:pt x="522820" y="313728"/>
                </a:lnTo>
                <a:lnTo>
                  <a:pt x="486333" y="331139"/>
                </a:lnTo>
                <a:lnTo>
                  <a:pt x="449939" y="349173"/>
                </a:lnTo>
                <a:lnTo>
                  <a:pt x="413749" y="367715"/>
                </a:lnTo>
                <a:lnTo>
                  <a:pt x="377397" y="386892"/>
                </a:lnTo>
                <a:lnTo>
                  <a:pt x="340956" y="406641"/>
                </a:lnTo>
                <a:lnTo>
                  <a:pt x="304662" y="426758"/>
                </a:lnTo>
                <a:lnTo>
                  <a:pt x="268393" y="447281"/>
                </a:lnTo>
                <a:lnTo>
                  <a:pt x="232157" y="468147"/>
                </a:lnTo>
                <a:lnTo>
                  <a:pt x="195934" y="489318"/>
                </a:lnTo>
                <a:lnTo>
                  <a:pt x="159715" y="510743"/>
                </a:lnTo>
                <a:lnTo>
                  <a:pt x="87245" y="554164"/>
                </a:lnTo>
                <a:lnTo>
                  <a:pt x="14782" y="598004"/>
                </a:lnTo>
                <a:close/>
              </a:path>
              <a:path w="1836420" h="598169">
                <a:moveTo>
                  <a:pt x="1806841" y="28575"/>
                </a:moveTo>
                <a:lnTo>
                  <a:pt x="1806689" y="28574"/>
                </a:lnTo>
                <a:lnTo>
                  <a:pt x="1806867" y="28574"/>
                </a:lnTo>
                <a:close/>
              </a:path>
              <a:path w="1836420" h="598169">
                <a:moveTo>
                  <a:pt x="1820697" y="28600"/>
                </a:moveTo>
                <a:lnTo>
                  <a:pt x="1806841" y="28575"/>
                </a:lnTo>
                <a:lnTo>
                  <a:pt x="1836003" y="28574"/>
                </a:lnTo>
                <a:lnTo>
                  <a:pt x="1820532" y="28587"/>
                </a:lnTo>
                <a:lnTo>
                  <a:pt x="1820697" y="28600"/>
                </a:lnTo>
                <a:close/>
              </a:path>
              <a:path w="1836420" h="598169">
                <a:moveTo>
                  <a:pt x="1836000" y="28803"/>
                </a:moveTo>
                <a:lnTo>
                  <a:pt x="1820532" y="28587"/>
                </a:lnTo>
                <a:lnTo>
                  <a:pt x="1836003" y="28587"/>
                </a:lnTo>
                <a:lnTo>
                  <a:pt x="1836000" y="28803"/>
                </a:lnTo>
                <a:close/>
              </a:path>
              <a:path w="1836420" h="598169">
                <a:moveTo>
                  <a:pt x="1772386" y="29387"/>
                </a:moveTo>
                <a:lnTo>
                  <a:pt x="1772564" y="29375"/>
                </a:lnTo>
                <a:lnTo>
                  <a:pt x="1772727" y="29375"/>
                </a:lnTo>
                <a:lnTo>
                  <a:pt x="1772386" y="29387"/>
                </a:lnTo>
                <a:close/>
              </a:path>
              <a:path w="1836420" h="598169">
                <a:moveTo>
                  <a:pt x="1762912" y="29865"/>
                </a:moveTo>
                <a:lnTo>
                  <a:pt x="1763060" y="29857"/>
                </a:lnTo>
                <a:lnTo>
                  <a:pt x="1762912" y="29865"/>
                </a:lnTo>
                <a:close/>
              </a:path>
              <a:path w="1836420" h="598169">
                <a:moveTo>
                  <a:pt x="1762834" y="29870"/>
                </a:moveTo>
                <a:close/>
              </a:path>
              <a:path w="1836420" h="598169">
                <a:moveTo>
                  <a:pt x="1674698" y="34975"/>
                </a:moveTo>
                <a:lnTo>
                  <a:pt x="1675663" y="34924"/>
                </a:lnTo>
                <a:lnTo>
                  <a:pt x="1675170" y="34967"/>
                </a:lnTo>
                <a:lnTo>
                  <a:pt x="1674698" y="34975"/>
                </a:lnTo>
                <a:close/>
              </a:path>
              <a:path w="1836420" h="598169">
                <a:moveTo>
                  <a:pt x="1675170" y="34967"/>
                </a:moveTo>
                <a:lnTo>
                  <a:pt x="1675663" y="34924"/>
                </a:lnTo>
                <a:lnTo>
                  <a:pt x="1677485" y="34924"/>
                </a:lnTo>
                <a:lnTo>
                  <a:pt x="1675170" y="34967"/>
                </a:lnTo>
                <a:close/>
              </a:path>
              <a:path w="1836420" h="598169">
                <a:moveTo>
                  <a:pt x="1675069" y="34975"/>
                </a:moveTo>
                <a:lnTo>
                  <a:pt x="1674698" y="34975"/>
                </a:lnTo>
                <a:lnTo>
                  <a:pt x="1675170" y="34967"/>
                </a:lnTo>
                <a:close/>
              </a:path>
              <a:path w="1836420" h="598169">
                <a:moveTo>
                  <a:pt x="1552041" y="45542"/>
                </a:moveTo>
                <a:lnTo>
                  <a:pt x="1552185" y="45529"/>
                </a:lnTo>
                <a:lnTo>
                  <a:pt x="1552041" y="45542"/>
                </a:lnTo>
                <a:close/>
              </a:path>
              <a:path w="1836420" h="598169">
                <a:moveTo>
                  <a:pt x="1522387" y="48310"/>
                </a:moveTo>
                <a:lnTo>
                  <a:pt x="1522522" y="48298"/>
                </a:lnTo>
                <a:lnTo>
                  <a:pt x="1522387" y="48310"/>
                </a:lnTo>
                <a:close/>
              </a:path>
              <a:path w="1836420" h="598169">
                <a:moveTo>
                  <a:pt x="1491488" y="51371"/>
                </a:moveTo>
                <a:lnTo>
                  <a:pt x="1491615" y="51358"/>
                </a:lnTo>
                <a:lnTo>
                  <a:pt x="1491488" y="51371"/>
                </a:lnTo>
                <a:close/>
              </a:path>
              <a:path w="1836420" h="598169">
                <a:moveTo>
                  <a:pt x="1459610" y="54757"/>
                </a:moveTo>
                <a:close/>
              </a:path>
              <a:path w="1836420" h="598169">
                <a:moveTo>
                  <a:pt x="1459563" y="54762"/>
                </a:moveTo>
                <a:close/>
              </a:path>
              <a:path w="1836420" h="598169">
                <a:moveTo>
                  <a:pt x="1426743" y="58534"/>
                </a:moveTo>
                <a:lnTo>
                  <a:pt x="1426883" y="58508"/>
                </a:lnTo>
                <a:lnTo>
                  <a:pt x="1426743" y="58534"/>
                </a:lnTo>
                <a:close/>
              </a:path>
              <a:path w="1836420" h="598169">
                <a:moveTo>
                  <a:pt x="1393299" y="62699"/>
                </a:moveTo>
                <a:close/>
              </a:path>
              <a:path w="1836420" h="598169">
                <a:moveTo>
                  <a:pt x="1359304" y="67299"/>
                </a:moveTo>
                <a:close/>
              </a:path>
              <a:path w="1836420" h="598169">
                <a:moveTo>
                  <a:pt x="1359236" y="67309"/>
                </a:moveTo>
                <a:close/>
              </a:path>
              <a:path w="1836420" h="598169">
                <a:moveTo>
                  <a:pt x="1324935" y="72402"/>
                </a:moveTo>
                <a:lnTo>
                  <a:pt x="1325092" y="72377"/>
                </a:lnTo>
                <a:lnTo>
                  <a:pt x="1324935" y="72402"/>
                </a:lnTo>
                <a:close/>
              </a:path>
              <a:path w="1836420" h="598169">
                <a:moveTo>
                  <a:pt x="1290415" y="78003"/>
                </a:moveTo>
                <a:lnTo>
                  <a:pt x="1290561" y="77977"/>
                </a:lnTo>
                <a:lnTo>
                  <a:pt x="1290415" y="78003"/>
                </a:lnTo>
                <a:close/>
              </a:path>
              <a:path w="1836420" h="598169">
                <a:moveTo>
                  <a:pt x="1273213" y="81000"/>
                </a:moveTo>
                <a:lnTo>
                  <a:pt x="1273358" y="80975"/>
                </a:lnTo>
                <a:lnTo>
                  <a:pt x="1273213" y="81000"/>
                </a:lnTo>
                <a:close/>
              </a:path>
              <a:path w="1836420" h="598169">
                <a:moveTo>
                  <a:pt x="1256052" y="84137"/>
                </a:moveTo>
                <a:close/>
              </a:path>
              <a:path w="1836420" h="598169">
                <a:moveTo>
                  <a:pt x="1238847" y="87426"/>
                </a:moveTo>
                <a:close/>
              </a:path>
              <a:path w="1836420" h="598169">
                <a:moveTo>
                  <a:pt x="1221772" y="90868"/>
                </a:moveTo>
                <a:close/>
              </a:path>
              <a:path w="1836420" h="598169">
                <a:moveTo>
                  <a:pt x="1204772" y="94462"/>
                </a:moveTo>
                <a:lnTo>
                  <a:pt x="1204925" y="94424"/>
                </a:lnTo>
                <a:lnTo>
                  <a:pt x="1204772" y="94462"/>
                </a:lnTo>
                <a:close/>
              </a:path>
              <a:path w="1836420" h="598169">
                <a:moveTo>
                  <a:pt x="1187924" y="98209"/>
                </a:moveTo>
                <a:close/>
              </a:path>
              <a:path w="1836420" h="598169">
                <a:moveTo>
                  <a:pt x="1153744" y="106121"/>
                </a:moveTo>
                <a:close/>
              </a:path>
              <a:path w="1836420" h="598169">
                <a:moveTo>
                  <a:pt x="1118755" y="114452"/>
                </a:moveTo>
                <a:close/>
              </a:path>
              <a:path w="1836420" h="598169">
                <a:moveTo>
                  <a:pt x="1083130" y="123215"/>
                </a:moveTo>
                <a:close/>
              </a:path>
              <a:path w="1836420" h="598169">
                <a:moveTo>
                  <a:pt x="1083082" y="123228"/>
                </a:moveTo>
                <a:close/>
              </a:path>
              <a:path w="1836420" h="598169">
                <a:moveTo>
                  <a:pt x="1046815" y="132435"/>
                </a:moveTo>
                <a:close/>
              </a:path>
              <a:path w="1836420" h="598169">
                <a:moveTo>
                  <a:pt x="1010005" y="142100"/>
                </a:moveTo>
                <a:lnTo>
                  <a:pt x="1010150" y="142062"/>
                </a:lnTo>
                <a:lnTo>
                  <a:pt x="1010005" y="142100"/>
                </a:lnTo>
                <a:close/>
              </a:path>
              <a:path w="1836420" h="598169">
                <a:moveTo>
                  <a:pt x="972831" y="152222"/>
                </a:moveTo>
                <a:close/>
              </a:path>
              <a:path w="1836420" h="598169">
                <a:moveTo>
                  <a:pt x="935224" y="162826"/>
                </a:moveTo>
                <a:lnTo>
                  <a:pt x="935355" y="162788"/>
                </a:lnTo>
                <a:lnTo>
                  <a:pt x="935224" y="162826"/>
                </a:lnTo>
                <a:close/>
              </a:path>
              <a:path w="1836420" h="598169">
                <a:moveTo>
                  <a:pt x="897394" y="173913"/>
                </a:moveTo>
                <a:lnTo>
                  <a:pt x="897534" y="173862"/>
                </a:lnTo>
                <a:lnTo>
                  <a:pt x="897394" y="173913"/>
                </a:lnTo>
                <a:close/>
              </a:path>
              <a:path w="1836420" h="598169">
                <a:moveTo>
                  <a:pt x="859396" y="185483"/>
                </a:moveTo>
                <a:lnTo>
                  <a:pt x="859548" y="185432"/>
                </a:lnTo>
                <a:lnTo>
                  <a:pt x="859396" y="185483"/>
                </a:lnTo>
                <a:close/>
              </a:path>
              <a:path w="1836420" h="598169">
                <a:moveTo>
                  <a:pt x="821320" y="197561"/>
                </a:moveTo>
                <a:lnTo>
                  <a:pt x="821474" y="197510"/>
                </a:lnTo>
                <a:lnTo>
                  <a:pt x="821320" y="197561"/>
                </a:lnTo>
                <a:close/>
              </a:path>
              <a:path w="1836420" h="598169">
                <a:moveTo>
                  <a:pt x="783209" y="210146"/>
                </a:moveTo>
                <a:lnTo>
                  <a:pt x="783386" y="210083"/>
                </a:lnTo>
                <a:lnTo>
                  <a:pt x="783209" y="210146"/>
                </a:lnTo>
                <a:close/>
              </a:path>
              <a:path w="1836420" h="598169">
                <a:moveTo>
                  <a:pt x="745225" y="223253"/>
                </a:moveTo>
                <a:lnTo>
                  <a:pt x="745401" y="223189"/>
                </a:lnTo>
                <a:lnTo>
                  <a:pt x="745225" y="223253"/>
                </a:lnTo>
                <a:close/>
              </a:path>
              <a:path w="1836420" h="598169">
                <a:moveTo>
                  <a:pt x="707377" y="236905"/>
                </a:moveTo>
                <a:lnTo>
                  <a:pt x="707516" y="236842"/>
                </a:lnTo>
                <a:lnTo>
                  <a:pt x="707377" y="236905"/>
                </a:lnTo>
                <a:close/>
              </a:path>
              <a:path w="1836420" h="598169">
                <a:moveTo>
                  <a:pt x="688674" y="243873"/>
                </a:moveTo>
                <a:close/>
              </a:path>
              <a:path w="1836420" h="598169">
                <a:moveTo>
                  <a:pt x="688595" y="243903"/>
                </a:moveTo>
                <a:close/>
              </a:path>
              <a:path w="1836420" h="598169">
                <a:moveTo>
                  <a:pt x="669852" y="251066"/>
                </a:moveTo>
                <a:close/>
              </a:path>
              <a:path w="1836420" h="598169">
                <a:moveTo>
                  <a:pt x="651198" y="258356"/>
                </a:moveTo>
                <a:close/>
              </a:path>
              <a:path w="1836420" h="598169">
                <a:moveTo>
                  <a:pt x="632612" y="265798"/>
                </a:moveTo>
                <a:close/>
              </a:path>
              <a:path w="1836420" h="598169">
                <a:moveTo>
                  <a:pt x="614159" y="273367"/>
                </a:moveTo>
                <a:close/>
              </a:path>
              <a:path w="1836420" h="598169">
                <a:moveTo>
                  <a:pt x="595820" y="281089"/>
                </a:moveTo>
                <a:close/>
              </a:path>
              <a:path w="1836420" h="598169">
                <a:moveTo>
                  <a:pt x="577545" y="288963"/>
                </a:moveTo>
                <a:close/>
              </a:path>
              <a:path w="1836420" h="598169">
                <a:moveTo>
                  <a:pt x="559387" y="296999"/>
                </a:moveTo>
                <a:close/>
              </a:path>
              <a:path w="1836420" h="598169">
                <a:moveTo>
                  <a:pt x="559297" y="297040"/>
                </a:moveTo>
                <a:close/>
              </a:path>
              <a:path w="1836420" h="598169">
                <a:moveTo>
                  <a:pt x="541049" y="305295"/>
                </a:moveTo>
                <a:close/>
              </a:path>
              <a:path w="1836420" h="598169">
                <a:moveTo>
                  <a:pt x="522840" y="313728"/>
                </a:moveTo>
                <a:lnTo>
                  <a:pt x="522973" y="313664"/>
                </a:lnTo>
                <a:lnTo>
                  <a:pt x="522840" y="313728"/>
                </a:lnTo>
                <a:close/>
              </a:path>
              <a:path w="1836420" h="598169">
                <a:moveTo>
                  <a:pt x="486344" y="331139"/>
                </a:moveTo>
                <a:lnTo>
                  <a:pt x="486524" y="331050"/>
                </a:lnTo>
                <a:lnTo>
                  <a:pt x="486344" y="331139"/>
                </a:lnTo>
                <a:close/>
              </a:path>
              <a:path w="1836420" h="598169">
                <a:moveTo>
                  <a:pt x="450064" y="349109"/>
                </a:moveTo>
                <a:close/>
              </a:path>
              <a:path w="1836420" h="598169">
                <a:moveTo>
                  <a:pt x="449939" y="349173"/>
                </a:moveTo>
                <a:close/>
              </a:path>
              <a:path w="1836420" h="598169">
                <a:moveTo>
                  <a:pt x="413575" y="367804"/>
                </a:moveTo>
                <a:lnTo>
                  <a:pt x="413740" y="367715"/>
                </a:lnTo>
                <a:lnTo>
                  <a:pt x="413575" y="367804"/>
                </a:lnTo>
                <a:close/>
              </a:path>
              <a:path w="1836420" h="598169">
                <a:moveTo>
                  <a:pt x="377253" y="386968"/>
                </a:moveTo>
                <a:lnTo>
                  <a:pt x="377393" y="386892"/>
                </a:lnTo>
                <a:lnTo>
                  <a:pt x="377253" y="386968"/>
                </a:lnTo>
                <a:close/>
              </a:path>
              <a:path w="1836420" h="598169">
                <a:moveTo>
                  <a:pt x="340956" y="406641"/>
                </a:moveTo>
                <a:close/>
              </a:path>
              <a:path w="1836420" h="598169">
                <a:moveTo>
                  <a:pt x="304672" y="426758"/>
                </a:moveTo>
                <a:close/>
              </a:path>
              <a:path w="1836420" h="598169">
                <a:moveTo>
                  <a:pt x="268414" y="447281"/>
                </a:moveTo>
                <a:close/>
              </a:path>
              <a:path w="1836420" h="598169">
                <a:moveTo>
                  <a:pt x="232168" y="468147"/>
                </a:moveTo>
                <a:close/>
              </a:path>
              <a:path w="1836420" h="598169">
                <a:moveTo>
                  <a:pt x="195934" y="489318"/>
                </a:moveTo>
                <a:close/>
              </a:path>
              <a:path w="1836420" h="598169">
                <a:moveTo>
                  <a:pt x="159715" y="510743"/>
                </a:moveTo>
                <a:close/>
              </a:path>
              <a:path w="1836420" h="598169">
                <a:moveTo>
                  <a:pt x="87245" y="554164"/>
                </a:move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149407" y="2945307"/>
            <a:ext cx="1798955" cy="644525"/>
          </a:xfrm>
          <a:custGeom>
            <a:avLst/>
            <a:gdLst/>
            <a:ahLst/>
            <a:cxnLst/>
            <a:rect l="l" t="t" r="r" b="b"/>
            <a:pathLst>
              <a:path w="1798954" h="644525">
                <a:moveTo>
                  <a:pt x="1659242" y="637628"/>
                </a:moveTo>
                <a:lnTo>
                  <a:pt x="1649869" y="637286"/>
                </a:lnTo>
                <a:lnTo>
                  <a:pt x="1650110" y="637286"/>
                </a:lnTo>
                <a:lnTo>
                  <a:pt x="1639442" y="637082"/>
                </a:lnTo>
                <a:lnTo>
                  <a:pt x="1596072" y="632980"/>
                </a:lnTo>
                <a:lnTo>
                  <a:pt x="1488554" y="622541"/>
                </a:lnTo>
                <a:lnTo>
                  <a:pt x="1426137" y="615441"/>
                </a:lnTo>
                <a:lnTo>
                  <a:pt x="1361160" y="606856"/>
                </a:lnTo>
                <a:lnTo>
                  <a:pt x="1293558" y="596264"/>
                </a:lnTo>
                <a:lnTo>
                  <a:pt x="1225130" y="583399"/>
                </a:lnTo>
                <a:lnTo>
                  <a:pt x="1174153" y="572058"/>
                </a:lnTo>
                <a:lnTo>
                  <a:pt x="1121595" y="558787"/>
                </a:lnTo>
                <a:lnTo>
                  <a:pt x="1052217" y="540207"/>
                </a:lnTo>
                <a:lnTo>
                  <a:pt x="982065" y="520192"/>
                </a:lnTo>
                <a:lnTo>
                  <a:pt x="945362" y="509168"/>
                </a:lnTo>
                <a:lnTo>
                  <a:pt x="908316" y="497624"/>
                </a:lnTo>
                <a:lnTo>
                  <a:pt x="870991" y="485559"/>
                </a:lnTo>
                <a:lnTo>
                  <a:pt x="833475" y="472935"/>
                </a:lnTo>
                <a:lnTo>
                  <a:pt x="795858" y="459765"/>
                </a:lnTo>
                <a:lnTo>
                  <a:pt x="758215" y="446036"/>
                </a:lnTo>
                <a:lnTo>
                  <a:pt x="720661" y="431736"/>
                </a:lnTo>
                <a:lnTo>
                  <a:pt x="683209" y="416826"/>
                </a:lnTo>
                <a:lnTo>
                  <a:pt x="645998" y="401320"/>
                </a:lnTo>
                <a:lnTo>
                  <a:pt x="609104" y="385203"/>
                </a:lnTo>
                <a:lnTo>
                  <a:pt x="572592" y="368452"/>
                </a:lnTo>
                <a:lnTo>
                  <a:pt x="536232" y="350913"/>
                </a:lnTo>
                <a:lnTo>
                  <a:pt x="482142" y="323291"/>
                </a:lnTo>
                <a:lnTo>
                  <a:pt x="428116" y="294005"/>
                </a:lnTo>
                <a:lnTo>
                  <a:pt x="392175" y="273685"/>
                </a:lnTo>
                <a:lnTo>
                  <a:pt x="356298" y="252780"/>
                </a:lnTo>
                <a:lnTo>
                  <a:pt x="320484" y="231355"/>
                </a:lnTo>
                <a:lnTo>
                  <a:pt x="284721" y="209461"/>
                </a:lnTo>
                <a:lnTo>
                  <a:pt x="249008" y="187147"/>
                </a:lnTo>
                <a:lnTo>
                  <a:pt x="210953" y="162941"/>
                </a:lnTo>
                <a:lnTo>
                  <a:pt x="176019" y="140385"/>
                </a:lnTo>
                <a:lnTo>
                  <a:pt x="140986" y="117500"/>
                </a:lnTo>
                <a:lnTo>
                  <a:pt x="105973" y="94335"/>
                </a:lnTo>
                <a:lnTo>
                  <a:pt x="35357" y="47383"/>
                </a:lnTo>
                <a:lnTo>
                  <a:pt x="0" y="23761"/>
                </a:lnTo>
                <a:lnTo>
                  <a:pt x="15875" y="0"/>
                </a:lnTo>
                <a:lnTo>
                  <a:pt x="86874" y="47421"/>
                </a:lnTo>
                <a:lnTo>
                  <a:pt x="157837" y="94386"/>
                </a:lnTo>
                <a:lnTo>
                  <a:pt x="193248" y="117500"/>
                </a:lnTo>
                <a:lnTo>
                  <a:pt x="228794" y="140436"/>
                </a:lnTo>
                <a:lnTo>
                  <a:pt x="264299" y="163004"/>
                </a:lnTo>
                <a:lnTo>
                  <a:pt x="299707" y="185127"/>
                </a:lnTo>
                <a:lnTo>
                  <a:pt x="335218" y="206870"/>
                </a:lnTo>
                <a:lnTo>
                  <a:pt x="370754" y="228130"/>
                </a:lnTo>
                <a:lnTo>
                  <a:pt x="406476" y="248945"/>
                </a:lnTo>
                <a:lnTo>
                  <a:pt x="442087" y="269087"/>
                </a:lnTo>
                <a:lnTo>
                  <a:pt x="477735" y="288582"/>
                </a:lnTo>
                <a:lnTo>
                  <a:pt x="495515" y="298043"/>
                </a:lnTo>
                <a:lnTo>
                  <a:pt x="513262" y="307289"/>
                </a:lnTo>
                <a:lnTo>
                  <a:pt x="531103" y="316407"/>
                </a:lnTo>
                <a:lnTo>
                  <a:pt x="549071" y="325386"/>
                </a:lnTo>
                <a:lnTo>
                  <a:pt x="566940" y="334111"/>
                </a:lnTo>
                <a:lnTo>
                  <a:pt x="584822" y="342633"/>
                </a:lnTo>
                <a:lnTo>
                  <a:pt x="602658" y="350913"/>
                </a:lnTo>
                <a:lnTo>
                  <a:pt x="620727" y="359092"/>
                </a:lnTo>
                <a:lnTo>
                  <a:pt x="639004" y="367182"/>
                </a:lnTo>
                <a:lnTo>
                  <a:pt x="657269" y="375056"/>
                </a:lnTo>
                <a:lnTo>
                  <a:pt x="675524" y="382752"/>
                </a:lnTo>
                <a:lnTo>
                  <a:pt x="693936" y="390334"/>
                </a:lnTo>
                <a:lnTo>
                  <a:pt x="712426" y="397776"/>
                </a:lnTo>
                <a:lnTo>
                  <a:pt x="731050" y="405117"/>
                </a:lnTo>
                <a:lnTo>
                  <a:pt x="768119" y="419226"/>
                </a:lnTo>
                <a:lnTo>
                  <a:pt x="805386" y="432828"/>
                </a:lnTo>
                <a:lnTo>
                  <a:pt x="842690" y="445884"/>
                </a:lnTo>
                <a:lnTo>
                  <a:pt x="879870" y="458393"/>
                </a:lnTo>
                <a:lnTo>
                  <a:pt x="916911" y="470369"/>
                </a:lnTo>
                <a:lnTo>
                  <a:pt x="953673" y="481825"/>
                </a:lnTo>
                <a:lnTo>
                  <a:pt x="990092" y="492772"/>
                </a:lnTo>
                <a:lnTo>
                  <a:pt x="1026236" y="503250"/>
                </a:lnTo>
                <a:lnTo>
                  <a:pt x="1061642" y="513168"/>
                </a:lnTo>
                <a:lnTo>
                  <a:pt x="1096551" y="522643"/>
                </a:lnTo>
                <a:lnTo>
                  <a:pt x="1130787" y="531660"/>
                </a:lnTo>
                <a:lnTo>
                  <a:pt x="1164274" y="540207"/>
                </a:lnTo>
                <a:lnTo>
                  <a:pt x="1180884" y="544283"/>
                </a:lnTo>
                <a:lnTo>
                  <a:pt x="1197495" y="548170"/>
                </a:lnTo>
                <a:lnTo>
                  <a:pt x="1214196" y="551878"/>
                </a:lnTo>
                <a:lnTo>
                  <a:pt x="1230852" y="555396"/>
                </a:lnTo>
                <a:lnTo>
                  <a:pt x="1247686" y="558787"/>
                </a:lnTo>
                <a:lnTo>
                  <a:pt x="1264665" y="562063"/>
                </a:lnTo>
                <a:lnTo>
                  <a:pt x="1281474" y="565137"/>
                </a:lnTo>
                <a:lnTo>
                  <a:pt x="1298397" y="568109"/>
                </a:lnTo>
                <a:lnTo>
                  <a:pt x="1332039" y="573608"/>
                </a:lnTo>
                <a:lnTo>
                  <a:pt x="1365300" y="578586"/>
                </a:lnTo>
                <a:lnTo>
                  <a:pt x="1397974" y="583069"/>
                </a:lnTo>
                <a:lnTo>
                  <a:pt x="1430159" y="587159"/>
                </a:lnTo>
                <a:lnTo>
                  <a:pt x="1491627" y="594131"/>
                </a:lnTo>
                <a:lnTo>
                  <a:pt x="1548282" y="599821"/>
                </a:lnTo>
                <a:lnTo>
                  <a:pt x="1640930" y="608520"/>
                </a:lnTo>
                <a:lnTo>
                  <a:pt x="1640535" y="608520"/>
                </a:lnTo>
                <a:lnTo>
                  <a:pt x="1641602" y="608584"/>
                </a:lnTo>
                <a:lnTo>
                  <a:pt x="1643741" y="608584"/>
                </a:lnTo>
                <a:lnTo>
                  <a:pt x="1650796" y="608723"/>
                </a:lnTo>
                <a:lnTo>
                  <a:pt x="1660448" y="609079"/>
                </a:lnTo>
                <a:lnTo>
                  <a:pt x="1677860" y="610108"/>
                </a:lnTo>
                <a:lnTo>
                  <a:pt x="1709789" y="612787"/>
                </a:lnTo>
                <a:lnTo>
                  <a:pt x="1726950" y="614045"/>
                </a:lnTo>
                <a:lnTo>
                  <a:pt x="1736432" y="614578"/>
                </a:lnTo>
                <a:lnTo>
                  <a:pt x="1746592" y="614997"/>
                </a:lnTo>
                <a:lnTo>
                  <a:pt x="1757705" y="615289"/>
                </a:lnTo>
                <a:lnTo>
                  <a:pt x="1757502" y="615289"/>
                </a:lnTo>
                <a:lnTo>
                  <a:pt x="1769921" y="615441"/>
                </a:lnTo>
                <a:lnTo>
                  <a:pt x="1798437" y="615442"/>
                </a:lnTo>
                <a:lnTo>
                  <a:pt x="1798752" y="637603"/>
                </a:lnTo>
                <a:lnTo>
                  <a:pt x="1658912" y="637603"/>
                </a:lnTo>
                <a:lnTo>
                  <a:pt x="1659242" y="637628"/>
                </a:lnTo>
                <a:close/>
              </a:path>
              <a:path w="1798954" h="644525">
                <a:moveTo>
                  <a:pt x="1298477" y="568109"/>
                </a:moveTo>
                <a:lnTo>
                  <a:pt x="1298244" y="568071"/>
                </a:lnTo>
                <a:lnTo>
                  <a:pt x="1298477" y="568109"/>
                </a:lnTo>
                <a:close/>
              </a:path>
              <a:path w="1798954" h="644525">
                <a:moveTo>
                  <a:pt x="1641602" y="608584"/>
                </a:moveTo>
                <a:lnTo>
                  <a:pt x="1640535" y="608520"/>
                </a:lnTo>
                <a:lnTo>
                  <a:pt x="1641035" y="608530"/>
                </a:lnTo>
                <a:lnTo>
                  <a:pt x="1641602" y="608584"/>
                </a:lnTo>
                <a:close/>
              </a:path>
              <a:path w="1798954" h="644525">
                <a:moveTo>
                  <a:pt x="1643741" y="608584"/>
                </a:moveTo>
                <a:lnTo>
                  <a:pt x="1641602" y="608584"/>
                </a:lnTo>
                <a:lnTo>
                  <a:pt x="1641035" y="608530"/>
                </a:lnTo>
                <a:lnTo>
                  <a:pt x="1643741" y="608584"/>
                </a:lnTo>
                <a:close/>
              </a:path>
              <a:path w="1798954" h="644525">
                <a:moveTo>
                  <a:pt x="1798437" y="615442"/>
                </a:moveTo>
                <a:lnTo>
                  <a:pt x="1769921" y="615441"/>
                </a:lnTo>
                <a:lnTo>
                  <a:pt x="1783460" y="615416"/>
                </a:lnTo>
                <a:lnTo>
                  <a:pt x="1783283" y="615416"/>
                </a:lnTo>
                <a:lnTo>
                  <a:pt x="1798434" y="615200"/>
                </a:lnTo>
                <a:lnTo>
                  <a:pt x="1798437" y="615442"/>
                </a:lnTo>
                <a:close/>
              </a:path>
              <a:path w="1798954" h="644525">
                <a:moveTo>
                  <a:pt x="1798767" y="638619"/>
                </a:moveTo>
                <a:lnTo>
                  <a:pt x="1675993" y="638619"/>
                </a:lnTo>
                <a:lnTo>
                  <a:pt x="1658912" y="637603"/>
                </a:lnTo>
                <a:lnTo>
                  <a:pt x="1798752" y="637603"/>
                </a:lnTo>
                <a:lnTo>
                  <a:pt x="1798767" y="638619"/>
                </a:lnTo>
                <a:close/>
              </a:path>
              <a:path w="1798954" h="644525">
                <a:moveTo>
                  <a:pt x="1769694" y="644017"/>
                </a:moveTo>
                <a:lnTo>
                  <a:pt x="1725155" y="642569"/>
                </a:lnTo>
                <a:lnTo>
                  <a:pt x="1675650" y="638606"/>
                </a:lnTo>
                <a:lnTo>
                  <a:pt x="1675993" y="638619"/>
                </a:lnTo>
                <a:lnTo>
                  <a:pt x="1798767" y="638619"/>
                </a:lnTo>
                <a:lnTo>
                  <a:pt x="1798840" y="643775"/>
                </a:lnTo>
                <a:lnTo>
                  <a:pt x="1783600" y="643991"/>
                </a:lnTo>
                <a:lnTo>
                  <a:pt x="1769694" y="644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69629" y="2373325"/>
            <a:ext cx="1800860" cy="596265"/>
          </a:xfrm>
          <a:custGeom>
            <a:avLst/>
            <a:gdLst/>
            <a:ahLst/>
            <a:cxnLst/>
            <a:rect l="l" t="t" r="r" b="b"/>
            <a:pathLst>
              <a:path w="1800860" h="596264">
                <a:moveTo>
                  <a:pt x="381" y="28790"/>
                </a:moveTo>
                <a:lnTo>
                  <a:pt x="0" y="228"/>
                </a:lnTo>
                <a:lnTo>
                  <a:pt x="15252" y="25"/>
                </a:lnTo>
                <a:lnTo>
                  <a:pt x="29159" y="0"/>
                </a:lnTo>
                <a:lnTo>
                  <a:pt x="41808" y="139"/>
                </a:lnTo>
                <a:lnTo>
                  <a:pt x="91211" y="2514"/>
                </a:lnTo>
                <a:lnTo>
                  <a:pt x="123215" y="4991"/>
                </a:lnTo>
                <a:lnTo>
                  <a:pt x="139761" y="5892"/>
                </a:lnTo>
                <a:lnTo>
                  <a:pt x="149072" y="6210"/>
                </a:lnTo>
                <a:lnTo>
                  <a:pt x="159486" y="6388"/>
                </a:lnTo>
                <a:lnTo>
                  <a:pt x="202869" y="10172"/>
                </a:lnTo>
                <a:lnTo>
                  <a:pt x="310476" y="19799"/>
                </a:lnTo>
                <a:lnTo>
                  <a:pt x="372452" y="26276"/>
                </a:lnTo>
                <a:lnTo>
                  <a:pt x="392196" y="28575"/>
                </a:lnTo>
                <a:lnTo>
                  <a:pt x="28930" y="28575"/>
                </a:lnTo>
                <a:lnTo>
                  <a:pt x="15544" y="28587"/>
                </a:lnTo>
                <a:lnTo>
                  <a:pt x="381" y="28790"/>
                </a:lnTo>
                <a:close/>
              </a:path>
              <a:path w="1800860" h="596264">
                <a:moveTo>
                  <a:pt x="28955" y="28575"/>
                </a:moveTo>
                <a:lnTo>
                  <a:pt x="29108" y="28575"/>
                </a:lnTo>
                <a:lnTo>
                  <a:pt x="28955" y="28575"/>
                </a:lnTo>
                <a:close/>
              </a:path>
              <a:path w="1800860" h="596264">
                <a:moveTo>
                  <a:pt x="52527" y="28994"/>
                </a:moveTo>
                <a:lnTo>
                  <a:pt x="41198" y="28714"/>
                </a:lnTo>
                <a:lnTo>
                  <a:pt x="41389" y="28714"/>
                </a:lnTo>
                <a:lnTo>
                  <a:pt x="28955" y="28575"/>
                </a:lnTo>
                <a:lnTo>
                  <a:pt x="392415" y="28600"/>
                </a:lnTo>
                <a:lnTo>
                  <a:pt x="395687" y="28981"/>
                </a:lnTo>
                <a:lnTo>
                  <a:pt x="52336" y="28981"/>
                </a:lnTo>
                <a:lnTo>
                  <a:pt x="52527" y="28994"/>
                </a:lnTo>
                <a:close/>
              </a:path>
              <a:path w="1800860" h="596264">
                <a:moveTo>
                  <a:pt x="15379" y="28600"/>
                </a:moveTo>
                <a:lnTo>
                  <a:pt x="15544" y="28587"/>
                </a:lnTo>
                <a:lnTo>
                  <a:pt x="22244" y="28587"/>
                </a:lnTo>
                <a:lnTo>
                  <a:pt x="15379" y="28600"/>
                </a:lnTo>
                <a:close/>
              </a:path>
              <a:path w="1800860" h="596264">
                <a:moveTo>
                  <a:pt x="62712" y="29387"/>
                </a:moveTo>
                <a:lnTo>
                  <a:pt x="52336" y="28981"/>
                </a:lnTo>
                <a:lnTo>
                  <a:pt x="395796" y="28994"/>
                </a:lnTo>
                <a:lnTo>
                  <a:pt x="399069" y="29375"/>
                </a:lnTo>
                <a:lnTo>
                  <a:pt x="62534" y="29375"/>
                </a:lnTo>
                <a:lnTo>
                  <a:pt x="62712" y="29387"/>
                </a:lnTo>
                <a:close/>
              </a:path>
              <a:path w="1800860" h="596264">
                <a:moveTo>
                  <a:pt x="72097" y="29870"/>
                </a:moveTo>
                <a:lnTo>
                  <a:pt x="62534" y="29375"/>
                </a:lnTo>
                <a:lnTo>
                  <a:pt x="399178" y="29387"/>
                </a:lnTo>
                <a:lnTo>
                  <a:pt x="403105" y="29845"/>
                </a:lnTo>
                <a:lnTo>
                  <a:pt x="71869" y="29845"/>
                </a:lnTo>
                <a:lnTo>
                  <a:pt x="72097" y="29870"/>
                </a:lnTo>
                <a:close/>
              </a:path>
              <a:path w="1800860" h="596264">
                <a:moveTo>
                  <a:pt x="157990" y="34941"/>
                </a:moveTo>
                <a:lnTo>
                  <a:pt x="148221" y="34772"/>
                </a:lnTo>
                <a:lnTo>
                  <a:pt x="138582" y="34442"/>
                </a:lnTo>
                <a:lnTo>
                  <a:pt x="121170" y="33489"/>
                </a:lnTo>
                <a:lnTo>
                  <a:pt x="89077" y="31013"/>
                </a:lnTo>
                <a:lnTo>
                  <a:pt x="71869" y="29845"/>
                </a:lnTo>
                <a:lnTo>
                  <a:pt x="403105" y="29845"/>
                </a:lnTo>
                <a:lnTo>
                  <a:pt x="404850" y="30048"/>
                </a:lnTo>
                <a:lnTo>
                  <a:pt x="437972" y="34251"/>
                </a:lnTo>
                <a:lnTo>
                  <a:pt x="442674" y="34899"/>
                </a:lnTo>
                <a:lnTo>
                  <a:pt x="157505" y="34899"/>
                </a:lnTo>
                <a:lnTo>
                  <a:pt x="157990" y="34941"/>
                </a:lnTo>
                <a:close/>
              </a:path>
              <a:path w="1800860" h="596264">
                <a:moveTo>
                  <a:pt x="158483" y="34950"/>
                </a:moveTo>
                <a:lnTo>
                  <a:pt x="157990" y="34941"/>
                </a:lnTo>
                <a:lnTo>
                  <a:pt x="157505" y="34899"/>
                </a:lnTo>
                <a:lnTo>
                  <a:pt x="158483" y="34950"/>
                </a:lnTo>
                <a:close/>
              </a:path>
              <a:path w="1800860" h="596264">
                <a:moveTo>
                  <a:pt x="443043" y="34950"/>
                </a:moveTo>
                <a:lnTo>
                  <a:pt x="158483" y="34950"/>
                </a:lnTo>
                <a:lnTo>
                  <a:pt x="157505" y="34899"/>
                </a:lnTo>
                <a:lnTo>
                  <a:pt x="442674" y="34899"/>
                </a:lnTo>
                <a:lnTo>
                  <a:pt x="443043" y="34950"/>
                </a:lnTo>
                <a:close/>
              </a:path>
              <a:path w="1800860" h="596264">
                <a:moveTo>
                  <a:pt x="567658" y="54673"/>
                </a:moveTo>
                <a:lnTo>
                  <a:pt x="369201" y="54660"/>
                </a:lnTo>
                <a:lnTo>
                  <a:pt x="337908" y="51282"/>
                </a:lnTo>
                <a:lnTo>
                  <a:pt x="307657" y="48234"/>
                </a:lnTo>
                <a:lnTo>
                  <a:pt x="278599" y="45478"/>
                </a:lnTo>
                <a:lnTo>
                  <a:pt x="250926" y="42989"/>
                </a:lnTo>
                <a:lnTo>
                  <a:pt x="157990" y="34941"/>
                </a:lnTo>
                <a:lnTo>
                  <a:pt x="158483" y="34950"/>
                </a:lnTo>
                <a:lnTo>
                  <a:pt x="443043" y="34950"/>
                </a:lnTo>
                <a:lnTo>
                  <a:pt x="471627" y="38887"/>
                </a:lnTo>
                <a:lnTo>
                  <a:pt x="505650" y="44005"/>
                </a:lnTo>
                <a:lnTo>
                  <a:pt x="539838" y="49657"/>
                </a:lnTo>
                <a:lnTo>
                  <a:pt x="549092" y="51295"/>
                </a:lnTo>
                <a:lnTo>
                  <a:pt x="567658" y="54673"/>
                </a:lnTo>
                <a:close/>
              </a:path>
              <a:path w="1800860" h="596264">
                <a:moveTo>
                  <a:pt x="628958" y="67183"/>
                </a:moveTo>
                <a:lnTo>
                  <a:pt x="467639" y="67183"/>
                </a:lnTo>
                <a:lnTo>
                  <a:pt x="434149" y="62560"/>
                </a:lnTo>
                <a:lnTo>
                  <a:pt x="401332" y="58407"/>
                </a:lnTo>
                <a:lnTo>
                  <a:pt x="369242" y="54665"/>
                </a:lnTo>
                <a:lnTo>
                  <a:pt x="567658" y="54673"/>
                </a:lnTo>
                <a:lnTo>
                  <a:pt x="591146" y="59194"/>
                </a:lnTo>
                <a:lnTo>
                  <a:pt x="607717" y="62585"/>
                </a:lnTo>
                <a:lnTo>
                  <a:pt x="625081" y="66306"/>
                </a:lnTo>
                <a:lnTo>
                  <a:pt x="628958" y="67183"/>
                </a:lnTo>
                <a:close/>
              </a:path>
              <a:path w="1800860" h="596264">
                <a:moveTo>
                  <a:pt x="651004" y="72250"/>
                </a:moveTo>
                <a:lnTo>
                  <a:pt x="501294" y="72250"/>
                </a:lnTo>
                <a:lnTo>
                  <a:pt x="467530" y="67167"/>
                </a:lnTo>
                <a:lnTo>
                  <a:pt x="628958" y="67183"/>
                </a:lnTo>
                <a:lnTo>
                  <a:pt x="651004" y="72250"/>
                </a:lnTo>
                <a:close/>
              </a:path>
              <a:path w="1800860" h="596264">
                <a:moveTo>
                  <a:pt x="713398" y="87223"/>
                </a:moveTo>
                <a:lnTo>
                  <a:pt x="585622" y="87223"/>
                </a:lnTo>
                <a:lnTo>
                  <a:pt x="568680" y="83921"/>
                </a:lnTo>
                <a:lnTo>
                  <a:pt x="551827" y="80797"/>
                </a:lnTo>
                <a:lnTo>
                  <a:pt x="534936" y="77800"/>
                </a:lnTo>
                <a:lnTo>
                  <a:pt x="501091" y="72224"/>
                </a:lnTo>
                <a:lnTo>
                  <a:pt x="501294" y="72250"/>
                </a:lnTo>
                <a:lnTo>
                  <a:pt x="651004" y="72250"/>
                </a:lnTo>
                <a:lnTo>
                  <a:pt x="687090" y="80822"/>
                </a:lnTo>
                <a:lnTo>
                  <a:pt x="713398" y="87223"/>
                </a:lnTo>
                <a:close/>
              </a:path>
              <a:path w="1800860" h="596264">
                <a:moveTo>
                  <a:pt x="727119" y="90652"/>
                </a:moveTo>
                <a:lnTo>
                  <a:pt x="602360" y="90652"/>
                </a:lnTo>
                <a:lnTo>
                  <a:pt x="585560" y="87211"/>
                </a:lnTo>
                <a:lnTo>
                  <a:pt x="713398" y="87223"/>
                </a:lnTo>
                <a:lnTo>
                  <a:pt x="727119" y="90652"/>
                </a:lnTo>
                <a:close/>
              </a:path>
              <a:path w="1800860" h="596264">
                <a:moveTo>
                  <a:pt x="756038" y="97967"/>
                </a:moveTo>
                <a:lnTo>
                  <a:pt x="635520" y="97967"/>
                </a:lnTo>
                <a:lnTo>
                  <a:pt x="618858" y="94195"/>
                </a:lnTo>
                <a:lnTo>
                  <a:pt x="602221" y="90627"/>
                </a:lnTo>
                <a:lnTo>
                  <a:pt x="602360" y="90652"/>
                </a:lnTo>
                <a:lnTo>
                  <a:pt x="727119" y="90652"/>
                </a:lnTo>
                <a:lnTo>
                  <a:pt x="756038" y="97967"/>
                </a:lnTo>
                <a:close/>
              </a:path>
              <a:path w="1800860" h="596264">
                <a:moveTo>
                  <a:pt x="786363" y="105841"/>
                </a:moveTo>
                <a:lnTo>
                  <a:pt x="668969" y="105829"/>
                </a:lnTo>
                <a:lnTo>
                  <a:pt x="635406" y="97942"/>
                </a:lnTo>
                <a:lnTo>
                  <a:pt x="756038" y="97967"/>
                </a:lnTo>
                <a:lnTo>
                  <a:pt x="786363" y="105841"/>
                </a:lnTo>
                <a:close/>
              </a:path>
              <a:path w="1800860" h="596264">
                <a:moveTo>
                  <a:pt x="849102" y="122897"/>
                </a:moveTo>
                <a:lnTo>
                  <a:pt x="738276" y="122897"/>
                </a:lnTo>
                <a:lnTo>
                  <a:pt x="703103" y="114109"/>
                </a:lnTo>
                <a:lnTo>
                  <a:pt x="668934" y="105829"/>
                </a:lnTo>
                <a:lnTo>
                  <a:pt x="786363" y="105841"/>
                </a:lnTo>
                <a:lnTo>
                  <a:pt x="817504" y="114160"/>
                </a:lnTo>
                <a:lnTo>
                  <a:pt x="849102" y="122897"/>
                </a:lnTo>
                <a:close/>
              </a:path>
              <a:path w="1800860" h="596264">
                <a:moveTo>
                  <a:pt x="881233" y="132067"/>
                </a:moveTo>
                <a:lnTo>
                  <a:pt x="773836" y="132067"/>
                </a:lnTo>
                <a:lnTo>
                  <a:pt x="738175" y="122872"/>
                </a:lnTo>
                <a:lnTo>
                  <a:pt x="849102" y="122897"/>
                </a:lnTo>
                <a:lnTo>
                  <a:pt x="854062" y="124269"/>
                </a:lnTo>
                <a:lnTo>
                  <a:pt x="881233" y="132067"/>
                </a:lnTo>
                <a:close/>
              </a:path>
              <a:path w="1800860" h="596264">
                <a:moveTo>
                  <a:pt x="947062" y="151790"/>
                </a:moveTo>
                <a:lnTo>
                  <a:pt x="846378" y="151790"/>
                </a:lnTo>
                <a:lnTo>
                  <a:pt x="809764" y="141668"/>
                </a:lnTo>
                <a:lnTo>
                  <a:pt x="773722" y="132041"/>
                </a:lnTo>
                <a:lnTo>
                  <a:pt x="881233" y="132067"/>
                </a:lnTo>
                <a:lnTo>
                  <a:pt x="891146" y="134912"/>
                </a:lnTo>
                <a:lnTo>
                  <a:pt x="928496" y="146037"/>
                </a:lnTo>
                <a:lnTo>
                  <a:pt x="947062" y="151790"/>
                </a:lnTo>
                <a:close/>
              </a:path>
              <a:path w="1800860" h="596264">
                <a:moveTo>
                  <a:pt x="980587" y="162356"/>
                </a:moveTo>
                <a:lnTo>
                  <a:pt x="883196" y="162356"/>
                </a:lnTo>
                <a:lnTo>
                  <a:pt x="846239" y="151765"/>
                </a:lnTo>
                <a:lnTo>
                  <a:pt x="846378" y="151790"/>
                </a:lnTo>
                <a:lnTo>
                  <a:pt x="947062" y="151790"/>
                </a:lnTo>
                <a:lnTo>
                  <a:pt x="966038" y="157670"/>
                </a:lnTo>
                <a:lnTo>
                  <a:pt x="980587" y="162356"/>
                </a:lnTo>
                <a:close/>
              </a:path>
              <a:path w="1800860" h="596264">
                <a:moveTo>
                  <a:pt x="1048419" y="184937"/>
                </a:moveTo>
                <a:lnTo>
                  <a:pt x="957516" y="184937"/>
                </a:lnTo>
                <a:lnTo>
                  <a:pt x="920115" y="173355"/>
                </a:lnTo>
                <a:lnTo>
                  <a:pt x="883056" y="162318"/>
                </a:lnTo>
                <a:lnTo>
                  <a:pt x="883196" y="162356"/>
                </a:lnTo>
                <a:lnTo>
                  <a:pt x="980587" y="162356"/>
                </a:lnTo>
                <a:lnTo>
                  <a:pt x="1003693" y="169799"/>
                </a:lnTo>
                <a:lnTo>
                  <a:pt x="1041361" y="182460"/>
                </a:lnTo>
                <a:lnTo>
                  <a:pt x="1048419" y="184937"/>
                </a:lnTo>
                <a:close/>
              </a:path>
              <a:path w="1800860" h="596264">
                <a:moveTo>
                  <a:pt x="1116774" y="209511"/>
                </a:moveTo>
                <a:lnTo>
                  <a:pt x="1032167" y="209511"/>
                </a:lnTo>
                <a:lnTo>
                  <a:pt x="994676" y="196913"/>
                </a:lnTo>
                <a:lnTo>
                  <a:pt x="957351" y="184886"/>
                </a:lnTo>
                <a:lnTo>
                  <a:pt x="957516" y="184937"/>
                </a:lnTo>
                <a:lnTo>
                  <a:pt x="1048419" y="184937"/>
                </a:lnTo>
                <a:lnTo>
                  <a:pt x="1078966" y="195656"/>
                </a:lnTo>
                <a:lnTo>
                  <a:pt x="1116774" y="209511"/>
                </a:lnTo>
                <a:close/>
              </a:path>
              <a:path w="1800860" h="596264">
                <a:moveTo>
                  <a:pt x="1150854" y="222580"/>
                </a:moveTo>
                <a:lnTo>
                  <a:pt x="1069416" y="222580"/>
                </a:lnTo>
                <a:lnTo>
                  <a:pt x="1031989" y="209461"/>
                </a:lnTo>
                <a:lnTo>
                  <a:pt x="1032167" y="209511"/>
                </a:lnTo>
                <a:lnTo>
                  <a:pt x="1116774" y="209511"/>
                </a:lnTo>
                <a:lnTo>
                  <a:pt x="1150854" y="222580"/>
                </a:lnTo>
                <a:close/>
              </a:path>
              <a:path w="1800860" h="596264">
                <a:moveTo>
                  <a:pt x="1201691" y="243154"/>
                </a:moveTo>
                <a:lnTo>
                  <a:pt x="1124902" y="243154"/>
                </a:lnTo>
                <a:lnTo>
                  <a:pt x="1106347" y="236118"/>
                </a:lnTo>
                <a:lnTo>
                  <a:pt x="1069225" y="222516"/>
                </a:lnTo>
                <a:lnTo>
                  <a:pt x="1069416" y="222580"/>
                </a:lnTo>
                <a:lnTo>
                  <a:pt x="1150854" y="222580"/>
                </a:lnTo>
                <a:lnTo>
                  <a:pt x="1172171" y="231025"/>
                </a:lnTo>
                <a:lnTo>
                  <a:pt x="1201691" y="243154"/>
                </a:lnTo>
                <a:close/>
              </a:path>
              <a:path w="1800860" h="596264">
                <a:moveTo>
                  <a:pt x="1218552" y="250291"/>
                </a:moveTo>
                <a:lnTo>
                  <a:pt x="1143279" y="250291"/>
                </a:lnTo>
                <a:lnTo>
                  <a:pt x="1124800" y="243116"/>
                </a:lnTo>
                <a:lnTo>
                  <a:pt x="1201691" y="243154"/>
                </a:lnTo>
                <a:lnTo>
                  <a:pt x="1208912" y="246164"/>
                </a:lnTo>
                <a:lnTo>
                  <a:pt x="1218552" y="250291"/>
                </a:lnTo>
                <a:close/>
              </a:path>
              <a:path w="1800860" h="596264">
                <a:moveTo>
                  <a:pt x="1235316" y="257556"/>
                </a:moveTo>
                <a:lnTo>
                  <a:pt x="1161567" y="257556"/>
                </a:lnTo>
                <a:lnTo>
                  <a:pt x="1143165" y="250253"/>
                </a:lnTo>
                <a:lnTo>
                  <a:pt x="1218552" y="250291"/>
                </a:lnTo>
                <a:lnTo>
                  <a:pt x="1227124" y="253961"/>
                </a:lnTo>
                <a:lnTo>
                  <a:pt x="1235316" y="257556"/>
                </a:lnTo>
                <a:close/>
              </a:path>
              <a:path w="1800860" h="596264">
                <a:moveTo>
                  <a:pt x="1285338" y="280200"/>
                </a:moveTo>
                <a:lnTo>
                  <a:pt x="1215834" y="280200"/>
                </a:lnTo>
                <a:lnTo>
                  <a:pt x="1197736" y="272465"/>
                </a:lnTo>
                <a:lnTo>
                  <a:pt x="1179652" y="264922"/>
                </a:lnTo>
                <a:lnTo>
                  <a:pt x="1161453" y="257517"/>
                </a:lnTo>
                <a:lnTo>
                  <a:pt x="1235316" y="257556"/>
                </a:lnTo>
                <a:lnTo>
                  <a:pt x="1245273" y="261924"/>
                </a:lnTo>
                <a:lnTo>
                  <a:pt x="1263395" y="270065"/>
                </a:lnTo>
                <a:lnTo>
                  <a:pt x="1281506" y="278396"/>
                </a:lnTo>
                <a:lnTo>
                  <a:pt x="1285338" y="280200"/>
                </a:lnTo>
                <a:close/>
              </a:path>
              <a:path w="1800860" h="596264">
                <a:moveTo>
                  <a:pt x="1301971" y="288061"/>
                </a:moveTo>
                <a:lnTo>
                  <a:pt x="1233728" y="288061"/>
                </a:lnTo>
                <a:lnTo>
                  <a:pt x="1215707" y="280149"/>
                </a:lnTo>
                <a:lnTo>
                  <a:pt x="1285338" y="280200"/>
                </a:lnTo>
                <a:lnTo>
                  <a:pt x="1299616" y="286918"/>
                </a:lnTo>
                <a:lnTo>
                  <a:pt x="1301971" y="288061"/>
                </a:lnTo>
                <a:close/>
              </a:path>
              <a:path w="1800860" h="596264">
                <a:moveTo>
                  <a:pt x="1318533" y="296100"/>
                </a:moveTo>
                <a:lnTo>
                  <a:pt x="1251623" y="296100"/>
                </a:lnTo>
                <a:lnTo>
                  <a:pt x="1233675" y="288037"/>
                </a:lnTo>
                <a:lnTo>
                  <a:pt x="1301971" y="288061"/>
                </a:lnTo>
                <a:lnTo>
                  <a:pt x="1318533" y="296100"/>
                </a:lnTo>
                <a:close/>
              </a:path>
              <a:path w="1800860" h="596264">
                <a:moveTo>
                  <a:pt x="1335487" y="304330"/>
                </a:moveTo>
                <a:lnTo>
                  <a:pt x="1269504" y="304330"/>
                </a:lnTo>
                <a:lnTo>
                  <a:pt x="1251508" y="296049"/>
                </a:lnTo>
                <a:lnTo>
                  <a:pt x="1318533" y="296100"/>
                </a:lnTo>
                <a:lnTo>
                  <a:pt x="1335487" y="304330"/>
                </a:lnTo>
                <a:close/>
              </a:path>
              <a:path w="1800860" h="596264">
                <a:moveTo>
                  <a:pt x="1386150" y="330085"/>
                </a:moveTo>
                <a:lnTo>
                  <a:pt x="1323124" y="330085"/>
                </a:lnTo>
                <a:lnTo>
                  <a:pt x="1287221" y="312661"/>
                </a:lnTo>
                <a:lnTo>
                  <a:pt x="1269390" y="304279"/>
                </a:lnTo>
                <a:lnTo>
                  <a:pt x="1335487" y="304330"/>
                </a:lnTo>
                <a:lnTo>
                  <a:pt x="1371739" y="322580"/>
                </a:lnTo>
                <a:lnTo>
                  <a:pt x="1386150" y="330085"/>
                </a:lnTo>
                <a:close/>
              </a:path>
              <a:path w="1800860" h="596264">
                <a:moveTo>
                  <a:pt x="1420277" y="348056"/>
                </a:moveTo>
                <a:lnTo>
                  <a:pt x="1358798" y="348056"/>
                </a:lnTo>
                <a:lnTo>
                  <a:pt x="1322933" y="329996"/>
                </a:lnTo>
                <a:lnTo>
                  <a:pt x="1323124" y="330085"/>
                </a:lnTo>
                <a:lnTo>
                  <a:pt x="1386150" y="330085"/>
                </a:lnTo>
                <a:lnTo>
                  <a:pt x="1407706" y="341312"/>
                </a:lnTo>
                <a:lnTo>
                  <a:pt x="1420277" y="348056"/>
                </a:lnTo>
                <a:close/>
              </a:path>
              <a:path w="1800860" h="596264">
                <a:moveTo>
                  <a:pt x="1489030" y="385724"/>
                </a:moveTo>
                <a:lnTo>
                  <a:pt x="1430032" y="385724"/>
                </a:lnTo>
                <a:lnTo>
                  <a:pt x="1394269" y="366534"/>
                </a:lnTo>
                <a:lnTo>
                  <a:pt x="1358620" y="347967"/>
                </a:lnTo>
                <a:lnTo>
                  <a:pt x="1358798" y="348056"/>
                </a:lnTo>
                <a:lnTo>
                  <a:pt x="1420277" y="348056"/>
                </a:lnTo>
                <a:lnTo>
                  <a:pt x="1443621" y="360578"/>
                </a:lnTo>
                <a:lnTo>
                  <a:pt x="1479461" y="380326"/>
                </a:lnTo>
                <a:lnTo>
                  <a:pt x="1489030" y="385724"/>
                </a:lnTo>
                <a:close/>
              </a:path>
              <a:path w="1800860" h="596264">
                <a:moveTo>
                  <a:pt x="1523609" y="405320"/>
                </a:moveTo>
                <a:lnTo>
                  <a:pt x="1465618" y="405320"/>
                </a:lnTo>
                <a:lnTo>
                  <a:pt x="1429981" y="385696"/>
                </a:lnTo>
                <a:lnTo>
                  <a:pt x="1489030" y="385724"/>
                </a:lnTo>
                <a:lnTo>
                  <a:pt x="1515262" y="400519"/>
                </a:lnTo>
                <a:lnTo>
                  <a:pt x="1523609" y="405320"/>
                </a:lnTo>
                <a:close/>
              </a:path>
              <a:path w="1800860" h="596264">
                <a:moveTo>
                  <a:pt x="1558343" y="425373"/>
                </a:moveTo>
                <a:lnTo>
                  <a:pt x="1501178" y="425373"/>
                </a:lnTo>
                <a:lnTo>
                  <a:pt x="1465491" y="405257"/>
                </a:lnTo>
                <a:lnTo>
                  <a:pt x="1523609" y="405320"/>
                </a:lnTo>
                <a:lnTo>
                  <a:pt x="1551012" y="421081"/>
                </a:lnTo>
                <a:lnTo>
                  <a:pt x="1558343" y="425373"/>
                </a:lnTo>
                <a:close/>
              </a:path>
              <a:path w="1800860" h="596264">
                <a:moveTo>
                  <a:pt x="1593167" y="445820"/>
                </a:moveTo>
                <a:lnTo>
                  <a:pt x="1536712" y="445820"/>
                </a:lnTo>
                <a:lnTo>
                  <a:pt x="1501063" y="425310"/>
                </a:lnTo>
                <a:lnTo>
                  <a:pt x="1558343" y="425373"/>
                </a:lnTo>
                <a:lnTo>
                  <a:pt x="1593167" y="445820"/>
                </a:lnTo>
                <a:close/>
              </a:path>
              <a:path w="1800860" h="596264">
                <a:moveTo>
                  <a:pt x="1628111" y="466623"/>
                </a:moveTo>
                <a:lnTo>
                  <a:pt x="1572247" y="466623"/>
                </a:lnTo>
                <a:lnTo>
                  <a:pt x="1536623" y="445770"/>
                </a:lnTo>
                <a:lnTo>
                  <a:pt x="1593167" y="445820"/>
                </a:lnTo>
                <a:lnTo>
                  <a:pt x="1628111" y="466623"/>
                </a:lnTo>
                <a:close/>
              </a:path>
              <a:path w="1800860" h="596264">
                <a:moveTo>
                  <a:pt x="1663130" y="487718"/>
                </a:moveTo>
                <a:lnTo>
                  <a:pt x="1607756" y="487718"/>
                </a:lnTo>
                <a:lnTo>
                  <a:pt x="1572158" y="466572"/>
                </a:lnTo>
                <a:lnTo>
                  <a:pt x="1628111" y="466623"/>
                </a:lnTo>
                <a:lnTo>
                  <a:pt x="1663130" y="487718"/>
                </a:lnTo>
                <a:close/>
              </a:path>
              <a:path w="1800860" h="596264">
                <a:moveTo>
                  <a:pt x="1785315" y="596036"/>
                </a:moveTo>
                <a:lnTo>
                  <a:pt x="1714245" y="552323"/>
                </a:lnTo>
                <a:lnTo>
                  <a:pt x="1643189" y="509028"/>
                </a:lnTo>
                <a:lnTo>
                  <a:pt x="1607743" y="487710"/>
                </a:lnTo>
                <a:lnTo>
                  <a:pt x="1663130" y="487718"/>
                </a:lnTo>
                <a:lnTo>
                  <a:pt x="1698194" y="509079"/>
                </a:lnTo>
                <a:lnTo>
                  <a:pt x="1768842" y="552361"/>
                </a:lnTo>
                <a:lnTo>
                  <a:pt x="1800275" y="571703"/>
                </a:lnTo>
                <a:lnTo>
                  <a:pt x="1785315" y="5960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358415" y="68654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58694" y="73988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58986" y="79322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59266" y="84656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59558" y="89990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52" y="30518"/>
                </a:moveTo>
                <a:lnTo>
                  <a:pt x="0" y="38"/>
                </a:lnTo>
                <a:lnTo>
                  <a:pt x="7607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59837" y="95324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60117" y="100658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60409" y="105992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60688" y="111326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60980" y="11665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61260" y="12199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61552" y="12732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61831" y="13266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18"/>
                </a:moveTo>
                <a:lnTo>
                  <a:pt x="0" y="50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362123" y="13799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362403" y="14332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362695" y="14866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362974" y="15399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363266" y="15933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363546" y="16466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363825" y="16999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364117" y="17533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64397" y="18066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364689" y="18600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64968" y="19133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65260" y="19666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65540" y="20200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67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365832" y="20733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366111" y="21267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366403" y="21800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30"/>
                </a:moveTo>
                <a:lnTo>
                  <a:pt x="0" y="50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366683" y="22333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366975" y="22867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367254" y="23400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367533" y="23934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367826" y="24467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368105" y="25000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68397" y="25534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68676" y="26067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368969" y="26601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369248" y="27134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69540" y="27667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369820" y="28201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370112" y="28734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370391" y="29267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370683" y="29801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30"/>
                </a:moveTo>
                <a:lnTo>
                  <a:pt x="0" y="50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370963" y="30334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371242" y="30868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50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371534" y="31401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71813" y="31934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372105" y="32468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372385" y="33001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372677" y="33535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372956" y="34068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373248" y="34601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373528" y="35135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373820" y="35668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374099" y="36202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374392" y="36735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374671" y="37268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374963" y="37802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67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375242" y="38335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375522" y="38868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375814" y="39402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376093" y="39935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376385" y="40469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376665" y="41002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376957" y="41535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377236" y="42069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377528" y="42602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377808" y="43136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378100" y="43669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378379" y="44202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378671" y="44736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378951" y="45269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379230" y="45803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379522" y="46336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379802" y="46869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67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380094" y="47403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380373" y="47936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380665" y="484700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50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380945" y="49003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381237" y="49536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381516" y="50070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381808" y="50603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2382088" y="511370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382380" y="51670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382659" y="52203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382939" y="52737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383231" y="53270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383510" y="538040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383802" y="54337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2384082" y="54870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384374" y="55404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384653" y="559375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384945" y="564709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385225" y="570043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2385517" y="575377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18"/>
                </a:moveTo>
                <a:lnTo>
                  <a:pt x="0" y="50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385796" y="5807112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2386088" y="586045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151858" y="68654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4152112" y="73988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152366" y="79322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152620" y="84656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4152874" y="89990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4153128" y="95324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153382" y="100658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4153649" y="105992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4153903" y="111326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154157" y="116660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154411" y="121994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154665" y="127328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39" y="30505"/>
                </a:moveTo>
                <a:lnTo>
                  <a:pt x="0" y="38"/>
                </a:lnTo>
                <a:lnTo>
                  <a:pt x="7619" y="0"/>
                </a:lnTo>
                <a:lnTo>
                  <a:pt x="7759" y="30479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4154919" y="132662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39" y="30505"/>
                </a:moveTo>
                <a:lnTo>
                  <a:pt x="0" y="25"/>
                </a:lnTo>
                <a:lnTo>
                  <a:pt x="7620" y="0"/>
                </a:lnTo>
                <a:lnTo>
                  <a:pt x="7759" y="30479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155173" y="137996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39" y="30505"/>
                </a:moveTo>
                <a:lnTo>
                  <a:pt x="0" y="25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155427" y="143330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39" y="30505"/>
                </a:moveTo>
                <a:lnTo>
                  <a:pt x="0" y="25"/>
                </a:lnTo>
                <a:lnTo>
                  <a:pt x="7619" y="0"/>
                </a:lnTo>
                <a:lnTo>
                  <a:pt x="7759" y="30467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4155681" y="14866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4155935" y="15399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4156189" y="15933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156443" y="16466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4156697" y="16999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4156951" y="17533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4157205" y="18066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4157459" y="18600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4157713" y="19133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4157979" y="19666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4158234" y="20200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4158488" y="20733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4158741" y="21267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4158996" y="21800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4159250" y="22333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4159503" y="22867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4159758" y="23400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4160011" y="23934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05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4160265" y="24467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05"/>
                </a:moveTo>
                <a:lnTo>
                  <a:pt x="0" y="25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4160520" y="25000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05"/>
                </a:moveTo>
                <a:lnTo>
                  <a:pt x="0" y="25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4160773" y="25534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4161028" y="26067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4161282" y="26601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4161535" y="27134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4161790" y="27667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4162044" y="28201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4162310" y="28734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4162564" y="29268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4162818" y="29801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4163072" y="30334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4163326" y="30868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4163580" y="31401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4163834" y="31935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4164088" y="32468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4164342" y="33001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4164596" y="33535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4164850" y="34068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4165104" y="34602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4165358" y="351354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4165612" y="35668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05"/>
                </a:moveTo>
                <a:lnTo>
                  <a:pt x="0" y="25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4165866" y="36202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05"/>
                </a:moveTo>
                <a:lnTo>
                  <a:pt x="0" y="25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4166120" y="36735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05"/>
                </a:moveTo>
                <a:lnTo>
                  <a:pt x="0" y="25"/>
                </a:lnTo>
                <a:lnTo>
                  <a:pt x="7620" y="0"/>
                </a:lnTo>
                <a:lnTo>
                  <a:pt x="7772" y="30467"/>
                </a:lnTo>
                <a:lnTo>
                  <a:pt x="152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4166374" y="37268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4166641" y="37802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4166895" y="38335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4167149" y="38869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4167403" y="39402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4167657" y="39935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4167911" y="40469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4168165" y="41002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4168419" y="41536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4168673" y="42069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4168927" y="42602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4169181" y="43136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4169435" y="43669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4169689" y="44203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4169943" y="44736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4170197" y="45269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4170451" y="45803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4170705" y="46336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05"/>
                </a:moveTo>
                <a:lnTo>
                  <a:pt x="0" y="25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4170972" y="46870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05"/>
                </a:moveTo>
                <a:lnTo>
                  <a:pt x="0" y="25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4171226" y="47403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05"/>
                </a:moveTo>
                <a:lnTo>
                  <a:pt x="0" y="25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4171480" y="47936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05"/>
                </a:moveTo>
                <a:lnTo>
                  <a:pt x="0" y="25"/>
                </a:lnTo>
                <a:lnTo>
                  <a:pt x="7619" y="0"/>
                </a:lnTo>
                <a:lnTo>
                  <a:pt x="7759" y="30467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4171734" y="48470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4171987" y="49003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4172242" y="49536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4172496" y="50070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4172749" y="50603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4173004" y="51137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4173258" y="51670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4173511" y="52203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4173766" y="52737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4174020" y="53270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4174274" y="53804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4174528" y="54337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4174781" y="54870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4175036" y="55404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4175302" y="55937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19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4175556" y="56471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4175810" y="57004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4176064" y="57537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05"/>
                </a:moveTo>
                <a:lnTo>
                  <a:pt x="0" y="25"/>
                </a:lnTo>
                <a:lnTo>
                  <a:pt x="7619" y="0"/>
                </a:lnTo>
                <a:lnTo>
                  <a:pt x="7759" y="30479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4176318" y="58071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05"/>
                </a:moveTo>
                <a:lnTo>
                  <a:pt x="0" y="25"/>
                </a:lnTo>
                <a:lnTo>
                  <a:pt x="7620" y="0"/>
                </a:lnTo>
                <a:lnTo>
                  <a:pt x="7759" y="30479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4176572" y="58604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05"/>
                </a:moveTo>
                <a:lnTo>
                  <a:pt x="0" y="25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4176826" y="59138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05"/>
                </a:moveTo>
                <a:lnTo>
                  <a:pt x="0" y="25"/>
                </a:lnTo>
                <a:lnTo>
                  <a:pt x="7619" y="0"/>
                </a:lnTo>
                <a:lnTo>
                  <a:pt x="7759" y="30467"/>
                </a:lnTo>
                <a:lnTo>
                  <a:pt x="13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4177080" y="59671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4177334" y="60204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80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4177588" y="60738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4177842" y="61271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4178096" y="618050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4178350" y="62338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4178604" y="62871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4178858" y="63405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4179112" y="63938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4179379" y="644720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39" y="30518"/>
                </a:moveTo>
                <a:lnTo>
                  <a:pt x="0" y="38"/>
                </a:lnTo>
                <a:lnTo>
                  <a:pt x="7620" y="0"/>
                </a:lnTo>
                <a:lnTo>
                  <a:pt x="7759" y="30479"/>
                </a:lnTo>
                <a:lnTo>
                  <a:pt x="13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4179633" y="6500545"/>
            <a:ext cx="8255" cy="20320"/>
          </a:xfrm>
          <a:custGeom>
            <a:avLst/>
            <a:gdLst/>
            <a:ahLst/>
            <a:cxnLst/>
            <a:rect l="l" t="t" r="r" b="b"/>
            <a:pathLst>
              <a:path w="8254" h="20320">
                <a:moveTo>
                  <a:pt x="88" y="20154"/>
                </a:moveTo>
                <a:lnTo>
                  <a:pt x="0" y="38"/>
                </a:lnTo>
                <a:lnTo>
                  <a:pt x="7619" y="0"/>
                </a:lnTo>
                <a:lnTo>
                  <a:pt x="7708" y="20116"/>
                </a:lnTo>
                <a:lnTo>
                  <a:pt x="88" y="2015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5944044" y="68654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5944323" y="73988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5944603" y="79322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5944895" y="84656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5945174" y="89990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5945466" y="95324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5945746" y="100658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5946038" y="105992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5946317" y="111326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5946597" y="11665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5946889" y="12199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5947168" y="12732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5947460" y="13266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50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5947740" y="13799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5948032" y="14332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5948311" y="14866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5948591" y="15399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5948883" y="15933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5949162" y="16466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5949454" y="16999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5949734" y="17533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5950026" y="18066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07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5950305" y="18600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5950584" y="19133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5950877" y="19666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5951156" y="20200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67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5951448" y="20733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30"/>
                </a:moveTo>
                <a:lnTo>
                  <a:pt x="0" y="50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5951728" y="21267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5952020" y="21800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30"/>
                </a:moveTo>
                <a:lnTo>
                  <a:pt x="0" y="50"/>
                </a:lnTo>
                <a:lnTo>
                  <a:pt x="7607" y="0"/>
                </a:lnTo>
                <a:lnTo>
                  <a:pt x="7772" y="30479"/>
                </a:lnTo>
                <a:lnTo>
                  <a:pt x="152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5952299" y="22333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5952578" y="22867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5952871" y="23400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5953150" y="23934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5953442" y="24467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5953721" y="25000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5954001" y="25534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5954293" y="26067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5954572" y="26601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5954864" y="27134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5955144" y="27667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5955436" y="28201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5955715" y="28734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5955995" y="29267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5956287" y="29801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5956566" y="30334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5956858" y="30868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50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5957138" y="31401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5957430" y="31934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5957709" y="32468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5957989" y="33001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5958281" y="33535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5958560" y="34068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5958852" y="34601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5959131" y="35135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5959424" y="35668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5959703" y="36202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5959983" y="36735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5960274" y="37268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5960554" y="37802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5960846" y="38335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72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5961126" y="38868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5961418" y="39402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30"/>
                </a:moveTo>
                <a:lnTo>
                  <a:pt x="0" y="50"/>
                </a:lnTo>
                <a:lnTo>
                  <a:pt x="7619" y="0"/>
                </a:lnTo>
                <a:lnTo>
                  <a:pt x="7772" y="30479"/>
                </a:lnTo>
                <a:lnTo>
                  <a:pt x="152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5961697" y="39935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50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5961976" y="40469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5962269" y="41002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5962548" y="41535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5962840" y="42069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5963119" y="42602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5963411" y="43136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5963691" y="43669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5963970" y="44202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5964263" y="44736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5964542" y="45269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5964834" y="45803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5965113" y="46336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5965393" y="46869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67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5965685" y="47403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5965964" y="47936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5966256" y="484700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5966536" y="49003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5966828" y="49536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19" y="0"/>
                </a:lnTo>
                <a:lnTo>
                  <a:pt x="7772" y="30480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5967107" y="50070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5967386" y="50603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5967679" y="511370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5967958" y="51670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5968250" y="52203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5968530" y="52737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5968822" y="53270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18"/>
                </a:moveTo>
                <a:lnTo>
                  <a:pt x="0" y="38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5969101" y="538040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5969380" y="54337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5969673" y="54870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5969952" y="55404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5970244" y="55937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67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5970523" y="564709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79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5970816" y="570043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52" y="30530"/>
                </a:moveTo>
                <a:lnTo>
                  <a:pt x="0" y="50"/>
                </a:lnTo>
                <a:lnTo>
                  <a:pt x="7620" y="0"/>
                </a:lnTo>
                <a:lnTo>
                  <a:pt x="7772" y="30479"/>
                </a:lnTo>
                <a:lnTo>
                  <a:pt x="152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5971095" y="575377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50"/>
                </a:lnTo>
                <a:lnTo>
                  <a:pt x="7619" y="0"/>
                </a:lnTo>
                <a:lnTo>
                  <a:pt x="7785" y="30479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5971375" y="5807112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5971666" y="586045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7706703" y="68654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7707020" y="73988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7707324" y="79322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7707642" y="84656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7707947" y="89990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7708265" y="95324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18"/>
                </a:moveTo>
                <a:lnTo>
                  <a:pt x="0" y="38"/>
                </a:lnTo>
                <a:lnTo>
                  <a:pt x="7607" y="0"/>
                </a:lnTo>
                <a:lnTo>
                  <a:pt x="7785" y="30467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7708569" y="10065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30"/>
                </a:moveTo>
                <a:lnTo>
                  <a:pt x="0" y="50"/>
                </a:lnTo>
                <a:lnTo>
                  <a:pt x="7619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7708874" y="10599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30"/>
                </a:moveTo>
                <a:lnTo>
                  <a:pt x="0" y="50"/>
                </a:lnTo>
                <a:lnTo>
                  <a:pt x="7619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7709192" y="11132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7709496" y="11665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7709814" y="12199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7710119" y="12732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7710423" y="13266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18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/>
          <p:nvPr/>
        </p:nvSpPr>
        <p:spPr>
          <a:xfrm>
            <a:off x="7710741" y="13799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5" name="object 335"/>
          <p:cNvSpPr/>
          <p:nvPr/>
        </p:nvSpPr>
        <p:spPr>
          <a:xfrm>
            <a:off x="7711046" y="14332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7711363" y="148663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7" name="object 337"/>
          <p:cNvSpPr/>
          <p:nvPr/>
        </p:nvSpPr>
        <p:spPr>
          <a:xfrm>
            <a:off x="7711668" y="153997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/>
          <p:nvPr/>
        </p:nvSpPr>
        <p:spPr>
          <a:xfrm>
            <a:off x="7711985" y="159331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165" y="30518"/>
                </a:moveTo>
                <a:lnTo>
                  <a:pt x="0" y="38"/>
                </a:lnTo>
                <a:lnTo>
                  <a:pt x="7619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9" name="object 339"/>
          <p:cNvSpPr/>
          <p:nvPr/>
        </p:nvSpPr>
        <p:spPr>
          <a:xfrm>
            <a:off x="7712291" y="164665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/>
          <p:nvPr/>
        </p:nvSpPr>
        <p:spPr>
          <a:xfrm>
            <a:off x="7712595" y="169999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67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1" name="object 341"/>
          <p:cNvSpPr/>
          <p:nvPr/>
        </p:nvSpPr>
        <p:spPr>
          <a:xfrm>
            <a:off x="7712912" y="17533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/>
          <p:nvPr/>
        </p:nvSpPr>
        <p:spPr>
          <a:xfrm>
            <a:off x="7713218" y="18066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7713535" y="18600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7713840" y="19133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7714145" y="19666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7714462" y="20200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7714767" y="20733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7715084" y="21267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7715389" y="21800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7715707" y="223338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07" y="0"/>
                </a:lnTo>
                <a:lnTo>
                  <a:pt x="7785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7716011" y="228672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7716316" y="234006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7716634" y="23934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/>
          <p:nvPr/>
        </p:nvSpPr>
        <p:spPr>
          <a:xfrm>
            <a:off x="7716939" y="24467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67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5" name="object 355"/>
          <p:cNvSpPr/>
          <p:nvPr/>
        </p:nvSpPr>
        <p:spPr>
          <a:xfrm>
            <a:off x="7717256" y="25000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/>
          <p:cNvSpPr/>
          <p:nvPr/>
        </p:nvSpPr>
        <p:spPr>
          <a:xfrm>
            <a:off x="7717561" y="25534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7717866" y="26067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/>
          <p:cNvSpPr/>
          <p:nvPr/>
        </p:nvSpPr>
        <p:spPr>
          <a:xfrm>
            <a:off x="7718183" y="26600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object 359"/>
          <p:cNvSpPr/>
          <p:nvPr/>
        </p:nvSpPr>
        <p:spPr>
          <a:xfrm>
            <a:off x="7718488" y="27134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0" name="object 360"/>
          <p:cNvSpPr/>
          <p:nvPr/>
        </p:nvSpPr>
        <p:spPr>
          <a:xfrm>
            <a:off x="7718806" y="27667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/>
          <p:nvPr/>
        </p:nvSpPr>
        <p:spPr>
          <a:xfrm>
            <a:off x="7719111" y="28201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2" name="object 362"/>
          <p:cNvSpPr/>
          <p:nvPr/>
        </p:nvSpPr>
        <p:spPr>
          <a:xfrm>
            <a:off x="7719428" y="28734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65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3" name="object 363"/>
          <p:cNvSpPr/>
          <p:nvPr/>
        </p:nvSpPr>
        <p:spPr>
          <a:xfrm>
            <a:off x="7719733" y="29267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object 364"/>
          <p:cNvSpPr/>
          <p:nvPr/>
        </p:nvSpPr>
        <p:spPr>
          <a:xfrm>
            <a:off x="7720038" y="29801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object 365"/>
          <p:cNvSpPr/>
          <p:nvPr/>
        </p:nvSpPr>
        <p:spPr>
          <a:xfrm>
            <a:off x="7720355" y="30334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object 366"/>
          <p:cNvSpPr/>
          <p:nvPr/>
        </p:nvSpPr>
        <p:spPr>
          <a:xfrm>
            <a:off x="7720660" y="30868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/>
          <p:nvPr/>
        </p:nvSpPr>
        <p:spPr>
          <a:xfrm>
            <a:off x="7720977" y="31401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/>
          <p:cNvSpPr/>
          <p:nvPr/>
        </p:nvSpPr>
        <p:spPr>
          <a:xfrm>
            <a:off x="7721282" y="31934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67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/>
          <p:nvPr/>
        </p:nvSpPr>
        <p:spPr>
          <a:xfrm>
            <a:off x="7721587" y="32468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0" name="object 370"/>
          <p:cNvSpPr/>
          <p:nvPr/>
        </p:nvSpPr>
        <p:spPr>
          <a:xfrm>
            <a:off x="7721904" y="33001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/>
          <p:nvPr/>
        </p:nvSpPr>
        <p:spPr>
          <a:xfrm>
            <a:off x="7722209" y="33534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/>
          <p:nvPr/>
        </p:nvSpPr>
        <p:spPr>
          <a:xfrm>
            <a:off x="7722527" y="34068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7722831" y="34601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/>
          <p:nvPr/>
        </p:nvSpPr>
        <p:spPr>
          <a:xfrm>
            <a:off x="7723149" y="35135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5" name="object 375"/>
          <p:cNvSpPr/>
          <p:nvPr/>
        </p:nvSpPr>
        <p:spPr>
          <a:xfrm>
            <a:off x="7723454" y="35668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/>
          <p:nvPr/>
        </p:nvSpPr>
        <p:spPr>
          <a:xfrm>
            <a:off x="7723758" y="36201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7" name="object 377"/>
          <p:cNvSpPr/>
          <p:nvPr/>
        </p:nvSpPr>
        <p:spPr>
          <a:xfrm>
            <a:off x="7724076" y="36735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/>
          <p:nvPr/>
        </p:nvSpPr>
        <p:spPr>
          <a:xfrm>
            <a:off x="7724381" y="37268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object 379"/>
          <p:cNvSpPr/>
          <p:nvPr/>
        </p:nvSpPr>
        <p:spPr>
          <a:xfrm>
            <a:off x="7724699" y="37802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/>
          <p:nvPr/>
        </p:nvSpPr>
        <p:spPr>
          <a:xfrm>
            <a:off x="7725003" y="38335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1" name="object 381"/>
          <p:cNvSpPr/>
          <p:nvPr/>
        </p:nvSpPr>
        <p:spPr>
          <a:xfrm>
            <a:off x="7725308" y="38868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2" name="object 382"/>
          <p:cNvSpPr/>
          <p:nvPr/>
        </p:nvSpPr>
        <p:spPr>
          <a:xfrm>
            <a:off x="7725626" y="39402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3" name="object 383"/>
          <p:cNvSpPr/>
          <p:nvPr/>
        </p:nvSpPr>
        <p:spPr>
          <a:xfrm>
            <a:off x="7725930" y="39935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4" name="object 384"/>
          <p:cNvSpPr/>
          <p:nvPr/>
        </p:nvSpPr>
        <p:spPr>
          <a:xfrm>
            <a:off x="7726248" y="404690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/>
          <p:nvPr/>
        </p:nvSpPr>
        <p:spPr>
          <a:xfrm>
            <a:off x="7726553" y="41002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6" name="object 386"/>
          <p:cNvSpPr/>
          <p:nvPr/>
        </p:nvSpPr>
        <p:spPr>
          <a:xfrm>
            <a:off x="7726870" y="41535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object 387"/>
          <p:cNvSpPr/>
          <p:nvPr/>
        </p:nvSpPr>
        <p:spPr>
          <a:xfrm>
            <a:off x="7727175" y="42069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8" name="object 388"/>
          <p:cNvSpPr/>
          <p:nvPr/>
        </p:nvSpPr>
        <p:spPr>
          <a:xfrm>
            <a:off x="7727480" y="42602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9" name="object 389"/>
          <p:cNvSpPr/>
          <p:nvPr/>
        </p:nvSpPr>
        <p:spPr>
          <a:xfrm>
            <a:off x="7727797" y="431360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50"/>
                </a:lnTo>
                <a:lnTo>
                  <a:pt x="7619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/>
          <p:nvPr/>
        </p:nvSpPr>
        <p:spPr>
          <a:xfrm>
            <a:off x="7728102" y="43669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1" name="object 391"/>
          <p:cNvSpPr/>
          <p:nvPr/>
        </p:nvSpPr>
        <p:spPr>
          <a:xfrm>
            <a:off x="7728419" y="44202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2" name="object 392"/>
          <p:cNvSpPr/>
          <p:nvPr/>
        </p:nvSpPr>
        <p:spPr>
          <a:xfrm>
            <a:off x="7728724" y="44736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3" name="object 393"/>
          <p:cNvSpPr/>
          <p:nvPr/>
        </p:nvSpPr>
        <p:spPr>
          <a:xfrm>
            <a:off x="7729029" y="45269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4" name="object 394"/>
          <p:cNvSpPr/>
          <p:nvPr/>
        </p:nvSpPr>
        <p:spPr>
          <a:xfrm>
            <a:off x="7729346" y="458030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5" name="object 395"/>
          <p:cNvSpPr/>
          <p:nvPr/>
        </p:nvSpPr>
        <p:spPr>
          <a:xfrm>
            <a:off x="7729651" y="46336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/>
          <p:nvPr/>
        </p:nvSpPr>
        <p:spPr>
          <a:xfrm>
            <a:off x="7729969" y="46869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7" name="object 397"/>
          <p:cNvSpPr/>
          <p:nvPr/>
        </p:nvSpPr>
        <p:spPr>
          <a:xfrm>
            <a:off x="7730273" y="4740312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/>
          <p:nvPr/>
        </p:nvSpPr>
        <p:spPr>
          <a:xfrm>
            <a:off x="7730591" y="479365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65" y="30530"/>
                </a:moveTo>
                <a:lnTo>
                  <a:pt x="0" y="50"/>
                </a:lnTo>
                <a:lnTo>
                  <a:pt x="7620" y="0"/>
                </a:lnTo>
                <a:lnTo>
                  <a:pt x="7785" y="30480"/>
                </a:lnTo>
                <a:lnTo>
                  <a:pt x="16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9" name="object 399"/>
          <p:cNvSpPr/>
          <p:nvPr/>
        </p:nvSpPr>
        <p:spPr>
          <a:xfrm>
            <a:off x="7730896" y="484699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0" name="object 400"/>
          <p:cNvSpPr/>
          <p:nvPr/>
        </p:nvSpPr>
        <p:spPr>
          <a:xfrm>
            <a:off x="7731200" y="490033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1" name="object 401"/>
          <p:cNvSpPr/>
          <p:nvPr/>
        </p:nvSpPr>
        <p:spPr>
          <a:xfrm>
            <a:off x="7731518" y="495367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2" name="object 402"/>
          <p:cNvSpPr/>
          <p:nvPr/>
        </p:nvSpPr>
        <p:spPr>
          <a:xfrm>
            <a:off x="7731823" y="5007012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3" name="object 403"/>
          <p:cNvSpPr/>
          <p:nvPr/>
        </p:nvSpPr>
        <p:spPr>
          <a:xfrm>
            <a:off x="7732141" y="506035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19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4" name="object 404"/>
          <p:cNvSpPr/>
          <p:nvPr/>
        </p:nvSpPr>
        <p:spPr>
          <a:xfrm>
            <a:off x="7732445" y="511369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5" name="object 405"/>
          <p:cNvSpPr/>
          <p:nvPr/>
        </p:nvSpPr>
        <p:spPr>
          <a:xfrm>
            <a:off x="7732750" y="516703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19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6" name="object 406"/>
          <p:cNvSpPr/>
          <p:nvPr/>
        </p:nvSpPr>
        <p:spPr>
          <a:xfrm>
            <a:off x="7733068" y="522037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7" name="object 407"/>
          <p:cNvSpPr/>
          <p:nvPr/>
        </p:nvSpPr>
        <p:spPr>
          <a:xfrm>
            <a:off x="7733372" y="5273712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8" name="object 408"/>
          <p:cNvSpPr/>
          <p:nvPr/>
        </p:nvSpPr>
        <p:spPr>
          <a:xfrm>
            <a:off x="7733690" y="532705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9" name="object 409"/>
          <p:cNvSpPr/>
          <p:nvPr/>
        </p:nvSpPr>
        <p:spPr>
          <a:xfrm>
            <a:off x="7733995" y="538039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0" name="object 410"/>
          <p:cNvSpPr/>
          <p:nvPr/>
        </p:nvSpPr>
        <p:spPr>
          <a:xfrm>
            <a:off x="7734312" y="543373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18"/>
                </a:moveTo>
                <a:lnTo>
                  <a:pt x="0" y="38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1" name="object 411"/>
          <p:cNvSpPr/>
          <p:nvPr/>
        </p:nvSpPr>
        <p:spPr>
          <a:xfrm>
            <a:off x="7734617" y="548706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/>
          <p:nvPr/>
        </p:nvSpPr>
        <p:spPr>
          <a:xfrm>
            <a:off x="7734922" y="554040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3" name="object 413"/>
          <p:cNvSpPr/>
          <p:nvPr/>
        </p:nvSpPr>
        <p:spPr>
          <a:xfrm>
            <a:off x="7735239" y="559374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4" name="object 414"/>
          <p:cNvSpPr/>
          <p:nvPr/>
        </p:nvSpPr>
        <p:spPr>
          <a:xfrm>
            <a:off x="7735544" y="564708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20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5" name="object 415"/>
          <p:cNvSpPr/>
          <p:nvPr/>
        </p:nvSpPr>
        <p:spPr>
          <a:xfrm>
            <a:off x="7735861" y="570042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19" y="0"/>
                </a:lnTo>
                <a:lnTo>
                  <a:pt x="7797" y="30480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6" name="object 416"/>
          <p:cNvSpPr/>
          <p:nvPr/>
        </p:nvSpPr>
        <p:spPr>
          <a:xfrm>
            <a:off x="7736166" y="575376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19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7" name="object 417"/>
          <p:cNvSpPr/>
          <p:nvPr/>
        </p:nvSpPr>
        <p:spPr>
          <a:xfrm>
            <a:off x="7736471" y="580710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177" y="30530"/>
                </a:moveTo>
                <a:lnTo>
                  <a:pt x="0" y="50"/>
                </a:lnTo>
                <a:lnTo>
                  <a:pt x="7619" y="0"/>
                </a:lnTo>
                <a:lnTo>
                  <a:pt x="7797" y="30479"/>
                </a:lnTo>
                <a:lnTo>
                  <a:pt x="177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8" name="object 418"/>
          <p:cNvSpPr/>
          <p:nvPr/>
        </p:nvSpPr>
        <p:spPr>
          <a:xfrm>
            <a:off x="0" y="5845924"/>
            <a:ext cx="7955280" cy="85725"/>
          </a:xfrm>
          <a:custGeom>
            <a:avLst/>
            <a:gdLst/>
            <a:ahLst/>
            <a:cxnLst/>
            <a:rect l="l" t="t" r="r" b="b"/>
            <a:pathLst>
              <a:path w="7955280" h="85725">
                <a:moveTo>
                  <a:pt x="7868949" y="28579"/>
                </a:moveTo>
                <a:lnTo>
                  <a:pt x="7868894" y="0"/>
                </a:lnTo>
                <a:lnTo>
                  <a:pt x="7926248" y="28536"/>
                </a:lnTo>
                <a:lnTo>
                  <a:pt x="7890383" y="28536"/>
                </a:lnTo>
                <a:lnTo>
                  <a:pt x="7868949" y="28579"/>
                </a:lnTo>
                <a:close/>
              </a:path>
              <a:path w="7955280" h="85725">
                <a:moveTo>
                  <a:pt x="7869004" y="57154"/>
                </a:moveTo>
                <a:lnTo>
                  <a:pt x="7868949" y="28579"/>
                </a:lnTo>
                <a:lnTo>
                  <a:pt x="7890383" y="28536"/>
                </a:lnTo>
                <a:lnTo>
                  <a:pt x="7890433" y="57111"/>
                </a:lnTo>
                <a:lnTo>
                  <a:pt x="7869004" y="57154"/>
                </a:lnTo>
                <a:close/>
              </a:path>
              <a:path w="7955280" h="85725">
                <a:moveTo>
                  <a:pt x="7869059" y="85725"/>
                </a:moveTo>
                <a:lnTo>
                  <a:pt x="7869004" y="57154"/>
                </a:lnTo>
                <a:lnTo>
                  <a:pt x="7890433" y="57111"/>
                </a:lnTo>
                <a:lnTo>
                  <a:pt x="7890383" y="28536"/>
                </a:lnTo>
                <a:lnTo>
                  <a:pt x="7926248" y="28536"/>
                </a:lnTo>
                <a:lnTo>
                  <a:pt x="7954708" y="42697"/>
                </a:lnTo>
                <a:lnTo>
                  <a:pt x="7869059" y="85725"/>
                </a:lnTo>
                <a:close/>
              </a:path>
              <a:path w="7955280" h="85725">
                <a:moveTo>
                  <a:pt x="0" y="72945"/>
                </a:moveTo>
                <a:lnTo>
                  <a:pt x="0" y="44370"/>
                </a:lnTo>
                <a:lnTo>
                  <a:pt x="7868949" y="28579"/>
                </a:lnTo>
                <a:lnTo>
                  <a:pt x="7869004" y="57154"/>
                </a:lnTo>
                <a:lnTo>
                  <a:pt x="0" y="7294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9" name="object 419"/>
          <p:cNvSpPr/>
          <p:nvPr/>
        </p:nvSpPr>
        <p:spPr>
          <a:xfrm>
            <a:off x="544766" y="5130342"/>
            <a:ext cx="7196124" cy="1452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0" name="object 420"/>
          <p:cNvSpPr txBox="1"/>
          <p:nvPr/>
        </p:nvSpPr>
        <p:spPr>
          <a:xfrm>
            <a:off x="289622" y="5057653"/>
            <a:ext cx="29845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65" b="1" i="1">
                <a:solidFill>
                  <a:srgbClr val="2D75B6"/>
                </a:solidFill>
                <a:latin typeface="华文楷体"/>
                <a:cs typeface="华文楷体"/>
              </a:rPr>
              <a:t>E</a:t>
            </a:r>
            <a:endParaRPr sz="2100">
              <a:latin typeface="华文楷体"/>
              <a:cs typeface="华文楷体"/>
            </a:endParaRPr>
          </a:p>
        </p:txBody>
      </p:sp>
      <p:sp>
        <p:nvSpPr>
          <p:cNvPr id="421" name="object 421"/>
          <p:cNvSpPr txBox="1"/>
          <p:nvPr/>
        </p:nvSpPr>
        <p:spPr>
          <a:xfrm>
            <a:off x="417588" y="5876912"/>
            <a:ext cx="1454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2D75B6"/>
                </a:solidFill>
                <a:latin typeface="华文楷体"/>
                <a:cs typeface="华文楷体"/>
              </a:rPr>
              <a:t>0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422" name="object 422"/>
          <p:cNvSpPr/>
          <p:nvPr/>
        </p:nvSpPr>
        <p:spPr>
          <a:xfrm>
            <a:off x="0" y="4360202"/>
            <a:ext cx="7955280" cy="88265"/>
          </a:xfrm>
          <a:custGeom>
            <a:avLst/>
            <a:gdLst/>
            <a:ahLst/>
            <a:cxnLst/>
            <a:rect l="l" t="t" r="r" b="b"/>
            <a:pathLst>
              <a:path w="7955280" h="88264">
                <a:moveTo>
                  <a:pt x="7869038" y="57145"/>
                </a:moveTo>
                <a:lnTo>
                  <a:pt x="7868818" y="0"/>
                </a:lnTo>
                <a:lnTo>
                  <a:pt x="7926360" y="28486"/>
                </a:lnTo>
                <a:lnTo>
                  <a:pt x="7890357" y="28486"/>
                </a:lnTo>
                <a:lnTo>
                  <a:pt x="7890471" y="57061"/>
                </a:lnTo>
                <a:lnTo>
                  <a:pt x="7869038" y="57145"/>
                </a:lnTo>
                <a:close/>
              </a:path>
              <a:path w="7955280" h="88264">
                <a:moveTo>
                  <a:pt x="7890357" y="28570"/>
                </a:moveTo>
                <a:lnTo>
                  <a:pt x="7868928" y="28570"/>
                </a:lnTo>
                <a:lnTo>
                  <a:pt x="7890357" y="28486"/>
                </a:lnTo>
                <a:close/>
              </a:path>
              <a:path w="7955280" h="88264">
                <a:moveTo>
                  <a:pt x="7869148" y="85725"/>
                </a:moveTo>
                <a:lnTo>
                  <a:pt x="7869038" y="57145"/>
                </a:lnTo>
                <a:lnTo>
                  <a:pt x="7890471" y="57061"/>
                </a:lnTo>
                <a:lnTo>
                  <a:pt x="7890357" y="28486"/>
                </a:lnTo>
                <a:lnTo>
                  <a:pt x="7926360" y="28486"/>
                </a:lnTo>
                <a:lnTo>
                  <a:pt x="7954708" y="42519"/>
                </a:lnTo>
                <a:lnTo>
                  <a:pt x="7869148" y="85725"/>
                </a:lnTo>
                <a:close/>
              </a:path>
              <a:path w="7955280" h="88264">
                <a:moveTo>
                  <a:pt x="0" y="87954"/>
                </a:moveTo>
                <a:lnTo>
                  <a:pt x="0" y="59379"/>
                </a:lnTo>
                <a:lnTo>
                  <a:pt x="7868928" y="28570"/>
                </a:lnTo>
                <a:lnTo>
                  <a:pt x="7869038" y="57145"/>
                </a:lnTo>
                <a:lnTo>
                  <a:pt x="0" y="87954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object 423"/>
          <p:cNvSpPr/>
          <p:nvPr/>
        </p:nvSpPr>
        <p:spPr>
          <a:xfrm>
            <a:off x="531698" y="3691064"/>
            <a:ext cx="7184186" cy="14210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4" name="object 424"/>
          <p:cNvSpPr txBox="1"/>
          <p:nvPr/>
        </p:nvSpPr>
        <p:spPr>
          <a:xfrm>
            <a:off x="246430" y="2952064"/>
            <a:ext cx="330835" cy="959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dirty="0" sz="2100" spc="-50" b="1" i="1">
                <a:solidFill>
                  <a:srgbClr val="2D75B6"/>
                </a:solidFill>
                <a:latin typeface="华文楷体"/>
                <a:cs typeface="华文楷体"/>
              </a:rPr>
              <a:t>q</a:t>
            </a:r>
            <a:endParaRPr sz="2100">
              <a:latin typeface="华文楷体"/>
              <a:cs typeface="华文楷体"/>
            </a:endParaRPr>
          </a:p>
        </p:txBody>
      </p:sp>
      <p:sp>
        <p:nvSpPr>
          <p:cNvPr id="425" name="object 425"/>
          <p:cNvSpPr txBox="1"/>
          <p:nvPr/>
        </p:nvSpPr>
        <p:spPr>
          <a:xfrm>
            <a:off x="404507" y="4406277"/>
            <a:ext cx="1454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2D75B6"/>
                </a:solidFill>
                <a:latin typeface="华文楷体"/>
                <a:cs typeface="华文楷体"/>
              </a:rPr>
              <a:t>0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426" name="object 426"/>
          <p:cNvSpPr/>
          <p:nvPr/>
        </p:nvSpPr>
        <p:spPr>
          <a:xfrm>
            <a:off x="2458072" y="1852180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155" y="0"/>
                </a:lnTo>
              </a:path>
            </a:pathLst>
          </a:custGeom>
          <a:ln w="11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7" name="object 427"/>
          <p:cNvSpPr txBox="1"/>
          <p:nvPr/>
        </p:nvSpPr>
        <p:spPr>
          <a:xfrm>
            <a:off x="2446832" y="1392928"/>
            <a:ext cx="198120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4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28" name="object 428"/>
          <p:cNvSpPr/>
          <p:nvPr/>
        </p:nvSpPr>
        <p:spPr>
          <a:xfrm>
            <a:off x="2508415" y="3322713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155" y="0"/>
                </a:lnTo>
              </a:path>
            </a:pathLst>
          </a:custGeom>
          <a:ln w="11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9" name="object 429"/>
          <p:cNvSpPr txBox="1"/>
          <p:nvPr/>
        </p:nvSpPr>
        <p:spPr>
          <a:xfrm>
            <a:off x="2497175" y="2863449"/>
            <a:ext cx="198120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4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30" name="object 430"/>
          <p:cNvSpPr txBox="1"/>
          <p:nvPr/>
        </p:nvSpPr>
        <p:spPr>
          <a:xfrm>
            <a:off x="2475572" y="4372488"/>
            <a:ext cx="198120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4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31" name="object 431"/>
          <p:cNvSpPr/>
          <p:nvPr/>
        </p:nvSpPr>
        <p:spPr>
          <a:xfrm>
            <a:off x="2467013" y="6302311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155" y="0"/>
                </a:lnTo>
              </a:path>
            </a:pathLst>
          </a:custGeom>
          <a:ln w="11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2" name="object 432"/>
          <p:cNvSpPr txBox="1"/>
          <p:nvPr/>
        </p:nvSpPr>
        <p:spPr>
          <a:xfrm>
            <a:off x="2455773" y="5843059"/>
            <a:ext cx="198120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4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33" name="object 433"/>
          <p:cNvSpPr/>
          <p:nvPr/>
        </p:nvSpPr>
        <p:spPr>
          <a:xfrm>
            <a:off x="4202645" y="1829422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155" y="0"/>
                </a:lnTo>
              </a:path>
            </a:pathLst>
          </a:custGeom>
          <a:ln w="11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4" name="object 434"/>
          <p:cNvSpPr txBox="1"/>
          <p:nvPr/>
        </p:nvSpPr>
        <p:spPr>
          <a:xfrm>
            <a:off x="4191406" y="1370157"/>
            <a:ext cx="200025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35" name="object 435"/>
          <p:cNvSpPr/>
          <p:nvPr/>
        </p:nvSpPr>
        <p:spPr>
          <a:xfrm>
            <a:off x="4216488" y="3305936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155" y="0"/>
                </a:lnTo>
              </a:path>
            </a:pathLst>
          </a:custGeom>
          <a:ln w="11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6" name="object 436"/>
          <p:cNvSpPr txBox="1"/>
          <p:nvPr/>
        </p:nvSpPr>
        <p:spPr>
          <a:xfrm>
            <a:off x="4205261" y="2846671"/>
            <a:ext cx="200025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37" name="object 437"/>
          <p:cNvSpPr txBox="1"/>
          <p:nvPr/>
        </p:nvSpPr>
        <p:spPr>
          <a:xfrm>
            <a:off x="4254017" y="4337308"/>
            <a:ext cx="200025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38" name="object 438"/>
          <p:cNvSpPr/>
          <p:nvPr/>
        </p:nvSpPr>
        <p:spPr>
          <a:xfrm>
            <a:off x="4251388" y="6267412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155" y="0"/>
                </a:lnTo>
              </a:path>
            </a:pathLst>
          </a:custGeom>
          <a:ln w="11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 txBox="1"/>
          <p:nvPr/>
        </p:nvSpPr>
        <p:spPr>
          <a:xfrm>
            <a:off x="4240161" y="5808147"/>
            <a:ext cx="200025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40" name="object 440"/>
          <p:cNvSpPr/>
          <p:nvPr/>
        </p:nvSpPr>
        <p:spPr>
          <a:xfrm>
            <a:off x="5993765" y="1817306"/>
            <a:ext cx="333375" cy="0"/>
          </a:xfrm>
          <a:custGeom>
            <a:avLst/>
            <a:gdLst/>
            <a:ahLst/>
            <a:cxnLst/>
            <a:rect l="l" t="t" r="r" b="b"/>
            <a:pathLst>
              <a:path w="333375" h="0">
                <a:moveTo>
                  <a:pt x="0" y="0"/>
                </a:moveTo>
                <a:lnTo>
                  <a:pt x="333336" y="0"/>
                </a:lnTo>
              </a:path>
            </a:pathLst>
          </a:custGeom>
          <a:ln w="117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1" name="object 441"/>
          <p:cNvSpPr txBox="1"/>
          <p:nvPr/>
        </p:nvSpPr>
        <p:spPr>
          <a:xfrm>
            <a:off x="6079451" y="1812506"/>
            <a:ext cx="16700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42" name="object 442"/>
          <p:cNvSpPr txBox="1"/>
          <p:nvPr/>
        </p:nvSpPr>
        <p:spPr>
          <a:xfrm>
            <a:off x="5991339" y="1415567"/>
            <a:ext cx="30226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170">
                <a:latin typeface="Times New Roman"/>
                <a:cs typeface="Times New Roman"/>
              </a:rPr>
              <a:t>3</a:t>
            </a: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43" name="object 443"/>
          <p:cNvSpPr/>
          <p:nvPr/>
        </p:nvSpPr>
        <p:spPr>
          <a:xfrm>
            <a:off x="6036449" y="3313519"/>
            <a:ext cx="333375" cy="0"/>
          </a:xfrm>
          <a:custGeom>
            <a:avLst/>
            <a:gdLst/>
            <a:ahLst/>
            <a:cxnLst/>
            <a:rect l="l" t="t" r="r" b="b"/>
            <a:pathLst>
              <a:path w="333375" h="0">
                <a:moveTo>
                  <a:pt x="0" y="0"/>
                </a:moveTo>
                <a:lnTo>
                  <a:pt x="333336" y="0"/>
                </a:lnTo>
              </a:path>
            </a:pathLst>
          </a:custGeom>
          <a:ln w="117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4" name="object 444"/>
          <p:cNvSpPr txBox="1"/>
          <p:nvPr/>
        </p:nvSpPr>
        <p:spPr>
          <a:xfrm>
            <a:off x="6122136" y="3308705"/>
            <a:ext cx="16700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45" name="object 445"/>
          <p:cNvSpPr txBox="1"/>
          <p:nvPr/>
        </p:nvSpPr>
        <p:spPr>
          <a:xfrm>
            <a:off x="6034036" y="2911767"/>
            <a:ext cx="30226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170">
                <a:latin typeface="Times New Roman"/>
                <a:cs typeface="Times New Roman"/>
              </a:rPr>
              <a:t>3</a:t>
            </a: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46" name="object 446"/>
          <p:cNvSpPr txBox="1"/>
          <p:nvPr/>
        </p:nvSpPr>
        <p:spPr>
          <a:xfrm>
            <a:off x="6000394" y="4308264"/>
            <a:ext cx="302260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dirty="0" sz="2200" spc="-170">
                <a:latin typeface="Times New Roman"/>
                <a:cs typeface="Times New Roman"/>
              </a:rPr>
              <a:t>3</a:t>
            </a: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algn="ctr" marL="41275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47" name="object 447"/>
          <p:cNvSpPr/>
          <p:nvPr/>
        </p:nvSpPr>
        <p:spPr>
          <a:xfrm>
            <a:off x="6052858" y="6261011"/>
            <a:ext cx="333375" cy="0"/>
          </a:xfrm>
          <a:custGeom>
            <a:avLst/>
            <a:gdLst/>
            <a:ahLst/>
            <a:cxnLst/>
            <a:rect l="l" t="t" r="r" b="b"/>
            <a:pathLst>
              <a:path w="333375" h="0">
                <a:moveTo>
                  <a:pt x="0" y="0"/>
                </a:moveTo>
                <a:lnTo>
                  <a:pt x="333336" y="0"/>
                </a:lnTo>
              </a:path>
            </a:pathLst>
          </a:custGeom>
          <a:ln w="117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8" name="object 448"/>
          <p:cNvSpPr txBox="1"/>
          <p:nvPr/>
        </p:nvSpPr>
        <p:spPr>
          <a:xfrm>
            <a:off x="6138545" y="6256210"/>
            <a:ext cx="16700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49" name="object 449"/>
          <p:cNvSpPr txBox="1"/>
          <p:nvPr/>
        </p:nvSpPr>
        <p:spPr>
          <a:xfrm>
            <a:off x="6050445" y="5859271"/>
            <a:ext cx="30226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170">
                <a:latin typeface="Times New Roman"/>
                <a:cs typeface="Times New Roman"/>
              </a:rPr>
              <a:t>3</a:t>
            </a: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50" name="object 450"/>
          <p:cNvSpPr txBox="1"/>
          <p:nvPr/>
        </p:nvSpPr>
        <p:spPr>
          <a:xfrm>
            <a:off x="7411249" y="1517586"/>
            <a:ext cx="18288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51" name="object 451"/>
          <p:cNvSpPr txBox="1"/>
          <p:nvPr/>
        </p:nvSpPr>
        <p:spPr>
          <a:xfrm>
            <a:off x="7419009" y="3004946"/>
            <a:ext cx="18288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52" name="object 452"/>
          <p:cNvSpPr txBox="1"/>
          <p:nvPr/>
        </p:nvSpPr>
        <p:spPr>
          <a:xfrm>
            <a:off x="7488631" y="4306239"/>
            <a:ext cx="45910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-13888" sz="3300" spc="22" i="1">
                <a:latin typeface="Times New Roman"/>
                <a:cs typeface="Times New Roman"/>
              </a:rPr>
              <a:t>T</a:t>
            </a:r>
            <a:r>
              <a:rPr dirty="0" baseline="-13888" sz="3300" spc="232" i="1">
                <a:latin typeface="Times New Roman"/>
                <a:cs typeface="Times New Roman"/>
              </a:rPr>
              <a:t> </a:t>
            </a:r>
            <a:r>
              <a:rPr dirty="0" sz="2100" spc="-30" b="1" i="1">
                <a:solidFill>
                  <a:srgbClr val="006FC0"/>
                </a:solidFill>
                <a:latin typeface="华文楷体"/>
                <a:cs typeface="华文楷体"/>
              </a:rPr>
              <a:t>t</a:t>
            </a:r>
            <a:endParaRPr sz="2100">
              <a:latin typeface="华文楷体"/>
              <a:cs typeface="华文楷体"/>
            </a:endParaRPr>
          </a:p>
        </p:txBody>
      </p:sp>
      <p:sp>
        <p:nvSpPr>
          <p:cNvPr id="453" name="object 453"/>
          <p:cNvSpPr txBox="1"/>
          <p:nvPr/>
        </p:nvSpPr>
        <p:spPr>
          <a:xfrm>
            <a:off x="7584973" y="5776874"/>
            <a:ext cx="37528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-29040" sz="3300" spc="60" i="1">
                <a:latin typeface="Times New Roman"/>
                <a:cs typeface="Times New Roman"/>
              </a:rPr>
              <a:t>T</a:t>
            </a:r>
            <a:r>
              <a:rPr dirty="0" sz="2100" spc="40" b="1" i="1">
                <a:solidFill>
                  <a:srgbClr val="2D75B6"/>
                </a:solidFill>
                <a:latin typeface="华文楷体"/>
                <a:cs typeface="华文楷体"/>
              </a:rPr>
              <a:t>t</a:t>
            </a:r>
            <a:endParaRPr sz="2100">
              <a:latin typeface="华文楷体"/>
              <a:cs typeface="华文楷体"/>
            </a:endParaRPr>
          </a:p>
        </p:txBody>
      </p:sp>
      <p:sp>
        <p:nvSpPr>
          <p:cNvPr id="454" name="object 454"/>
          <p:cNvSpPr txBox="1">
            <a:spLocks noGrp="1"/>
          </p:cNvSpPr>
          <p:nvPr>
            <p:ph type="title"/>
          </p:nvPr>
        </p:nvSpPr>
        <p:spPr>
          <a:xfrm>
            <a:off x="315544" y="104597"/>
            <a:ext cx="73533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</a:rPr>
              <a:t>i、</a:t>
            </a:r>
            <a:r>
              <a:rPr dirty="0" sz="2400" spc="-5">
                <a:solidFill>
                  <a:srgbClr val="000000"/>
                </a:solidFill>
              </a:rPr>
              <a:t>B</a:t>
            </a:r>
            <a:r>
              <a:rPr dirty="0" sz="2400">
                <a:solidFill>
                  <a:srgbClr val="000000"/>
                </a:solidFill>
              </a:rPr>
              <a:t>、</a:t>
            </a:r>
            <a:r>
              <a:rPr dirty="0" sz="2400" spc="-5">
                <a:solidFill>
                  <a:srgbClr val="000000"/>
                </a:solidFill>
              </a:rPr>
              <a:t>q</a:t>
            </a:r>
            <a:r>
              <a:rPr dirty="0" sz="2400">
                <a:solidFill>
                  <a:srgbClr val="000000"/>
                </a:solidFill>
              </a:rPr>
              <a:t>、E都在周期性变化着，这种现象就是电磁振</a:t>
            </a:r>
            <a:r>
              <a:rPr dirty="0" sz="2400" spc="-5">
                <a:solidFill>
                  <a:srgbClr val="000000"/>
                </a:solidFill>
              </a:rPr>
              <a:t>荡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9559" y="1142364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华文楷体"/>
                <a:cs typeface="华文楷体"/>
              </a:rPr>
              <a:t>视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09284" y="1142364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华文楷体"/>
                <a:cs typeface="华文楷体"/>
              </a:rPr>
              <a:t>频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87777" y="164961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84020" y="1310639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83664" y="1533144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41220" y="1976627"/>
            <a:ext cx="6260591" cy="4125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25055" y="1711960"/>
            <a:ext cx="3961765" cy="30035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just" marL="12700" marR="5080" indent="736600">
              <a:lnSpc>
                <a:spcPts val="3300"/>
              </a:lnSpc>
              <a:spcBef>
                <a:spcPts val="254"/>
              </a:spcBef>
            </a:pPr>
            <a:r>
              <a:rPr dirty="0" sz="2800">
                <a:latin typeface="华文楷体"/>
                <a:cs typeface="华文楷体"/>
              </a:rPr>
              <a:t>具有动能的小炮弹</a:t>
            </a:r>
            <a:r>
              <a:rPr dirty="0" sz="2800" spc="-5">
                <a:latin typeface="华文楷体"/>
                <a:cs typeface="华文楷体"/>
              </a:rPr>
              <a:t>将 </a:t>
            </a:r>
            <a:r>
              <a:rPr dirty="0" sz="2800">
                <a:latin typeface="华文楷体"/>
                <a:cs typeface="华文楷体"/>
              </a:rPr>
              <a:t>纸杯塔打倒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algn="just" marL="12700" marR="30480" indent="711200">
              <a:lnSpc>
                <a:spcPts val="3360"/>
              </a:lnSpc>
              <a:spcBef>
                <a:spcPts val="5"/>
              </a:spcBef>
            </a:pPr>
            <a:r>
              <a:rPr dirty="0" sz="2800">
                <a:latin typeface="华文楷体"/>
                <a:cs typeface="华文楷体"/>
              </a:rPr>
              <a:t>在不接触电路的情</a:t>
            </a:r>
            <a:r>
              <a:rPr dirty="0" sz="2800" spc="-5">
                <a:latin typeface="华文楷体"/>
                <a:cs typeface="华文楷体"/>
              </a:rPr>
              <a:t>况 </a:t>
            </a:r>
            <a:r>
              <a:rPr dirty="0" sz="2800">
                <a:latin typeface="华文楷体"/>
                <a:cs typeface="华文楷体"/>
              </a:rPr>
              <a:t>下，小炮弹的能量从何</a:t>
            </a:r>
            <a:r>
              <a:rPr dirty="0" sz="2800" spc="-5">
                <a:latin typeface="华文楷体"/>
                <a:cs typeface="华文楷体"/>
              </a:rPr>
              <a:t>而 </a:t>
            </a:r>
            <a:r>
              <a:rPr dirty="0" sz="2800">
                <a:latin typeface="华文楷体"/>
                <a:cs typeface="华文楷体"/>
              </a:rPr>
              <a:t>来</a:t>
            </a:r>
            <a:r>
              <a:rPr dirty="0" sz="2800" spc="-5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spc="-5">
                <a:latin typeface="华文楷体"/>
                <a:cs typeface="华文楷体"/>
              </a:rPr>
              <a:t>——LC</a:t>
            </a:r>
            <a:r>
              <a:rPr dirty="0" sz="2800">
                <a:latin typeface="华文楷体"/>
                <a:cs typeface="华文楷体"/>
              </a:rPr>
              <a:t>振荡电</a:t>
            </a:r>
            <a:r>
              <a:rPr dirty="0" sz="2800" spc="-5">
                <a:latin typeface="华文楷体"/>
                <a:cs typeface="华文楷体"/>
              </a:rPr>
              <a:t>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1288" y="903732"/>
            <a:ext cx="4934712" cy="5305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83664" y="1245108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83307" y="14676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73502" y="1032510"/>
            <a:ext cx="619061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1009" algn="l"/>
                <a:tab pos="6176645" algn="l"/>
              </a:tabLst>
            </a:pPr>
            <a:r>
              <a:rPr dirty="0" u="heavy" sz="2800" spc="-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800" spc="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Microsoft JhengHei"/>
                <a:cs typeface="Microsoft JhengHei"/>
              </a:rPr>
              <a:t>二、电磁振荡中的能量变</a:t>
            </a:r>
            <a:r>
              <a:rPr dirty="0" u="heavy" sz="2800" spc="-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Microsoft JhengHei"/>
                <a:cs typeface="Microsoft JhengHei"/>
              </a:rPr>
              <a:t>化</a:t>
            </a:r>
            <a:r>
              <a:rPr dirty="0" u="heavy" sz="280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Microsoft JhengHei"/>
                <a:cs typeface="Microsoft JhengHei"/>
              </a:rPr>
              <a:t>	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576" y="4114241"/>
            <a:ext cx="330200" cy="12674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just" marL="12700" marR="5080">
              <a:lnSpc>
                <a:spcPct val="79900"/>
              </a:lnSpc>
              <a:spcBef>
                <a:spcPts val="675"/>
              </a:spcBef>
            </a:pP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振 荡 电 路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0287" y="3721608"/>
            <a:ext cx="8269605" cy="2567940"/>
          </a:xfrm>
          <a:custGeom>
            <a:avLst/>
            <a:gdLst/>
            <a:ahLst/>
            <a:cxnLst/>
            <a:rect l="l" t="t" r="r" b="b"/>
            <a:pathLst>
              <a:path w="8269605" h="2567940">
                <a:moveTo>
                  <a:pt x="0" y="0"/>
                </a:moveTo>
                <a:lnTo>
                  <a:pt x="8269223" y="0"/>
                </a:lnTo>
                <a:lnTo>
                  <a:pt x="8269223" y="2567940"/>
                </a:lnTo>
                <a:lnTo>
                  <a:pt x="0" y="25679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2480" y="4171188"/>
            <a:ext cx="431292" cy="1207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50592" y="4122420"/>
            <a:ext cx="457200" cy="1237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36115" y="4635614"/>
            <a:ext cx="391236" cy="2552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66963" y="4618596"/>
            <a:ext cx="340360" cy="0"/>
          </a:xfrm>
          <a:custGeom>
            <a:avLst/>
            <a:gdLst/>
            <a:ahLst/>
            <a:cxnLst/>
            <a:rect l="l" t="t" r="r" b="b"/>
            <a:pathLst>
              <a:path w="340360" h="0">
                <a:moveTo>
                  <a:pt x="0" y="0"/>
                </a:moveTo>
                <a:lnTo>
                  <a:pt x="340360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66963" y="4898618"/>
            <a:ext cx="340360" cy="0"/>
          </a:xfrm>
          <a:custGeom>
            <a:avLst/>
            <a:gdLst/>
            <a:ahLst/>
            <a:cxnLst/>
            <a:rect l="l" t="t" r="r" b="b"/>
            <a:pathLst>
              <a:path w="340360" h="0">
                <a:moveTo>
                  <a:pt x="0" y="0"/>
                </a:moveTo>
                <a:lnTo>
                  <a:pt x="340360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34618" y="4234929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 h="0">
                <a:moveTo>
                  <a:pt x="0" y="0"/>
                </a:moveTo>
                <a:lnTo>
                  <a:pt x="1007173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42352" y="5283822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 h="0">
                <a:moveTo>
                  <a:pt x="0" y="0"/>
                </a:moveTo>
                <a:lnTo>
                  <a:pt x="1007173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41791" y="4234929"/>
            <a:ext cx="0" cy="376555"/>
          </a:xfrm>
          <a:custGeom>
            <a:avLst/>
            <a:gdLst/>
            <a:ahLst/>
            <a:cxnLst/>
            <a:rect l="l" t="t" r="r" b="b"/>
            <a:pathLst>
              <a:path w="0" h="376554">
                <a:moveTo>
                  <a:pt x="0" y="0"/>
                </a:moveTo>
                <a:lnTo>
                  <a:pt x="0" y="375932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051075" y="4907902"/>
            <a:ext cx="0" cy="376555"/>
          </a:xfrm>
          <a:custGeom>
            <a:avLst/>
            <a:gdLst/>
            <a:ahLst/>
            <a:cxnLst/>
            <a:rect l="l" t="t" r="r" b="b"/>
            <a:pathLst>
              <a:path w="0" h="376554">
                <a:moveTo>
                  <a:pt x="0" y="0"/>
                </a:moveTo>
                <a:lnTo>
                  <a:pt x="0" y="375932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729435" y="4133265"/>
            <a:ext cx="276860" cy="1055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">
              <a:lnSpc>
                <a:spcPts val="4054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ts val="4054"/>
              </a:lnSpc>
            </a:pPr>
            <a:r>
              <a:rPr dirty="0" sz="3600" b="1">
                <a:latin typeface="Times New Roman"/>
                <a:cs typeface="Times New Roman"/>
              </a:rPr>
              <a:t>−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403640" y="4640262"/>
            <a:ext cx="391223" cy="2552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434489" y="4623244"/>
            <a:ext cx="340360" cy="0"/>
          </a:xfrm>
          <a:custGeom>
            <a:avLst/>
            <a:gdLst/>
            <a:ahLst/>
            <a:cxnLst/>
            <a:rect l="l" t="t" r="r" b="b"/>
            <a:pathLst>
              <a:path w="340359" h="0">
                <a:moveTo>
                  <a:pt x="0" y="0"/>
                </a:moveTo>
                <a:lnTo>
                  <a:pt x="340359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434489" y="4903254"/>
            <a:ext cx="340360" cy="0"/>
          </a:xfrm>
          <a:custGeom>
            <a:avLst/>
            <a:gdLst/>
            <a:ahLst/>
            <a:cxnLst/>
            <a:rect l="l" t="t" r="r" b="b"/>
            <a:pathLst>
              <a:path w="340359" h="0">
                <a:moveTo>
                  <a:pt x="0" y="0"/>
                </a:moveTo>
                <a:lnTo>
                  <a:pt x="340359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38059" y="4177284"/>
            <a:ext cx="457200" cy="1237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602131" y="4239577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5" h="0">
                <a:moveTo>
                  <a:pt x="0" y="0"/>
                </a:moveTo>
                <a:lnTo>
                  <a:pt x="1007173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609865" y="5288470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5" h="0">
                <a:moveTo>
                  <a:pt x="0" y="0"/>
                </a:moveTo>
                <a:lnTo>
                  <a:pt x="1007173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609304" y="4239577"/>
            <a:ext cx="0" cy="376555"/>
          </a:xfrm>
          <a:custGeom>
            <a:avLst/>
            <a:gdLst/>
            <a:ahLst/>
            <a:cxnLst/>
            <a:rect l="l" t="t" r="r" b="b"/>
            <a:pathLst>
              <a:path w="0" h="376554">
                <a:moveTo>
                  <a:pt x="0" y="0"/>
                </a:moveTo>
                <a:lnTo>
                  <a:pt x="0" y="375932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618588" y="4912537"/>
            <a:ext cx="0" cy="376555"/>
          </a:xfrm>
          <a:custGeom>
            <a:avLst/>
            <a:gdLst/>
            <a:ahLst/>
            <a:cxnLst/>
            <a:rect l="l" t="t" r="r" b="b"/>
            <a:pathLst>
              <a:path w="0" h="376554">
                <a:moveTo>
                  <a:pt x="0" y="0"/>
                </a:moveTo>
                <a:lnTo>
                  <a:pt x="0" y="375932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264461" y="4136364"/>
            <a:ext cx="310515" cy="1103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4245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  <a:p>
            <a:pPr marL="36830">
              <a:lnSpc>
                <a:spcPts val="4245"/>
              </a:lnSpc>
            </a:pPr>
            <a:r>
              <a:rPr dirty="0" sz="3600" b="1">
                <a:latin typeface="Times New Roman"/>
                <a:cs typeface="Times New Roman"/>
              </a:rPr>
              <a:t>−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62422" y="4623244"/>
            <a:ext cx="394322" cy="2537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80901" y="4623244"/>
            <a:ext cx="340360" cy="0"/>
          </a:xfrm>
          <a:custGeom>
            <a:avLst/>
            <a:gdLst/>
            <a:ahLst/>
            <a:cxnLst/>
            <a:rect l="l" t="t" r="r" b="b"/>
            <a:pathLst>
              <a:path w="340360" h="0">
                <a:moveTo>
                  <a:pt x="0" y="0"/>
                </a:moveTo>
                <a:lnTo>
                  <a:pt x="340360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180901" y="4903254"/>
            <a:ext cx="340360" cy="0"/>
          </a:xfrm>
          <a:custGeom>
            <a:avLst/>
            <a:gdLst/>
            <a:ahLst/>
            <a:cxnLst/>
            <a:rect l="l" t="t" r="r" b="b"/>
            <a:pathLst>
              <a:path w="340360" h="0">
                <a:moveTo>
                  <a:pt x="0" y="0"/>
                </a:moveTo>
                <a:lnTo>
                  <a:pt x="340360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84320" y="4177284"/>
            <a:ext cx="457200" cy="1237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48543" y="4239577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5" h="0">
                <a:moveTo>
                  <a:pt x="0" y="0"/>
                </a:moveTo>
                <a:lnTo>
                  <a:pt x="1007173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56277" y="5288470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5" h="0">
                <a:moveTo>
                  <a:pt x="0" y="0"/>
                </a:moveTo>
                <a:lnTo>
                  <a:pt x="1007173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355716" y="4239577"/>
            <a:ext cx="0" cy="376555"/>
          </a:xfrm>
          <a:custGeom>
            <a:avLst/>
            <a:gdLst/>
            <a:ahLst/>
            <a:cxnLst/>
            <a:rect l="l" t="t" r="r" b="b"/>
            <a:pathLst>
              <a:path w="0" h="376554">
                <a:moveTo>
                  <a:pt x="0" y="0"/>
                </a:moveTo>
                <a:lnTo>
                  <a:pt x="0" y="375932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365000" y="4912537"/>
            <a:ext cx="0" cy="376555"/>
          </a:xfrm>
          <a:custGeom>
            <a:avLst/>
            <a:gdLst/>
            <a:ahLst/>
            <a:cxnLst/>
            <a:rect l="l" t="t" r="r" b="b"/>
            <a:pathLst>
              <a:path w="0" h="376554">
                <a:moveTo>
                  <a:pt x="0" y="0"/>
                </a:moveTo>
                <a:lnTo>
                  <a:pt x="0" y="375932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046459" y="4118774"/>
            <a:ext cx="298450" cy="1195070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384"/>
              </a:spcBef>
            </a:pPr>
            <a:r>
              <a:rPr dirty="0" sz="3600" b="1">
                <a:latin typeface="Times New Roman"/>
                <a:cs typeface="Times New Roman"/>
              </a:rPr>
              <a:t>−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4"/>
              </a:spcBef>
            </a:pPr>
            <a:r>
              <a:rPr dirty="0" sz="3600" b="1"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571887" y="4561357"/>
            <a:ext cx="340360" cy="0"/>
          </a:xfrm>
          <a:custGeom>
            <a:avLst/>
            <a:gdLst/>
            <a:ahLst/>
            <a:cxnLst/>
            <a:rect l="l" t="t" r="r" b="b"/>
            <a:pathLst>
              <a:path w="340360" h="0">
                <a:moveTo>
                  <a:pt x="0" y="0"/>
                </a:moveTo>
                <a:lnTo>
                  <a:pt x="340360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571887" y="4841366"/>
            <a:ext cx="340360" cy="0"/>
          </a:xfrm>
          <a:custGeom>
            <a:avLst/>
            <a:gdLst/>
            <a:ahLst/>
            <a:cxnLst/>
            <a:rect l="l" t="t" r="r" b="b"/>
            <a:pathLst>
              <a:path w="340360" h="0">
                <a:moveTo>
                  <a:pt x="0" y="0"/>
                </a:moveTo>
                <a:lnTo>
                  <a:pt x="340360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739542" y="4177690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5" h="0">
                <a:moveTo>
                  <a:pt x="0" y="0"/>
                </a:moveTo>
                <a:lnTo>
                  <a:pt x="1007173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747276" y="5226583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5" h="0">
                <a:moveTo>
                  <a:pt x="0" y="0"/>
                </a:moveTo>
                <a:lnTo>
                  <a:pt x="1007173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746715" y="4177690"/>
            <a:ext cx="0" cy="376555"/>
          </a:xfrm>
          <a:custGeom>
            <a:avLst/>
            <a:gdLst/>
            <a:ahLst/>
            <a:cxnLst/>
            <a:rect l="l" t="t" r="r" b="b"/>
            <a:pathLst>
              <a:path w="0" h="376554">
                <a:moveTo>
                  <a:pt x="0" y="0"/>
                </a:moveTo>
                <a:lnTo>
                  <a:pt x="0" y="375932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755999" y="4850650"/>
            <a:ext cx="0" cy="376555"/>
          </a:xfrm>
          <a:custGeom>
            <a:avLst/>
            <a:gdLst/>
            <a:ahLst/>
            <a:cxnLst/>
            <a:rect l="l" t="t" r="r" b="b"/>
            <a:pathLst>
              <a:path w="0" h="376554">
                <a:moveTo>
                  <a:pt x="0" y="0"/>
                </a:moveTo>
                <a:lnTo>
                  <a:pt x="0" y="375932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62275" y="3897668"/>
            <a:ext cx="114300" cy="1571625"/>
          </a:xfrm>
          <a:custGeom>
            <a:avLst/>
            <a:gdLst/>
            <a:ahLst/>
            <a:cxnLst/>
            <a:rect l="l" t="t" r="r" b="b"/>
            <a:pathLst>
              <a:path w="114300" h="1571625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1571625">
                <a:moveTo>
                  <a:pt x="76200" y="238125"/>
                </a:moveTo>
                <a:lnTo>
                  <a:pt x="38100" y="238125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238125"/>
                </a:lnTo>
                <a:close/>
              </a:path>
              <a:path w="114300" h="1571625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  <a:path w="114300" h="1571625">
                <a:moveTo>
                  <a:pt x="76200" y="504825"/>
                </a:moveTo>
                <a:lnTo>
                  <a:pt x="38100" y="504825"/>
                </a:lnTo>
                <a:lnTo>
                  <a:pt x="38100" y="352425"/>
                </a:lnTo>
                <a:lnTo>
                  <a:pt x="76200" y="352425"/>
                </a:lnTo>
                <a:lnTo>
                  <a:pt x="76200" y="504825"/>
                </a:lnTo>
                <a:close/>
              </a:path>
              <a:path w="114300" h="1571625">
                <a:moveTo>
                  <a:pt x="76200" y="771525"/>
                </a:moveTo>
                <a:lnTo>
                  <a:pt x="38100" y="771525"/>
                </a:lnTo>
                <a:lnTo>
                  <a:pt x="38100" y="619125"/>
                </a:lnTo>
                <a:lnTo>
                  <a:pt x="76200" y="619125"/>
                </a:lnTo>
                <a:lnTo>
                  <a:pt x="76200" y="771525"/>
                </a:lnTo>
                <a:close/>
              </a:path>
              <a:path w="114300" h="1571625">
                <a:moveTo>
                  <a:pt x="76200" y="1038225"/>
                </a:moveTo>
                <a:lnTo>
                  <a:pt x="38100" y="1038225"/>
                </a:lnTo>
                <a:lnTo>
                  <a:pt x="38100" y="885825"/>
                </a:lnTo>
                <a:lnTo>
                  <a:pt x="76200" y="885825"/>
                </a:lnTo>
                <a:lnTo>
                  <a:pt x="76200" y="1038225"/>
                </a:lnTo>
                <a:close/>
              </a:path>
              <a:path w="114300" h="1571625">
                <a:moveTo>
                  <a:pt x="76200" y="1304925"/>
                </a:moveTo>
                <a:lnTo>
                  <a:pt x="38100" y="1304925"/>
                </a:lnTo>
                <a:lnTo>
                  <a:pt x="38100" y="1152525"/>
                </a:lnTo>
                <a:lnTo>
                  <a:pt x="76200" y="1152525"/>
                </a:lnTo>
                <a:lnTo>
                  <a:pt x="76200" y="1304925"/>
                </a:lnTo>
                <a:close/>
              </a:path>
              <a:path w="114300" h="1571625">
                <a:moveTo>
                  <a:pt x="76200" y="1571625"/>
                </a:moveTo>
                <a:lnTo>
                  <a:pt x="38100" y="1571625"/>
                </a:lnTo>
                <a:lnTo>
                  <a:pt x="38100" y="1419225"/>
                </a:lnTo>
                <a:lnTo>
                  <a:pt x="76200" y="1419225"/>
                </a:lnTo>
                <a:lnTo>
                  <a:pt x="76200" y="1571625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790177" y="3911511"/>
            <a:ext cx="229870" cy="1636395"/>
          </a:xfrm>
          <a:custGeom>
            <a:avLst/>
            <a:gdLst/>
            <a:ahLst/>
            <a:cxnLst/>
            <a:rect l="l" t="t" r="r" b="b"/>
            <a:pathLst>
              <a:path w="229869" h="1636395">
                <a:moveTo>
                  <a:pt x="126562" y="53052"/>
                </a:moveTo>
                <a:lnTo>
                  <a:pt x="103416" y="21475"/>
                </a:lnTo>
                <a:lnTo>
                  <a:pt x="229400" y="0"/>
                </a:lnTo>
                <a:lnTo>
                  <a:pt x="211036" y="35737"/>
                </a:lnTo>
                <a:lnTo>
                  <a:pt x="148424" y="35737"/>
                </a:lnTo>
                <a:lnTo>
                  <a:pt x="126562" y="53052"/>
                </a:lnTo>
                <a:close/>
              </a:path>
              <a:path w="229869" h="1636395">
                <a:moveTo>
                  <a:pt x="148873" y="83489"/>
                </a:moveTo>
                <a:lnTo>
                  <a:pt x="126562" y="53052"/>
                </a:lnTo>
                <a:lnTo>
                  <a:pt x="148424" y="35737"/>
                </a:lnTo>
                <a:lnTo>
                  <a:pt x="172084" y="65608"/>
                </a:lnTo>
                <a:lnTo>
                  <a:pt x="155327" y="78879"/>
                </a:lnTo>
                <a:lnTo>
                  <a:pt x="152692" y="78879"/>
                </a:lnTo>
                <a:lnTo>
                  <a:pt x="148873" y="83489"/>
                </a:lnTo>
                <a:close/>
              </a:path>
              <a:path w="229869" h="1636395">
                <a:moveTo>
                  <a:pt x="170992" y="113664"/>
                </a:moveTo>
                <a:lnTo>
                  <a:pt x="149685" y="84596"/>
                </a:lnTo>
                <a:lnTo>
                  <a:pt x="150810" y="82457"/>
                </a:lnTo>
                <a:lnTo>
                  <a:pt x="172084" y="65608"/>
                </a:lnTo>
                <a:lnTo>
                  <a:pt x="148424" y="35737"/>
                </a:lnTo>
                <a:lnTo>
                  <a:pt x="211036" y="35737"/>
                </a:lnTo>
                <a:lnTo>
                  <a:pt x="170992" y="113664"/>
                </a:lnTo>
                <a:close/>
              </a:path>
              <a:path w="229869" h="1636395">
                <a:moveTo>
                  <a:pt x="144652" y="94640"/>
                </a:moveTo>
                <a:lnTo>
                  <a:pt x="110489" y="77774"/>
                </a:lnTo>
                <a:lnTo>
                  <a:pt x="114604" y="69469"/>
                </a:lnTo>
                <a:lnTo>
                  <a:pt x="118973" y="61150"/>
                </a:lnTo>
                <a:lnTo>
                  <a:pt x="120357" y="58902"/>
                </a:lnTo>
                <a:lnTo>
                  <a:pt x="122046" y="56870"/>
                </a:lnTo>
                <a:lnTo>
                  <a:pt x="124002" y="55079"/>
                </a:lnTo>
                <a:lnTo>
                  <a:pt x="126562" y="53052"/>
                </a:lnTo>
                <a:lnTo>
                  <a:pt x="148873" y="83489"/>
                </a:lnTo>
                <a:lnTo>
                  <a:pt x="147662" y="84950"/>
                </a:lnTo>
                <a:lnTo>
                  <a:pt x="149499" y="84950"/>
                </a:lnTo>
                <a:lnTo>
                  <a:pt x="148323" y="87185"/>
                </a:lnTo>
                <a:lnTo>
                  <a:pt x="144652" y="94640"/>
                </a:lnTo>
                <a:close/>
              </a:path>
              <a:path w="229869" h="1636395">
                <a:moveTo>
                  <a:pt x="149106" y="83807"/>
                </a:moveTo>
                <a:lnTo>
                  <a:pt x="148873" y="83489"/>
                </a:lnTo>
                <a:lnTo>
                  <a:pt x="152692" y="78879"/>
                </a:lnTo>
                <a:lnTo>
                  <a:pt x="150810" y="82457"/>
                </a:lnTo>
                <a:lnTo>
                  <a:pt x="149106" y="83807"/>
                </a:lnTo>
                <a:close/>
              </a:path>
              <a:path w="229869" h="1636395">
                <a:moveTo>
                  <a:pt x="150810" y="82457"/>
                </a:moveTo>
                <a:lnTo>
                  <a:pt x="152692" y="78879"/>
                </a:lnTo>
                <a:lnTo>
                  <a:pt x="155327" y="78879"/>
                </a:lnTo>
                <a:lnTo>
                  <a:pt x="150810" y="82457"/>
                </a:lnTo>
                <a:close/>
              </a:path>
              <a:path w="229869" h="1636395">
                <a:moveTo>
                  <a:pt x="149685" y="84596"/>
                </a:moveTo>
                <a:lnTo>
                  <a:pt x="149106" y="83807"/>
                </a:lnTo>
                <a:lnTo>
                  <a:pt x="150810" y="82457"/>
                </a:lnTo>
                <a:lnTo>
                  <a:pt x="149685" y="84596"/>
                </a:lnTo>
                <a:close/>
              </a:path>
              <a:path w="229869" h="1636395">
                <a:moveTo>
                  <a:pt x="147662" y="84950"/>
                </a:moveTo>
                <a:lnTo>
                  <a:pt x="148873" y="83489"/>
                </a:lnTo>
                <a:lnTo>
                  <a:pt x="149106" y="83807"/>
                </a:lnTo>
                <a:lnTo>
                  <a:pt x="147662" y="84950"/>
                </a:lnTo>
                <a:close/>
              </a:path>
              <a:path w="229869" h="1636395">
                <a:moveTo>
                  <a:pt x="149499" y="84950"/>
                </a:moveTo>
                <a:lnTo>
                  <a:pt x="147662" y="84950"/>
                </a:lnTo>
                <a:lnTo>
                  <a:pt x="149106" y="83807"/>
                </a:lnTo>
                <a:lnTo>
                  <a:pt x="149685" y="84596"/>
                </a:lnTo>
                <a:lnTo>
                  <a:pt x="149499" y="84950"/>
                </a:lnTo>
                <a:close/>
              </a:path>
              <a:path w="229869" h="1636395">
                <a:moveTo>
                  <a:pt x="148470" y="86906"/>
                </a:moveTo>
                <a:lnTo>
                  <a:pt x="148539" y="86766"/>
                </a:lnTo>
                <a:lnTo>
                  <a:pt x="148470" y="86906"/>
                </a:lnTo>
                <a:close/>
              </a:path>
              <a:path w="229869" h="1636395">
                <a:moveTo>
                  <a:pt x="148332" y="87185"/>
                </a:moveTo>
                <a:lnTo>
                  <a:pt x="148470" y="86906"/>
                </a:lnTo>
                <a:lnTo>
                  <a:pt x="148332" y="87185"/>
                </a:lnTo>
                <a:close/>
              </a:path>
              <a:path w="229869" h="1636395">
                <a:moveTo>
                  <a:pt x="217068" y="1635798"/>
                </a:moveTo>
                <a:lnTo>
                  <a:pt x="177876" y="1623974"/>
                </a:lnTo>
                <a:lnTo>
                  <a:pt x="149085" y="1598853"/>
                </a:lnTo>
                <a:lnTo>
                  <a:pt x="123647" y="1562493"/>
                </a:lnTo>
                <a:lnTo>
                  <a:pt x="105460" y="1526755"/>
                </a:lnTo>
                <a:lnTo>
                  <a:pt x="101600" y="1517967"/>
                </a:lnTo>
                <a:lnTo>
                  <a:pt x="136486" y="1502651"/>
                </a:lnTo>
                <a:lnTo>
                  <a:pt x="140185" y="1511071"/>
                </a:lnTo>
                <a:lnTo>
                  <a:pt x="144241" y="1519809"/>
                </a:lnTo>
                <a:lnTo>
                  <a:pt x="148338" y="1528102"/>
                </a:lnTo>
                <a:lnTo>
                  <a:pt x="152463" y="1535963"/>
                </a:lnTo>
                <a:lnTo>
                  <a:pt x="156611" y="1543367"/>
                </a:lnTo>
                <a:lnTo>
                  <a:pt x="160760" y="1550301"/>
                </a:lnTo>
                <a:lnTo>
                  <a:pt x="164928" y="1556765"/>
                </a:lnTo>
                <a:lnTo>
                  <a:pt x="169078" y="1562747"/>
                </a:lnTo>
                <a:lnTo>
                  <a:pt x="169494" y="1563344"/>
                </a:lnTo>
                <a:lnTo>
                  <a:pt x="173219" y="1568259"/>
                </a:lnTo>
                <a:lnTo>
                  <a:pt x="173697" y="1568894"/>
                </a:lnTo>
                <a:lnTo>
                  <a:pt x="177333" y="1573263"/>
                </a:lnTo>
                <a:lnTo>
                  <a:pt x="177888" y="1573936"/>
                </a:lnTo>
                <a:lnTo>
                  <a:pt x="181396" y="1577771"/>
                </a:lnTo>
                <a:lnTo>
                  <a:pt x="182041" y="1578483"/>
                </a:lnTo>
                <a:lnTo>
                  <a:pt x="185401" y="1581785"/>
                </a:lnTo>
                <a:lnTo>
                  <a:pt x="186143" y="1582521"/>
                </a:lnTo>
                <a:lnTo>
                  <a:pt x="189323" y="1585302"/>
                </a:lnTo>
                <a:lnTo>
                  <a:pt x="190182" y="1586064"/>
                </a:lnTo>
                <a:lnTo>
                  <a:pt x="193137" y="1588325"/>
                </a:lnTo>
                <a:lnTo>
                  <a:pt x="194132" y="1589100"/>
                </a:lnTo>
                <a:lnTo>
                  <a:pt x="196840" y="1590878"/>
                </a:lnTo>
                <a:lnTo>
                  <a:pt x="197967" y="1591640"/>
                </a:lnTo>
                <a:lnTo>
                  <a:pt x="200451" y="1592986"/>
                </a:lnTo>
                <a:lnTo>
                  <a:pt x="200304" y="1592986"/>
                </a:lnTo>
                <a:lnTo>
                  <a:pt x="201701" y="1593697"/>
                </a:lnTo>
                <a:lnTo>
                  <a:pt x="201831" y="1593697"/>
                </a:lnTo>
                <a:lnTo>
                  <a:pt x="203904" y="1594662"/>
                </a:lnTo>
                <a:lnTo>
                  <a:pt x="203733" y="1594662"/>
                </a:lnTo>
                <a:lnTo>
                  <a:pt x="205295" y="1595310"/>
                </a:lnTo>
                <a:lnTo>
                  <a:pt x="205527" y="1595310"/>
                </a:lnTo>
                <a:lnTo>
                  <a:pt x="207285" y="1595945"/>
                </a:lnTo>
                <a:lnTo>
                  <a:pt x="207035" y="1595945"/>
                </a:lnTo>
                <a:lnTo>
                  <a:pt x="208762" y="1596478"/>
                </a:lnTo>
                <a:lnTo>
                  <a:pt x="209101" y="1596478"/>
                </a:lnTo>
                <a:lnTo>
                  <a:pt x="210626" y="1596872"/>
                </a:lnTo>
                <a:lnTo>
                  <a:pt x="210248" y="1596872"/>
                </a:lnTo>
                <a:lnTo>
                  <a:pt x="212102" y="1597253"/>
                </a:lnTo>
                <a:lnTo>
                  <a:pt x="212712" y="1597253"/>
                </a:lnTo>
                <a:lnTo>
                  <a:pt x="214273" y="1597494"/>
                </a:lnTo>
                <a:lnTo>
                  <a:pt x="213906" y="1597494"/>
                </a:lnTo>
                <a:lnTo>
                  <a:pt x="215341" y="1597660"/>
                </a:lnTo>
                <a:lnTo>
                  <a:pt x="215725" y="1597660"/>
                </a:lnTo>
                <a:lnTo>
                  <a:pt x="216458" y="1597698"/>
                </a:lnTo>
                <a:lnTo>
                  <a:pt x="218046" y="1597710"/>
                </a:lnTo>
                <a:lnTo>
                  <a:pt x="217068" y="1635798"/>
                </a:lnTo>
                <a:close/>
              </a:path>
              <a:path w="229869" h="1636395">
                <a:moveTo>
                  <a:pt x="148551" y="1528533"/>
                </a:moveTo>
                <a:lnTo>
                  <a:pt x="148323" y="1528102"/>
                </a:lnTo>
                <a:lnTo>
                  <a:pt x="148551" y="1528533"/>
                </a:lnTo>
                <a:close/>
              </a:path>
              <a:path w="229869" h="1636395">
                <a:moveTo>
                  <a:pt x="156883" y="1543850"/>
                </a:moveTo>
                <a:lnTo>
                  <a:pt x="156590" y="1543367"/>
                </a:lnTo>
                <a:lnTo>
                  <a:pt x="156883" y="1543850"/>
                </a:lnTo>
                <a:close/>
              </a:path>
              <a:path w="229869" h="1636395">
                <a:moveTo>
                  <a:pt x="160984" y="1550672"/>
                </a:moveTo>
                <a:lnTo>
                  <a:pt x="160743" y="1550301"/>
                </a:lnTo>
                <a:lnTo>
                  <a:pt x="160984" y="1550672"/>
                </a:lnTo>
                <a:close/>
              </a:path>
              <a:path w="229869" h="1636395">
                <a:moveTo>
                  <a:pt x="165180" y="1557154"/>
                </a:moveTo>
                <a:lnTo>
                  <a:pt x="164909" y="1556765"/>
                </a:lnTo>
                <a:lnTo>
                  <a:pt x="165180" y="1557154"/>
                </a:lnTo>
                <a:close/>
              </a:path>
              <a:path w="229869" h="1636395">
                <a:moveTo>
                  <a:pt x="169512" y="1563344"/>
                </a:moveTo>
                <a:lnTo>
                  <a:pt x="169270" y="1563024"/>
                </a:lnTo>
                <a:lnTo>
                  <a:pt x="169512" y="1563344"/>
                </a:lnTo>
                <a:close/>
              </a:path>
              <a:path w="229869" h="1636395">
                <a:moveTo>
                  <a:pt x="173726" y="1568894"/>
                </a:moveTo>
                <a:lnTo>
                  <a:pt x="173392" y="1568489"/>
                </a:lnTo>
                <a:lnTo>
                  <a:pt x="173726" y="1568894"/>
                </a:lnTo>
                <a:close/>
              </a:path>
              <a:path w="229869" h="1636395">
                <a:moveTo>
                  <a:pt x="177620" y="1573611"/>
                </a:moveTo>
                <a:lnTo>
                  <a:pt x="177304" y="1573263"/>
                </a:lnTo>
                <a:lnTo>
                  <a:pt x="177620" y="1573611"/>
                </a:lnTo>
                <a:close/>
              </a:path>
              <a:path w="229869" h="1636395">
                <a:moveTo>
                  <a:pt x="177915" y="1573936"/>
                </a:moveTo>
                <a:lnTo>
                  <a:pt x="177620" y="1573611"/>
                </a:lnTo>
                <a:lnTo>
                  <a:pt x="177915" y="1573936"/>
                </a:lnTo>
                <a:close/>
              </a:path>
              <a:path w="229869" h="1636395">
                <a:moveTo>
                  <a:pt x="181760" y="1578173"/>
                </a:moveTo>
                <a:lnTo>
                  <a:pt x="181356" y="1577771"/>
                </a:lnTo>
                <a:lnTo>
                  <a:pt x="181760" y="1578173"/>
                </a:lnTo>
                <a:close/>
              </a:path>
              <a:path w="229869" h="1636395">
                <a:moveTo>
                  <a:pt x="182072" y="1578483"/>
                </a:moveTo>
                <a:lnTo>
                  <a:pt x="181760" y="1578173"/>
                </a:lnTo>
                <a:lnTo>
                  <a:pt x="182072" y="1578483"/>
                </a:lnTo>
                <a:close/>
              </a:path>
              <a:path w="229869" h="1636395">
                <a:moveTo>
                  <a:pt x="186143" y="1582521"/>
                </a:moveTo>
                <a:lnTo>
                  <a:pt x="185356" y="1581785"/>
                </a:lnTo>
                <a:lnTo>
                  <a:pt x="185779" y="1582160"/>
                </a:lnTo>
                <a:lnTo>
                  <a:pt x="186143" y="1582521"/>
                </a:lnTo>
                <a:close/>
              </a:path>
              <a:path w="229869" h="1636395">
                <a:moveTo>
                  <a:pt x="185779" y="1582160"/>
                </a:moveTo>
                <a:lnTo>
                  <a:pt x="185356" y="1581785"/>
                </a:lnTo>
                <a:lnTo>
                  <a:pt x="185779" y="1582160"/>
                </a:lnTo>
                <a:close/>
              </a:path>
              <a:path w="229869" h="1636395">
                <a:moveTo>
                  <a:pt x="186187" y="1582521"/>
                </a:moveTo>
                <a:lnTo>
                  <a:pt x="185779" y="1582160"/>
                </a:lnTo>
                <a:lnTo>
                  <a:pt x="186187" y="1582521"/>
                </a:lnTo>
                <a:close/>
              </a:path>
              <a:path w="229869" h="1636395">
                <a:moveTo>
                  <a:pt x="190182" y="1586064"/>
                </a:moveTo>
                <a:lnTo>
                  <a:pt x="189255" y="1585302"/>
                </a:lnTo>
                <a:lnTo>
                  <a:pt x="189811" y="1585736"/>
                </a:lnTo>
                <a:lnTo>
                  <a:pt x="190182" y="1586064"/>
                </a:lnTo>
                <a:close/>
              </a:path>
              <a:path w="229869" h="1636395">
                <a:moveTo>
                  <a:pt x="189811" y="1585736"/>
                </a:moveTo>
                <a:lnTo>
                  <a:pt x="189255" y="1585302"/>
                </a:lnTo>
                <a:lnTo>
                  <a:pt x="189811" y="1585736"/>
                </a:lnTo>
                <a:close/>
              </a:path>
              <a:path w="229869" h="1636395">
                <a:moveTo>
                  <a:pt x="190234" y="1586064"/>
                </a:moveTo>
                <a:lnTo>
                  <a:pt x="189811" y="1585736"/>
                </a:lnTo>
                <a:lnTo>
                  <a:pt x="190234" y="1586064"/>
                </a:lnTo>
                <a:close/>
              </a:path>
              <a:path w="229869" h="1636395">
                <a:moveTo>
                  <a:pt x="194132" y="1589100"/>
                </a:moveTo>
                <a:lnTo>
                  <a:pt x="193065" y="1588325"/>
                </a:lnTo>
                <a:lnTo>
                  <a:pt x="193611" y="1588694"/>
                </a:lnTo>
                <a:lnTo>
                  <a:pt x="194132" y="1589100"/>
                </a:lnTo>
                <a:close/>
              </a:path>
              <a:path w="229869" h="1636395">
                <a:moveTo>
                  <a:pt x="193611" y="1588694"/>
                </a:moveTo>
                <a:lnTo>
                  <a:pt x="193065" y="1588325"/>
                </a:lnTo>
                <a:lnTo>
                  <a:pt x="193611" y="1588694"/>
                </a:lnTo>
                <a:close/>
              </a:path>
              <a:path w="229869" h="1636395">
                <a:moveTo>
                  <a:pt x="194211" y="1589100"/>
                </a:moveTo>
                <a:lnTo>
                  <a:pt x="193611" y="1588694"/>
                </a:lnTo>
                <a:lnTo>
                  <a:pt x="194211" y="1589100"/>
                </a:lnTo>
                <a:close/>
              </a:path>
              <a:path w="229869" h="1636395">
                <a:moveTo>
                  <a:pt x="197967" y="1591640"/>
                </a:moveTo>
                <a:lnTo>
                  <a:pt x="196748" y="1590878"/>
                </a:lnTo>
                <a:lnTo>
                  <a:pt x="197331" y="1591210"/>
                </a:lnTo>
                <a:lnTo>
                  <a:pt x="197967" y="1591640"/>
                </a:lnTo>
                <a:close/>
              </a:path>
              <a:path w="229869" h="1636395">
                <a:moveTo>
                  <a:pt x="197331" y="1591210"/>
                </a:moveTo>
                <a:lnTo>
                  <a:pt x="196748" y="1590878"/>
                </a:lnTo>
                <a:lnTo>
                  <a:pt x="197331" y="1591210"/>
                </a:lnTo>
                <a:close/>
              </a:path>
              <a:path w="229869" h="1636395">
                <a:moveTo>
                  <a:pt x="198087" y="1591640"/>
                </a:moveTo>
                <a:lnTo>
                  <a:pt x="197331" y="1591210"/>
                </a:lnTo>
                <a:lnTo>
                  <a:pt x="198087" y="1591640"/>
                </a:lnTo>
                <a:close/>
              </a:path>
              <a:path w="229869" h="1636395">
                <a:moveTo>
                  <a:pt x="201701" y="1593697"/>
                </a:moveTo>
                <a:lnTo>
                  <a:pt x="200304" y="1592986"/>
                </a:lnTo>
                <a:lnTo>
                  <a:pt x="201115" y="1593364"/>
                </a:lnTo>
                <a:lnTo>
                  <a:pt x="201701" y="1593697"/>
                </a:lnTo>
                <a:close/>
              </a:path>
              <a:path w="229869" h="1636395">
                <a:moveTo>
                  <a:pt x="201115" y="1593364"/>
                </a:moveTo>
                <a:lnTo>
                  <a:pt x="200304" y="1592986"/>
                </a:lnTo>
                <a:lnTo>
                  <a:pt x="200451" y="1592986"/>
                </a:lnTo>
                <a:lnTo>
                  <a:pt x="201115" y="1593364"/>
                </a:lnTo>
                <a:close/>
              </a:path>
              <a:path w="229869" h="1636395">
                <a:moveTo>
                  <a:pt x="201831" y="1593697"/>
                </a:moveTo>
                <a:lnTo>
                  <a:pt x="201701" y="1593697"/>
                </a:lnTo>
                <a:lnTo>
                  <a:pt x="201115" y="1593364"/>
                </a:lnTo>
                <a:lnTo>
                  <a:pt x="201831" y="1593697"/>
                </a:lnTo>
                <a:close/>
              </a:path>
              <a:path w="229869" h="1636395">
                <a:moveTo>
                  <a:pt x="205295" y="1595310"/>
                </a:moveTo>
                <a:lnTo>
                  <a:pt x="203733" y="1594662"/>
                </a:lnTo>
                <a:lnTo>
                  <a:pt x="204495" y="1594938"/>
                </a:lnTo>
                <a:lnTo>
                  <a:pt x="205295" y="1595310"/>
                </a:lnTo>
                <a:close/>
              </a:path>
              <a:path w="229869" h="1636395">
                <a:moveTo>
                  <a:pt x="204495" y="1594938"/>
                </a:moveTo>
                <a:lnTo>
                  <a:pt x="203733" y="1594662"/>
                </a:lnTo>
                <a:lnTo>
                  <a:pt x="203904" y="1594662"/>
                </a:lnTo>
                <a:lnTo>
                  <a:pt x="204495" y="1594938"/>
                </a:lnTo>
                <a:close/>
              </a:path>
              <a:path w="229869" h="1636395">
                <a:moveTo>
                  <a:pt x="205527" y="1595310"/>
                </a:moveTo>
                <a:lnTo>
                  <a:pt x="205295" y="1595310"/>
                </a:lnTo>
                <a:lnTo>
                  <a:pt x="204495" y="1594938"/>
                </a:lnTo>
                <a:lnTo>
                  <a:pt x="205527" y="1595310"/>
                </a:lnTo>
                <a:close/>
              </a:path>
              <a:path w="229869" h="1636395">
                <a:moveTo>
                  <a:pt x="208762" y="1596478"/>
                </a:moveTo>
                <a:lnTo>
                  <a:pt x="207035" y="1595945"/>
                </a:lnTo>
                <a:lnTo>
                  <a:pt x="207912" y="1596171"/>
                </a:lnTo>
                <a:lnTo>
                  <a:pt x="208762" y="1596478"/>
                </a:lnTo>
                <a:close/>
              </a:path>
              <a:path w="229869" h="1636395">
                <a:moveTo>
                  <a:pt x="207912" y="1596171"/>
                </a:moveTo>
                <a:lnTo>
                  <a:pt x="207035" y="1595945"/>
                </a:lnTo>
                <a:lnTo>
                  <a:pt x="207285" y="1595945"/>
                </a:lnTo>
                <a:lnTo>
                  <a:pt x="207912" y="1596171"/>
                </a:lnTo>
                <a:close/>
              </a:path>
              <a:path w="229869" h="1636395">
                <a:moveTo>
                  <a:pt x="209101" y="1596478"/>
                </a:moveTo>
                <a:lnTo>
                  <a:pt x="208762" y="1596478"/>
                </a:lnTo>
                <a:lnTo>
                  <a:pt x="207912" y="1596171"/>
                </a:lnTo>
                <a:lnTo>
                  <a:pt x="209101" y="1596478"/>
                </a:lnTo>
                <a:close/>
              </a:path>
              <a:path w="229869" h="1636395">
                <a:moveTo>
                  <a:pt x="212102" y="1597253"/>
                </a:moveTo>
                <a:lnTo>
                  <a:pt x="210248" y="1596872"/>
                </a:lnTo>
                <a:lnTo>
                  <a:pt x="211191" y="1597018"/>
                </a:lnTo>
                <a:lnTo>
                  <a:pt x="212102" y="1597253"/>
                </a:lnTo>
                <a:close/>
              </a:path>
              <a:path w="229869" h="1636395">
                <a:moveTo>
                  <a:pt x="211191" y="1597018"/>
                </a:moveTo>
                <a:lnTo>
                  <a:pt x="210248" y="1596872"/>
                </a:lnTo>
                <a:lnTo>
                  <a:pt x="210626" y="1596872"/>
                </a:lnTo>
                <a:lnTo>
                  <a:pt x="211191" y="1597018"/>
                </a:lnTo>
                <a:close/>
              </a:path>
              <a:path w="229869" h="1636395">
                <a:moveTo>
                  <a:pt x="212712" y="1597253"/>
                </a:moveTo>
                <a:lnTo>
                  <a:pt x="212102" y="1597253"/>
                </a:lnTo>
                <a:lnTo>
                  <a:pt x="211191" y="1597018"/>
                </a:lnTo>
                <a:lnTo>
                  <a:pt x="212712" y="1597253"/>
                </a:lnTo>
                <a:close/>
              </a:path>
              <a:path w="229869" h="1636395">
                <a:moveTo>
                  <a:pt x="215341" y="1597660"/>
                </a:moveTo>
                <a:lnTo>
                  <a:pt x="213906" y="1597494"/>
                </a:lnTo>
                <a:lnTo>
                  <a:pt x="214663" y="1597555"/>
                </a:lnTo>
                <a:lnTo>
                  <a:pt x="215341" y="1597660"/>
                </a:lnTo>
                <a:close/>
              </a:path>
              <a:path w="229869" h="1636395">
                <a:moveTo>
                  <a:pt x="214663" y="1597555"/>
                </a:moveTo>
                <a:lnTo>
                  <a:pt x="213906" y="1597494"/>
                </a:lnTo>
                <a:lnTo>
                  <a:pt x="214273" y="1597494"/>
                </a:lnTo>
                <a:lnTo>
                  <a:pt x="214663" y="1597555"/>
                </a:lnTo>
                <a:close/>
              </a:path>
              <a:path w="229869" h="1636395">
                <a:moveTo>
                  <a:pt x="215725" y="1597660"/>
                </a:moveTo>
                <a:lnTo>
                  <a:pt x="215259" y="1597647"/>
                </a:lnTo>
                <a:lnTo>
                  <a:pt x="214663" y="1597555"/>
                </a:lnTo>
                <a:lnTo>
                  <a:pt x="215820" y="1597647"/>
                </a:lnTo>
                <a:lnTo>
                  <a:pt x="215480" y="1597647"/>
                </a:lnTo>
                <a:lnTo>
                  <a:pt x="215725" y="1597660"/>
                </a:lnTo>
                <a:close/>
              </a:path>
              <a:path w="229869" h="1636395">
                <a:moveTo>
                  <a:pt x="216458" y="1597698"/>
                </a:moveTo>
                <a:lnTo>
                  <a:pt x="215480" y="1597647"/>
                </a:lnTo>
                <a:lnTo>
                  <a:pt x="215980" y="1597660"/>
                </a:lnTo>
                <a:lnTo>
                  <a:pt x="216458" y="1597698"/>
                </a:lnTo>
                <a:close/>
              </a:path>
              <a:path w="229869" h="1636395">
                <a:moveTo>
                  <a:pt x="217533" y="1597698"/>
                </a:moveTo>
                <a:lnTo>
                  <a:pt x="216458" y="1597698"/>
                </a:lnTo>
                <a:lnTo>
                  <a:pt x="215973" y="1597659"/>
                </a:lnTo>
                <a:lnTo>
                  <a:pt x="217533" y="1597698"/>
                </a:lnTo>
                <a:close/>
              </a:path>
              <a:path w="229869" h="1636395">
                <a:moveTo>
                  <a:pt x="64414" y="1406855"/>
                </a:moveTo>
                <a:lnTo>
                  <a:pt x="51955" y="1355737"/>
                </a:lnTo>
                <a:lnTo>
                  <a:pt x="42621" y="1310716"/>
                </a:lnTo>
                <a:lnTo>
                  <a:pt x="34086" y="1262989"/>
                </a:lnTo>
                <a:lnTo>
                  <a:pt x="32956" y="1255826"/>
                </a:lnTo>
                <a:lnTo>
                  <a:pt x="70586" y="1249908"/>
                </a:lnTo>
                <a:lnTo>
                  <a:pt x="71680" y="1256842"/>
                </a:lnTo>
                <a:lnTo>
                  <a:pt x="74400" y="1272844"/>
                </a:lnTo>
                <a:lnTo>
                  <a:pt x="77160" y="1288237"/>
                </a:lnTo>
                <a:lnTo>
                  <a:pt x="80027" y="1303489"/>
                </a:lnTo>
                <a:lnTo>
                  <a:pt x="82984" y="1318450"/>
                </a:lnTo>
                <a:lnTo>
                  <a:pt x="86018" y="1333106"/>
                </a:lnTo>
                <a:lnTo>
                  <a:pt x="89184" y="1347622"/>
                </a:lnTo>
                <a:lnTo>
                  <a:pt x="92348" y="1361452"/>
                </a:lnTo>
                <a:lnTo>
                  <a:pt x="95620" y="1375130"/>
                </a:lnTo>
                <a:lnTo>
                  <a:pt x="98980" y="1388478"/>
                </a:lnTo>
                <a:lnTo>
                  <a:pt x="101257" y="1397139"/>
                </a:lnTo>
                <a:lnTo>
                  <a:pt x="64414" y="1406855"/>
                </a:lnTo>
                <a:close/>
              </a:path>
              <a:path w="229869" h="1636395">
                <a:moveTo>
                  <a:pt x="17538" y="1141704"/>
                </a:moveTo>
                <a:lnTo>
                  <a:pt x="12052" y="1087424"/>
                </a:lnTo>
                <a:lnTo>
                  <a:pt x="6222" y="1010996"/>
                </a:lnTo>
                <a:lnTo>
                  <a:pt x="4902" y="988758"/>
                </a:lnTo>
                <a:lnTo>
                  <a:pt x="42951" y="986726"/>
                </a:lnTo>
                <a:lnTo>
                  <a:pt x="44248" y="1008532"/>
                </a:lnTo>
                <a:lnTo>
                  <a:pt x="46922" y="1046937"/>
                </a:lnTo>
                <a:lnTo>
                  <a:pt x="50004" y="1084021"/>
                </a:lnTo>
                <a:lnTo>
                  <a:pt x="53559" y="1120762"/>
                </a:lnTo>
                <a:lnTo>
                  <a:pt x="55410" y="1137500"/>
                </a:lnTo>
                <a:lnTo>
                  <a:pt x="17538" y="1141704"/>
                </a:lnTo>
                <a:close/>
              </a:path>
              <a:path w="229869" h="1636395">
                <a:moveTo>
                  <a:pt x="43098" y="989368"/>
                </a:moveTo>
                <a:close/>
              </a:path>
              <a:path w="229869" h="1636395">
                <a:moveTo>
                  <a:pt x="596" y="873950"/>
                </a:moveTo>
                <a:lnTo>
                  <a:pt x="507" y="869492"/>
                </a:lnTo>
                <a:lnTo>
                  <a:pt x="186" y="848982"/>
                </a:lnTo>
                <a:lnTo>
                  <a:pt x="0" y="828713"/>
                </a:lnTo>
                <a:lnTo>
                  <a:pt x="0" y="786701"/>
                </a:lnTo>
                <a:lnTo>
                  <a:pt x="203" y="765708"/>
                </a:lnTo>
                <a:lnTo>
                  <a:pt x="520" y="745096"/>
                </a:lnTo>
                <a:lnTo>
                  <a:pt x="965" y="724509"/>
                </a:lnTo>
                <a:lnTo>
                  <a:pt x="1079" y="720610"/>
                </a:lnTo>
                <a:lnTo>
                  <a:pt x="39166" y="721677"/>
                </a:lnTo>
                <a:lnTo>
                  <a:pt x="39050" y="725449"/>
                </a:lnTo>
                <a:lnTo>
                  <a:pt x="38606" y="745807"/>
                </a:lnTo>
                <a:lnTo>
                  <a:pt x="38289" y="766305"/>
                </a:lnTo>
                <a:lnTo>
                  <a:pt x="38100" y="786815"/>
                </a:lnTo>
                <a:lnTo>
                  <a:pt x="38036" y="807707"/>
                </a:lnTo>
                <a:lnTo>
                  <a:pt x="38103" y="828713"/>
                </a:lnTo>
                <a:lnTo>
                  <a:pt x="38297" y="849464"/>
                </a:lnTo>
                <a:lnTo>
                  <a:pt x="38610" y="869607"/>
                </a:lnTo>
                <a:lnTo>
                  <a:pt x="38684" y="873112"/>
                </a:lnTo>
                <a:lnTo>
                  <a:pt x="596" y="873950"/>
                </a:lnTo>
                <a:close/>
              </a:path>
              <a:path w="229869" h="1636395">
                <a:moveTo>
                  <a:pt x="38101" y="828471"/>
                </a:moveTo>
                <a:close/>
              </a:path>
              <a:path w="229869" h="1636395">
                <a:moveTo>
                  <a:pt x="38292" y="849109"/>
                </a:moveTo>
                <a:close/>
              </a:path>
              <a:path w="229869" h="1636395">
                <a:moveTo>
                  <a:pt x="38610" y="869607"/>
                </a:moveTo>
                <a:close/>
              </a:path>
              <a:path w="229869" h="1636395">
                <a:moveTo>
                  <a:pt x="44157" y="608101"/>
                </a:moveTo>
                <a:lnTo>
                  <a:pt x="6134" y="605828"/>
                </a:lnTo>
                <a:lnTo>
                  <a:pt x="6235" y="604113"/>
                </a:lnTo>
                <a:lnTo>
                  <a:pt x="8928" y="565467"/>
                </a:lnTo>
                <a:lnTo>
                  <a:pt x="12077" y="527621"/>
                </a:lnTo>
                <a:lnTo>
                  <a:pt x="15659" y="490613"/>
                </a:lnTo>
                <a:lnTo>
                  <a:pt x="19672" y="454494"/>
                </a:lnTo>
                <a:lnTo>
                  <a:pt x="19875" y="452818"/>
                </a:lnTo>
                <a:lnTo>
                  <a:pt x="57683" y="457568"/>
                </a:lnTo>
                <a:lnTo>
                  <a:pt x="57474" y="459244"/>
                </a:lnTo>
                <a:lnTo>
                  <a:pt x="53530" y="494817"/>
                </a:lnTo>
                <a:lnTo>
                  <a:pt x="50003" y="531291"/>
                </a:lnTo>
                <a:lnTo>
                  <a:pt x="46896" y="568629"/>
                </a:lnTo>
                <a:lnTo>
                  <a:pt x="44157" y="608101"/>
                </a:lnTo>
                <a:close/>
              </a:path>
              <a:path w="229869" h="1636395">
                <a:moveTo>
                  <a:pt x="57474" y="459244"/>
                </a:moveTo>
                <a:lnTo>
                  <a:pt x="57505" y="458965"/>
                </a:lnTo>
                <a:lnTo>
                  <a:pt x="57474" y="459244"/>
                </a:lnTo>
                <a:close/>
              </a:path>
              <a:path w="229869" h="1636395">
                <a:moveTo>
                  <a:pt x="53530" y="494817"/>
                </a:moveTo>
                <a:lnTo>
                  <a:pt x="53555" y="494550"/>
                </a:lnTo>
                <a:lnTo>
                  <a:pt x="53530" y="494817"/>
                </a:lnTo>
                <a:close/>
              </a:path>
              <a:path w="229869" h="1636395">
                <a:moveTo>
                  <a:pt x="50022" y="531055"/>
                </a:moveTo>
                <a:close/>
              </a:path>
              <a:path w="229869" h="1636395">
                <a:moveTo>
                  <a:pt x="50003" y="531291"/>
                </a:moveTo>
                <a:lnTo>
                  <a:pt x="50022" y="531055"/>
                </a:lnTo>
                <a:lnTo>
                  <a:pt x="50003" y="531291"/>
                </a:lnTo>
                <a:close/>
              </a:path>
              <a:path w="229869" h="1636395">
                <a:moveTo>
                  <a:pt x="46901" y="568629"/>
                </a:moveTo>
                <a:lnTo>
                  <a:pt x="46913" y="568375"/>
                </a:lnTo>
                <a:lnTo>
                  <a:pt x="46901" y="568629"/>
                </a:lnTo>
                <a:close/>
              </a:path>
              <a:path w="229869" h="1636395">
                <a:moveTo>
                  <a:pt x="44246" y="606767"/>
                </a:moveTo>
                <a:lnTo>
                  <a:pt x="44259" y="606577"/>
                </a:lnTo>
                <a:lnTo>
                  <a:pt x="44246" y="606767"/>
                </a:lnTo>
                <a:close/>
              </a:path>
              <a:path w="229869" h="1636395">
                <a:moveTo>
                  <a:pt x="73926" y="345274"/>
                </a:moveTo>
                <a:lnTo>
                  <a:pt x="36360" y="338886"/>
                </a:lnTo>
                <a:lnTo>
                  <a:pt x="36868" y="335914"/>
                </a:lnTo>
                <a:lnTo>
                  <a:pt x="39712" y="320027"/>
                </a:lnTo>
                <a:lnTo>
                  <a:pt x="48793" y="274104"/>
                </a:lnTo>
                <a:lnTo>
                  <a:pt x="58673" y="230886"/>
                </a:lnTo>
                <a:lnTo>
                  <a:pt x="69303" y="190538"/>
                </a:lnTo>
                <a:lnTo>
                  <a:pt x="70015" y="188099"/>
                </a:lnTo>
                <a:lnTo>
                  <a:pt x="106603" y="198716"/>
                </a:lnTo>
                <a:lnTo>
                  <a:pt x="105905" y="201155"/>
                </a:lnTo>
                <a:lnTo>
                  <a:pt x="102403" y="213817"/>
                </a:lnTo>
                <a:lnTo>
                  <a:pt x="92346" y="253860"/>
                </a:lnTo>
                <a:lnTo>
                  <a:pt x="82987" y="296849"/>
                </a:lnTo>
                <a:lnTo>
                  <a:pt x="74371" y="342620"/>
                </a:lnTo>
                <a:lnTo>
                  <a:pt x="73926" y="345274"/>
                </a:lnTo>
                <a:close/>
              </a:path>
              <a:path w="229869" h="1636395">
                <a:moveTo>
                  <a:pt x="105911" y="201133"/>
                </a:moveTo>
                <a:lnTo>
                  <a:pt x="105968" y="200926"/>
                </a:lnTo>
                <a:lnTo>
                  <a:pt x="105911" y="201133"/>
                </a:lnTo>
                <a:close/>
              </a:path>
              <a:path w="229869" h="1636395">
                <a:moveTo>
                  <a:pt x="105905" y="201155"/>
                </a:moveTo>
                <a:close/>
              </a:path>
              <a:path w="229869" h="1636395">
                <a:moveTo>
                  <a:pt x="102403" y="213817"/>
                </a:moveTo>
                <a:lnTo>
                  <a:pt x="102463" y="213588"/>
                </a:lnTo>
                <a:lnTo>
                  <a:pt x="102403" y="213817"/>
                </a:lnTo>
                <a:close/>
              </a:path>
              <a:path w="229869" h="1636395">
                <a:moveTo>
                  <a:pt x="98980" y="226822"/>
                </a:moveTo>
                <a:lnTo>
                  <a:pt x="99034" y="226606"/>
                </a:lnTo>
                <a:lnTo>
                  <a:pt x="98980" y="226822"/>
                </a:lnTo>
                <a:close/>
              </a:path>
              <a:path w="229869" h="1636395">
                <a:moveTo>
                  <a:pt x="95661" y="239997"/>
                </a:moveTo>
                <a:close/>
              </a:path>
              <a:path w="229869" h="1636395">
                <a:moveTo>
                  <a:pt x="95620" y="240169"/>
                </a:moveTo>
                <a:lnTo>
                  <a:pt x="95661" y="239997"/>
                </a:lnTo>
                <a:lnTo>
                  <a:pt x="95620" y="240169"/>
                </a:lnTo>
                <a:close/>
              </a:path>
              <a:path w="229869" h="1636395">
                <a:moveTo>
                  <a:pt x="92346" y="253860"/>
                </a:moveTo>
                <a:lnTo>
                  <a:pt x="92392" y="253657"/>
                </a:lnTo>
                <a:lnTo>
                  <a:pt x="92346" y="253860"/>
                </a:lnTo>
                <a:close/>
              </a:path>
              <a:path w="229869" h="1636395">
                <a:moveTo>
                  <a:pt x="89141" y="267868"/>
                </a:moveTo>
                <a:lnTo>
                  <a:pt x="89179" y="267677"/>
                </a:lnTo>
                <a:lnTo>
                  <a:pt x="89141" y="267868"/>
                </a:lnTo>
                <a:close/>
              </a:path>
              <a:path w="229869" h="1636395">
                <a:moveTo>
                  <a:pt x="86017" y="282206"/>
                </a:moveTo>
                <a:lnTo>
                  <a:pt x="86055" y="282016"/>
                </a:lnTo>
                <a:lnTo>
                  <a:pt x="86017" y="282206"/>
                </a:lnTo>
                <a:close/>
              </a:path>
              <a:path w="229869" h="1636395">
                <a:moveTo>
                  <a:pt x="82987" y="296849"/>
                </a:moveTo>
                <a:lnTo>
                  <a:pt x="83019" y="296684"/>
                </a:lnTo>
                <a:lnTo>
                  <a:pt x="82987" y="296849"/>
                </a:lnTo>
                <a:close/>
              </a:path>
              <a:path w="229869" h="1636395">
                <a:moveTo>
                  <a:pt x="80029" y="311810"/>
                </a:moveTo>
                <a:lnTo>
                  <a:pt x="80060" y="311645"/>
                </a:lnTo>
                <a:lnTo>
                  <a:pt x="80029" y="311810"/>
                </a:lnTo>
                <a:close/>
              </a:path>
              <a:path w="229869" h="1636395">
                <a:moveTo>
                  <a:pt x="77160" y="327075"/>
                </a:moveTo>
                <a:lnTo>
                  <a:pt x="77190" y="326910"/>
                </a:lnTo>
                <a:lnTo>
                  <a:pt x="77160" y="327075"/>
                </a:lnTo>
                <a:close/>
              </a:path>
              <a:path w="229869" h="1636395">
                <a:moveTo>
                  <a:pt x="74371" y="342620"/>
                </a:moveTo>
                <a:lnTo>
                  <a:pt x="74396" y="342468"/>
                </a:lnTo>
                <a:lnTo>
                  <a:pt x="74371" y="342620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403817" y="3916146"/>
            <a:ext cx="229463" cy="163579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01568" y="5252973"/>
            <a:ext cx="351790" cy="114300"/>
          </a:xfrm>
          <a:custGeom>
            <a:avLst/>
            <a:gdLst/>
            <a:ahLst/>
            <a:cxnLst/>
            <a:rect l="l" t="t" r="r" b="b"/>
            <a:pathLst>
              <a:path w="351789" h="114300">
                <a:moveTo>
                  <a:pt x="236893" y="114300"/>
                </a:moveTo>
                <a:lnTo>
                  <a:pt x="236893" y="0"/>
                </a:lnTo>
                <a:lnTo>
                  <a:pt x="313093" y="38100"/>
                </a:lnTo>
                <a:lnTo>
                  <a:pt x="265468" y="38100"/>
                </a:lnTo>
                <a:lnTo>
                  <a:pt x="265468" y="76200"/>
                </a:lnTo>
                <a:lnTo>
                  <a:pt x="313093" y="76200"/>
                </a:lnTo>
                <a:lnTo>
                  <a:pt x="236893" y="114300"/>
                </a:lnTo>
                <a:close/>
              </a:path>
              <a:path w="351789" h="114300">
                <a:moveTo>
                  <a:pt x="236893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236893" y="38100"/>
                </a:lnTo>
                <a:lnTo>
                  <a:pt x="236893" y="76200"/>
                </a:lnTo>
                <a:close/>
              </a:path>
              <a:path w="351789" h="114300">
                <a:moveTo>
                  <a:pt x="313093" y="76200"/>
                </a:moveTo>
                <a:lnTo>
                  <a:pt x="265468" y="76200"/>
                </a:lnTo>
                <a:lnTo>
                  <a:pt x="265468" y="38100"/>
                </a:lnTo>
                <a:lnTo>
                  <a:pt x="313093" y="38100"/>
                </a:lnTo>
                <a:lnTo>
                  <a:pt x="351193" y="57150"/>
                </a:lnTo>
                <a:lnTo>
                  <a:pt x="313093" y="76200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56699" y="4035450"/>
            <a:ext cx="351790" cy="114300"/>
          </a:xfrm>
          <a:custGeom>
            <a:avLst/>
            <a:gdLst/>
            <a:ahLst/>
            <a:cxnLst/>
            <a:rect l="l" t="t" r="r" b="b"/>
            <a:pathLst>
              <a:path w="351789" h="114300">
                <a:moveTo>
                  <a:pt x="114300" y="114300"/>
                </a:moveTo>
                <a:lnTo>
                  <a:pt x="0" y="57150"/>
                </a:lnTo>
                <a:lnTo>
                  <a:pt x="114300" y="0"/>
                </a:lnTo>
                <a:lnTo>
                  <a:pt x="114300" y="38100"/>
                </a:lnTo>
                <a:lnTo>
                  <a:pt x="85725" y="38100"/>
                </a:lnTo>
                <a:lnTo>
                  <a:pt x="85725" y="76200"/>
                </a:lnTo>
                <a:lnTo>
                  <a:pt x="114300" y="76200"/>
                </a:lnTo>
                <a:lnTo>
                  <a:pt x="114300" y="114300"/>
                </a:lnTo>
                <a:close/>
              </a:path>
              <a:path w="351789" h="114300">
                <a:moveTo>
                  <a:pt x="114300" y="76200"/>
                </a:moveTo>
                <a:lnTo>
                  <a:pt x="85725" y="76200"/>
                </a:lnTo>
                <a:lnTo>
                  <a:pt x="85725" y="38100"/>
                </a:lnTo>
                <a:lnTo>
                  <a:pt x="114300" y="38100"/>
                </a:lnTo>
                <a:lnTo>
                  <a:pt x="114300" y="76200"/>
                </a:lnTo>
                <a:close/>
              </a:path>
              <a:path w="351789" h="114300">
                <a:moveTo>
                  <a:pt x="351193" y="76200"/>
                </a:moveTo>
                <a:lnTo>
                  <a:pt x="114300" y="76200"/>
                </a:lnTo>
                <a:lnTo>
                  <a:pt x="114300" y="38100"/>
                </a:lnTo>
                <a:lnTo>
                  <a:pt x="351193" y="38100"/>
                </a:lnTo>
                <a:lnTo>
                  <a:pt x="351193" y="76200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876542" y="4620145"/>
            <a:ext cx="340360" cy="0"/>
          </a:xfrm>
          <a:custGeom>
            <a:avLst/>
            <a:gdLst/>
            <a:ahLst/>
            <a:cxnLst/>
            <a:rect l="l" t="t" r="r" b="b"/>
            <a:pathLst>
              <a:path w="340359" h="0">
                <a:moveTo>
                  <a:pt x="0" y="0"/>
                </a:moveTo>
                <a:lnTo>
                  <a:pt x="340359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876542" y="4900155"/>
            <a:ext cx="340360" cy="0"/>
          </a:xfrm>
          <a:custGeom>
            <a:avLst/>
            <a:gdLst/>
            <a:ahLst/>
            <a:cxnLst/>
            <a:rect l="l" t="t" r="r" b="b"/>
            <a:pathLst>
              <a:path w="340359" h="0">
                <a:moveTo>
                  <a:pt x="0" y="0"/>
                </a:moveTo>
                <a:lnTo>
                  <a:pt x="340359" y="0"/>
                </a:lnTo>
              </a:path>
            </a:pathLst>
          </a:custGeom>
          <a:ln w="38100">
            <a:solidFill>
              <a:srgbClr val="66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779008" y="4174235"/>
            <a:ext cx="457200" cy="1237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702274" y="3928605"/>
            <a:ext cx="1377416" cy="165380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078448" y="2572753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 h="0">
                <a:moveTo>
                  <a:pt x="0" y="0"/>
                </a:moveTo>
                <a:lnTo>
                  <a:pt x="433311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283452" y="2580525"/>
            <a:ext cx="0" cy="840740"/>
          </a:xfrm>
          <a:custGeom>
            <a:avLst/>
            <a:gdLst/>
            <a:ahLst/>
            <a:cxnLst/>
            <a:rect l="l" t="t" r="r" b="b"/>
            <a:pathLst>
              <a:path w="0" h="840739">
                <a:moveTo>
                  <a:pt x="0" y="0"/>
                </a:moveTo>
                <a:lnTo>
                  <a:pt x="0" y="840168"/>
                </a:lnTo>
              </a:path>
            </a:pathLst>
          </a:custGeom>
          <a:ln w="415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187706" y="3415652"/>
            <a:ext cx="182499" cy="18161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433985" y="3445700"/>
            <a:ext cx="288925" cy="114300"/>
          </a:xfrm>
          <a:custGeom>
            <a:avLst/>
            <a:gdLst/>
            <a:ahLst/>
            <a:cxnLst/>
            <a:rect l="l" t="t" r="r" b="b"/>
            <a:pathLst>
              <a:path w="288925" h="114300">
                <a:moveTo>
                  <a:pt x="174574" y="114300"/>
                </a:moveTo>
                <a:lnTo>
                  <a:pt x="174574" y="0"/>
                </a:lnTo>
                <a:lnTo>
                  <a:pt x="250774" y="38100"/>
                </a:lnTo>
                <a:lnTo>
                  <a:pt x="203149" y="38100"/>
                </a:lnTo>
                <a:lnTo>
                  <a:pt x="203149" y="76200"/>
                </a:lnTo>
                <a:lnTo>
                  <a:pt x="250774" y="76200"/>
                </a:lnTo>
                <a:lnTo>
                  <a:pt x="174574" y="114300"/>
                </a:lnTo>
                <a:close/>
              </a:path>
              <a:path w="288925" h="114300">
                <a:moveTo>
                  <a:pt x="174574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174574" y="38100"/>
                </a:lnTo>
                <a:lnTo>
                  <a:pt x="174574" y="76200"/>
                </a:lnTo>
                <a:close/>
              </a:path>
              <a:path w="288925" h="114300">
                <a:moveTo>
                  <a:pt x="250774" y="76200"/>
                </a:moveTo>
                <a:lnTo>
                  <a:pt x="203149" y="76200"/>
                </a:lnTo>
                <a:lnTo>
                  <a:pt x="203149" y="38100"/>
                </a:lnTo>
                <a:lnTo>
                  <a:pt x="250774" y="38100"/>
                </a:lnTo>
                <a:lnTo>
                  <a:pt x="288874" y="57150"/>
                </a:lnTo>
                <a:lnTo>
                  <a:pt x="250774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054819" y="2572753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 h="0">
                <a:moveTo>
                  <a:pt x="0" y="0"/>
                </a:moveTo>
                <a:lnTo>
                  <a:pt x="433311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259829" y="2580525"/>
            <a:ext cx="0" cy="840740"/>
          </a:xfrm>
          <a:custGeom>
            <a:avLst/>
            <a:gdLst/>
            <a:ahLst/>
            <a:cxnLst/>
            <a:rect l="l" t="t" r="r" b="b"/>
            <a:pathLst>
              <a:path w="0" h="840739">
                <a:moveTo>
                  <a:pt x="0" y="0"/>
                </a:moveTo>
                <a:lnTo>
                  <a:pt x="0" y="840168"/>
                </a:lnTo>
              </a:path>
            </a:pathLst>
          </a:custGeom>
          <a:ln w="415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164099" y="3415652"/>
            <a:ext cx="182477" cy="1816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843733" y="3456813"/>
            <a:ext cx="288925" cy="114300"/>
          </a:xfrm>
          <a:custGeom>
            <a:avLst/>
            <a:gdLst/>
            <a:ahLst/>
            <a:cxnLst/>
            <a:rect l="l" t="t" r="r" b="b"/>
            <a:pathLst>
              <a:path w="288925" h="114300">
                <a:moveTo>
                  <a:pt x="114300" y="114300"/>
                </a:moveTo>
                <a:lnTo>
                  <a:pt x="0" y="57150"/>
                </a:lnTo>
                <a:lnTo>
                  <a:pt x="114300" y="0"/>
                </a:lnTo>
                <a:lnTo>
                  <a:pt x="114300" y="38100"/>
                </a:lnTo>
                <a:lnTo>
                  <a:pt x="85725" y="38100"/>
                </a:lnTo>
                <a:lnTo>
                  <a:pt x="85725" y="76200"/>
                </a:lnTo>
                <a:lnTo>
                  <a:pt x="114300" y="76200"/>
                </a:lnTo>
                <a:lnTo>
                  <a:pt x="114300" y="114300"/>
                </a:lnTo>
                <a:close/>
              </a:path>
              <a:path w="288925" h="114300">
                <a:moveTo>
                  <a:pt x="114300" y="76200"/>
                </a:moveTo>
                <a:lnTo>
                  <a:pt x="85725" y="76200"/>
                </a:lnTo>
                <a:lnTo>
                  <a:pt x="85725" y="38100"/>
                </a:lnTo>
                <a:lnTo>
                  <a:pt x="114300" y="38100"/>
                </a:lnTo>
                <a:lnTo>
                  <a:pt x="114300" y="76200"/>
                </a:lnTo>
                <a:close/>
              </a:path>
              <a:path w="288925" h="114300">
                <a:moveTo>
                  <a:pt x="288861" y="76200"/>
                </a:moveTo>
                <a:lnTo>
                  <a:pt x="114300" y="76200"/>
                </a:lnTo>
                <a:lnTo>
                  <a:pt x="114300" y="38100"/>
                </a:lnTo>
                <a:lnTo>
                  <a:pt x="288861" y="38100"/>
                </a:lnTo>
                <a:lnTo>
                  <a:pt x="288861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708690" y="2572753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 h="0">
                <a:moveTo>
                  <a:pt x="0" y="0"/>
                </a:moveTo>
                <a:lnTo>
                  <a:pt x="433311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924552" y="2572753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924552" y="2839453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924552" y="3106153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924552" y="3372853"/>
            <a:ext cx="0" cy="136525"/>
          </a:xfrm>
          <a:custGeom>
            <a:avLst/>
            <a:gdLst/>
            <a:ahLst/>
            <a:cxnLst/>
            <a:rect l="l" t="t" r="r" b="b"/>
            <a:pathLst>
              <a:path w="0" h="136525">
                <a:moveTo>
                  <a:pt x="0" y="0"/>
                </a:moveTo>
                <a:lnTo>
                  <a:pt x="0" y="13634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476496" y="2562961"/>
            <a:ext cx="464820" cy="740410"/>
          </a:xfrm>
          <a:custGeom>
            <a:avLst/>
            <a:gdLst/>
            <a:ahLst/>
            <a:cxnLst/>
            <a:rect l="l" t="t" r="r" b="b"/>
            <a:pathLst>
              <a:path w="464820" h="740410">
                <a:moveTo>
                  <a:pt x="32677" y="740168"/>
                </a:moveTo>
                <a:lnTo>
                  <a:pt x="0" y="720585"/>
                </a:lnTo>
                <a:lnTo>
                  <a:pt x="431711" y="0"/>
                </a:lnTo>
                <a:lnTo>
                  <a:pt x="464400" y="19570"/>
                </a:lnTo>
                <a:lnTo>
                  <a:pt x="32677" y="740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351608" y="3272713"/>
            <a:ext cx="409469" cy="2920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223187" y="2572753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5" h="0">
                <a:moveTo>
                  <a:pt x="0" y="0"/>
                </a:moveTo>
                <a:lnTo>
                  <a:pt x="433311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440637" y="2572753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440637" y="2839453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440637" y="3106153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440637" y="3372853"/>
            <a:ext cx="0" cy="136525"/>
          </a:xfrm>
          <a:custGeom>
            <a:avLst/>
            <a:gdLst/>
            <a:ahLst/>
            <a:cxnLst/>
            <a:rect l="l" t="t" r="r" b="b"/>
            <a:pathLst>
              <a:path w="0" h="136525">
                <a:moveTo>
                  <a:pt x="0" y="0"/>
                </a:moveTo>
                <a:lnTo>
                  <a:pt x="0" y="13634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424292" y="2562961"/>
            <a:ext cx="464820" cy="740410"/>
          </a:xfrm>
          <a:custGeom>
            <a:avLst/>
            <a:gdLst/>
            <a:ahLst/>
            <a:cxnLst/>
            <a:rect l="l" t="t" r="r" b="b"/>
            <a:pathLst>
              <a:path w="464819" h="740410">
                <a:moveTo>
                  <a:pt x="431723" y="740168"/>
                </a:moveTo>
                <a:lnTo>
                  <a:pt x="0" y="19570"/>
                </a:lnTo>
                <a:lnTo>
                  <a:pt x="32689" y="0"/>
                </a:lnTo>
                <a:lnTo>
                  <a:pt x="464400" y="720585"/>
                </a:lnTo>
                <a:lnTo>
                  <a:pt x="431723" y="740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597774" y="3272713"/>
            <a:ext cx="415836" cy="2920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572019" y="2572753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 h="0">
                <a:moveTo>
                  <a:pt x="0" y="0"/>
                </a:moveTo>
                <a:lnTo>
                  <a:pt x="43329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789456" y="2572753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789456" y="2839453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789456" y="3106153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789456" y="3372853"/>
            <a:ext cx="0" cy="136525"/>
          </a:xfrm>
          <a:custGeom>
            <a:avLst/>
            <a:gdLst/>
            <a:ahLst/>
            <a:cxnLst/>
            <a:rect l="l" t="t" r="r" b="b"/>
            <a:pathLst>
              <a:path w="0" h="136525">
                <a:moveTo>
                  <a:pt x="0" y="0"/>
                </a:moveTo>
                <a:lnTo>
                  <a:pt x="0" y="13634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773123" y="2562961"/>
            <a:ext cx="464820" cy="740410"/>
          </a:xfrm>
          <a:custGeom>
            <a:avLst/>
            <a:gdLst/>
            <a:ahLst/>
            <a:cxnLst/>
            <a:rect l="l" t="t" r="r" b="b"/>
            <a:pathLst>
              <a:path w="464820" h="740410">
                <a:moveTo>
                  <a:pt x="431711" y="740168"/>
                </a:moveTo>
                <a:lnTo>
                  <a:pt x="0" y="19570"/>
                </a:lnTo>
                <a:lnTo>
                  <a:pt x="32677" y="0"/>
                </a:lnTo>
                <a:lnTo>
                  <a:pt x="464400" y="720585"/>
                </a:lnTo>
                <a:lnTo>
                  <a:pt x="431711" y="740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952943" y="3272713"/>
            <a:ext cx="409498" cy="31267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190550" y="1710690"/>
            <a:ext cx="5831205" cy="1548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7460" marR="5080" indent="-84518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思考：在电磁振荡中，</a:t>
            </a:r>
            <a:r>
              <a:rPr dirty="0" sz="2000" b="1">
                <a:solidFill>
                  <a:srgbClr val="FF0000"/>
                </a:solidFill>
                <a:latin typeface="华文楷体"/>
                <a:cs typeface="华文楷体"/>
              </a:rPr>
              <a:t>涉及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到哪些能量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，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能量是如何转化的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12700" marR="5505450">
              <a:lnSpc>
                <a:spcPts val="2590"/>
              </a:lnSpc>
              <a:spcBef>
                <a:spcPts val="1090"/>
              </a:spcBef>
            </a:pP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单 摆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103" y="2474976"/>
            <a:ext cx="8677656" cy="3343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25420" y="1864880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放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1921" y="1864880"/>
            <a:ext cx="22066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3055" algn="l"/>
              </a:tabLst>
            </a:pPr>
            <a:r>
              <a:rPr dirty="0" sz="2400" b="1">
                <a:latin typeface="华文楷体"/>
                <a:cs typeface="华文楷体"/>
              </a:rPr>
              <a:t>充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r>
              <a:rPr dirty="0" sz="2400" b="1">
                <a:latin typeface="华文楷体"/>
                <a:cs typeface="华文楷体"/>
              </a:rPr>
              <a:t>	</a:t>
            </a:r>
            <a:r>
              <a:rPr dirty="0" sz="2400" b="1">
                <a:latin typeface="华文楷体"/>
                <a:cs typeface="华文楷体"/>
              </a:rPr>
              <a:t>放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84364" y="1903615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充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38412" y="1843087"/>
            <a:ext cx="1009015" cy="450215"/>
          </a:xfrm>
          <a:custGeom>
            <a:avLst/>
            <a:gdLst/>
            <a:ahLst/>
            <a:cxnLst/>
            <a:rect l="l" t="t" r="r" b="b"/>
            <a:pathLst>
              <a:path w="1009014" h="450214">
                <a:moveTo>
                  <a:pt x="1009014" y="450214"/>
                </a:moveTo>
                <a:lnTo>
                  <a:pt x="0" y="450214"/>
                </a:lnTo>
                <a:lnTo>
                  <a:pt x="0" y="0"/>
                </a:lnTo>
                <a:lnTo>
                  <a:pt x="1009014" y="0"/>
                </a:lnTo>
                <a:lnTo>
                  <a:pt x="1009014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21639"/>
                </a:lnTo>
                <a:lnTo>
                  <a:pt x="14287" y="421639"/>
                </a:lnTo>
                <a:lnTo>
                  <a:pt x="28575" y="435927"/>
                </a:lnTo>
                <a:lnTo>
                  <a:pt x="1009014" y="435927"/>
                </a:lnTo>
                <a:lnTo>
                  <a:pt x="1009014" y="450214"/>
                </a:lnTo>
                <a:close/>
              </a:path>
              <a:path w="1009014" h="45021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009014" h="450214">
                <a:moveTo>
                  <a:pt x="980439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980439" y="14287"/>
                </a:lnTo>
                <a:lnTo>
                  <a:pt x="980439" y="28575"/>
                </a:lnTo>
                <a:close/>
              </a:path>
              <a:path w="1009014" h="450214">
                <a:moveTo>
                  <a:pt x="980439" y="435927"/>
                </a:moveTo>
                <a:lnTo>
                  <a:pt x="980439" y="14287"/>
                </a:lnTo>
                <a:lnTo>
                  <a:pt x="994727" y="28575"/>
                </a:lnTo>
                <a:lnTo>
                  <a:pt x="1009014" y="28575"/>
                </a:lnTo>
                <a:lnTo>
                  <a:pt x="1009014" y="421639"/>
                </a:lnTo>
                <a:lnTo>
                  <a:pt x="994727" y="421639"/>
                </a:lnTo>
                <a:lnTo>
                  <a:pt x="980439" y="435927"/>
                </a:lnTo>
                <a:close/>
              </a:path>
              <a:path w="1009014" h="450214">
                <a:moveTo>
                  <a:pt x="1009014" y="28575"/>
                </a:moveTo>
                <a:lnTo>
                  <a:pt x="994727" y="28575"/>
                </a:lnTo>
                <a:lnTo>
                  <a:pt x="980439" y="14287"/>
                </a:lnTo>
                <a:lnTo>
                  <a:pt x="1009014" y="14287"/>
                </a:lnTo>
                <a:lnTo>
                  <a:pt x="1009014" y="28575"/>
                </a:lnTo>
                <a:close/>
              </a:path>
              <a:path w="1009014" h="450214">
                <a:moveTo>
                  <a:pt x="28575" y="435927"/>
                </a:moveTo>
                <a:lnTo>
                  <a:pt x="14287" y="421639"/>
                </a:lnTo>
                <a:lnTo>
                  <a:pt x="28575" y="421639"/>
                </a:lnTo>
                <a:lnTo>
                  <a:pt x="28575" y="435927"/>
                </a:lnTo>
                <a:close/>
              </a:path>
              <a:path w="1009014" h="450214">
                <a:moveTo>
                  <a:pt x="980439" y="435927"/>
                </a:moveTo>
                <a:lnTo>
                  <a:pt x="28575" y="435927"/>
                </a:lnTo>
                <a:lnTo>
                  <a:pt x="28575" y="421639"/>
                </a:lnTo>
                <a:lnTo>
                  <a:pt x="980439" y="421639"/>
                </a:lnTo>
                <a:lnTo>
                  <a:pt x="980439" y="435927"/>
                </a:lnTo>
                <a:close/>
              </a:path>
              <a:path w="1009014" h="450214">
                <a:moveTo>
                  <a:pt x="1009014" y="435927"/>
                </a:moveTo>
                <a:lnTo>
                  <a:pt x="980439" y="435927"/>
                </a:lnTo>
                <a:lnTo>
                  <a:pt x="994727" y="421639"/>
                </a:lnTo>
                <a:lnTo>
                  <a:pt x="1009014" y="421639"/>
                </a:lnTo>
                <a:lnTo>
                  <a:pt x="1009014" y="4359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85142" y="1892617"/>
            <a:ext cx="1009015" cy="450215"/>
          </a:xfrm>
          <a:custGeom>
            <a:avLst/>
            <a:gdLst/>
            <a:ahLst/>
            <a:cxnLst/>
            <a:rect l="l" t="t" r="r" b="b"/>
            <a:pathLst>
              <a:path w="1009015" h="450214">
                <a:moveTo>
                  <a:pt x="1009015" y="450215"/>
                </a:moveTo>
                <a:lnTo>
                  <a:pt x="0" y="450215"/>
                </a:lnTo>
                <a:lnTo>
                  <a:pt x="0" y="0"/>
                </a:lnTo>
                <a:lnTo>
                  <a:pt x="1009015" y="0"/>
                </a:lnTo>
                <a:lnTo>
                  <a:pt x="100901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21640"/>
                </a:lnTo>
                <a:lnTo>
                  <a:pt x="14287" y="421640"/>
                </a:lnTo>
                <a:lnTo>
                  <a:pt x="28575" y="435927"/>
                </a:lnTo>
                <a:lnTo>
                  <a:pt x="1009015" y="435927"/>
                </a:lnTo>
                <a:lnTo>
                  <a:pt x="1009015" y="450215"/>
                </a:lnTo>
                <a:close/>
              </a:path>
              <a:path w="1009015" h="45021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009015" h="450214">
                <a:moveTo>
                  <a:pt x="98044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980440" y="14287"/>
                </a:lnTo>
                <a:lnTo>
                  <a:pt x="980440" y="28575"/>
                </a:lnTo>
                <a:close/>
              </a:path>
              <a:path w="1009015" h="450214">
                <a:moveTo>
                  <a:pt x="980440" y="435927"/>
                </a:moveTo>
                <a:lnTo>
                  <a:pt x="980440" y="14287"/>
                </a:lnTo>
                <a:lnTo>
                  <a:pt x="994727" y="28575"/>
                </a:lnTo>
                <a:lnTo>
                  <a:pt x="1009015" y="28575"/>
                </a:lnTo>
                <a:lnTo>
                  <a:pt x="1009015" y="421640"/>
                </a:lnTo>
                <a:lnTo>
                  <a:pt x="994727" y="421640"/>
                </a:lnTo>
                <a:lnTo>
                  <a:pt x="980440" y="435927"/>
                </a:lnTo>
                <a:close/>
              </a:path>
              <a:path w="1009015" h="450214">
                <a:moveTo>
                  <a:pt x="1009015" y="28575"/>
                </a:moveTo>
                <a:lnTo>
                  <a:pt x="994727" y="28575"/>
                </a:lnTo>
                <a:lnTo>
                  <a:pt x="980440" y="14287"/>
                </a:lnTo>
                <a:lnTo>
                  <a:pt x="1009015" y="14287"/>
                </a:lnTo>
                <a:lnTo>
                  <a:pt x="1009015" y="28575"/>
                </a:lnTo>
                <a:close/>
              </a:path>
              <a:path w="1009015" h="450214">
                <a:moveTo>
                  <a:pt x="28575" y="435927"/>
                </a:moveTo>
                <a:lnTo>
                  <a:pt x="14287" y="421640"/>
                </a:lnTo>
                <a:lnTo>
                  <a:pt x="28575" y="421640"/>
                </a:lnTo>
                <a:lnTo>
                  <a:pt x="28575" y="435927"/>
                </a:lnTo>
                <a:close/>
              </a:path>
              <a:path w="1009015" h="450214">
                <a:moveTo>
                  <a:pt x="980440" y="435927"/>
                </a:moveTo>
                <a:lnTo>
                  <a:pt x="28575" y="435927"/>
                </a:lnTo>
                <a:lnTo>
                  <a:pt x="28575" y="421640"/>
                </a:lnTo>
                <a:lnTo>
                  <a:pt x="980440" y="421640"/>
                </a:lnTo>
                <a:lnTo>
                  <a:pt x="980440" y="435927"/>
                </a:lnTo>
                <a:close/>
              </a:path>
              <a:path w="1009015" h="450214">
                <a:moveTo>
                  <a:pt x="1009015" y="435927"/>
                </a:moveTo>
                <a:lnTo>
                  <a:pt x="980440" y="435927"/>
                </a:lnTo>
                <a:lnTo>
                  <a:pt x="994727" y="421640"/>
                </a:lnTo>
                <a:lnTo>
                  <a:pt x="1009015" y="421640"/>
                </a:lnTo>
                <a:lnTo>
                  <a:pt x="1009015" y="4359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98322" y="1892617"/>
            <a:ext cx="1009015" cy="450215"/>
          </a:xfrm>
          <a:custGeom>
            <a:avLst/>
            <a:gdLst/>
            <a:ahLst/>
            <a:cxnLst/>
            <a:rect l="l" t="t" r="r" b="b"/>
            <a:pathLst>
              <a:path w="1009015" h="450214">
                <a:moveTo>
                  <a:pt x="1009015" y="450215"/>
                </a:moveTo>
                <a:lnTo>
                  <a:pt x="0" y="450215"/>
                </a:lnTo>
                <a:lnTo>
                  <a:pt x="0" y="0"/>
                </a:lnTo>
                <a:lnTo>
                  <a:pt x="1009015" y="0"/>
                </a:lnTo>
                <a:lnTo>
                  <a:pt x="100901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21640"/>
                </a:lnTo>
                <a:lnTo>
                  <a:pt x="14287" y="421640"/>
                </a:lnTo>
                <a:lnTo>
                  <a:pt x="28575" y="435927"/>
                </a:lnTo>
                <a:lnTo>
                  <a:pt x="1009015" y="435927"/>
                </a:lnTo>
                <a:lnTo>
                  <a:pt x="1009015" y="450215"/>
                </a:lnTo>
                <a:close/>
              </a:path>
              <a:path w="1009015" h="45021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009015" h="450214">
                <a:moveTo>
                  <a:pt x="98044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980440" y="14287"/>
                </a:lnTo>
                <a:lnTo>
                  <a:pt x="980440" y="28575"/>
                </a:lnTo>
                <a:close/>
              </a:path>
              <a:path w="1009015" h="450214">
                <a:moveTo>
                  <a:pt x="980440" y="435927"/>
                </a:moveTo>
                <a:lnTo>
                  <a:pt x="980440" y="14287"/>
                </a:lnTo>
                <a:lnTo>
                  <a:pt x="994727" y="28575"/>
                </a:lnTo>
                <a:lnTo>
                  <a:pt x="1009015" y="28575"/>
                </a:lnTo>
                <a:lnTo>
                  <a:pt x="1009015" y="421640"/>
                </a:lnTo>
                <a:lnTo>
                  <a:pt x="994727" y="421640"/>
                </a:lnTo>
                <a:lnTo>
                  <a:pt x="980440" y="435927"/>
                </a:lnTo>
                <a:close/>
              </a:path>
              <a:path w="1009015" h="450214">
                <a:moveTo>
                  <a:pt x="1009015" y="28575"/>
                </a:moveTo>
                <a:lnTo>
                  <a:pt x="994727" y="28575"/>
                </a:lnTo>
                <a:lnTo>
                  <a:pt x="980440" y="14287"/>
                </a:lnTo>
                <a:lnTo>
                  <a:pt x="1009015" y="14287"/>
                </a:lnTo>
                <a:lnTo>
                  <a:pt x="1009015" y="28575"/>
                </a:lnTo>
                <a:close/>
              </a:path>
              <a:path w="1009015" h="450214">
                <a:moveTo>
                  <a:pt x="28575" y="435927"/>
                </a:moveTo>
                <a:lnTo>
                  <a:pt x="14287" y="421640"/>
                </a:lnTo>
                <a:lnTo>
                  <a:pt x="28575" y="421640"/>
                </a:lnTo>
                <a:lnTo>
                  <a:pt x="28575" y="435927"/>
                </a:lnTo>
                <a:close/>
              </a:path>
              <a:path w="1009015" h="450214">
                <a:moveTo>
                  <a:pt x="980440" y="435927"/>
                </a:moveTo>
                <a:lnTo>
                  <a:pt x="28575" y="435927"/>
                </a:lnTo>
                <a:lnTo>
                  <a:pt x="28575" y="421640"/>
                </a:lnTo>
                <a:lnTo>
                  <a:pt x="980440" y="421640"/>
                </a:lnTo>
                <a:lnTo>
                  <a:pt x="980440" y="435927"/>
                </a:lnTo>
                <a:close/>
              </a:path>
              <a:path w="1009015" h="450214">
                <a:moveTo>
                  <a:pt x="1009015" y="435927"/>
                </a:moveTo>
                <a:lnTo>
                  <a:pt x="980440" y="435927"/>
                </a:lnTo>
                <a:lnTo>
                  <a:pt x="994727" y="421640"/>
                </a:lnTo>
                <a:lnTo>
                  <a:pt x="1009015" y="421640"/>
                </a:lnTo>
                <a:lnTo>
                  <a:pt x="1009015" y="4359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14787" y="1853882"/>
            <a:ext cx="1009015" cy="450215"/>
          </a:xfrm>
          <a:custGeom>
            <a:avLst/>
            <a:gdLst/>
            <a:ahLst/>
            <a:cxnLst/>
            <a:rect l="l" t="t" r="r" b="b"/>
            <a:pathLst>
              <a:path w="1009014" h="450214">
                <a:moveTo>
                  <a:pt x="1009014" y="450214"/>
                </a:moveTo>
                <a:lnTo>
                  <a:pt x="0" y="450214"/>
                </a:lnTo>
                <a:lnTo>
                  <a:pt x="0" y="0"/>
                </a:lnTo>
                <a:lnTo>
                  <a:pt x="1009014" y="0"/>
                </a:lnTo>
                <a:lnTo>
                  <a:pt x="1009014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421639"/>
                </a:lnTo>
                <a:lnTo>
                  <a:pt x="14287" y="421639"/>
                </a:lnTo>
                <a:lnTo>
                  <a:pt x="28575" y="435927"/>
                </a:lnTo>
                <a:lnTo>
                  <a:pt x="1009014" y="435927"/>
                </a:lnTo>
                <a:lnTo>
                  <a:pt x="1009014" y="450214"/>
                </a:lnTo>
                <a:close/>
              </a:path>
              <a:path w="1009014" h="450214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1009014" h="450214">
                <a:moveTo>
                  <a:pt x="980439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980439" y="14287"/>
                </a:lnTo>
                <a:lnTo>
                  <a:pt x="980439" y="28574"/>
                </a:lnTo>
                <a:close/>
              </a:path>
              <a:path w="1009014" h="450214">
                <a:moveTo>
                  <a:pt x="980439" y="435927"/>
                </a:moveTo>
                <a:lnTo>
                  <a:pt x="980439" y="14287"/>
                </a:lnTo>
                <a:lnTo>
                  <a:pt x="994727" y="28574"/>
                </a:lnTo>
                <a:lnTo>
                  <a:pt x="1009014" y="28574"/>
                </a:lnTo>
                <a:lnTo>
                  <a:pt x="1009014" y="421639"/>
                </a:lnTo>
                <a:lnTo>
                  <a:pt x="994727" y="421639"/>
                </a:lnTo>
                <a:lnTo>
                  <a:pt x="980439" y="435927"/>
                </a:lnTo>
                <a:close/>
              </a:path>
              <a:path w="1009014" h="450214">
                <a:moveTo>
                  <a:pt x="1009014" y="28574"/>
                </a:moveTo>
                <a:lnTo>
                  <a:pt x="994727" y="28574"/>
                </a:lnTo>
                <a:lnTo>
                  <a:pt x="980439" y="14287"/>
                </a:lnTo>
                <a:lnTo>
                  <a:pt x="1009014" y="14287"/>
                </a:lnTo>
                <a:lnTo>
                  <a:pt x="1009014" y="28574"/>
                </a:lnTo>
                <a:close/>
              </a:path>
              <a:path w="1009014" h="450214">
                <a:moveTo>
                  <a:pt x="28575" y="435927"/>
                </a:moveTo>
                <a:lnTo>
                  <a:pt x="14287" y="421639"/>
                </a:lnTo>
                <a:lnTo>
                  <a:pt x="28575" y="421639"/>
                </a:lnTo>
                <a:lnTo>
                  <a:pt x="28575" y="435927"/>
                </a:lnTo>
                <a:close/>
              </a:path>
              <a:path w="1009014" h="450214">
                <a:moveTo>
                  <a:pt x="980439" y="435927"/>
                </a:moveTo>
                <a:lnTo>
                  <a:pt x="28575" y="435927"/>
                </a:lnTo>
                <a:lnTo>
                  <a:pt x="28575" y="421639"/>
                </a:lnTo>
                <a:lnTo>
                  <a:pt x="980439" y="421639"/>
                </a:lnTo>
                <a:lnTo>
                  <a:pt x="980439" y="435927"/>
                </a:lnTo>
                <a:close/>
              </a:path>
              <a:path w="1009014" h="450214">
                <a:moveTo>
                  <a:pt x="1009014" y="435927"/>
                </a:moveTo>
                <a:lnTo>
                  <a:pt x="980439" y="435927"/>
                </a:lnTo>
                <a:lnTo>
                  <a:pt x="994727" y="421639"/>
                </a:lnTo>
                <a:lnTo>
                  <a:pt x="1009014" y="421639"/>
                </a:lnTo>
                <a:lnTo>
                  <a:pt x="1009014" y="4359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8739" y="1005205"/>
            <a:ext cx="32302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电场能转化为磁场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能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16735" y="1509394"/>
            <a:ext cx="690880" cy="309880"/>
          </a:xfrm>
          <a:custGeom>
            <a:avLst/>
            <a:gdLst/>
            <a:ahLst/>
            <a:cxnLst/>
            <a:rect l="l" t="t" r="r" b="b"/>
            <a:pathLst>
              <a:path w="690880" h="309880">
                <a:moveTo>
                  <a:pt x="117081" y="162369"/>
                </a:moveTo>
                <a:lnTo>
                  <a:pt x="0" y="26034"/>
                </a:lnTo>
                <a:lnTo>
                  <a:pt x="162953" y="228"/>
                </a:lnTo>
                <a:lnTo>
                  <a:pt x="166268" y="0"/>
                </a:lnTo>
                <a:lnTo>
                  <a:pt x="169570" y="342"/>
                </a:lnTo>
                <a:lnTo>
                  <a:pt x="184975" y="19380"/>
                </a:lnTo>
                <a:lnTo>
                  <a:pt x="184705" y="21983"/>
                </a:lnTo>
                <a:lnTo>
                  <a:pt x="42138" y="21983"/>
                </a:lnTo>
                <a:lnTo>
                  <a:pt x="28333" y="57492"/>
                </a:lnTo>
                <a:lnTo>
                  <a:pt x="93996" y="83039"/>
                </a:lnTo>
                <a:lnTo>
                  <a:pt x="132499" y="131470"/>
                </a:lnTo>
                <a:lnTo>
                  <a:pt x="136626" y="143827"/>
                </a:lnTo>
                <a:lnTo>
                  <a:pt x="136245" y="147129"/>
                </a:lnTo>
                <a:lnTo>
                  <a:pt x="120395" y="162166"/>
                </a:lnTo>
                <a:lnTo>
                  <a:pt x="117081" y="162369"/>
                </a:lnTo>
                <a:close/>
              </a:path>
              <a:path w="690880" h="309880">
                <a:moveTo>
                  <a:pt x="93996" y="83039"/>
                </a:moveTo>
                <a:lnTo>
                  <a:pt x="28333" y="57492"/>
                </a:lnTo>
                <a:lnTo>
                  <a:pt x="42138" y="21983"/>
                </a:lnTo>
                <a:lnTo>
                  <a:pt x="57317" y="27889"/>
                </a:lnTo>
                <a:lnTo>
                  <a:pt x="50152" y="27889"/>
                </a:lnTo>
                <a:lnTo>
                  <a:pt x="38214" y="58559"/>
                </a:lnTo>
                <a:lnTo>
                  <a:pt x="74535" y="58559"/>
                </a:lnTo>
                <a:lnTo>
                  <a:pt x="93996" y="83039"/>
                </a:lnTo>
                <a:close/>
              </a:path>
              <a:path w="690880" h="309880">
                <a:moveTo>
                  <a:pt x="107816" y="47535"/>
                </a:moveTo>
                <a:lnTo>
                  <a:pt x="42138" y="21983"/>
                </a:lnTo>
                <a:lnTo>
                  <a:pt x="184705" y="21983"/>
                </a:lnTo>
                <a:lnTo>
                  <a:pt x="107816" y="47535"/>
                </a:lnTo>
                <a:close/>
              </a:path>
              <a:path w="690880" h="309880">
                <a:moveTo>
                  <a:pt x="38214" y="58559"/>
                </a:moveTo>
                <a:lnTo>
                  <a:pt x="50152" y="27889"/>
                </a:lnTo>
                <a:lnTo>
                  <a:pt x="70473" y="53450"/>
                </a:lnTo>
                <a:lnTo>
                  <a:pt x="38214" y="58559"/>
                </a:lnTo>
                <a:close/>
              </a:path>
              <a:path w="690880" h="309880">
                <a:moveTo>
                  <a:pt x="70473" y="53450"/>
                </a:moveTo>
                <a:lnTo>
                  <a:pt x="50152" y="27889"/>
                </a:lnTo>
                <a:lnTo>
                  <a:pt x="57317" y="27889"/>
                </a:lnTo>
                <a:lnTo>
                  <a:pt x="107816" y="47535"/>
                </a:lnTo>
                <a:lnTo>
                  <a:pt x="70473" y="53450"/>
                </a:lnTo>
                <a:close/>
              </a:path>
              <a:path w="690880" h="309880">
                <a:moveTo>
                  <a:pt x="676986" y="309854"/>
                </a:moveTo>
                <a:lnTo>
                  <a:pt x="93996" y="83039"/>
                </a:lnTo>
                <a:lnTo>
                  <a:pt x="70473" y="53450"/>
                </a:lnTo>
                <a:lnTo>
                  <a:pt x="107816" y="47535"/>
                </a:lnTo>
                <a:lnTo>
                  <a:pt x="690803" y="274345"/>
                </a:lnTo>
                <a:lnTo>
                  <a:pt x="676986" y="309854"/>
                </a:lnTo>
                <a:close/>
              </a:path>
              <a:path w="690880" h="309880">
                <a:moveTo>
                  <a:pt x="74535" y="58559"/>
                </a:moveTo>
                <a:lnTo>
                  <a:pt x="38214" y="58559"/>
                </a:lnTo>
                <a:lnTo>
                  <a:pt x="70473" y="53450"/>
                </a:lnTo>
                <a:lnTo>
                  <a:pt x="74535" y="58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61514" y="1464894"/>
            <a:ext cx="3611245" cy="442595"/>
          </a:xfrm>
          <a:custGeom>
            <a:avLst/>
            <a:gdLst/>
            <a:ahLst/>
            <a:cxnLst/>
            <a:rect l="l" t="t" r="r" b="b"/>
            <a:pathLst>
              <a:path w="3611245" h="442594">
                <a:moveTo>
                  <a:pt x="146278" y="170700"/>
                </a:moveTo>
                <a:lnTo>
                  <a:pt x="0" y="70535"/>
                </a:lnTo>
                <a:lnTo>
                  <a:pt x="149923" y="1676"/>
                </a:lnTo>
                <a:lnTo>
                  <a:pt x="153047" y="558"/>
                </a:lnTo>
                <a:lnTo>
                  <a:pt x="156324" y="0"/>
                </a:lnTo>
                <a:lnTo>
                  <a:pt x="159651" y="12"/>
                </a:lnTo>
                <a:lnTo>
                  <a:pt x="176860" y="17437"/>
                </a:lnTo>
                <a:lnTo>
                  <a:pt x="176847" y="20751"/>
                </a:lnTo>
                <a:lnTo>
                  <a:pt x="124544" y="55257"/>
                </a:lnTo>
                <a:lnTo>
                  <a:pt x="39484" y="55257"/>
                </a:lnTo>
                <a:lnTo>
                  <a:pt x="35775" y="93179"/>
                </a:lnTo>
                <a:lnTo>
                  <a:pt x="105905" y="100039"/>
                </a:lnTo>
                <a:lnTo>
                  <a:pt x="156044" y="136258"/>
                </a:lnTo>
                <a:lnTo>
                  <a:pt x="163893" y="150317"/>
                </a:lnTo>
                <a:lnTo>
                  <a:pt x="163842" y="153644"/>
                </a:lnTo>
                <a:lnTo>
                  <a:pt x="149555" y="170180"/>
                </a:lnTo>
                <a:lnTo>
                  <a:pt x="146278" y="170700"/>
                </a:lnTo>
                <a:close/>
              </a:path>
              <a:path w="3611245" h="442594">
                <a:moveTo>
                  <a:pt x="105905" y="100039"/>
                </a:moveTo>
                <a:lnTo>
                  <a:pt x="35775" y="93179"/>
                </a:lnTo>
                <a:lnTo>
                  <a:pt x="39484" y="55257"/>
                </a:lnTo>
                <a:lnTo>
                  <a:pt x="75448" y="58775"/>
                </a:lnTo>
                <a:lnTo>
                  <a:pt x="48780" y="58775"/>
                </a:lnTo>
                <a:lnTo>
                  <a:pt x="45580" y="91528"/>
                </a:lnTo>
                <a:lnTo>
                  <a:pt x="94123" y="91528"/>
                </a:lnTo>
                <a:lnTo>
                  <a:pt x="105905" y="100039"/>
                </a:lnTo>
                <a:close/>
              </a:path>
              <a:path w="3611245" h="442594">
                <a:moveTo>
                  <a:pt x="109610" y="62117"/>
                </a:moveTo>
                <a:lnTo>
                  <a:pt x="39484" y="55257"/>
                </a:lnTo>
                <a:lnTo>
                  <a:pt x="124544" y="55257"/>
                </a:lnTo>
                <a:lnTo>
                  <a:pt x="109610" y="62117"/>
                </a:lnTo>
                <a:close/>
              </a:path>
              <a:path w="3611245" h="442594">
                <a:moveTo>
                  <a:pt x="45580" y="91528"/>
                </a:moveTo>
                <a:lnTo>
                  <a:pt x="48780" y="58775"/>
                </a:lnTo>
                <a:lnTo>
                  <a:pt x="75253" y="77898"/>
                </a:lnTo>
                <a:lnTo>
                  <a:pt x="45580" y="91528"/>
                </a:lnTo>
                <a:close/>
              </a:path>
              <a:path w="3611245" h="442594">
                <a:moveTo>
                  <a:pt x="75253" y="77898"/>
                </a:moveTo>
                <a:lnTo>
                  <a:pt x="48780" y="58775"/>
                </a:lnTo>
                <a:lnTo>
                  <a:pt x="75448" y="58775"/>
                </a:lnTo>
                <a:lnTo>
                  <a:pt x="109610" y="62117"/>
                </a:lnTo>
                <a:lnTo>
                  <a:pt x="75253" y="77898"/>
                </a:lnTo>
                <a:close/>
              </a:path>
              <a:path w="3611245" h="442594">
                <a:moveTo>
                  <a:pt x="3607485" y="442556"/>
                </a:moveTo>
                <a:lnTo>
                  <a:pt x="105905" y="100039"/>
                </a:lnTo>
                <a:lnTo>
                  <a:pt x="75253" y="77898"/>
                </a:lnTo>
                <a:lnTo>
                  <a:pt x="109610" y="62117"/>
                </a:lnTo>
                <a:lnTo>
                  <a:pt x="3611194" y="404634"/>
                </a:lnTo>
                <a:lnTo>
                  <a:pt x="3607485" y="442556"/>
                </a:lnTo>
                <a:close/>
              </a:path>
              <a:path w="3611245" h="442594">
                <a:moveTo>
                  <a:pt x="94123" y="91528"/>
                </a:moveTo>
                <a:lnTo>
                  <a:pt x="45580" y="91528"/>
                </a:lnTo>
                <a:lnTo>
                  <a:pt x="75253" y="77898"/>
                </a:lnTo>
                <a:lnTo>
                  <a:pt x="94123" y="915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69405" y="1437005"/>
            <a:ext cx="454025" cy="483234"/>
          </a:xfrm>
          <a:custGeom>
            <a:avLst/>
            <a:gdLst/>
            <a:ahLst/>
            <a:cxnLst/>
            <a:rect l="l" t="t" r="r" b="b"/>
            <a:pathLst>
              <a:path w="454025" h="483235">
                <a:moveTo>
                  <a:pt x="56261" y="175628"/>
                </a:moveTo>
                <a:lnTo>
                  <a:pt x="0" y="0"/>
                </a:lnTo>
                <a:lnTo>
                  <a:pt x="48839" y="14579"/>
                </a:lnTo>
                <a:lnTo>
                  <a:pt x="39750" y="14579"/>
                </a:lnTo>
                <a:lnTo>
                  <a:pt x="11938" y="40614"/>
                </a:lnTo>
                <a:lnTo>
                  <a:pt x="60099" y="92042"/>
                </a:lnTo>
                <a:lnTo>
                  <a:pt x="73875" y="152361"/>
                </a:lnTo>
                <a:lnTo>
                  <a:pt x="74333" y="155651"/>
                </a:lnTo>
                <a:lnTo>
                  <a:pt x="74206" y="158965"/>
                </a:lnTo>
                <a:lnTo>
                  <a:pt x="59550" y="175171"/>
                </a:lnTo>
                <a:lnTo>
                  <a:pt x="56261" y="175628"/>
                </a:lnTo>
                <a:close/>
              </a:path>
              <a:path w="454025" h="483235">
                <a:moveTo>
                  <a:pt x="60099" y="92042"/>
                </a:moveTo>
                <a:lnTo>
                  <a:pt x="11938" y="40614"/>
                </a:lnTo>
                <a:lnTo>
                  <a:pt x="39750" y="14579"/>
                </a:lnTo>
                <a:lnTo>
                  <a:pt x="47969" y="23355"/>
                </a:lnTo>
                <a:lnTo>
                  <a:pt x="44411" y="23355"/>
                </a:lnTo>
                <a:lnTo>
                  <a:pt x="20396" y="45847"/>
                </a:lnTo>
                <a:lnTo>
                  <a:pt x="51682" y="55188"/>
                </a:lnTo>
                <a:lnTo>
                  <a:pt x="60099" y="92042"/>
                </a:lnTo>
                <a:close/>
              </a:path>
              <a:path w="454025" h="483235">
                <a:moveTo>
                  <a:pt x="153758" y="84467"/>
                </a:moveTo>
                <a:lnTo>
                  <a:pt x="150444" y="84366"/>
                </a:lnTo>
                <a:lnTo>
                  <a:pt x="147193" y="83705"/>
                </a:lnTo>
                <a:lnTo>
                  <a:pt x="87910" y="66005"/>
                </a:lnTo>
                <a:lnTo>
                  <a:pt x="39750" y="14579"/>
                </a:lnTo>
                <a:lnTo>
                  <a:pt x="48839" y="14579"/>
                </a:lnTo>
                <a:lnTo>
                  <a:pt x="158089" y="47193"/>
                </a:lnTo>
                <a:lnTo>
                  <a:pt x="171653" y="64325"/>
                </a:lnTo>
                <a:lnTo>
                  <a:pt x="171564" y="67640"/>
                </a:lnTo>
                <a:lnTo>
                  <a:pt x="153758" y="84467"/>
                </a:lnTo>
                <a:close/>
              </a:path>
              <a:path w="454025" h="483235">
                <a:moveTo>
                  <a:pt x="51682" y="55188"/>
                </a:moveTo>
                <a:lnTo>
                  <a:pt x="20396" y="45847"/>
                </a:lnTo>
                <a:lnTo>
                  <a:pt x="44411" y="23355"/>
                </a:lnTo>
                <a:lnTo>
                  <a:pt x="51682" y="55188"/>
                </a:lnTo>
                <a:close/>
              </a:path>
              <a:path w="454025" h="483235">
                <a:moveTo>
                  <a:pt x="87910" y="66005"/>
                </a:moveTo>
                <a:lnTo>
                  <a:pt x="51682" y="55188"/>
                </a:lnTo>
                <a:lnTo>
                  <a:pt x="44411" y="23355"/>
                </a:lnTo>
                <a:lnTo>
                  <a:pt x="47969" y="23355"/>
                </a:lnTo>
                <a:lnTo>
                  <a:pt x="87910" y="66005"/>
                </a:lnTo>
                <a:close/>
              </a:path>
              <a:path w="454025" h="483235">
                <a:moveTo>
                  <a:pt x="426148" y="482917"/>
                </a:moveTo>
                <a:lnTo>
                  <a:pt x="60099" y="92042"/>
                </a:lnTo>
                <a:lnTo>
                  <a:pt x="51682" y="55188"/>
                </a:lnTo>
                <a:lnTo>
                  <a:pt x="87910" y="66005"/>
                </a:lnTo>
                <a:lnTo>
                  <a:pt x="453961" y="456882"/>
                </a:lnTo>
                <a:lnTo>
                  <a:pt x="426148" y="4829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00867" y="1353692"/>
            <a:ext cx="2270125" cy="533400"/>
          </a:xfrm>
          <a:custGeom>
            <a:avLst/>
            <a:gdLst/>
            <a:ahLst/>
            <a:cxnLst/>
            <a:rect l="l" t="t" r="r" b="b"/>
            <a:pathLst>
              <a:path w="2270125" h="533400">
                <a:moveTo>
                  <a:pt x="2160216" y="56991"/>
                </a:moveTo>
                <a:lnTo>
                  <a:pt x="2101646" y="37083"/>
                </a:lnTo>
                <a:lnTo>
                  <a:pt x="2088730" y="19443"/>
                </a:lnTo>
                <a:lnTo>
                  <a:pt x="2088946" y="16141"/>
                </a:lnTo>
                <a:lnTo>
                  <a:pt x="2107374" y="0"/>
                </a:lnTo>
                <a:lnTo>
                  <a:pt x="2110676" y="215"/>
                </a:lnTo>
                <a:lnTo>
                  <a:pt x="2113902" y="1003"/>
                </a:lnTo>
                <a:lnTo>
                  <a:pt x="2237345" y="42964"/>
                </a:lnTo>
                <a:lnTo>
                  <a:pt x="2229269" y="42964"/>
                </a:lnTo>
                <a:lnTo>
                  <a:pt x="2160216" y="56991"/>
                </a:lnTo>
                <a:close/>
              </a:path>
              <a:path w="2270125" h="533400">
                <a:moveTo>
                  <a:pt x="2196005" y="69155"/>
                </a:moveTo>
                <a:lnTo>
                  <a:pt x="2160216" y="56991"/>
                </a:lnTo>
                <a:lnTo>
                  <a:pt x="2229269" y="42964"/>
                </a:lnTo>
                <a:lnTo>
                  <a:pt x="2230171" y="47409"/>
                </a:lnTo>
                <a:lnTo>
                  <a:pt x="2220379" y="47409"/>
                </a:lnTo>
                <a:lnTo>
                  <a:pt x="2196005" y="69155"/>
                </a:lnTo>
                <a:close/>
              </a:path>
              <a:path w="2270125" h="533400">
                <a:moveTo>
                  <a:pt x="2134895" y="168770"/>
                </a:moveTo>
                <a:lnTo>
                  <a:pt x="2115286" y="150304"/>
                </a:lnTo>
                <a:lnTo>
                  <a:pt x="2115464" y="146989"/>
                </a:lnTo>
                <a:lnTo>
                  <a:pt x="2167788" y="94331"/>
                </a:lnTo>
                <a:lnTo>
                  <a:pt x="2236850" y="80302"/>
                </a:lnTo>
                <a:lnTo>
                  <a:pt x="2229269" y="42964"/>
                </a:lnTo>
                <a:lnTo>
                  <a:pt x="2237345" y="42964"/>
                </a:lnTo>
                <a:lnTo>
                  <a:pt x="2270112" y="54101"/>
                </a:lnTo>
                <a:lnTo>
                  <a:pt x="2146998" y="163931"/>
                </a:lnTo>
                <a:lnTo>
                  <a:pt x="2144344" y="165925"/>
                </a:lnTo>
                <a:lnTo>
                  <a:pt x="2141372" y="167424"/>
                </a:lnTo>
                <a:lnTo>
                  <a:pt x="2138197" y="168376"/>
                </a:lnTo>
                <a:lnTo>
                  <a:pt x="2134895" y="168770"/>
                </a:lnTo>
                <a:close/>
              </a:path>
              <a:path w="2270125" h="533400">
                <a:moveTo>
                  <a:pt x="2226932" y="79667"/>
                </a:moveTo>
                <a:lnTo>
                  <a:pt x="2196005" y="69155"/>
                </a:lnTo>
                <a:lnTo>
                  <a:pt x="2220379" y="47409"/>
                </a:lnTo>
                <a:lnTo>
                  <a:pt x="2226932" y="79667"/>
                </a:lnTo>
                <a:close/>
              </a:path>
              <a:path w="2270125" h="533400">
                <a:moveTo>
                  <a:pt x="2236722" y="79667"/>
                </a:moveTo>
                <a:lnTo>
                  <a:pt x="2226932" y="79667"/>
                </a:lnTo>
                <a:lnTo>
                  <a:pt x="2220379" y="47409"/>
                </a:lnTo>
                <a:lnTo>
                  <a:pt x="2230171" y="47409"/>
                </a:lnTo>
                <a:lnTo>
                  <a:pt x="2236722" y="79667"/>
                </a:lnTo>
                <a:close/>
              </a:path>
              <a:path w="2270125" h="533400">
                <a:moveTo>
                  <a:pt x="7594" y="533145"/>
                </a:moveTo>
                <a:lnTo>
                  <a:pt x="0" y="495807"/>
                </a:lnTo>
                <a:lnTo>
                  <a:pt x="2160216" y="56991"/>
                </a:lnTo>
                <a:lnTo>
                  <a:pt x="2196005" y="69155"/>
                </a:lnTo>
                <a:lnTo>
                  <a:pt x="2167788" y="94331"/>
                </a:lnTo>
                <a:lnTo>
                  <a:pt x="7594" y="533145"/>
                </a:lnTo>
                <a:close/>
              </a:path>
              <a:path w="2270125" h="533400">
                <a:moveTo>
                  <a:pt x="2167788" y="94331"/>
                </a:moveTo>
                <a:lnTo>
                  <a:pt x="2196005" y="69155"/>
                </a:lnTo>
                <a:lnTo>
                  <a:pt x="2226932" y="79667"/>
                </a:lnTo>
                <a:lnTo>
                  <a:pt x="2236722" y="79667"/>
                </a:lnTo>
                <a:lnTo>
                  <a:pt x="2236850" y="80302"/>
                </a:lnTo>
                <a:lnTo>
                  <a:pt x="2167788" y="9433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107815" y="906780"/>
            <a:ext cx="323024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6FC0"/>
                </a:solidFill>
              </a:rPr>
              <a:t>磁场能转化为电场</a:t>
            </a:r>
            <a:r>
              <a:rPr dirty="0" sz="2800" spc="-10">
                <a:solidFill>
                  <a:srgbClr val="006FC0"/>
                </a:solidFill>
              </a:rPr>
              <a:t>能</a:t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5627" y="155055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35430" y="1014094"/>
            <a:ext cx="679259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思考：实验时，振荡幅度为什么越来越小</a:t>
            </a:r>
            <a:r>
              <a:rPr dirty="0" sz="2800" spc="-10"/>
              <a:t>？</a:t>
            </a:r>
            <a:endParaRPr sz="2800"/>
          </a:p>
        </p:txBody>
      </p:sp>
      <p:sp>
        <p:nvSpPr>
          <p:cNvPr id="6" name="object 6"/>
          <p:cNvSpPr/>
          <p:nvPr/>
        </p:nvSpPr>
        <p:spPr>
          <a:xfrm>
            <a:off x="3572255" y="1644395"/>
            <a:ext cx="2040636" cy="14798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4475" y="2345690"/>
            <a:ext cx="7966075" cy="3515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0939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阻尼振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荡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50">
              <a:latin typeface="Times New Roman"/>
              <a:cs typeface="Times New Roman"/>
            </a:endParaRPr>
          </a:p>
          <a:p>
            <a:pPr marL="12700" marR="5080" indent="495934">
              <a:lnSpc>
                <a:spcPct val="148000"/>
              </a:lnSpc>
            </a:pPr>
            <a:r>
              <a:rPr dirty="0" sz="2400" b="1">
                <a:latin typeface="华文楷体"/>
                <a:cs typeface="华文楷体"/>
              </a:rPr>
              <a:t>如果没有能量损耗，振荡可以永远持续下去，振荡电</a:t>
            </a:r>
            <a:r>
              <a:rPr dirty="0" sz="2400" spc="-5" b="1">
                <a:latin typeface="华文楷体"/>
                <a:cs typeface="华文楷体"/>
              </a:rPr>
              <a:t>流 </a:t>
            </a:r>
            <a:r>
              <a:rPr dirty="0" sz="2400" b="1">
                <a:latin typeface="华文楷体"/>
                <a:cs typeface="华文楷体"/>
              </a:rPr>
              <a:t>的振幅保持不变。但是，任何电路都有电阻，电路中总会</a:t>
            </a:r>
            <a:r>
              <a:rPr dirty="0" sz="2400" spc="-5" b="1">
                <a:latin typeface="华文楷体"/>
                <a:cs typeface="华文楷体"/>
              </a:rPr>
              <a:t>有 </a:t>
            </a:r>
            <a:r>
              <a:rPr dirty="0" sz="2400" b="1">
                <a:latin typeface="华文楷体"/>
                <a:cs typeface="华文楷体"/>
              </a:rPr>
              <a:t>一部分能量转化为内能。另外，还会有部分能量以电磁波</a:t>
            </a:r>
            <a:r>
              <a:rPr dirty="0" sz="2400" spc="-5" b="1">
                <a:latin typeface="华文楷体"/>
                <a:cs typeface="华文楷体"/>
              </a:rPr>
              <a:t>的 </a:t>
            </a:r>
            <a:r>
              <a:rPr dirty="0" sz="2400" b="1">
                <a:latin typeface="华文楷体"/>
                <a:cs typeface="华文楷体"/>
              </a:rPr>
              <a:t>形式辐射出去。这样，振荡电路中的能量就会逐渐减少，</a:t>
            </a:r>
            <a:r>
              <a:rPr dirty="0" sz="2400" spc="-5" b="1">
                <a:latin typeface="华文楷体"/>
                <a:cs typeface="华文楷体"/>
              </a:rPr>
              <a:t>振 </a:t>
            </a:r>
            <a:r>
              <a:rPr dirty="0" sz="2400" b="1">
                <a:latin typeface="华文楷体"/>
                <a:cs typeface="华文楷体"/>
              </a:rPr>
              <a:t>荡电流的振幅也会逐渐减小，直到最后停止振荡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5627" y="155055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17980" y="1026794"/>
            <a:ext cx="679259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思考：实验时，振荡幅度为什么越来越小</a:t>
            </a:r>
            <a:r>
              <a:rPr dirty="0" sz="2800" spc="-10"/>
              <a:t>？</a:t>
            </a:r>
            <a:endParaRPr sz="2800"/>
          </a:p>
        </p:txBody>
      </p:sp>
      <p:sp>
        <p:nvSpPr>
          <p:cNvPr id="6" name="object 6"/>
          <p:cNvSpPr/>
          <p:nvPr/>
        </p:nvSpPr>
        <p:spPr>
          <a:xfrm>
            <a:off x="1865376" y="1645920"/>
            <a:ext cx="2040636" cy="14798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00600" y="1645920"/>
            <a:ext cx="2363724" cy="1391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61694" y="3395345"/>
            <a:ext cx="6428740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如果能够适时地把能量补充到振荡电路中，以补 偿能量损耗，就可以得到振幅不变的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等幅振荡</a:t>
            </a:r>
            <a:r>
              <a:rPr dirty="0" sz="2400">
                <a:latin typeface="华文楷体"/>
                <a:cs typeface="华文楷体"/>
              </a:rPr>
              <a:t>。 实际电路中由电源通过电子元件为</a:t>
            </a:r>
            <a:r>
              <a:rPr dirty="0" sz="2400" spc="-5">
                <a:latin typeface="华文楷体"/>
                <a:cs typeface="华文楷体"/>
              </a:rPr>
              <a:t>LC</a:t>
            </a:r>
            <a:r>
              <a:rPr dirty="0" sz="2400">
                <a:latin typeface="华文楷体"/>
                <a:cs typeface="华文楷体"/>
              </a:rPr>
              <a:t>电路补充 能量。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83664" y="1245108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83307" y="14676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81659" y="3283633"/>
            <a:ext cx="3309620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823845" algn="l"/>
              </a:tabLst>
            </a:pPr>
            <a:r>
              <a:rPr dirty="0" sz="2800" b="1">
                <a:latin typeface="华文楷体"/>
                <a:cs typeface="华文楷体"/>
              </a:rPr>
              <a:t>放电过程</a:t>
            </a:r>
            <a:r>
              <a:rPr dirty="0" sz="2800" spc="-310" b="1">
                <a:latin typeface="华文楷体"/>
                <a:cs typeface="华文楷体"/>
              </a:rPr>
              <a:t>：</a:t>
            </a:r>
            <a:r>
              <a:rPr dirty="0" sz="2900" spc="-310" b="1" i="1">
                <a:latin typeface="华文楷体"/>
                <a:cs typeface="华文楷体"/>
              </a:rPr>
              <a:t>q</a:t>
            </a:r>
            <a:r>
              <a:rPr dirty="0" sz="2800" spc="-310" b="1">
                <a:latin typeface="华文楷体"/>
                <a:cs typeface="华文楷体"/>
              </a:rPr>
              <a:t>↓→	</a:t>
            </a:r>
            <a:r>
              <a:rPr dirty="0" sz="2900" spc="-340" b="1" i="1">
                <a:latin typeface="华文楷体"/>
                <a:cs typeface="华文楷体"/>
              </a:rPr>
              <a:t>i</a:t>
            </a:r>
            <a:r>
              <a:rPr dirty="0" sz="2800" spc="-340" b="1">
                <a:latin typeface="华文楷体"/>
                <a:cs typeface="华文楷体"/>
              </a:rPr>
              <a:t>↑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1659" y="4285663"/>
            <a:ext cx="3399154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13380" algn="l"/>
              </a:tabLst>
            </a:pPr>
            <a:r>
              <a:rPr dirty="0" sz="2800" b="1">
                <a:latin typeface="华文楷体"/>
                <a:cs typeface="华文楷体"/>
              </a:rPr>
              <a:t>充电过程</a:t>
            </a:r>
            <a:r>
              <a:rPr dirty="0" sz="2800" spc="-409" b="1">
                <a:latin typeface="华文楷体"/>
                <a:cs typeface="华文楷体"/>
              </a:rPr>
              <a:t>：</a:t>
            </a:r>
            <a:r>
              <a:rPr dirty="0" sz="2900" spc="-409" b="1" i="1">
                <a:latin typeface="华文楷体"/>
                <a:cs typeface="华文楷体"/>
              </a:rPr>
              <a:t>q</a:t>
            </a:r>
            <a:r>
              <a:rPr dirty="0" sz="2800" spc="-409" b="1">
                <a:latin typeface="华文楷体"/>
                <a:cs typeface="华文楷体"/>
              </a:rPr>
              <a:t>↑ </a:t>
            </a:r>
            <a:r>
              <a:rPr dirty="0" sz="2800" spc="-280" b="1">
                <a:latin typeface="华文楷体"/>
                <a:cs typeface="华文楷体"/>
              </a:rPr>
              <a:t> </a:t>
            </a:r>
            <a:r>
              <a:rPr dirty="0" sz="2800" spc="-10" b="1">
                <a:latin typeface="华文楷体"/>
                <a:cs typeface="华文楷体"/>
              </a:rPr>
              <a:t>→	</a:t>
            </a:r>
            <a:r>
              <a:rPr dirty="0" sz="2900" spc="-340" b="1" i="1">
                <a:latin typeface="华文楷体"/>
                <a:cs typeface="华文楷体"/>
              </a:rPr>
              <a:t>i</a:t>
            </a:r>
            <a:r>
              <a:rPr dirty="0" sz="2800" spc="-340" b="1">
                <a:latin typeface="华文楷体"/>
                <a:cs typeface="华文楷体"/>
              </a:rPr>
              <a:t>↓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920" y="1758975"/>
            <a:ext cx="7936230" cy="1222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LC回路工作过程具有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对称性</a:t>
            </a:r>
            <a:r>
              <a:rPr dirty="0" sz="2800" b="1">
                <a:latin typeface="华文楷体"/>
                <a:cs typeface="华文楷体"/>
              </a:rPr>
              <a:t>和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周期性</a:t>
            </a:r>
            <a:r>
              <a:rPr dirty="0" sz="2800" b="1">
                <a:latin typeface="华文楷体"/>
                <a:cs typeface="华文楷体"/>
              </a:rPr>
              <a:t>，可归结为</a:t>
            </a:r>
            <a:r>
              <a:rPr dirty="0" sz="2800" spc="-10" b="1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710"/>
              </a:spcBef>
            </a:pPr>
            <a:r>
              <a:rPr dirty="0" sz="2800" b="1">
                <a:latin typeface="华文楷体"/>
                <a:cs typeface="华文楷体"/>
              </a:rPr>
              <a:t>两个物理过程</a:t>
            </a:r>
            <a:r>
              <a:rPr dirty="0" sz="2800" spc="-10" b="1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73502" y="960907"/>
            <a:ext cx="619061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45465" algn="l"/>
                <a:tab pos="6176645" algn="l"/>
              </a:tabLst>
            </a:pPr>
            <a:r>
              <a:rPr dirty="0" u="heavy">
                <a:solidFill>
                  <a:srgbClr val="C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>
                <a:solidFill>
                  <a:srgbClr val="C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>
                <a:solidFill>
                  <a:srgbClr val="C00000"/>
                </a:solidFill>
                <a:uFill>
                  <a:solidFill>
                    <a:srgbClr val="701000"/>
                  </a:solidFill>
                </a:uFill>
              </a:rPr>
              <a:t>电磁振荡的特点</a:t>
            </a:r>
            <a:r>
              <a:rPr dirty="0" u="heavy">
                <a:solidFill>
                  <a:srgbClr val="C00000"/>
                </a:solidFill>
                <a:uFill>
                  <a:solidFill>
                    <a:srgbClr val="701000"/>
                  </a:solidFill>
                </a:uFill>
              </a:rPr>
              <a:t>	</a:t>
            </a:r>
          </a:p>
        </p:txBody>
      </p:sp>
      <p:sp>
        <p:nvSpPr>
          <p:cNvPr id="8" name="object 8"/>
          <p:cNvSpPr/>
          <p:nvPr/>
        </p:nvSpPr>
        <p:spPr>
          <a:xfrm>
            <a:off x="2279650" y="3280409"/>
            <a:ext cx="1699260" cy="615950"/>
          </a:xfrm>
          <a:custGeom>
            <a:avLst/>
            <a:gdLst/>
            <a:ahLst/>
            <a:cxnLst/>
            <a:rect l="l" t="t" r="r" b="b"/>
            <a:pathLst>
              <a:path w="1699260" h="615950">
                <a:moveTo>
                  <a:pt x="1699260" y="615950"/>
                </a:moveTo>
                <a:lnTo>
                  <a:pt x="0" y="615950"/>
                </a:lnTo>
                <a:lnTo>
                  <a:pt x="0" y="0"/>
                </a:lnTo>
                <a:lnTo>
                  <a:pt x="1699260" y="0"/>
                </a:lnTo>
                <a:lnTo>
                  <a:pt x="1699260" y="28575"/>
                </a:lnTo>
                <a:lnTo>
                  <a:pt x="57150" y="28575"/>
                </a:lnTo>
                <a:lnTo>
                  <a:pt x="28575" y="57150"/>
                </a:lnTo>
                <a:lnTo>
                  <a:pt x="57150" y="57150"/>
                </a:lnTo>
                <a:lnTo>
                  <a:pt x="57150" y="558800"/>
                </a:lnTo>
                <a:lnTo>
                  <a:pt x="28575" y="558800"/>
                </a:lnTo>
                <a:lnTo>
                  <a:pt x="57150" y="587375"/>
                </a:lnTo>
                <a:lnTo>
                  <a:pt x="1699260" y="587375"/>
                </a:lnTo>
                <a:lnTo>
                  <a:pt x="1699260" y="615950"/>
                </a:lnTo>
                <a:close/>
              </a:path>
              <a:path w="1699260" h="615950">
                <a:moveTo>
                  <a:pt x="57150" y="57150"/>
                </a:moveTo>
                <a:lnTo>
                  <a:pt x="28575" y="57150"/>
                </a:lnTo>
                <a:lnTo>
                  <a:pt x="57150" y="28575"/>
                </a:lnTo>
                <a:lnTo>
                  <a:pt x="57150" y="57150"/>
                </a:lnTo>
                <a:close/>
              </a:path>
              <a:path w="1699260" h="615950">
                <a:moveTo>
                  <a:pt x="1642110" y="57150"/>
                </a:moveTo>
                <a:lnTo>
                  <a:pt x="57150" y="57150"/>
                </a:lnTo>
                <a:lnTo>
                  <a:pt x="57150" y="28575"/>
                </a:lnTo>
                <a:lnTo>
                  <a:pt x="1642110" y="28575"/>
                </a:lnTo>
                <a:lnTo>
                  <a:pt x="1642110" y="57150"/>
                </a:lnTo>
                <a:close/>
              </a:path>
              <a:path w="1699260" h="615950">
                <a:moveTo>
                  <a:pt x="1642110" y="587375"/>
                </a:moveTo>
                <a:lnTo>
                  <a:pt x="1642110" y="28575"/>
                </a:lnTo>
                <a:lnTo>
                  <a:pt x="1670685" y="57150"/>
                </a:lnTo>
                <a:lnTo>
                  <a:pt x="1699260" y="57150"/>
                </a:lnTo>
                <a:lnTo>
                  <a:pt x="1699260" y="558800"/>
                </a:lnTo>
                <a:lnTo>
                  <a:pt x="1670685" y="558800"/>
                </a:lnTo>
                <a:lnTo>
                  <a:pt x="1642110" y="587375"/>
                </a:lnTo>
                <a:close/>
              </a:path>
              <a:path w="1699260" h="615950">
                <a:moveTo>
                  <a:pt x="1699260" y="57150"/>
                </a:moveTo>
                <a:lnTo>
                  <a:pt x="1670685" y="57150"/>
                </a:lnTo>
                <a:lnTo>
                  <a:pt x="1642110" y="28575"/>
                </a:lnTo>
                <a:lnTo>
                  <a:pt x="1699260" y="28575"/>
                </a:lnTo>
                <a:lnTo>
                  <a:pt x="1699260" y="57150"/>
                </a:lnTo>
                <a:close/>
              </a:path>
              <a:path w="1699260" h="615950">
                <a:moveTo>
                  <a:pt x="57150" y="587375"/>
                </a:moveTo>
                <a:lnTo>
                  <a:pt x="28575" y="558800"/>
                </a:lnTo>
                <a:lnTo>
                  <a:pt x="57150" y="558800"/>
                </a:lnTo>
                <a:lnTo>
                  <a:pt x="57150" y="587375"/>
                </a:lnTo>
                <a:close/>
              </a:path>
              <a:path w="1699260" h="615950">
                <a:moveTo>
                  <a:pt x="1642110" y="587375"/>
                </a:moveTo>
                <a:lnTo>
                  <a:pt x="57150" y="587375"/>
                </a:lnTo>
                <a:lnTo>
                  <a:pt x="57150" y="558800"/>
                </a:lnTo>
                <a:lnTo>
                  <a:pt x="1642110" y="558800"/>
                </a:lnTo>
                <a:lnTo>
                  <a:pt x="1642110" y="587375"/>
                </a:lnTo>
                <a:close/>
              </a:path>
              <a:path w="1699260" h="615950">
                <a:moveTo>
                  <a:pt x="1699260" y="587375"/>
                </a:moveTo>
                <a:lnTo>
                  <a:pt x="1642110" y="587375"/>
                </a:lnTo>
                <a:lnTo>
                  <a:pt x="1670685" y="558800"/>
                </a:lnTo>
                <a:lnTo>
                  <a:pt x="1699260" y="558800"/>
                </a:lnTo>
                <a:lnTo>
                  <a:pt x="1699260" y="5873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79014" y="4246245"/>
            <a:ext cx="1700530" cy="615950"/>
          </a:xfrm>
          <a:custGeom>
            <a:avLst/>
            <a:gdLst/>
            <a:ahLst/>
            <a:cxnLst/>
            <a:rect l="l" t="t" r="r" b="b"/>
            <a:pathLst>
              <a:path w="1700529" h="615950">
                <a:moveTo>
                  <a:pt x="1700530" y="615950"/>
                </a:moveTo>
                <a:lnTo>
                  <a:pt x="0" y="615950"/>
                </a:lnTo>
                <a:lnTo>
                  <a:pt x="0" y="0"/>
                </a:lnTo>
                <a:lnTo>
                  <a:pt x="1700530" y="0"/>
                </a:lnTo>
                <a:lnTo>
                  <a:pt x="1700530" y="28575"/>
                </a:lnTo>
                <a:lnTo>
                  <a:pt x="57150" y="28575"/>
                </a:lnTo>
                <a:lnTo>
                  <a:pt x="28575" y="57150"/>
                </a:lnTo>
                <a:lnTo>
                  <a:pt x="57150" y="57150"/>
                </a:lnTo>
                <a:lnTo>
                  <a:pt x="57150" y="558800"/>
                </a:lnTo>
                <a:lnTo>
                  <a:pt x="28575" y="558800"/>
                </a:lnTo>
                <a:lnTo>
                  <a:pt x="57150" y="587375"/>
                </a:lnTo>
                <a:lnTo>
                  <a:pt x="1700530" y="587375"/>
                </a:lnTo>
                <a:lnTo>
                  <a:pt x="1700530" y="615950"/>
                </a:lnTo>
                <a:close/>
              </a:path>
              <a:path w="1700529" h="615950">
                <a:moveTo>
                  <a:pt x="57150" y="57150"/>
                </a:moveTo>
                <a:lnTo>
                  <a:pt x="28575" y="57150"/>
                </a:lnTo>
                <a:lnTo>
                  <a:pt x="57150" y="28575"/>
                </a:lnTo>
                <a:lnTo>
                  <a:pt x="57150" y="57150"/>
                </a:lnTo>
                <a:close/>
              </a:path>
              <a:path w="1700529" h="615950">
                <a:moveTo>
                  <a:pt x="1643380" y="57150"/>
                </a:moveTo>
                <a:lnTo>
                  <a:pt x="57150" y="57150"/>
                </a:lnTo>
                <a:lnTo>
                  <a:pt x="57150" y="28575"/>
                </a:lnTo>
                <a:lnTo>
                  <a:pt x="1643380" y="28575"/>
                </a:lnTo>
                <a:lnTo>
                  <a:pt x="1643380" y="57150"/>
                </a:lnTo>
                <a:close/>
              </a:path>
              <a:path w="1700529" h="615950">
                <a:moveTo>
                  <a:pt x="1643380" y="587375"/>
                </a:moveTo>
                <a:lnTo>
                  <a:pt x="1643380" y="28575"/>
                </a:lnTo>
                <a:lnTo>
                  <a:pt x="1671955" y="57150"/>
                </a:lnTo>
                <a:lnTo>
                  <a:pt x="1700530" y="57150"/>
                </a:lnTo>
                <a:lnTo>
                  <a:pt x="1700530" y="558800"/>
                </a:lnTo>
                <a:lnTo>
                  <a:pt x="1671955" y="558800"/>
                </a:lnTo>
                <a:lnTo>
                  <a:pt x="1643380" y="587375"/>
                </a:lnTo>
                <a:close/>
              </a:path>
              <a:path w="1700529" h="615950">
                <a:moveTo>
                  <a:pt x="1700530" y="57150"/>
                </a:moveTo>
                <a:lnTo>
                  <a:pt x="1671955" y="57150"/>
                </a:lnTo>
                <a:lnTo>
                  <a:pt x="1643380" y="28575"/>
                </a:lnTo>
                <a:lnTo>
                  <a:pt x="1700530" y="28575"/>
                </a:lnTo>
                <a:lnTo>
                  <a:pt x="1700530" y="57150"/>
                </a:lnTo>
                <a:close/>
              </a:path>
              <a:path w="1700529" h="615950">
                <a:moveTo>
                  <a:pt x="57150" y="587375"/>
                </a:moveTo>
                <a:lnTo>
                  <a:pt x="28575" y="558800"/>
                </a:lnTo>
                <a:lnTo>
                  <a:pt x="57150" y="558800"/>
                </a:lnTo>
                <a:lnTo>
                  <a:pt x="57150" y="587375"/>
                </a:lnTo>
                <a:close/>
              </a:path>
              <a:path w="1700529" h="615950">
                <a:moveTo>
                  <a:pt x="1643380" y="587375"/>
                </a:moveTo>
                <a:lnTo>
                  <a:pt x="57150" y="587375"/>
                </a:lnTo>
                <a:lnTo>
                  <a:pt x="57150" y="558800"/>
                </a:lnTo>
                <a:lnTo>
                  <a:pt x="1643380" y="558800"/>
                </a:lnTo>
                <a:lnTo>
                  <a:pt x="1643380" y="587375"/>
                </a:lnTo>
                <a:close/>
              </a:path>
              <a:path w="1700529" h="615950">
                <a:moveTo>
                  <a:pt x="1700530" y="587375"/>
                </a:moveTo>
                <a:lnTo>
                  <a:pt x="1643380" y="587375"/>
                </a:lnTo>
                <a:lnTo>
                  <a:pt x="1671955" y="558800"/>
                </a:lnTo>
                <a:lnTo>
                  <a:pt x="1700530" y="558800"/>
                </a:lnTo>
                <a:lnTo>
                  <a:pt x="1700530" y="5873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77995" y="3371850"/>
            <a:ext cx="32302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电场能转化为磁场</a:t>
            </a:r>
            <a:r>
              <a:rPr dirty="0" sz="2800" spc="-10" b="1">
                <a:latin typeface="华文楷体"/>
                <a:cs typeface="华文楷体"/>
              </a:rPr>
              <a:t>能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7995" y="4303395"/>
            <a:ext cx="32302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磁场能转化为电场</a:t>
            </a:r>
            <a:r>
              <a:rPr dirty="0" sz="2800" spc="-10" b="1">
                <a:latin typeface="华文楷体"/>
                <a:cs typeface="华文楷体"/>
              </a:rPr>
              <a:t>能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83664" y="1245108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83307" y="14676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73502" y="960907"/>
            <a:ext cx="619061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45465" algn="l"/>
                <a:tab pos="6176645" algn="l"/>
              </a:tabLst>
            </a:pPr>
            <a:r>
              <a:rPr dirty="0" u="heavy">
                <a:solidFill>
                  <a:srgbClr val="C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>
                <a:solidFill>
                  <a:srgbClr val="C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>
                <a:solidFill>
                  <a:srgbClr val="C00000"/>
                </a:solidFill>
                <a:uFill>
                  <a:solidFill>
                    <a:srgbClr val="701000"/>
                  </a:solidFill>
                </a:uFill>
              </a:rPr>
              <a:t>电磁振荡的特点</a:t>
            </a:r>
            <a:r>
              <a:rPr dirty="0" u="heavy">
                <a:solidFill>
                  <a:srgbClr val="C00000"/>
                </a:solidFill>
                <a:uFill>
                  <a:solidFill>
                    <a:srgbClr val="701000"/>
                  </a:solidFill>
                </a:uFill>
              </a:rPr>
              <a:t>	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7035" y="1927885"/>
            <a:ext cx="7188834" cy="3148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两个特殊状态</a:t>
            </a:r>
            <a:r>
              <a:rPr dirty="0" sz="2800" spc="-10" b="1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395605">
              <a:lnSpc>
                <a:spcPct val="100000"/>
              </a:lnSpc>
              <a:spcBef>
                <a:spcPts val="2500"/>
              </a:spcBef>
            </a:pPr>
            <a:r>
              <a:rPr dirty="0" sz="2800" b="1">
                <a:latin typeface="华文楷体"/>
                <a:cs typeface="华文楷体"/>
              </a:rPr>
              <a:t>充电完毕状态：磁场能向电场能转化完毕</a:t>
            </a:r>
            <a:r>
              <a:rPr dirty="0" sz="2800" spc="-10" b="1"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  <a:p>
            <a:pPr marL="395605" marR="19050" indent="2417445">
              <a:lnSpc>
                <a:spcPts val="5300"/>
              </a:lnSpc>
              <a:spcBef>
                <a:spcPts val="240"/>
              </a:spcBef>
            </a:pPr>
            <a:r>
              <a:rPr dirty="0" sz="2800" b="1">
                <a:latin typeface="华文楷体"/>
                <a:cs typeface="华文楷体"/>
              </a:rPr>
              <a:t>电场能最大，磁场能最小</a:t>
            </a:r>
            <a:r>
              <a:rPr dirty="0" sz="2800" spc="-10" b="1">
                <a:latin typeface="华文楷体"/>
                <a:cs typeface="华文楷体"/>
              </a:rPr>
              <a:t>。 </a:t>
            </a:r>
            <a:r>
              <a:rPr dirty="0" sz="2800" b="1">
                <a:latin typeface="华文楷体"/>
                <a:cs typeface="华文楷体"/>
              </a:rPr>
              <a:t>放电完毕状态：电场能向磁场能转化完毕</a:t>
            </a:r>
            <a:r>
              <a:rPr dirty="0" sz="2800" spc="-10" b="1"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  <a:p>
            <a:pPr marL="2901950">
              <a:lnSpc>
                <a:spcPct val="100000"/>
              </a:lnSpc>
              <a:spcBef>
                <a:spcPts val="1180"/>
              </a:spcBef>
            </a:pPr>
            <a:r>
              <a:rPr dirty="0" sz="2800" b="1">
                <a:latin typeface="华文楷体"/>
                <a:cs typeface="华文楷体"/>
              </a:rPr>
              <a:t>磁场能最大，电场能最小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5627" y="155055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35000" y="3463290"/>
            <a:ext cx="392557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A．A板带正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  <a:p>
            <a:pPr marL="506095" indent="-493395">
              <a:lnSpc>
                <a:spcPct val="100000"/>
              </a:lnSpc>
              <a:buSzPct val="95833"/>
              <a:buAutoNum type="alphaUcPeriod" startAt="2"/>
              <a:tabLst>
                <a:tab pos="506095" algn="l"/>
              </a:tabLst>
            </a:pPr>
            <a:r>
              <a:rPr dirty="0" sz="2400" b="1">
                <a:latin typeface="华文楷体"/>
                <a:cs typeface="华文楷体"/>
              </a:rPr>
              <a:t>线圈</a:t>
            </a:r>
            <a:r>
              <a:rPr dirty="0" sz="2400" spc="-5" b="1">
                <a:latin typeface="华文楷体"/>
                <a:cs typeface="华文楷体"/>
              </a:rPr>
              <a:t>L</a:t>
            </a:r>
            <a:r>
              <a:rPr dirty="0" sz="2400" b="1">
                <a:latin typeface="华文楷体"/>
                <a:cs typeface="华文楷体"/>
              </a:rPr>
              <a:t>两端电压在增</a:t>
            </a:r>
            <a:r>
              <a:rPr dirty="0" sz="2400" spc="-5" b="1">
                <a:latin typeface="华文楷体"/>
                <a:cs typeface="华文楷体"/>
              </a:rPr>
              <a:t>大</a:t>
            </a:r>
            <a:endParaRPr sz="2400">
              <a:latin typeface="华文楷体"/>
              <a:cs typeface="华文楷体"/>
            </a:endParaRPr>
          </a:p>
          <a:p>
            <a:pPr marL="512445" indent="-499745">
              <a:lnSpc>
                <a:spcPct val="100000"/>
              </a:lnSpc>
              <a:buSzPct val="95833"/>
              <a:buAutoNum type="alphaUcPeriod" startAt="2"/>
              <a:tabLst>
                <a:tab pos="512445" algn="l"/>
              </a:tabLst>
            </a:pPr>
            <a:r>
              <a:rPr dirty="0" sz="2400" b="1">
                <a:latin typeface="华文楷体"/>
                <a:cs typeface="华文楷体"/>
              </a:rPr>
              <a:t>电容器C正在充</a:t>
            </a:r>
            <a:r>
              <a:rPr dirty="0" sz="2400" spc="-5" b="1">
                <a:latin typeface="华文楷体"/>
                <a:cs typeface="华文楷体"/>
              </a:rPr>
              <a:t>电</a:t>
            </a:r>
            <a:endParaRPr sz="2400">
              <a:latin typeface="华文楷体"/>
              <a:cs typeface="华文楷体"/>
            </a:endParaRPr>
          </a:p>
          <a:p>
            <a:pPr marL="553720" indent="-541020">
              <a:lnSpc>
                <a:spcPct val="100000"/>
              </a:lnSpc>
              <a:buSzPct val="95833"/>
              <a:buAutoNum type="alphaUcPeriod" startAt="2"/>
              <a:tabLst>
                <a:tab pos="553720" algn="l"/>
              </a:tabLst>
            </a:pPr>
            <a:r>
              <a:rPr dirty="0" sz="2400" b="1">
                <a:latin typeface="华文楷体"/>
                <a:cs typeface="华文楷体"/>
              </a:rPr>
              <a:t>电场能正在转化为磁场</a:t>
            </a:r>
            <a:r>
              <a:rPr dirty="0" sz="2400" spc="-5" b="1">
                <a:latin typeface="华文楷体"/>
                <a:cs typeface="华文楷体"/>
              </a:rPr>
              <a:t>能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9820" y="945032"/>
            <a:ext cx="12484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8040" algn="l"/>
              </a:tabLst>
            </a:pPr>
            <a:r>
              <a:rPr dirty="0" sz="3200" b="1">
                <a:solidFill>
                  <a:srgbClr val="C00000"/>
                </a:solidFill>
                <a:latin typeface="华文楷体"/>
                <a:cs typeface="华文楷体"/>
              </a:rPr>
              <a:t>例</a:t>
            </a:r>
            <a:r>
              <a:rPr dirty="0" sz="3200" b="1">
                <a:solidFill>
                  <a:srgbClr val="C00000"/>
                </a:solidFill>
                <a:latin typeface="华文楷体"/>
                <a:cs typeface="华文楷体"/>
              </a:rPr>
              <a:t>	</a:t>
            </a:r>
            <a:r>
              <a:rPr dirty="0" sz="3200" b="1">
                <a:solidFill>
                  <a:srgbClr val="C00000"/>
                </a:solidFill>
                <a:latin typeface="华文楷体"/>
                <a:cs typeface="华文楷体"/>
              </a:rPr>
              <a:t>题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30145" y="2878454"/>
            <a:ext cx="2125980" cy="615950"/>
          </a:xfrm>
          <a:custGeom>
            <a:avLst/>
            <a:gdLst/>
            <a:ahLst/>
            <a:cxnLst/>
            <a:rect l="l" t="t" r="r" b="b"/>
            <a:pathLst>
              <a:path w="2125979" h="615950">
                <a:moveTo>
                  <a:pt x="2125980" y="615950"/>
                </a:moveTo>
                <a:lnTo>
                  <a:pt x="0" y="615950"/>
                </a:lnTo>
                <a:lnTo>
                  <a:pt x="0" y="0"/>
                </a:lnTo>
                <a:lnTo>
                  <a:pt x="2125980" y="0"/>
                </a:lnTo>
                <a:lnTo>
                  <a:pt x="2125980" y="28575"/>
                </a:lnTo>
                <a:lnTo>
                  <a:pt x="57150" y="28575"/>
                </a:lnTo>
                <a:lnTo>
                  <a:pt x="28575" y="57150"/>
                </a:lnTo>
                <a:lnTo>
                  <a:pt x="57150" y="57150"/>
                </a:lnTo>
                <a:lnTo>
                  <a:pt x="57150" y="558800"/>
                </a:lnTo>
                <a:lnTo>
                  <a:pt x="28575" y="558800"/>
                </a:lnTo>
                <a:lnTo>
                  <a:pt x="57150" y="587375"/>
                </a:lnTo>
                <a:lnTo>
                  <a:pt x="2125980" y="587375"/>
                </a:lnTo>
                <a:lnTo>
                  <a:pt x="2125980" y="615950"/>
                </a:lnTo>
                <a:close/>
              </a:path>
              <a:path w="2125979" h="615950">
                <a:moveTo>
                  <a:pt x="57150" y="57150"/>
                </a:moveTo>
                <a:lnTo>
                  <a:pt x="28575" y="57150"/>
                </a:lnTo>
                <a:lnTo>
                  <a:pt x="57150" y="28575"/>
                </a:lnTo>
                <a:lnTo>
                  <a:pt x="57150" y="57150"/>
                </a:lnTo>
                <a:close/>
              </a:path>
              <a:path w="2125979" h="615950">
                <a:moveTo>
                  <a:pt x="2068830" y="57150"/>
                </a:moveTo>
                <a:lnTo>
                  <a:pt x="57150" y="57150"/>
                </a:lnTo>
                <a:lnTo>
                  <a:pt x="57150" y="28575"/>
                </a:lnTo>
                <a:lnTo>
                  <a:pt x="2068830" y="28575"/>
                </a:lnTo>
                <a:lnTo>
                  <a:pt x="2068830" y="57150"/>
                </a:lnTo>
                <a:close/>
              </a:path>
              <a:path w="2125979" h="615950">
                <a:moveTo>
                  <a:pt x="2068830" y="587375"/>
                </a:moveTo>
                <a:lnTo>
                  <a:pt x="2068830" y="28575"/>
                </a:lnTo>
                <a:lnTo>
                  <a:pt x="2097405" y="57150"/>
                </a:lnTo>
                <a:lnTo>
                  <a:pt x="2125980" y="57150"/>
                </a:lnTo>
                <a:lnTo>
                  <a:pt x="2125980" y="558800"/>
                </a:lnTo>
                <a:lnTo>
                  <a:pt x="2097405" y="558800"/>
                </a:lnTo>
                <a:lnTo>
                  <a:pt x="2068830" y="587375"/>
                </a:lnTo>
                <a:close/>
              </a:path>
              <a:path w="2125979" h="615950">
                <a:moveTo>
                  <a:pt x="2125980" y="57150"/>
                </a:moveTo>
                <a:lnTo>
                  <a:pt x="2097405" y="57150"/>
                </a:lnTo>
                <a:lnTo>
                  <a:pt x="2068830" y="28575"/>
                </a:lnTo>
                <a:lnTo>
                  <a:pt x="2125980" y="28575"/>
                </a:lnTo>
                <a:lnTo>
                  <a:pt x="2125980" y="57150"/>
                </a:lnTo>
                <a:close/>
              </a:path>
              <a:path w="2125979" h="615950">
                <a:moveTo>
                  <a:pt x="57150" y="587375"/>
                </a:moveTo>
                <a:lnTo>
                  <a:pt x="28575" y="558800"/>
                </a:lnTo>
                <a:lnTo>
                  <a:pt x="57150" y="558800"/>
                </a:lnTo>
                <a:lnTo>
                  <a:pt x="57150" y="587375"/>
                </a:lnTo>
                <a:close/>
              </a:path>
              <a:path w="2125979" h="615950">
                <a:moveTo>
                  <a:pt x="2068830" y="587375"/>
                </a:moveTo>
                <a:lnTo>
                  <a:pt x="57150" y="587375"/>
                </a:lnTo>
                <a:lnTo>
                  <a:pt x="57150" y="558800"/>
                </a:lnTo>
                <a:lnTo>
                  <a:pt x="2068830" y="558800"/>
                </a:lnTo>
                <a:lnTo>
                  <a:pt x="2068830" y="587375"/>
                </a:lnTo>
                <a:close/>
              </a:path>
              <a:path w="2125979" h="615950">
                <a:moveTo>
                  <a:pt x="2125980" y="587375"/>
                </a:moveTo>
                <a:lnTo>
                  <a:pt x="2068830" y="587375"/>
                </a:lnTo>
                <a:lnTo>
                  <a:pt x="2097405" y="558800"/>
                </a:lnTo>
                <a:lnTo>
                  <a:pt x="2125980" y="558800"/>
                </a:lnTo>
                <a:lnTo>
                  <a:pt x="2125980" y="5873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35000" y="2000250"/>
            <a:ext cx="5874385" cy="1132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例</a:t>
            </a:r>
            <a:r>
              <a:rPr dirty="0" sz="2400" spc="-5" b="1">
                <a:latin typeface="华文楷体"/>
                <a:cs typeface="华文楷体"/>
              </a:rPr>
              <a:t>1.</a:t>
            </a:r>
            <a:r>
              <a:rPr dirty="0" sz="2400" spc="-45" b="1">
                <a:latin typeface="华文楷体"/>
                <a:cs typeface="华文楷体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如图所示的LC振荡电路中，已知某时</a:t>
            </a:r>
            <a:r>
              <a:rPr dirty="0" sz="2400" spc="-5" b="1">
                <a:latin typeface="华文楷体"/>
                <a:cs typeface="华文楷体"/>
              </a:rPr>
              <a:t>刻 </a:t>
            </a:r>
            <a:r>
              <a:rPr dirty="0" sz="2400" b="1">
                <a:latin typeface="华文楷体"/>
                <a:cs typeface="华文楷体"/>
              </a:rPr>
              <a:t>电流i的方向指向A板，且</a:t>
            </a:r>
            <a:r>
              <a:rPr dirty="0" u="heavy" sz="2400" b="1">
                <a:uFill>
                  <a:solidFill>
                    <a:srgbClr val="FF0000"/>
                  </a:solidFill>
                </a:uFill>
                <a:latin typeface="华文楷体"/>
                <a:cs typeface="华文楷体"/>
              </a:rPr>
              <a:t>正在增大，</a:t>
            </a:r>
            <a:r>
              <a:rPr dirty="0" sz="2400" b="1">
                <a:latin typeface="华文楷体"/>
                <a:cs typeface="华文楷体"/>
              </a:rPr>
              <a:t>则此</a:t>
            </a:r>
            <a:r>
              <a:rPr dirty="0" sz="2400" spc="-5" b="1">
                <a:latin typeface="华文楷体"/>
                <a:cs typeface="华文楷体"/>
              </a:rPr>
              <a:t>时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ts val="2960"/>
              </a:lnSpc>
            </a:pPr>
            <a:r>
              <a:rPr dirty="0" sz="2400" spc="15" b="1">
                <a:latin typeface="华文楷体"/>
                <a:cs typeface="华文楷体"/>
              </a:rPr>
              <a:t>（</a:t>
            </a:r>
            <a:r>
              <a:rPr dirty="0" baseline="-1984" sz="4200" spc="22" b="1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dirty="0" sz="2400" spc="15" b="1"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91229" y="1171511"/>
            <a:ext cx="3653154" cy="36963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96913" y="4109973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55273" y="3689845"/>
            <a:ext cx="12407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2655" algn="l"/>
              </a:tabLst>
            </a:pPr>
            <a:r>
              <a:rPr dirty="0" sz="3600" b="1" i="1">
                <a:latin typeface="Times New Roman"/>
                <a:cs typeface="Times New Roman"/>
              </a:rPr>
              <a:t>L	</a:t>
            </a:r>
            <a:r>
              <a:rPr dirty="0" sz="3600" b="1" i="1">
                <a:latin typeface="Times New Roman"/>
                <a:cs typeface="Times New Roman"/>
              </a:rPr>
              <a:t>C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4303" y="4138853"/>
            <a:ext cx="25781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1133" y="3237153"/>
            <a:ext cx="8451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37845" algn="l"/>
              </a:tabLst>
            </a:pPr>
            <a:r>
              <a:rPr dirty="0" sz="3200" b="1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dirty="0" sz="320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10137" y="1903564"/>
            <a:ext cx="2221230" cy="21590"/>
          </a:xfrm>
          <a:custGeom>
            <a:avLst/>
            <a:gdLst/>
            <a:ahLst/>
            <a:cxnLst/>
            <a:rect l="l" t="t" r="r" b="b"/>
            <a:pathLst>
              <a:path w="2221229" h="21589">
                <a:moveTo>
                  <a:pt x="2219807" y="1574"/>
                </a:moveTo>
                <a:lnTo>
                  <a:pt x="2209571" y="1574"/>
                </a:lnTo>
                <a:lnTo>
                  <a:pt x="2214854" y="1155"/>
                </a:lnTo>
                <a:lnTo>
                  <a:pt x="2219883" y="0"/>
                </a:lnTo>
                <a:lnTo>
                  <a:pt x="2219807" y="1574"/>
                </a:lnTo>
                <a:close/>
              </a:path>
              <a:path w="2221229" h="21589">
                <a:moveTo>
                  <a:pt x="2219760" y="2552"/>
                </a:moveTo>
                <a:lnTo>
                  <a:pt x="557764" y="2552"/>
                </a:lnTo>
                <a:lnTo>
                  <a:pt x="872197" y="1130"/>
                </a:lnTo>
                <a:lnTo>
                  <a:pt x="2204326" y="1206"/>
                </a:lnTo>
                <a:lnTo>
                  <a:pt x="2209571" y="1574"/>
                </a:lnTo>
                <a:lnTo>
                  <a:pt x="2219807" y="1574"/>
                </a:lnTo>
                <a:lnTo>
                  <a:pt x="2219760" y="2552"/>
                </a:lnTo>
                <a:close/>
              </a:path>
              <a:path w="2221229" h="21589">
                <a:moveTo>
                  <a:pt x="2219700" y="3809"/>
                </a:moveTo>
                <a:lnTo>
                  <a:pt x="172073" y="3809"/>
                </a:lnTo>
                <a:lnTo>
                  <a:pt x="401145" y="2458"/>
                </a:lnTo>
                <a:lnTo>
                  <a:pt x="2219760" y="2552"/>
                </a:lnTo>
                <a:lnTo>
                  <a:pt x="2219700" y="3809"/>
                </a:lnTo>
                <a:close/>
              </a:path>
              <a:path w="2221229" h="21589">
                <a:moveTo>
                  <a:pt x="2217496" y="21437"/>
                </a:moveTo>
                <a:lnTo>
                  <a:pt x="2387" y="21437"/>
                </a:lnTo>
                <a:lnTo>
                  <a:pt x="0" y="20231"/>
                </a:lnTo>
                <a:lnTo>
                  <a:pt x="800" y="14185"/>
                </a:lnTo>
                <a:lnTo>
                  <a:pt x="393" y="8153"/>
                </a:lnTo>
                <a:lnTo>
                  <a:pt x="800" y="3619"/>
                </a:lnTo>
                <a:lnTo>
                  <a:pt x="9910" y="4702"/>
                </a:lnTo>
                <a:lnTo>
                  <a:pt x="19245" y="5018"/>
                </a:lnTo>
                <a:lnTo>
                  <a:pt x="2219642" y="5018"/>
                </a:lnTo>
                <a:lnTo>
                  <a:pt x="2219756" y="11074"/>
                </a:lnTo>
                <a:lnTo>
                  <a:pt x="2220683" y="20523"/>
                </a:lnTo>
                <a:lnTo>
                  <a:pt x="2217496" y="21437"/>
                </a:lnTo>
                <a:close/>
              </a:path>
              <a:path w="2221229" h="21589">
                <a:moveTo>
                  <a:pt x="2219642" y="5018"/>
                </a:moveTo>
                <a:lnTo>
                  <a:pt x="19245" y="5018"/>
                </a:lnTo>
                <a:lnTo>
                  <a:pt x="99326" y="3619"/>
                </a:lnTo>
                <a:lnTo>
                  <a:pt x="2219700" y="3809"/>
                </a:lnTo>
                <a:lnTo>
                  <a:pt x="2219642" y="5018"/>
                </a:lnTo>
                <a:close/>
              </a:path>
            </a:pathLst>
          </a:custGeom>
          <a:solidFill>
            <a:srgbClr val="7957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10531" y="1173327"/>
            <a:ext cx="2218055" cy="19050"/>
          </a:xfrm>
          <a:custGeom>
            <a:avLst/>
            <a:gdLst/>
            <a:ahLst/>
            <a:cxnLst/>
            <a:rect l="l" t="t" r="r" b="b"/>
            <a:pathLst>
              <a:path w="2218054" h="19050">
                <a:moveTo>
                  <a:pt x="2198750" y="16598"/>
                </a:moveTo>
                <a:lnTo>
                  <a:pt x="0" y="16598"/>
                </a:lnTo>
                <a:lnTo>
                  <a:pt x="529" y="7002"/>
                </a:lnTo>
                <a:lnTo>
                  <a:pt x="4238" y="2074"/>
                </a:lnTo>
                <a:lnTo>
                  <a:pt x="14305" y="259"/>
                </a:lnTo>
                <a:lnTo>
                  <a:pt x="33909" y="0"/>
                </a:lnTo>
                <a:lnTo>
                  <a:pt x="154381" y="0"/>
                </a:lnTo>
                <a:lnTo>
                  <a:pt x="1213923" y="1187"/>
                </a:lnTo>
                <a:lnTo>
                  <a:pt x="2149057" y="3441"/>
                </a:lnTo>
                <a:lnTo>
                  <a:pt x="2197950" y="3619"/>
                </a:lnTo>
                <a:lnTo>
                  <a:pt x="2217902" y="3924"/>
                </a:lnTo>
                <a:lnTo>
                  <a:pt x="2217902" y="15087"/>
                </a:lnTo>
                <a:lnTo>
                  <a:pt x="2217666" y="16141"/>
                </a:lnTo>
                <a:lnTo>
                  <a:pt x="2205177" y="16141"/>
                </a:lnTo>
                <a:lnTo>
                  <a:pt x="2198750" y="16598"/>
                </a:lnTo>
                <a:close/>
              </a:path>
              <a:path w="2218054" h="19050">
                <a:moveTo>
                  <a:pt x="1213923" y="1187"/>
                </a:moveTo>
                <a:lnTo>
                  <a:pt x="602360" y="1187"/>
                </a:lnTo>
                <a:lnTo>
                  <a:pt x="1000371" y="890"/>
                </a:lnTo>
                <a:lnTo>
                  <a:pt x="1213923" y="1187"/>
                </a:lnTo>
                <a:close/>
              </a:path>
              <a:path w="2218054" h="19050">
                <a:moveTo>
                  <a:pt x="2149057" y="3441"/>
                </a:moveTo>
                <a:lnTo>
                  <a:pt x="2002378" y="3441"/>
                </a:lnTo>
                <a:lnTo>
                  <a:pt x="2100164" y="3392"/>
                </a:lnTo>
                <a:lnTo>
                  <a:pt x="2149057" y="3441"/>
                </a:lnTo>
                <a:close/>
              </a:path>
              <a:path w="2218054" h="19050">
                <a:moveTo>
                  <a:pt x="2217496" y="19011"/>
                </a:moveTo>
                <a:lnTo>
                  <a:pt x="2211641" y="16979"/>
                </a:lnTo>
                <a:lnTo>
                  <a:pt x="2205177" y="16141"/>
                </a:lnTo>
                <a:lnTo>
                  <a:pt x="2217666" y="16141"/>
                </a:lnTo>
                <a:lnTo>
                  <a:pt x="2217564" y="16598"/>
                </a:lnTo>
                <a:lnTo>
                  <a:pt x="2217496" y="19011"/>
                </a:lnTo>
                <a:close/>
              </a:path>
            </a:pathLst>
          </a:custGeom>
          <a:solidFill>
            <a:srgbClr val="7957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65191" y="1218120"/>
            <a:ext cx="2105025" cy="660400"/>
          </a:xfrm>
          <a:custGeom>
            <a:avLst/>
            <a:gdLst/>
            <a:ahLst/>
            <a:cxnLst/>
            <a:rect l="l" t="t" r="r" b="b"/>
            <a:pathLst>
              <a:path w="2105025" h="660400">
                <a:moveTo>
                  <a:pt x="2102599" y="660082"/>
                </a:moveTo>
                <a:lnTo>
                  <a:pt x="2094623" y="659790"/>
                </a:lnTo>
                <a:lnTo>
                  <a:pt x="4775" y="659790"/>
                </a:lnTo>
                <a:lnTo>
                  <a:pt x="4847" y="387239"/>
                </a:lnTo>
                <a:lnTo>
                  <a:pt x="5058" y="122848"/>
                </a:lnTo>
                <a:lnTo>
                  <a:pt x="5181" y="12255"/>
                </a:lnTo>
                <a:lnTo>
                  <a:pt x="0" y="6527"/>
                </a:lnTo>
                <a:lnTo>
                  <a:pt x="9969" y="1993"/>
                </a:lnTo>
                <a:lnTo>
                  <a:pt x="13970" y="622"/>
                </a:lnTo>
                <a:lnTo>
                  <a:pt x="18338" y="0"/>
                </a:lnTo>
                <a:lnTo>
                  <a:pt x="22733" y="177"/>
                </a:lnTo>
                <a:lnTo>
                  <a:pt x="2089035" y="177"/>
                </a:lnTo>
                <a:lnTo>
                  <a:pt x="2104815" y="130594"/>
                </a:lnTo>
                <a:lnTo>
                  <a:pt x="2104948" y="230212"/>
                </a:lnTo>
                <a:lnTo>
                  <a:pt x="2104948" y="429450"/>
                </a:lnTo>
                <a:lnTo>
                  <a:pt x="2104815" y="529069"/>
                </a:lnTo>
                <a:lnTo>
                  <a:pt x="2104593" y="628688"/>
                </a:lnTo>
                <a:lnTo>
                  <a:pt x="2104531" y="635258"/>
                </a:lnTo>
                <a:lnTo>
                  <a:pt x="2104261" y="648388"/>
                </a:lnTo>
                <a:lnTo>
                  <a:pt x="2104199" y="654951"/>
                </a:lnTo>
                <a:lnTo>
                  <a:pt x="2104593" y="658279"/>
                </a:lnTo>
                <a:lnTo>
                  <a:pt x="2102599" y="660082"/>
                </a:lnTo>
                <a:close/>
              </a:path>
            </a:pathLst>
          </a:custGeom>
          <a:solidFill>
            <a:srgbClr val="05010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84331" y="1240193"/>
            <a:ext cx="2074545" cy="631825"/>
          </a:xfrm>
          <a:custGeom>
            <a:avLst/>
            <a:gdLst/>
            <a:ahLst/>
            <a:cxnLst/>
            <a:rect l="l" t="t" r="r" b="b"/>
            <a:pathLst>
              <a:path w="2074545" h="631825">
                <a:moveTo>
                  <a:pt x="173126" y="631367"/>
                </a:moveTo>
                <a:lnTo>
                  <a:pt x="2794" y="631367"/>
                </a:lnTo>
                <a:lnTo>
                  <a:pt x="0" y="630161"/>
                </a:lnTo>
                <a:lnTo>
                  <a:pt x="800" y="627151"/>
                </a:lnTo>
                <a:lnTo>
                  <a:pt x="776" y="6489"/>
                </a:lnTo>
                <a:lnTo>
                  <a:pt x="863" y="4762"/>
                </a:lnTo>
                <a:lnTo>
                  <a:pt x="1193" y="2260"/>
                </a:lnTo>
                <a:lnTo>
                  <a:pt x="5473" y="533"/>
                </a:lnTo>
                <a:lnTo>
                  <a:pt x="10413" y="0"/>
                </a:lnTo>
                <a:lnTo>
                  <a:pt x="15163" y="749"/>
                </a:lnTo>
                <a:lnTo>
                  <a:pt x="25867" y="1224"/>
                </a:lnTo>
                <a:lnTo>
                  <a:pt x="36501" y="1392"/>
                </a:lnTo>
                <a:lnTo>
                  <a:pt x="2058924" y="1392"/>
                </a:lnTo>
                <a:lnTo>
                  <a:pt x="2069109" y="1955"/>
                </a:lnTo>
                <a:lnTo>
                  <a:pt x="2072690" y="3162"/>
                </a:lnTo>
                <a:lnTo>
                  <a:pt x="2072297" y="6489"/>
                </a:lnTo>
                <a:lnTo>
                  <a:pt x="2072171" y="7289"/>
                </a:lnTo>
                <a:lnTo>
                  <a:pt x="2072297" y="610844"/>
                </a:lnTo>
                <a:lnTo>
                  <a:pt x="366598" y="610844"/>
                </a:lnTo>
                <a:lnTo>
                  <a:pt x="360603" y="611454"/>
                </a:lnTo>
                <a:lnTo>
                  <a:pt x="202641" y="611454"/>
                </a:lnTo>
                <a:lnTo>
                  <a:pt x="197459" y="612952"/>
                </a:lnTo>
                <a:lnTo>
                  <a:pt x="197459" y="619302"/>
                </a:lnTo>
                <a:lnTo>
                  <a:pt x="197053" y="619302"/>
                </a:lnTo>
                <a:lnTo>
                  <a:pt x="197053" y="620204"/>
                </a:lnTo>
                <a:lnTo>
                  <a:pt x="195786" y="626406"/>
                </a:lnTo>
                <a:lnTo>
                  <a:pt x="192871" y="629748"/>
                </a:lnTo>
                <a:lnTo>
                  <a:pt x="186066" y="631109"/>
                </a:lnTo>
                <a:lnTo>
                  <a:pt x="173126" y="631367"/>
                </a:lnTo>
                <a:close/>
              </a:path>
              <a:path w="2074545" h="631825">
                <a:moveTo>
                  <a:pt x="2058924" y="1392"/>
                </a:moveTo>
                <a:lnTo>
                  <a:pt x="36501" y="1392"/>
                </a:lnTo>
                <a:lnTo>
                  <a:pt x="57848" y="1358"/>
                </a:lnTo>
                <a:lnTo>
                  <a:pt x="2042375" y="1358"/>
                </a:lnTo>
                <a:lnTo>
                  <a:pt x="2049424" y="1155"/>
                </a:lnTo>
                <a:lnTo>
                  <a:pt x="2056485" y="1257"/>
                </a:lnTo>
                <a:lnTo>
                  <a:pt x="2058924" y="1392"/>
                </a:lnTo>
                <a:close/>
              </a:path>
              <a:path w="2074545" h="631825">
                <a:moveTo>
                  <a:pt x="2072297" y="630770"/>
                </a:moveTo>
                <a:lnTo>
                  <a:pt x="370937" y="630770"/>
                </a:lnTo>
                <a:lnTo>
                  <a:pt x="370768" y="627151"/>
                </a:lnTo>
                <a:lnTo>
                  <a:pt x="370684" y="622617"/>
                </a:lnTo>
                <a:lnTo>
                  <a:pt x="371071" y="620204"/>
                </a:lnTo>
                <a:lnTo>
                  <a:pt x="371050" y="619302"/>
                </a:lnTo>
                <a:lnTo>
                  <a:pt x="370839" y="616711"/>
                </a:lnTo>
                <a:lnTo>
                  <a:pt x="369785" y="613562"/>
                </a:lnTo>
                <a:lnTo>
                  <a:pt x="366598" y="610844"/>
                </a:lnTo>
                <a:lnTo>
                  <a:pt x="2072297" y="610844"/>
                </a:lnTo>
                <a:lnTo>
                  <a:pt x="2072297" y="630770"/>
                </a:lnTo>
                <a:close/>
              </a:path>
              <a:path w="2074545" h="631825">
                <a:moveTo>
                  <a:pt x="197459" y="622617"/>
                </a:moveTo>
                <a:lnTo>
                  <a:pt x="197053" y="619302"/>
                </a:lnTo>
                <a:lnTo>
                  <a:pt x="197459" y="619302"/>
                </a:lnTo>
                <a:lnTo>
                  <a:pt x="197459" y="622617"/>
                </a:lnTo>
                <a:close/>
              </a:path>
              <a:path w="2074545" h="631825">
                <a:moveTo>
                  <a:pt x="370979" y="631672"/>
                </a:moveTo>
                <a:lnTo>
                  <a:pt x="368592" y="630770"/>
                </a:lnTo>
                <a:lnTo>
                  <a:pt x="370937" y="630770"/>
                </a:lnTo>
                <a:lnTo>
                  <a:pt x="370979" y="631672"/>
                </a:lnTo>
                <a:close/>
              </a:path>
              <a:path w="2074545" h="631825">
                <a:moveTo>
                  <a:pt x="2072297" y="631672"/>
                </a:moveTo>
                <a:lnTo>
                  <a:pt x="2072297" y="630770"/>
                </a:lnTo>
                <a:lnTo>
                  <a:pt x="2074291" y="630770"/>
                </a:lnTo>
                <a:lnTo>
                  <a:pt x="2072297" y="631672"/>
                </a:lnTo>
                <a:close/>
              </a:path>
            </a:pathLst>
          </a:custGeom>
          <a:solidFill>
            <a:srgbClr val="4D77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85124" y="1226418"/>
            <a:ext cx="2072639" cy="645160"/>
          </a:xfrm>
          <a:custGeom>
            <a:avLst/>
            <a:gdLst/>
            <a:ahLst/>
            <a:cxnLst/>
            <a:rect l="l" t="t" r="r" b="b"/>
            <a:pathLst>
              <a:path w="2072640" h="645160">
                <a:moveTo>
                  <a:pt x="2071013" y="643935"/>
                </a:moveTo>
                <a:lnTo>
                  <a:pt x="2069903" y="643935"/>
                </a:lnTo>
                <a:lnTo>
                  <a:pt x="2069903" y="16936"/>
                </a:lnTo>
                <a:lnTo>
                  <a:pt x="43885" y="16936"/>
                </a:lnTo>
                <a:lnTo>
                  <a:pt x="32884" y="16705"/>
                </a:lnTo>
                <a:lnTo>
                  <a:pt x="11179" y="15789"/>
                </a:lnTo>
                <a:lnTo>
                  <a:pt x="400" y="15729"/>
                </a:lnTo>
                <a:lnTo>
                  <a:pt x="2063409" y="0"/>
                </a:lnTo>
                <a:lnTo>
                  <a:pt x="2068909" y="675"/>
                </a:lnTo>
                <a:lnTo>
                  <a:pt x="2071549" y="61018"/>
                </a:lnTo>
                <a:lnTo>
                  <a:pt x="2072123" y="113242"/>
                </a:lnTo>
                <a:lnTo>
                  <a:pt x="2072466" y="165469"/>
                </a:lnTo>
                <a:lnTo>
                  <a:pt x="2072622" y="217699"/>
                </a:lnTo>
                <a:lnTo>
                  <a:pt x="2072546" y="322174"/>
                </a:lnTo>
                <a:lnTo>
                  <a:pt x="2072238" y="426674"/>
                </a:lnTo>
                <a:lnTo>
                  <a:pt x="2072105" y="478936"/>
                </a:lnTo>
                <a:lnTo>
                  <a:pt x="2072095" y="583489"/>
                </a:lnTo>
                <a:lnTo>
                  <a:pt x="2072270" y="627336"/>
                </a:lnTo>
                <a:lnTo>
                  <a:pt x="2072378" y="641656"/>
                </a:lnTo>
                <a:lnTo>
                  <a:pt x="2071013" y="643935"/>
                </a:lnTo>
                <a:close/>
              </a:path>
              <a:path w="2072640" h="645160">
                <a:moveTo>
                  <a:pt x="375658" y="644914"/>
                </a:moveTo>
                <a:lnTo>
                  <a:pt x="369986" y="644241"/>
                </a:lnTo>
                <a:lnTo>
                  <a:pt x="368568" y="641656"/>
                </a:lnTo>
                <a:lnTo>
                  <a:pt x="368612" y="631260"/>
                </a:lnTo>
                <a:lnTo>
                  <a:pt x="368675" y="630041"/>
                </a:lnTo>
                <a:lnTo>
                  <a:pt x="368992" y="627336"/>
                </a:lnTo>
                <a:lnTo>
                  <a:pt x="372980" y="631260"/>
                </a:lnTo>
                <a:lnTo>
                  <a:pt x="370580" y="635489"/>
                </a:lnTo>
                <a:lnTo>
                  <a:pt x="370580" y="643935"/>
                </a:lnTo>
                <a:lnTo>
                  <a:pt x="373374" y="644545"/>
                </a:lnTo>
                <a:lnTo>
                  <a:pt x="2068348" y="644545"/>
                </a:lnTo>
                <a:lnTo>
                  <a:pt x="2065536" y="644849"/>
                </a:lnTo>
                <a:lnTo>
                  <a:pt x="388131" y="644849"/>
                </a:lnTo>
                <a:lnTo>
                  <a:pt x="375658" y="644914"/>
                </a:lnTo>
                <a:close/>
              </a:path>
              <a:path w="2072640" h="645160">
                <a:moveTo>
                  <a:pt x="2068348" y="644545"/>
                </a:moveTo>
                <a:lnTo>
                  <a:pt x="373374" y="644545"/>
                </a:lnTo>
                <a:lnTo>
                  <a:pt x="380155" y="643935"/>
                </a:lnTo>
                <a:lnTo>
                  <a:pt x="2069903" y="643935"/>
                </a:lnTo>
                <a:lnTo>
                  <a:pt x="2069903" y="644376"/>
                </a:lnTo>
                <a:lnTo>
                  <a:pt x="2068348" y="644545"/>
                </a:lnTo>
                <a:close/>
              </a:path>
              <a:path w="2072640" h="645160">
                <a:moveTo>
                  <a:pt x="2069903" y="645141"/>
                </a:moveTo>
                <a:lnTo>
                  <a:pt x="2069903" y="644376"/>
                </a:lnTo>
                <a:lnTo>
                  <a:pt x="2070808" y="644278"/>
                </a:lnTo>
                <a:lnTo>
                  <a:pt x="2071013" y="643935"/>
                </a:lnTo>
                <a:lnTo>
                  <a:pt x="2071897" y="643935"/>
                </a:lnTo>
                <a:lnTo>
                  <a:pt x="2069903" y="645141"/>
                </a:lnTo>
                <a:close/>
              </a:path>
              <a:path w="2072640" h="645160">
                <a:moveTo>
                  <a:pt x="2064899" y="644918"/>
                </a:moveTo>
                <a:lnTo>
                  <a:pt x="2051958" y="644849"/>
                </a:lnTo>
                <a:lnTo>
                  <a:pt x="2065536" y="644849"/>
                </a:lnTo>
                <a:lnTo>
                  <a:pt x="2064899" y="644918"/>
                </a:lnTo>
                <a:close/>
              </a:path>
            </a:pathLst>
          </a:custGeom>
          <a:solidFill>
            <a:srgbClr val="3654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121449" y="1177848"/>
            <a:ext cx="0" cy="726440"/>
          </a:xfrm>
          <a:custGeom>
            <a:avLst/>
            <a:gdLst/>
            <a:ahLst/>
            <a:cxnLst/>
            <a:rect l="l" t="t" r="r" b="b"/>
            <a:pathLst>
              <a:path w="0" h="726439">
                <a:moveTo>
                  <a:pt x="0" y="0"/>
                </a:moveTo>
                <a:lnTo>
                  <a:pt x="0" y="726020"/>
                </a:lnTo>
              </a:path>
            </a:pathLst>
          </a:custGeom>
          <a:ln w="21945">
            <a:solidFill>
              <a:srgbClr val="7957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19510" y="1183894"/>
            <a:ext cx="0" cy="726440"/>
          </a:xfrm>
          <a:custGeom>
            <a:avLst/>
            <a:gdLst/>
            <a:ahLst/>
            <a:cxnLst/>
            <a:rect l="l" t="t" r="r" b="b"/>
            <a:pathLst>
              <a:path w="0" h="726439">
                <a:moveTo>
                  <a:pt x="0" y="0"/>
                </a:moveTo>
                <a:lnTo>
                  <a:pt x="0" y="726008"/>
                </a:lnTo>
              </a:path>
            </a:pathLst>
          </a:custGeom>
          <a:ln w="21945">
            <a:solidFill>
              <a:srgbClr val="7957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652094" y="1226807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↓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329897" y="1296301"/>
            <a:ext cx="1362862" cy="4924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2658" y="5133276"/>
            <a:ext cx="2249170" cy="760095"/>
          </a:xfrm>
          <a:custGeom>
            <a:avLst/>
            <a:gdLst/>
            <a:ahLst/>
            <a:cxnLst/>
            <a:rect l="l" t="t" r="r" b="b"/>
            <a:pathLst>
              <a:path w="2249170" h="760095">
                <a:moveTo>
                  <a:pt x="2246690" y="685"/>
                </a:moveTo>
                <a:lnTo>
                  <a:pt x="37666" y="685"/>
                </a:lnTo>
                <a:lnTo>
                  <a:pt x="105308" y="304"/>
                </a:lnTo>
                <a:lnTo>
                  <a:pt x="2235047" y="304"/>
                </a:lnTo>
                <a:lnTo>
                  <a:pt x="2245423" y="0"/>
                </a:lnTo>
                <a:lnTo>
                  <a:pt x="2246690" y="685"/>
                </a:lnTo>
                <a:close/>
              </a:path>
              <a:path w="2249170" h="760095">
                <a:moveTo>
                  <a:pt x="2245017" y="759523"/>
                </a:moveTo>
                <a:lnTo>
                  <a:pt x="3987" y="759523"/>
                </a:lnTo>
                <a:lnTo>
                  <a:pt x="0" y="758316"/>
                </a:lnTo>
                <a:lnTo>
                  <a:pt x="800" y="752576"/>
                </a:lnTo>
                <a:lnTo>
                  <a:pt x="1262" y="746840"/>
                </a:lnTo>
                <a:lnTo>
                  <a:pt x="1500" y="739036"/>
                </a:lnTo>
                <a:lnTo>
                  <a:pt x="1472" y="496511"/>
                </a:lnTo>
                <a:lnTo>
                  <a:pt x="1298" y="365196"/>
                </a:lnTo>
                <a:lnTo>
                  <a:pt x="961" y="202800"/>
                </a:lnTo>
                <a:lnTo>
                  <a:pt x="558" y="55926"/>
                </a:lnTo>
                <a:lnTo>
                  <a:pt x="406" y="8153"/>
                </a:lnTo>
                <a:lnTo>
                  <a:pt x="406" y="2717"/>
                </a:lnTo>
                <a:lnTo>
                  <a:pt x="1993" y="304"/>
                </a:lnTo>
                <a:lnTo>
                  <a:pt x="15163" y="609"/>
                </a:lnTo>
                <a:lnTo>
                  <a:pt x="2246690" y="685"/>
                </a:lnTo>
                <a:lnTo>
                  <a:pt x="2248217" y="1511"/>
                </a:lnTo>
                <a:lnTo>
                  <a:pt x="2248122" y="59167"/>
                </a:lnTo>
                <a:lnTo>
                  <a:pt x="2248223" y="597161"/>
                </a:lnTo>
                <a:lnTo>
                  <a:pt x="2248316" y="671119"/>
                </a:lnTo>
                <a:lnTo>
                  <a:pt x="2248383" y="700613"/>
                </a:lnTo>
                <a:lnTo>
                  <a:pt x="2248514" y="730382"/>
                </a:lnTo>
                <a:lnTo>
                  <a:pt x="2248611" y="758316"/>
                </a:lnTo>
                <a:lnTo>
                  <a:pt x="2245017" y="759523"/>
                </a:lnTo>
                <a:close/>
              </a:path>
            </a:pathLst>
          </a:custGeom>
          <a:solidFill>
            <a:srgbClr val="04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6222" y="5138711"/>
            <a:ext cx="2221865" cy="733425"/>
          </a:xfrm>
          <a:custGeom>
            <a:avLst/>
            <a:gdLst/>
            <a:ahLst/>
            <a:cxnLst/>
            <a:rect l="l" t="t" r="r" b="b"/>
            <a:pathLst>
              <a:path w="2221865" h="733425">
                <a:moveTo>
                  <a:pt x="2221484" y="1206"/>
                </a:moveTo>
                <a:lnTo>
                  <a:pt x="2220290" y="1206"/>
                </a:lnTo>
                <a:lnTo>
                  <a:pt x="2220290" y="0"/>
                </a:lnTo>
                <a:lnTo>
                  <a:pt x="2221484" y="1206"/>
                </a:lnTo>
                <a:close/>
              </a:path>
              <a:path w="2221865" h="733425">
                <a:moveTo>
                  <a:pt x="18351" y="733259"/>
                </a:moveTo>
                <a:lnTo>
                  <a:pt x="11569" y="733259"/>
                </a:lnTo>
                <a:lnTo>
                  <a:pt x="5181" y="732955"/>
                </a:lnTo>
                <a:lnTo>
                  <a:pt x="800" y="730237"/>
                </a:lnTo>
                <a:lnTo>
                  <a:pt x="457" y="728040"/>
                </a:lnTo>
                <a:lnTo>
                  <a:pt x="330" y="725817"/>
                </a:lnTo>
                <a:lnTo>
                  <a:pt x="303" y="365874"/>
                </a:lnTo>
                <a:lnTo>
                  <a:pt x="0" y="8153"/>
                </a:lnTo>
                <a:lnTo>
                  <a:pt x="0" y="3022"/>
                </a:lnTo>
                <a:lnTo>
                  <a:pt x="1993" y="1206"/>
                </a:lnTo>
                <a:lnTo>
                  <a:pt x="2220290" y="1206"/>
                </a:lnTo>
                <a:lnTo>
                  <a:pt x="2220290" y="722693"/>
                </a:lnTo>
                <a:lnTo>
                  <a:pt x="2219883" y="724801"/>
                </a:lnTo>
                <a:lnTo>
                  <a:pt x="2219883" y="728433"/>
                </a:lnTo>
                <a:lnTo>
                  <a:pt x="2212322" y="729428"/>
                </a:lnTo>
                <a:lnTo>
                  <a:pt x="2105064" y="729428"/>
                </a:lnTo>
                <a:lnTo>
                  <a:pt x="2095627" y="729557"/>
                </a:lnTo>
                <a:lnTo>
                  <a:pt x="2091336" y="729668"/>
                </a:lnTo>
                <a:lnTo>
                  <a:pt x="1262054" y="729668"/>
                </a:lnTo>
                <a:lnTo>
                  <a:pt x="74193" y="732358"/>
                </a:lnTo>
                <a:lnTo>
                  <a:pt x="32404" y="733160"/>
                </a:lnTo>
                <a:lnTo>
                  <a:pt x="18351" y="733259"/>
                </a:lnTo>
                <a:close/>
              </a:path>
              <a:path w="2221865" h="733425">
                <a:moveTo>
                  <a:pt x="2137077" y="729892"/>
                </a:moveTo>
                <a:lnTo>
                  <a:pt x="2114575" y="729640"/>
                </a:lnTo>
                <a:lnTo>
                  <a:pt x="2105064" y="729428"/>
                </a:lnTo>
                <a:lnTo>
                  <a:pt x="2212322" y="729428"/>
                </a:lnTo>
                <a:lnTo>
                  <a:pt x="2210714" y="729640"/>
                </a:lnTo>
                <a:lnTo>
                  <a:pt x="2204732" y="729640"/>
                </a:lnTo>
                <a:lnTo>
                  <a:pt x="2137077" y="729892"/>
                </a:lnTo>
                <a:close/>
              </a:path>
              <a:path w="2221865" h="733425">
                <a:moveTo>
                  <a:pt x="2076678" y="729932"/>
                </a:moveTo>
                <a:lnTo>
                  <a:pt x="1262054" y="729668"/>
                </a:lnTo>
                <a:lnTo>
                  <a:pt x="2091336" y="729668"/>
                </a:lnTo>
                <a:lnTo>
                  <a:pt x="2086189" y="729801"/>
                </a:lnTo>
                <a:lnTo>
                  <a:pt x="2076678" y="729932"/>
                </a:lnTo>
                <a:close/>
              </a:path>
            </a:pathLst>
          </a:custGeom>
          <a:solidFill>
            <a:srgbClr val="AC7B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7022" y="5865329"/>
            <a:ext cx="2221230" cy="21590"/>
          </a:xfrm>
          <a:custGeom>
            <a:avLst/>
            <a:gdLst/>
            <a:ahLst/>
            <a:cxnLst/>
            <a:rect l="l" t="t" r="r" b="b"/>
            <a:pathLst>
              <a:path w="2221230" h="21589">
                <a:moveTo>
                  <a:pt x="2219807" y="1574"/>
                </a:moveTo>
                <a:lnTo>
                  <a:pt x="2209571" y="1574"/>
                </a:lnTo>
                <a:lnTo>
                  <a:pt x="2214854" y="1155"/>
                </a:lnTo>
                <a:lnTo>
                  <a:pt x="2219883" y="0"/>
                </a:lnTo>
                <a:lnTo>
                  <a:pt x="2219807" y="1574"/>
                </a:lnTo>
                <a:close/>
              </a:path>
              <a:path w="2221230" h="21589">
                <a:moveTo>
                  <a:pt x="2219760" y="2552"/>
                </a:moveTo>
                <a:lnTo>
                  <a:pt x="557764" y="2552"/>
                </a:lnTo>
                <a:lnTo>
                  <a:pt x="872197" y="1130"/>
                </a:lnTo>
                <a:lnTo>
                  <a:pt x="2204326" y="1206"/>
                </a:lnTo>
                <a:lnTo>
                  <a:pt x="2209571" y="1574"/>
                </a:lnTo>
                <a:lnTo>
                  <a:pt x="2219807" y="1574"/>
                </a:lnTo>
                <a:lnTo>
                  <a:pt x="2219760" y="2552"/>
                </a:lnTo>
                <a:close/>
              </a:path>
              <a:path w="2221230" h="21589">
                <a:moveTo>
                  <a:pt x="2219700" y="3810"/>
                </a:moveTo>
                <a:lnTo>
                  <a:pt x="172073" y="3810"/>
                </a:lnTo>
                <a:lnTo>
                  <a:pt x="401145" y="2458"/>
                </a:lnTo>
                <a:lnTo>
                  <a:pt x="2219760" y="2552"/>
                </a:lnTo>
                <a:lnTo>
                  <a:pt x="2219700" y="3810"/>
                </a:lnTo>
                <a:close/>
              </a:path>
              <a:path w="2221230" h="21589">
                <a:moveTo>
                  <a:pt x="2217496" y="21437"/>
                </a:moveTo>
                <a:lnTo>
                  <a:pt x="2387" y="21437"/>
                </a:lnTo>
                <a:lnTo>
                  <a:pt x="0" y="20231"/>
                </a:lnTo>
                <a:lnTo>
                  <a:pt x="800" y="14185"/>
                </a:lnTo>
                <a:lnTo>
                  <a:pt x="393" y="8153"/>
                </a:lnTo>
                <a:lnTo>
                  <a:pt x="800" y="3619"/>
                </a:lnTo>
                <a:lnTo>
                  <a:pt x="9910" y="4702"/>
                </a:lnTo>
                <a:lnTo>
                  <a:pt x="19245" y="5018"/>
                </a:lnTo>
                <a:lnTo>
                  <a:pt x="2219642" y="5018"/>
                </a:lnTo>
                <a:lnTo>
                  <a:pt x="2219744" y="11074"/>
                </a:lnTo>
                <a:lnTo>
                  <a:pt x="2220683" y="20523"/>
                </a:lnTo>
                <a:lnTo>
                  <a:pt x="2217496" y="21437"/>
                </a:lnTo>
                <a:close/>
              </a:path>
              <a:path w="2221230" h="21589">
                <a:moveTo>
                  <a:pt x="2219642" y="5018"/>
                </a:moveTo>
                <a:lnTo>
                  <a:pt x="19245" y="5018"/>
                </a:lnTo>
                <a:lnTo>
                  <a:pt x="99326" y="3619"/>
                </a:lnTo>
                <a:lnTo>
                  <a:pt x="2219700" y="3810"/>
                </a:lnTo>
                <a:lnTo>
                  <a:pt x="2219642" y="5018"/>
                </a:lnTo>
                <a:close/>
              </a:path>
            </a:pathLst>
          </a:custGeom>
          <a:solidFill>
            <a:srgbClr val="7957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7416" y="5135092"/>
            <a:ext cx="2218055" cy="19050"/>
          </a:xfrm>
          <a:custGeom>
            <a:avLst/>
            <a:gdLst/>
            <a:ahLst/>
            <a:cxnLst/>
            <a:rect l="l" t="t" r="r" b="b"/>
            <a:pathLst>
              <a:path w="2218055" h="19050">
                <a:moveTo>
                  <a:pt x="2198751" y="16598"/>
                </a:moveTo>
                <a:lnTo>
                  <a:pt x="0" y="16598"/>
                </a:lnTo>
                <a:lnTo>
                  <a:pt x="529" y="7002"/>
                </a:lnTo>
                <a:lnTo>
                  <a:pt x="4238" y="2074"/>
                </a:lnTo>
                <a:lnTo>
                  <a:pt x="14305" y="259"/>
                </a:lnTo>
                <a:lnTo>
                  <a:pt x="33909" y="0"/>
                </a:lnTo>
                <a:lnTo>
                  <a:pt x="154381" y="0"/>
                </a:lnTo>
                <a:lnTo>
                  <a:pt x="1213923" y="1187"/>
                </a:lnTo>
                <a:lnTo>
                  <a:pt x="2149057" y="3441"/>
                </a:lnTo>
                <a:lnTo>
                  <a:pt x="2197950" y="3619"/>
                </a:lnTo>
                <a:lnTo>
                  <a:pt x="2217902" y="3924"/>
                </a:lnTo>
                <a:lnTo>
                  <a:pt x="2217902" y="15087"/>
                </a:lnTo>
                <a:lnTo>
                  <a:pt x="2217666" y="16141"/>
                </a:lnTo>
                <a:lnTo>
                  <a:pt x="2205177" y="16141"/>
                </a:lnTo>
                <a:lnTo>
                  <a:pt x="2198751" y="16598"/>
                </a:lnTo>
                <a:close/>
              </a:path>
              <a:path w="2218055" h="19050">
                <a:moveTo>
                  <a:pt x="1213923" y="1187"/>
                </a:moveTo>
                <a:lnTo>
                  <a:pt x="602360" y="1187"/>
                </a:lnTo>
                <a:lnTo>
                  <a:pt x="1000371" y="890"/>
                </a:lnTo>
                <a:lnTo>
                  <a:pt x="1213923" y="1187"/>
                </a:lnTo>
                <a:close/>
              </a:path>
              <a:path w="2218055" h="19050">
                <a:moveTo>
                  <a:pt x="2149057" y="3441"/>
                </a:moveTo>
                <a:lnTo>
                  <a:pt x="2002378" y="3441"/>
                </a:lnTo>
                <a:lnTo>
                  <a:pt x="2100164" y="3392"/>
                </a:lnTo>
                <a:lnTo>
                  <a:pt x="2149057" y="3441"/>
                </a:lnTo>
                <a:close/>
              </a:path>
              <a:path w="2218055" h="19050">
                <a:moveTo>
                  <a:pt x="2217496" y="19011"/>
                </a:moveTo>
                <a:lnTo>
                  <a:pt x="2211641" y="16979"/>
                </a:lnTo>
                <a:lnTo>
                  <a:pt x="2205177" y="16141"/>
                </a:lnTo>
                <a:lnTo>
                  <a:pt x="2217666" y="16141"/>
                </a:lnTo>
                <a:lnTo>
                  <a:pt x="2217564" y="16598"/>
                </a:lnTo>
                <a:lnTo>
                  <a:pt x="2217496" y="19011"/>
                </a:lnTo>
                <a:close/>
              </a:path>
            </a:pathLst>
          </a:custGeom>
          <a:solidFill>
            <a:srgbClr val="7957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2064" y="5179885"/>
            <a:ext cx="2105025" cy="660400"/>
          </a:xfrm>
          <a:custGeom>
            <a:avLst/>
            <a:gdLst/>
            <a:ahLst/>
            <a:cxnLst/>
            <a:rect l="l" t="t" r="r" b="b"/>
            <a:pathLst>
              <a:path w="2105025" h="660400">
                <a:moveTo>
                  <a:pt x="2102612" y="660082"/>
                </a:moveTo>
                <a:lnTo>
                  <a:pt x="2094636" y="659777"/>
                </a:lnTo>
                <a:lnTo>
                  <a:pt x="4787" y="659777"/>
                </a:lnTo>
                <a:lnTo>
                  <a:pt x="4859" y="387239"/>
                </a:lnTo>
                <a:lnTo>
                  <a:pt x="5071" y="122848"/>
                </a:lnTo>
                <a:lnTo>
                  <a:pt x="5194" y="12255"/>
                </a:lnTo>
                <a:lnTo>
                  <a:pt x="0" y="6527"/>
                </a:lnTo>
                <a:lnTo>
                  <a:pt x="9982" y="1993"/>
                </a:lnTo>
                <a:lnTo>
                  <a:pt x="13982" y="622"/>
                </a:lnTo>
                <a:lnTo>
                  <a:pt x="18351" y="0"/>
                </a:lnTo>
                <a:lnTo>
                  <a:pt x="22745" y="177"/>
                </a:lnTo>
                <a:lnTo>
                  <a:pt x="2089048" y="177"/>
                </a:lnTo>
                <a:lnTo>
                  <a:pt x="2104828" y="130594"/>
                </a:lnTo>
                <a:lnTo>
                  <a:pt x="2104961" y="230212"/>
                </a:lnTo>
                <a:lnTo>
                  <a:pt x="2104961" y="429450"/>
                </a:lnTo>
                <a:lnTo>
                  <a:pt x="2104828" y="529069"/>
                </a:lnTo>
                <a:lnTo>
                  <a:pt x="2104605" y="628688"/>
                </a:lnTo>
                <a:lnTo>
                  <a:pt x="2104544" y="635258"/>
                </a:lnTo>
                <a:lnTo>
                  <a:pt x="2104273" y="648388"/>
                </a:lnTo>
                <a:lnTo>
                  <a:pt x="2104212" y="654951"/>
                </a:lnTo>
                <a:lnTo>
                  <a:pt x="2104605" y="658279"/>
                </a:lnTo>
                <a:lnTo>
                  <a:pt x="2102612" y="660082"/>
                </a:lnTo>
                <a:close/>
              </a:path>
            </a:pathLst>
          </a:custGeom>
          <a:solidFill>
            <a:srgbClr val="05010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1215" y="5201958"/>
            <a:ext cx="2074545" cy="631825"/>
          </a:xfrm>
          <a:custGeom>
            <a:avLst/>
            <a:gdLst/>
            <a:ahLst/>
            <a:cxnLst/>
            <a:rect l="l" t="t" r="r" b="b"/>
            <a:pathLst>
              <a:path w="2074545" h="631825">
                <a:moveTo>
                  <a:pt x="173126" y="631367"/>
                </a:moveTo>
                <a:lnTo>
                  <a:pt x="2793" y="631367"/>
                </a:lnTo>
                <a:lnTo>
                  <a:pt x="0" y="630161"/>
                </a:lnTo>
                <a:lnTo>
                  <a:pt x="800" y="627151"/>
                </a:lnTo>
                <a:lnTo>
                  <a:pt x="776" y="6489"/>
                </a:lnTo>
                <a:lnTo>
                  <a:pt x="863" y="4762"/>
                </a:lnTo>
                <a:lnTo>
                  <a:pt x="1193" y="2260"/>
                </a:lnTo>
                <a:lnTo>
                  <a:pt x="5473" y="533"/>
                </a:lnTo>
                <a:lnTo>
                  <a:pt x="10414" y="0"/>
                </a:lnTo>
                <a:lnTo>
                  <a:pt x="15163" y="749"/>
                </a:lnTo>
                <a:lnTo>
                  <a:pt x="25867" y="1224"/>
                </a:lnTo>
                <a:lnTo>
                  <a:pt x="36501" y="1392"/>
                </a:lnTo>
                <a:lnTo>
                  <a:pt x="2058924" y="1392"/>
                </a:lnTo>
                <a:lnTo>
                  <a:pt x="2069109" y="1955"/>
                </a:lnTo>
                <a:lnTo>
                  <a:pt x="2072690" y="3162"/>
                </a:lnTo>
                <a:lnTo>
                  <a:pt x="2072297" y="6489"/>
                </a:lnTo>
                <a:lnTo>
                  <a:pt x="2072171" y="7289"/>
                </a:lnTo>
                <a:lnTo>
                  <a:pt x="2072297" y="610844"/>
                </a:lnTo>
                <a:lnTo>
                  <a:pt x="366598" y="610844"/>
                </a:lnTo>
                <a:lnTo>
                  <a:pt x="360603" y="611454"/>
                </a:lnTo>
                <a:lnTo>
                  <a:pt x="202641" y="611454"/>
                </a:lnTo>
                <a:lnTo>
                  <a:pt x="197459" y="612952"/>
                </a:lnTo>
                <a:lnTo>
                  <a:pt x="197459" y="619302"/>
                </a:lnTo>
                <a:lnTo>
                  <a:pt x="197053" y="619302"/>
                </a:lnTo>
                <a:lnTo>
                  <a:pt x="197053" y="620204"/>
                </a:lnTo>
                <a:lnTo>
                  <a:pt x="195786" y="626406"/>
                </a:lnTo>
                <a:lnTo>
                  <a:pt x="192871" y="629748"/>
                </a:lnTo>
                <a:lnTo>
                  <a:pt x="186066" y="631109"/>
                </a:lnTo>
                <a:lnTo>
                  <a:pt x="173126" y="631367"/>
                </a:lnTo>
                <a:close/>
              </a:path>
              <a:path w="2074545" h="631825">
                <a:moveTo>
                  <a:pt x="2058924" y="1392"/>
                </a:moveTo>
                <a:lnTo>
                  <a:pt x="36501" y="1392"/>
                </a:lnTo>
                <a:lnTo>
                  <a:pt x="57848" y="1358"/>
                </a:lnTo>
                <a:lnTo>
                  <a:pt x="2042375" y="1358"/>
                </a:lnTo>
                <a:lnTo>
                  <a:pt x="2049424" y="1155"/>
                </a:lnTo>
                <a:lnTo>
                  <a:pt x="2056485" y="1257"/>
                </a:lnTo>
                <a:lnTo>
                  <a:pt x="2058924" y="1392"/>
                </a:lnTo>
                <a:close/>
              </a:path>
              <a:path w="2074545" h="631825">
                <a:moveTo>
                  <a:pt x="2072297" y="630770"/>
                </a:moveTo>
                <a:lnTo>
                  <a:pt x="370937" y="630770"/>
                </a:lnTo>
                <a:lnTo>
                  <a:pt x="370768" y="627151"/>
                </a:lnTo>
                <a:lnTo>
                  <a:pt x="370684" y="622617"/>
                </a:lnTo>
                <a:lnTo>
                  <a:pt x="371071" y="620204"/>
                </a:lnTo>
                <a:lnTo>
                  <a:pt x="371050" y="619302"/>
                </a:lnTo>
                <a:lnTo>
                  <a:pt x="370840" y="616712"/>
                </a:lnTo>
                <a:lnTo>
                  <a:pt x="369785" y="613562"/>
                </a:lnTo>
                <a:lnTo>
                  <a:pt x="366598" y="610844"/>
                </a:lnTo>
                <a:lnTo>
                  <a:pt x="2072297" y="610844"/>
                </a:lnTo>
                <a:lnTo>
                  <a:pt x="2072297" y="630770"/>
                </a:lnTo>
                <a:close/>
              </a:path>
              <a:path w="2074545" h="631825">
                <a:moveTo>
                  <a:pt x="197459" y="622617"/>
                </a:moveTo>
                <a:lnTo>
                  <a:pt x="197053" y="619302"/>
                </a:lnTo>
                <a:lnTo>
                  <a:pt x="197459" y="619302"/>
                </a:lnTo>
                <a:lnTo>
                  <a:pt x="197459" y="622617"/>
                </a:lnTo>
                <a:close/>
              </a:path>
              <a:path w="2074545" h="631825">
                <a:moveTo>
                  <a:pt x="370979" y="631672"/>
                </a:moveTo>
                <a:lnTo>
                  <a:pt x="368592" y="630770"/>
                </a:lnTo>
                <a:lnTo>
                  <a:pt x="370937" y="630770"/>
                </a:lnTo>
                <a:lnTo>
                  <a:pt x="370979" y="631672"/>
                </a:lnTo>
                <a:close/>
              </a:path>
              <a:path w="2074545" h="631825">
                <a:moveTo>
                  <a:pt x="2072297" y="631672"/>
                </a:moveTo>
                <a:lnTo>
                  <a:pt x="2072297" y="630770"/>
                </a:lnTo>
                <a:lnTo>
                  <a:pt x="2074291" y="630770"/>
                </a:lnTo>
                <a:lnTo>
                  <a:pt x="2072297" y="631672"/>
                </a:lnTo>
                <a:close/>
              </a:path>
            </a:pathLst>
          </a:custGeom>
          <a:solidFill>
            <a:srgbClr val="4D77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2009" y="5188184"/>
            <a:ext cx="2072639" cy="645160"/>
          </a:xfrm>
          <a:custGeom>
            <a:avLst/>
            <a:gdLst/>
            <a:ahLst/>
            <a:cxnLst/>
            <a:rect l="l" t="t" r="r" b="b"/>
            <a:pathLst>
              <a:path w="2072639" h="645160">
                <a:moveTo>
                  <a:pt x="2071013" y="643935"/>
                </a:moveTo>
                <a:lnTo>
                  <a:pt x="2069903" y="643935"/>
                </a:lnTo>
                <a:lnTo>
                  <a:pt x="2069903" y="16936"/>
                </a:lnTo>
                <a:lnTo>
                  <a:pt x="43885" y="16936"/>
                </a:lnTo>
                <a:lnTo>
                  <a:pt x="32884" y="16705"/>
                </a:lnTo>
                <a:lnTo>
                  <a:pt x="11179" y="15789"/>
                </a:lnTo>
                <a:lnTo>
                  <a:pt x="400" y="15729"/>
                </a:lnTo>
                <a:lnTo>
                  <a:pt x="2063409" y="0"/>
                </a:lnTo>
                <a:lnTo>
                  <a:pt x="2068909" y="675"/>
                </a:lnTo>
                <a:lnTo>
                  <a:pt x="2071549" y="61018"/>
                </a:lnTo>
                <a:lnTo>
                  <a:pt x="2072123" y="113242"/>
                </a:lnTo>
                <a:lnTo>
                  <a:pt x="2072466" y="165469"/>
                </a:lnTo>
                <a:lnTo>
                  <a:pt x="2072622" y="217699"/>
                </a:lnTo>
                <a:lnTo>
                  <a:pt x="2072546" y="322174"/>
                </a:lnTo>
                <a:lnTo>
                  <a:pt x="2072238" y="426674"/>
                </a:lnTo>
                <a:lnTo>
                  <a:pt x="2072105" y="478936"/>
                </a:lnTo>
                <a:lnTo>
                  <a:pt x="2072095" y="583489"/>
                </a:lnTo>
                <a:lnTo>
                  <a:pt x="2072270" y="627336"/>
                </a:lnTo>
                <a:lnTo>
                  <a:pt x="2072378" y="641656"/>
                </a:lnTo>
                <a:lnTo>
                  <a:pt x="2071013" y="643935"/>
                </a:lnTo>
                <a:close/>
              </a:path>
              <a:path w="2072639" h="645160">
                <a:moveTo>
                  <a:pt x="375658" y="644914"/>
                </a:moveTo>
                <a:lnTo>
                  <a:pt x="369986" y="644241"/>
                </a:lnTo>
                <a:lnTo>
                  <a:pt x="368568" y="641656"/>
                </a:lnTo>
                <a:lnTo>
                  <a:pt x="368612" y="631260"/>
                </a:lnTo>
                <a:lnTo>
                  <a:pt x="368675" y="630041"/>
                </a:lnTo>
                <a:lnTo>
                  <a:pt x="368992" y="627336"/>
                </a:lnTo>
                <a:lnTo>
                  <a:pt x="372980" y="631260"/>
                </a:lnTo>
                <a:lnTo>
                  <a:pt x="370580" y="635489"/>
                </a:lnTo>
                <a:lnTo>
                  <a:pt x="370580" y="643935"/>
                </a:lnTo>
                <a:lnTo>
                  <a:pt x="373374" y="644545"/>
                </a:lnTo>
                <a:lnTo>
                  <a:pt x="2068348" y="644545"/>
                </a:lnTo>
                <a:lnTo>
                  <a:pt x="2065536" y="644849"/>
                </a:lnTo>
                <a:lnTo>
                  <a:pt x="388131" y="644849"/>
                </a:lnTo>
                <a:lnTo>
                  <a:pt x="375658" y="644914"/>
                </a:lnTo>
                <a:close/>
              </a:path>
              <a:path w="2072639" h="645160">
                <a:moveTo>
                  <a:pt x="2068348" y="644545"/>
                </a:moveTo>
                <a:lnTo>
                  <a:pt x="373374" y="644545"/>
                </a:lnTo>
                <a:lnTo>
                  <a:pt x="380155" y="643935"/>
                </a:lnTo>
                <a:lnTo>
                  <a:pt x="2069903" y="643935"/>
                </a:lnTo>
                <a:lnTo>
                  <a:pt x="2069903" y="644376"/>
                </a:lnTo>
                <a:lnTo>
                  <a:pt x="2068348" y="644545"/>
                </a:lnTo>
                <a:close/>
              </a:path>
              <a:path w="2072639" h="645160">
                <a:moveTo>
                  <a:pt x="2069903" y="645141"/>
                </a:moveTo>
                <a:lnTo>
                  <a:pt x="2069903" y="644376"/>
                </a:lnTo>
                <a:lnTo>
                  <a:pt x="2070808" y="644278"/>
                </a:lnTo>
                <a:lnTo>
                  <a:pt x="2071013" y="643935"/>
                </a:lnTo>
                <a:lnTo>
                  <a:pt x="2071897" y="643935"/>
                </a:lnTo>
                <a:lnTo>
                  <a:pt x="2069903" y="645141"/>
                </a:lnTo>
                <a:close/>
              </a:path>
              <a:path w="2072639" h="645160">
                <a:moveTo>
                  <a:pt x="2064899" y="644918"/>
                </a:moveTo>
                <a:lnTo>
                  <a:pt x="2051958" y="644849"/>
                </a:lnTo>
                <a:lnTo>
                  <a:pt x="2065536" y="644849"/>
                </a:lnTo>
                <a:lnTo>
                  <a:pt x="2064899" y="644918"/>
                </a:lnTo>
                <a:close/>
              </a:path>
            </a:pathLst>
          </a:custGeom>
          <a:solidFill>
            <a:srgbClr val="3654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518333" y="5139613"/>
            <a:ext cx="0" cy="726440"/>
          </a:xfrm>
          <a:custGeom>
            <a:avLst/>
            <a:gdLst/>
            <a:ahLst/>
            <a:cxnLst/>
            <a:rect l="l" t="t" r="r" b="b"/>
            <a:pathLst>
              <a:path w="0" h="726439">
                <a:moveTo>
                  <a:pt x="0" y="0"/>
                </a:moveTo>
                <a:lnTo>
                  <a:pt x="0" y="726020"/>
                </a:lnTo>
              </a:path>
            </a:pathLst>
          </a:custGeom>
          <a:ln w="21945">
            <a:solidFill>
              <a:srgbClr val="7957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16395" y="5145659"/>
            <a:ext cx="0" cy="726440"/>
          </a:xfrm>
          <a:custGeom>
            <a:avLst/>
            <a:gdLst/>
            <a:ahLst/>
            <a:cxnLst/>
            <a:rect l="l" t="t" r="r" b="b"/>
            <a:pathLst>
              <a:path w="0" h="726439">
                <a:moveTo>
                  <a:pt x="0" y="0"/>
                </a:moveTo>
                <a:lnTo>
                  <a:pt x="0" y="726008"/>
                </a:lnTo>
              </a:path>
            </a:pathLst>
          </a:custGeom>
          <a:ln w="21945">
            <a:solidFill>
              <a:srgbClr val="7957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048979" y="5188572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Times New Roman"/>
                <a:cs typeface="Times New Roman"/>
              </a:rPr>
              <a:t>↑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76109" y="5258066"/>
            <a:ext cx="1413522" cy="492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405204" y="3391534"/>
            <a:ext cx="1301115" cy="1749425"/>
          </a:xfrm>
          <a:custGeom>
            <a:avLst/>
            <a:gdLst/>
            <a:ahLst/>
            <a:cxnLst/>
            <a:rect l="l" t="t" r="r" b="b"/>
            <a:pathLst>
              <a:path w="1301114" h="1749425">
                <a:moveTo>
                  <a:pt x="1192250" y="76200"/>
                </a:moveTo>
                <a:lnTo>
                  <a:pt x="1178217" y="63220"/>
                </a:lnTo>
                <a:lnTo>
                  <a:pt x="1178267" y="60223"/>
                </a:lnTo>
                <a:lnTo>
                  <a:pt x="1300530" y="0"/>
                </a:lnTo>
                <a:lnTo>
                  <a:pt x="1298961" y="14287"/>
                </a:lnTo>
                <a:lnTo>
                  <a:pt x="1272171" y="14287"/>
                </a:lnTo>
                <a:lnTo>
                  <a:pt x="1240722" y="56750"/>
                </a:lnTo>
                <a:lnTo>
                  <a:pt x="1198079" y="75044"/>
                </a:lnTo>
                <a:lnTo>
                  <a:pt x="1195235" y="75933"/>
                </a:lnTo>
                <a:lnTo>
                  <a:pt x="1192250" y="76200"/>
                </a:lnTo>
                <a:close/>
              </a:path>
              <a:path w="1301114" h="1749425">
                <a:moveTo>
                  <a:pt x="1240722" y="56750"/>
                </a:moveTo>
                <a:lnTo>
                  <a:pt x="1272171" y="14287"/>
                </a:lnTo>
                <a:lnTo>
                  <a:pt x="1281534" y="21221"/>
                </a:lnTo>
                <a:lnTo>
                  <a:pt x="1269453" y="21221"/>
                </a:lnTo>
                <a:lnTo>
                  <a:pt x="1266779" y="45572"/>
                </a:lnTo>
                <a:lnTo>
                  <a:pt x="1240722" y="56750"/>
                </a:lnTo>
                <a:close/>
              </a:path>
              <a:path w="1301114" h="1749425">
                <a:moveTo>
                  <a:pt x="1272755" y="135724"/>
                </a:moveTo>
                <a:lnTo>
                  <a:pt x="1258620" y="119875"/>
                </a:lnTo>
                <a:lnTo>
                  <a:pt x="1263685" y="73755"/>
                </a:lnTo>
                <a:lnTo>
                  <a:pt x="1295133" y="31292"/>
                </a:lnTo>
                <a:lnTo>
                  <a:pt x="1272171" y="14287"/>
                </a:lnTo>
                <a:lnTo>
                  <a:pt x="1298961" y="14287"/>
                </a:lnTo>
                <a:lnTo>
                  <a:pt x="1287017" y="122999"/>
                </a:lnTo>
                <a:lnTo>
                  <a:pt x="1275727" y="135432"/>
                </a:lnTo>
                <a:lnTo>
                  <a:pt x="1272755" y="135724"/>
                </a:lnTo>
                <a:close/>
              </a:path>
              <a:path w="1301114" h="1749425">
                <a:moveTo>
                  <a:pt x="1266779" y="45572"/>
                </a:moveTo>
                <a:lnTo>
                  <a:pt x="1269453" y="21221"/>
                </a:lnTo>
                <a:lnTo>
                  <a:pt x="1289291" y="35915"/>
                </a:lnTo>
                <a:lnTo>
                  <a:pt x="1266779" y="45572"/>
                </a:lnTo>
                <a:close/>
              </a:path>
              <a:path w="1301114" h="1749425">
                <a:moveTo>
                  <a:pt x="1263685" y="73755"/>
                </a:moveTo>
                <a:lnTo>
                  <a:pt x="1266779" y="45572"/>
                </a:lnTo>
                <a:lnTo>
                  <a:pt x="1289291" y="35915"/>
                </a:lnTo>
                <a:lnTo>
                  <a:pt x="1269453" y="21221"/>
                </a:lnTo>
                <a:lnTo>
                  <a:pt x="1281534" y="21221"/>
                </a:lnTo>
                <a:lnTo>
                  <a:pt x="1295133" y="31292"/>
                </a:lnTo>
                <a:lnTo>
                  <a:pt x="1263685" y="73755"/>
                </a:lnTo>
                <a:close/>
              </a:path>
              <a:path w="1301114" h="1749425">
                <a:moveTo>
                  <a:pt x="22961" y="1749043"/>
                </a:moveTo>
                <a:lnTo>
                  <a:pt x="0" y="1732026"/>
                </a:lnTo>
                <a:lnTo>
                  <a:pt x="1240722" y="56750"/>
                </a:lnTo>
                <a:lnTo>
                  <a:pt x="1266779" y="45572"/>
                </a:lnTo>
                <a:lnTo>
                  <a:pt x="1263685" y="73755"/>
                </a:lnTo>
                <a:lnTo>
                  <a:pt x="22961" y="17490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626360" y="2955925"/>
            <a:ext cx="186308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Times New Roman"/>
                <a:cs typeface="Times New Roman"/>
              </a:rPr>
              <a:t>i</a:t>
            </a:r>
            <a:r>
              <a:rPr dirty="0" sz="2800" spc="-5" b="1">
                <a:latin typeface="Times New Roman"/>
                <a:cs typeface="Times New Roman"/>
              </a:rPr>
              <a:t>↑</a:t>
            </a:r>
            <a:r>
              <a:rPr dirty="0" sz="2800" spc="-350" b="1">
                <a:latin typeface="Times New Roman"/>
                <a:cs typeface="Times New Roman"/>
              </a:rPr>
              <a:t> </a:t>
            </a:r>
            <a:r>
              <a:rPr dirty="0" baseline="5952" sz="4200" spc="-7" b="1">
                <a:latin typeface="Times New Roman"/>
                <a:cs typeface="Times New Roman"/>
              </a:rPr>
              <a:t>→</a:t>
            </a:r>
            <a:r>
              <a:rPr dirty="0" baseline="5952" sz="4200" spc="-7" b="1" i="1">
                <a:latin typeface="Times New Roman"/>
                <a:cs typeface="Times New Roman"/>
              </a:rPr>
              <a:t>q</a:t>
            </a:r>
            <a:r>
              <a:rPr dirty="0" baseline="5952" sz="4200" spc="-7" b="1">
                <a:latin typeface="Times New Roman"/>
                <a:cs typeface="Times New Roman"/>
              </a:rPr>
              <a:t>↓</a:t>
            </a:r>
            <a:r>
              <a:rPr dirty="0" baseline="5952" sz="4200" spc="-52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华文中宋"/>
                <a:cs typeface="华文中宋"/>
              </a:rPr>
              <a:t>放</a:t>
            </a:r>
            <a:r>
              <a:rPr dirty="0" sz="2800" spc="-10" b="1">
                <a:latin typeface="华文中宋"/>
                <a:cs typeface="华文中宋"/>
              </a:rPr>
              <a:t>电</a:t>
            </a:r>
            <a:endParaRPr sz="2800">
              <a:latin typeface="华文中宋"/>
              <a:cs typeface="华文中宋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82927" y="1037589"/>
            <a:ext cx="619061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8305" algn="l"/>
                <a:tab pos="6176645" algn="l"/>
              </a:tabLst>
            </a:pPr>
            <a:r>
              <a:rPr dirty="0" u="heavy" sz="2800" spc="-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80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三、电磁振荡中的周期和频</a:t>
            </a:r>
            <a:r>
              <a:rPr dirty="0" u="heavy" sz="2800" spc="-1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率</a:t>
            </a:r>
            <a:r>
              <a:rPr dirty="0" u="heavy" sz="280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	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0405" y="1940560"/>
            <a:ext cx="6508115" cy="3630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周期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83820" marR="5080">
              <a:lnSpc>
                <a:spcPct val="100000"/>
              </a:lnSpc>
            </a:pPr>
            <a:r>
              <a:rPr dirty="0" sz="2800" b="1">
                <a:latin typeface="华文楷体"/>
                <a:cs typeface="华文楷体"/>
              </a:rPr>
              <a:t>电磁振荡完成一次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周期性变化</a:t>
            </a:r>
            <a:r>
              <a:rPr dirty="0" sz="2800" b="1">
                <a:latin typeface="华文楷体"/>
                <a:cs typeface="华文楷体"/>
              </a:rPr>
              <a:t>需要的时</a:t>
            </a:r>
            <a:r>
              <a:rPr dirty="0" sz="2800" spc="-5" b="1">
                <a:latin typeface="华文楷体"/>
                <a:cs typeface="华文楷体"/>
              </a:rPr>
              <a:t>间 </a:t>
            </a:r>
            <a:r>
              <a:rPr dirty="0" sz="2800" b="1">
                <a:latin typeface="华文楷体"/>
                <a:cs typeface="华文楷体"/>
              </a:rPr>
              <a:t>叫作周</a:t>
            </a:r>
            <a:r>
              <a:rPr dirty="0" sz="2800" spc="-10" b="1">
                <a:latin typeface="华文楷体"/>
                <a:cs typeface="华文楷体"/>
              </a:rPr>
              <a:t>期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频率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12700" marR="77470">
              <a:lnSpc>
                <a:spcPct val="100000"/>
              </a:lnSpc>
            </a:pPr>
            <a:r>
              <a:rPr dirty="0" sz="2800" b="1">
                <a:latin typeface="华文楷体"/>
                <a:cs typeface="华文楷体"/>
              </a:rPr>
              <a:t>电磁振荡完成周期性变化的次数与所用</a:t>
            </a:r>
            <a:r>
              <a:rPr dirty="0" sz="2800" spc="-5" b="1">
                <a:latin typeface="华文楷体"/>
                <a:cs typeface="华文楷体"/>
              </a:rPr>
              <a:t>时 </a:t>
            </a:r>
            <a:r>
              <a:rPr dirty="0" sz="2800" b="1">
                <a:latin typeface="华文楷体"/>
                <a:cs typeface="华文楷体"/>
              </a:rPr>
              <a:t>间之比叫作它的频率</a:t>
            </a:r>
            <a:r>
              <a:rPr dirty="0" sz="2800" spc="-10" b="1"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  <a:p>
            <a:pPr marL="12700" marR="77470">
              <a:lnSpc>
                <a:spcPct val="100000"/>
              </a:lnSpc>
            </a:pPr>
            <a:r>
              <a:rPr dirty="0" sz="2800" b="1">
                <a:latin typeface="华文楷体"/>
                <a:cs typeface="华文楷体"/>
              </a:rPr>
              <a:t>数值上等于单位时间内完成的周期性变</a:t>
            </a:r>
            <a:r>
              <a:rPr dirty="0" sz="2800" spc="-5" b="1">
                <a:latin typeface="华文楷体"/>
                <a:cs typeface="华文楷体"/>
              </a:rPr>
              <a:t>化 </a:t>
            </a:r>
            <a:r>
              <a:rPr dirty="0" sz="2800" b="1">
                <a:latin typeface="华文楷体"/>
                <a:cs typeface="华文楷体"/>
              </a:rPr>
              <a:t>的次数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9877" y="1949386"/>
            <a:ext cx="8009890" cy="85725"/>
          </a:xfrm>
          <a:custGeom>
            <a:avLst/>
            <a:gdLst/>
            <a:ahLst/>
            <a:cxnLst/>
            <a:rect l="l" t="t" r="r" b="b"/>
            <a:pathLst>
              <a:path w="8009890" h="85725">
                <a:moveTo>
                  <a:pt x="7923555" y="28572"/>
                </a:moveTo>
                <a:lnTo>
                  <a:pt x="7923542" y="0"/>
                </a:lnTo>
                <a:lnTo>
                  <a:pt x="7980735" y="28562"/>
                </a:lnTo>
                <a:lnTo>
                  <a:pt x="7923555" y="28572"/>
                </a:lnTo>
                <a:close/>
              </a:path>
              <a:path w="8009890" h="85725">
                <a:moveTo>
                  <a:pt x="7923568" y="57147"/>
                </a:moveTo>
                <a:lnTo>
                  <a:pt x="7923555" y="28572"/>
                </a:lnTo>
                <a:lnTo>
                  <a:pt x="7944993" y="28562"/>
                </a:lnTo>
                <a:lnTo>
                  <a:pt x="7945005" y="57137"/>
                </a:lnTo>
                <a:lnTo>
                  <a:pt x="7923568" y="57147"/>
                </a:lnTo>
                <a:close/>
              </a:path>
              <a:path w="8009890" h="85725">
                <a:moveTo>
                  <a:pt x="7923580" y="85725"/>
                </a:moveTo>
                <a:lnTo>
                  <a:pt x="7923568" y="57147"/>
                </a:lnTo>
                <a:lnTo>
                  <a:pt x="7945005" y="57137"/>
                </a:lnTo>
                <a:lnTo>
                  <a:pt x="7944993" y="28562"/>
                </a:lnTo>
                <a:lnTo>
                  <a:pt x="7980754" y="28572"/>
                </a:lnTo>
                <a:lnTo>
                  <a:pt x="8009293" y="42824"/>
                </a:lnTo>
                <a:lnTo>
                  <a:pt x="7923580" y="85725"/>
                </a:lnTo>
                <a:close/>
              </a:path>
              <a:path w="8009890" h="85725">
                <a:moveTo>
                  <a:pt x="12" y="60769"/>
                </a:moveTo>
                <a:lnTo>
                  <a:pt x="0" y="32194"/>
                </a:lnTo>
                <a:lnTo>
                  <a:pt x="7923555" y="28572"/>
                </a:lnTo>
                <a:lnTo>
                  <a:pt x="7923568" y="57147"/>
                </a:lnTo>
                <a:lnTo>
                  <a:pt x="12" y="6076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71893" y="989202"/>
            <a:ext cx="85725" cy="1733550"/>
          </a:xfrm>
          <a:custGeom>
            <a:avLst/>
            <a:gdLst/>
            <a:ahLst/>
            <a:cxnLst/>
            <a:rect l="l" t="t" r="r" b="b"/>
            <a:pathLst>
              <a:path w="85725" h="1733550">
                <a:moveTo>
                  <a:pt x="28577" y="85555"/>
                </a:moveTo>
                <a:lnTo>
                  <a:pt x="0" y="85217"/>
                </a:lnTo>
                <a:lnTo>
                  <a:pt x="43865" y="0"/>
                </a:lnTo>
                <a:lnTo>
                  <a:pt x="74992" y="64122"/>
                </a:lnTo>
                <a:lnTo>
                  <a:pt x="28828" y="64122"/>
                </a:lnTo>
                <a:lnTo>
                  <a:pt x="28577" y="85555"/>
                </a:lnTo>
                <a:close/>
              </a:path>
              <a:path w="85725" h="1733550">
                <a:moveTo>
                  <a:pt x="57152" y="85894"/>
                </a:moveTo>
                <a:lnTo>
                  <a:pt x="28577" y="85555"/>
                </a:lnTo>
                <a:lnTo>
                  <a:pt x="28828" y="64122"/>
                </a:lnTo>
                <a:lnTo>
                  <a:pt x="57404" y="64465"/>
                </a:lnTo>
                <a:lnTo>
                  <a:pt x="57152" y="85894"/>
                </a:lnTo>
                <a:close/>
              </a:path>
              <a:path w="85725" h="1733550">
                <a:moveTo>
                  <a:pt x="85724" y="86233"/>
                </a:moveTo>
                <a:lnTo>
                  <a:pt x="57152" y="85894"/>
                </a:lnTo>
                <a:lnTo>
                  <a:pt x="57404" y="64465"/>
                </a:lnTo>
                <a:lnTo>
                  <a:pt x="28828" y="64122"/>
                </a:lnTo>
                <a:lnTo>
                  <a:pt x="74992" y="64122"/>
                </a:lnTo>
                <a:lnTo>
                  <a:pt x="85724" y="86233"/>
                </a:lnTo>
                <a:close/>
              </a:path>
              <a:path w="85725" h="1733550">
                <a:moveTo>
                  <a:pt x="37833" y="1733092"/>
                </a:moveTo>
                <a:lnTo>
                  <a:pt x="9258" y="1732749"/>
                </a:lnTo>
                <a:lnTo>
                  <a:pt x="28577" y="85555"/>
                </a:lnTo>
                <a:lnTo>
                  <a:pt x="57152" y="85894"/>
                </a:lnTo>
                <a:lnTo>
                  <a:pt x="37833" y="173309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1817" y="198023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6FC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51664" y="1980247"/>
            <a:ext cx="1801495" cy="666750"/>
          </a:xfrm>
          <a:custGeom>
            <a:avLst/>
            <a:gdLst/>
            <a:ahLst/>
            <a:cxnLst/>
            <a:rect l="l" t="t" r="r" b="b"/>
            <a:pathLst>
              <a:path w="1801495" h="666750">
                <a:moveTo>
                  <a:pt x="1763832" y="49174"/>
                </a:moveTo>
                <a:lnTo>
                  <a:pt x="1713623" y="49174"/>
                </a:lnTo>
                <a:lnTo>
                  <a:pt x="1784692" y="0"/>
                </a:lnTo>
                <a:lnTo>
                  <a:pt x="1800948" y="23494"/>
                </a:lnTo>
                <a:lnTo>
                  <a:pt x="1763832" y="49174"/>
                </a:lnTo>
                <a:close/>
              </a:path>
              <a:path w="1801495" h="666750">
                <a:moveTo>
                  <a:pt x="1693117" y="97866"/>
                </a:moveTo>
                <a:lnTo>
                  <a:pt x="1642579" y="97866"/>
                </a:lnTo>
                <a:lnTo>
                  <a:pt x="1713674" y="49136"/>
                </a:lnTo>
                <a:lnTo>
                  <a:pt x="1763832" y="49174"/>
                </a:lnTo>
                <a:lnTo>
                  <a:pt x="1693117" y="97866"/>
                </a:lnTo>
                <a:close/>
              </a:path>
              <a:path w="1801495" h="666750">
                <a:moveTo>
                  <a:pt x="1622971" y="145618"/>
                </a:moveTo>
                <a:lnTo>
                  <a:pt x="1571548" y="145618"/>
                </a:lnTo>
                <a:lnTo>
                  <a:pt x="1607146" y="121831"/>
                </a:lnTo>
                <a:lnTo>
                  <a:pt x="1642643" y="97815"/>
                </a:lnTo>
                <a:lnTo>
                  <a:pt x="1693117" y="97866"/>
                </a:lnTo>
                <a:lnTo>
                  <a:pt x="1658076" y="121881"/>
                </a:lnTo>
                <a:lnTo>
                  <a:pt x="1622971" y="145618"/>
                </a:lnTo>
                <a:close/>
              </a:path>
              <a:path w="1801495" h="666750">
                <a:moveTo>
                  <a:pt x="1607070" y="121881"/>
                </a:moveTo>
                <a:close/>
              </a:path>
              <a:path w="1801495" h="666750">
                <a:moveTo>
                  <a:pt x="1571612" y="145575"/>
                </a:moveTo>
                <a:close/>
              </a:path>
              <a:path w="1801495" h="666750">
                <a:moveTo>
                  <a:pt x="1587955" y="169024"/>
                </a:moveTo>
                <a:lnTo>
                  <a:pt x="1536014" y="169024"/>
                </a:lnTo>
                <a:lnTo>
                  <a:pt x="1571612" y="145575"/>
                </a:lnTo>
                <a:lnTo>
                  <a:pt x="1622971" y="145618"/>
                </a:lnTo>
                <a:lnTo>
                  <a:pt x="1587955" y="169024"/>
                </a:lnTo>
                <a:close/>
              </a:path>
              <a:path w="1801495" h="666750">
                <a:moveTo>
                  <a:pt x="1553023" y="192036"/>
                </a:moveTo>
                <a:lnTo>
                  <a:pt x="1500454" y="192036"/>
                </a:lnTo>
                <a:lnTo>
                  <a:pt x="1536103" y="168960"/>
                </a:lnTo>
                <a:lnTo>
                  <a:pt x="1587955" y="169024"/>
                </a:lnTo>
                <a:lnTo>
                  <a:pt x="1553023" y="192036"/>
                </a:lnTo>
                <a:close/>
              </a:path>
              <a:path w="1801495" h="666750">
                <a:moveTo>
                  <a:pt x="1483465" y="236651"/>
                </a:moveTo>
                <a:lnTo>
                  <a:pt x="1429296" y="236651"/>
                </a:lnTo>
                <a:lnTo>
                  <a:pt x="1465008" y="214515"/>
                </a:lnTo>
                <a:lnTo>
                  <a:pt x="1500568" y="191960"/>
                </a:lnTo>
                <a:lnTo>
                  <a:pt x="1553023" y="192036"/>
                </a:lnTo>
                <a:lnTo>
                  <a:pt x="1515922" y="216065"/>
                </a:lnTo>
                <a:lnTo>
                  <a:pt x="1483465" y="236651"/>
                </a:lnTo>
                <a:close/>
              </a:path>
              <a:path w="1801495" h="666750">
                <a:moveTo>
                  <a:pt x="1464881" y="214591"/>
                </a:moveTo>
                <a:lnTo>
                  <a:pt x="1465008" y="214515"/>
                </a:lnTo>
                <a:lnTo>
                  <a:pt x="1464881" y="214591"/>
                </a:lnTo>
                <a:close/>
              </a:path>
              <a:path w="1801495" h="666750">
                <a:moveTo>
                  <a:pt x="1448840" y="258152"/>
                </a:moveTo>
                <a:lnTo>
                  <a:pt x="1393672" y="258152"/>
                </a:lnTo>
                <a:lnTo>
                  <a:pt x="1429435" y="236562"/>
                </a:lnTo>
                <a:lnTo>
                  <a:pt x="1429296" y="236651"/>
                </a:lnTo>
                <a:lnTo>
                  <a:pt x="1483465" y="236651"/>
                </a:lnTo>
                <a:lnTo>
                  <a:pt x="1480121" y="238772"/>
                </a:lnTo>
                <a:lnTo>
                  <a:pt x="1448840" y="258152"/>
                </a:lnTo>
                <a:close/>
              </a:path>
              <a:path w="1801495" h="666750">
                <a:moveTo>
                  <a:pt x="1414371" y="279031"/>
                </a:moveTo>
                <a:lnTo>
                  <a:pt x="1358023" y="279031"/>
                </a:lnTo>
                <a:lnTo>
                  <a:pt x="1358201" y="278930"/>
                </a:lnTo>
                <a:lnTo>
                  <a:pt x="1393837" y="258051"/>
                </a:lnTo>
                <a:lnTo>
                  <a:pt x="1393672" y="258152"/>
                </a:lnTo>
                <a:lnTo>
                  <a:pt x="1448840" y="258152"/>
                </a:lnTo>
                <a:lnTo>
                  <a:pt x="1444269" y="260984"/>
                </a:lnTo>
                <a:lnTo>
                  <a:pt x="1414371" y="279031"/>
                </a:lnTo>
                <a:close/>
              </a:path>
              <a:path w="1801495" h="666750">
                <a:moveTo>
                  <a:pt x="1358069" y="279004"/>
                </a:moveTo>
                <a:lnTo>
                  <a:pt x="1358197" y="278930"/>
                </a:lnTo>
                <a:lnTo>
                  <a:pt x="1358069" y="279004"/>
                </a:lnTo>
                <a:close/>
              </a:path>
              <a:path w="1801495" h="666750">
                <a:moveTo>
                  <a:pt x="1362983" y="309054"/>
                </a:moveTo>
                <a:lnTo>
                  <a:pt x="1304543" y="309054"/>
                </a:lnTo>
                <a:lnTo>
                  <a:pt x="1322489" y="299161"/>
                </a:lnTo>
                <a:lnTo>
                  <a:pt x="1358069" y="279004"/>
                </a:lnTo>
                <a:lnTo>
                  <a:pt x="1414371" y="279031"/>
                </a:lnTo>
                <a:lnTo>
                  <a:pt x="1408353" y="282663"/>
                </a:lnTo>
                <a:lnTo>
                  <a:pt x="1372374" y="303733"/>
                </a:lnTo>
                <a:lnTo>
                  <a:pt x="1362983" y="309054"/>
                </a:lnTo>
                <a:close/>
              </a:path>
              <a:path w="1801495" h="666750">
                <a:moveTo>
                  <a:pt x="1322349" y="299237"/>
                </a:moveTo>
                <a:lnTo>
                  <a:pt x="1322483" y="299161"/>
                </a:lnTo>
                <a:lnTo>
                  <a:pt x="1322349" y="299237"/>
                </a:lnTo>
                <a:close/>
              </a:path>
              <a:path w="1801495" h="666750">
                <a:moveTo>
                  <a:pt x="1345950" y="318706"/>
                </a:moveTo>
                <a:lnTo>
                  <a:pt x="1286687" y="318706"/>
                </a:lnTo>
                <a:lnTo>
                  <a:pt x="1304645" y="308990"/>
                </a:lnTo>
                <a:lnTo>
                  <a:pt x="1362983" y="309054"/>
                </a:lnTo>
                <a:lnTo>
                  <a:pt x="1345950" y="318706"/>
                </a:lnTo>
                <a:close/>
              </a:path>
              <a:path w="1801495" h="666750">
                <a:moveTo>
                  <a:pt x="1295337" y="346456"/>
                </a:moveTo>
                <a:lnTo>
                  <a:pt x="1233055" y="346456"/>
                </a:lnTo>
                <a:lnTo>
                  <a:pt x="1251064" y="337350"/>
                </a:lnTo>
                <a:lnTo>
                  <a:pt x="1268933" y="328104"/>
                </a:lnTo>
                <a:lnTo>
                  <a:pt x="1286789" y="318642"/>
                </a:lnTo>
                <a:lnTo>
                  <a:pt x="1345950" y="318706"/>
                </a:lnTo>
                <a:lnTo>
                  <a:pt x="1336357" y="324142"/>
                </a:lnTo>
                <a:lnTo>
                  <a:pt x="1318285" y="334111"/>
                </a:lnTo>
                <a:lnTo>
                  <a:pt x="1300213" y="343877"/>
                </a:lnTo>
                <a:lnTo>
                  <a:pt x="1295337" y="346456"/>
                </a:lnTo>
                <a:close/>
              </a:path>
              <a:path w="1801495" h="666750">
                <a:moveTo>
                  <a:pt x="1268818" y="328155"/>
                </a:moveTo>
                <a:close/>
              </a:path>
              <a:path w="1801495" h="666750">
                <a:moveTo>
                  <a:pt x="1250937" y="337413"/>
                </a:moveTo>
                <a:lnTo>
                  <a:pt x="1251064" y="337350"/>
                </a:lnTo>
                <a:lnTo>
                  <a:pt x="1250937" y="337413"/>
                </a:lnTo>
                <a:close/>
              </a:path>
              <a:path w="1801495" h="666750">
                <a:moveTo>
                  <a:pt x="1278550" y="355295"/>
                </a:moveTo>
                <a:lnTo>
                  <a:pt x="1215148" y="355295"/>
                </a:lnTo>
                <a:lnTo>
                  <a:pt x="1233169" y="346392"/>
                </a:lnTo>
                <a:lnTo>
                  <a:pt x="1295337" y="346456"/>
                </a:lnTo>
                <a:lnTo>
                  <a:pt x="1282128" y="353440"/>
                </a:lnTo>
                <a:lnTo>
                  <a:pt x="1278550" y="355295"/>
                </a:lnTo>
                <a:close/>
              </a:path>
              <a:path w="1801495" h="666750">
                <a:moveTo>
                  <a:pt x="1261832" y="363931"/>
                </a:moveTo>
                <a:lnTo>
                  <a:pt x="1197190" y="363931"/>
                </a:lnTo>
                <a:lnTo>
                  <a:pt x="1215275" y="355231"/>
                </a:lnTo>
                <a:lnTo>
                  <a:pt x="1278550" y="355295"/>
                </a:lnTo>
                <a:lnTo>
                  <a:pt x="1264018" y="362826"/>
                </a:lnTo>
                <a:lnTo>
                  <a:pt x="1261832" y="363931"/>
                </a:lnTo>
                <a:close/>
              </a:path>
              <a:path w="1801495" h="666750">
                <a:moveTo>
                  <a:pt x="1194107" y="396938"/>
                </a:moveTo>
                <a:lnTo>
                  <a:pt x="1124267" y="396938"/>
                </a:lnTo>
                <a:lnTo>
                  <a:pt x="1142758" y="388861"/>
                </a:lnTo>
                <a:lnTo>
                  <a:pt x="1161034" y="380695"/>
                </a:lnTo>
                <a:lnTo>
                  <a:pt x="1179220" y="372363"/>
                </a:lnTo>
                <a:lnTo>
                  <a:pt x="1197305" y="363867"/>
                </a:lnTo>
                <a:lnTo>
                  <a:pt x="1261832" y="363931"/>
                </a:lnTo>
                <a:lnTo>
                  <a:pt x="1245033" y="372414"/>
                </a:lnTo>
                <a:lnTo>
                  <a:pt x="1227734" y="380949"/>
                </a:lnTo>
                <a:lnTo>
                  <a:pt x="1209509" y="389712"/>
                </a:lnTo>
                <a:lnTo>
                  <a:pt x="1194107" y="396938"/>
                </a:lnTo>
                <a:close/>
              </a:path>
              <a:path w="1801495" h="666750">
                <a:moveTo>
                  <a:pt x="1179106" y="372414"/>
                </a:moveTo>
                <a:close/>
              </a:path>
              <a:path w="1801495" h="666750">
                <a:moveTo>
                  <a:pt x="1160919" y="380745"/>
                </a:moveTo>
                <a:close/>
              </a:path>
              <a:path w="1801495" h="666750">
                <a:moveTo>
                  <a:pt x="1142631" y="388912"/>
                </a:moveTo>
                <a:close/>
              </a:path>
              <a:path w="1801495" h="666750">
                <a:moveTo>
                  <a:pt x="1159842" y="412521"/>
                </a:moveTo>
                <a:lnTo>
                  <a:pt x="1087335" y="412521"/>
                </a:lnTo>
                <a:lnTo>
                  <a:pt x="1105941" y="404761"/>
                </a:lnTo>
                <a:lnTo>
                  <a:pt x="1124381" y="396887"/>
                </a:lnTo>
                <a:lnTo>
                  <a:pt x="1194107" y="396938"/>
                </a:lnTo>
                <a:lnTo>
                  <a:pt x="1191183" y="398310"/>
                </a:lnTo>
                <a:lnTo>
                  <a:pt x="1172756" y="406755"/>
                </a:lnTo>
                <a:lnTo>
                  <a:pt x="1159842" y="412521"/>
                </a:lnTo>
                <a:close/>
              </a:path>
              <a:path w="1801495" h="666750">
                <a:moveTo>
                  <a:pt x="1105839" y="404799"/>
                </a:moveTo>
                <a:close/>
              </a:path>
              <a:path w="1801495" h="666750">
                <a:moveTo>
                  <a:pt x="1142677" y="420077"/>
                </a:moveTo>
                <a:lnTo>
                  <a:pt x="1068781" y="420077"/>
                </a:lnTo>
                <a:lnTo>
                  <a:pt x="1087437" y="412470"/>
                </a:lnTo>
                <a:lnTo>
                  <a:pt x="1159842" y="412521"/>
                </a:lnTo>
                <a:lnTo>
                  <a:pt x="1142677" y="420077"/>
                </a:lnTo>
                <a:close/>
              </a:path>
              <a:path w="1801495" h="666750">
                <a:moveTo>
                  <a:pt x="1108169" y="434784"/>
                </a:moveTo>
                <a:lnTo>
                  <a:pt x="1031506" y="434784"/>
                </a:lnTo>
                <a:lnTo>
                  <a:pt x="1068933" y="420014"/>
                </a:lnTo>
                <a:lnTo>
                  <a:pt x="1068781" y="420077"/>
                </a:lnTo>
                <a:lnTo>
                  <a:pt x="1142677" y="420077"/>
                </a:lnTo>
                <a:lnTo>
                  <a:pt x="1135646" y="423151"/>
                </a:lnTo>
                <a:lnTo>
                  <a:pt x="1108169" y="434784"/>
                </a:lnTo>
                <a:close/>
              </a:path>
              <a:path w="1801495" h="666750">
                <a:moveTo>
                  <a:pt x="970715" y="487794"/>
                </a:moveTo>
                <a:lnTo>
                  <a:pt x="882624" y="487794"/>
                </a:lnTo>
                <a:lnTo>
                  <a:pt x="882777" y="487743"/>
                </a:lnTo>
                <a:lnTo>
                  <a:pt x="919835" y="475322"/>
                </a:lnTo>
                <a:lnTo>
                  <a:pt x="957059" y="462356"/>
                </a:lnTo>
                <a:lnTo>
                  <a:pt x="994384" y="448817"/>
                </a:lnTo>
                <a:lnTo>
                  <a:pt x="1031697" y="434708"/>
                </a:lnTo>
                <a:lnTo>
                  <a:pt x="1031506" y="434784"/>
                </a:lnTo>
                <a:lnTo>
                  <a:pt x="1108169" y="434784"/>
                </a:lnTo>
                <a:lnTo>
                  <a:pt x="1098283" y="438912"/>
                </a:lnTo>
                <a:lnTo>
                  <a:pt x="1079487" y="446570"/>
                </a:lnTo>
                <a:lnTo>
                  <a:pt x="1041895" y="461403"/>
                </a:lnTo>
                <a:lnTo>
                  <a:pt x="1004214" y="475653"/>
                </a:lnTo>
                <a:lnTo>
                  <a:pt x="970715" y="487794"/>
                </a:lnTo>
                <a:close/>
              </a:path>
              <a:path w="1801495" h="666750">
                <a:moveTo>
                  <a:pt x="994194" y="448881"/>
                </a:moveTo>
                <a:lnTo>
                  <a:pt x="994362" y="448817"/>
                </a:lnTo>
                <a:lnTo>
                  <a:pt x="994194" y="448881"/>
                </a:lnTo>
                <a:close/>
              </a:path>
              <a:path w="1801495" h="666750">
                <a:moveTo>
                  <a:pt x="956894" y="462406"/>
                </a:moveTo>
                <a:lnTo>
                  <a:pt x="957034" y="462356"/>
                </a:lnTo>
                <a:lnTo>
                  <a:pt x="956894" y="462406"/>
                </a:lnTo>
                <a:close/>
              </a:path>
              <a:path w="1801495" h="666750">
                <a:moveTo>
                  <a:pt x="919670" y="475373"/>
                </a:moveTo>
                <a:lnTo>
                  <a:pt x="919816" y="475322"/>
                </a:lnTo>
                <a:lnTo>
                  <a:pt x="919670" y="475373"/>
                </a:lnTo>
                <a:close/>
              </a:path>
              <a:path w="1801495" h="666750">
                <a:moveTo>
                  <a:pt x="882755" y="487750"/>
                </a:moveTo>
                <a:close/>
              </a:path>
              <a:path w="1801495" h="666750">
                <a:moveTo>
                  <a:pt x="903253" y="511009"/>
                </a:moveTo>
                <a:lnTo>
                  <a:pt x="809358" y="511009"/>
                </a:lnTo>
                <a:lnTo>
                  <a:pt x="845959" y="499617"/>
                </a:lnTo>
                <a:lnTo>
                  <a:pt x="882755" y="487750"/>
                </a:lnTo>
                <a:lnTo>
                  <a:pt x="882624" y="487794"/>
                </a:lnTo>
                <a:lnTo>
                  <a:pt x="970715" y="487794"/>
                </a:lnTo>
                <a:lnTo>
                  <a:pt x="966546" y="489305"/>
                </a:lnTo>
                <a:lnTo>
                  <a:pt x="928992" y="502386"/>
                </a:lnTo>
                <a:lnTo>
                  <a:pt x="903253" y="511009"/>
                </a:lnTo>
                <a:close/>
              </a:path>
              <a:path w="1801495" h="666750">
                <a:moveTo>
                  <a:pt x="845819" y="499656"/>
                </a:moveTo>
                <a:lnTo>
                  <a:pt x="845959" y="499617"/>
                </a:lnTo>
                <a:lnTo>
                  <a:pt x="845819" y="499656"/>
                </a:lnTo>
                <a:close/>
              </a:path>
              <a:path w="1801495" h="666750">
                <a:moveTo>
                  <a:pt x="870176" y="521830"/>
                </a:moveTo>
                <a:lnTo>
                  <a:pt x="773315" y="521830"/>
                </a:lnTo>
                <a:lnTo>
                  <a:pt x="809498" y="510959"/>
                </a:lnTo>
                <a:lnTo>
                  <a:pt x="809358" y="511009"/>
                </a:lnTo>
                <a:lnTo>
                  <a:pt x="903253" y="511009"/>
                </a:lnTo>
                <a:lnTo>
                  <a:pt x="891616" y="514908"/>
                </a:lnTo>
                <a:lnTo>
                  <a:pt x="870176" y="521830"/>
                </a:lnTo>
                <a:close/>
              </a:path>
              <a:path w="1801495" h="666750">
                <a:moveTo>
                  <a:pt x="773436" y="521793"/>
                </a:moveTo>
                <a:close/>
              </a:path>
              <a:path w="1801495" h="666750">
                <a:moveTo>
                  <a:pt x="837577" y="532155"/>
                </a:moveTo>
                <a:lnTo>
                  <a:pt x="737781" y="532155"/>
                </a:lnTo>
                <a:lnTo>
                  <a:pt x="773436" y="521793"/>
                </a:lnTo>
                <a:lnTo>
                  <a:pt x="870176" y="521830"/>
                </a:lnTo>
                <a:lnTo>
                  <a:pt x="854519" y="526884"/>
                </a:lnTo>
                <a:lnTo>
                  <a:pt x="837577" y="532155"/>
                </a:lnTo>
                <a:close/>
              </a:path>
              <a:path w="1801495" h="666750">
                <a:moveTo>
                  <a:pt x="743661" y="560184"/>
                </a:moveTo>
                <a:lnTo>
                  <a:pt x="635038" y="560184"/>
                </a:lnTo>
                <a:lnTo>
                  <a:pt x="668667" y="551294"/>
                </a:lnTo>
                <a:lnTo>
                  <a:pt x="702944" y="541947"/>
                </a:lnTo>
                <a:lnTo>
                  <a:pt x="737895" y="532117"/>
                </a:lnTo>
                <a:lnTo>
                  <a:pt x="837577" y="532155"/>
                </a:lnTo>
                <a:lnTo>
                  <a:pt x="817778" y="538314"/>
                </a:lnTo>
                <a:lnTo>
                  <a:pt x="781481" y="549224"/>
                </a:lnTo>
                <a:lnTo>
                  <a:pt x="743661" y="560184"/>
                </a:lnTo>
                <a:close/>
              </a:path>
              <a:path w="1801495" h="666750">
                <a:moveTo>
                  <a:pt x="702830" y="541972"/>
                </a:moveTo>
                <a:close/>
              </a:path>
              <a:path w="1801495" h="666750">
                <a:moveTo>
                  <a:pt x="668566" y="551319"/>
                </a:moveTo>
                <a:close/>
              </a:path>
              <a:path w="1801495" h="666750">
                <a:moveTo>
                  <a:pt x="673957" y="579450"/>
                </a:moveTo>
                <a:lnTo>
                  <a:pt x="551535" y="579450"/>
                </a:lnTo>
                <a:lnTo>
                  <a:pt x="568515" y="575906"/>
                </a:lnTo>
                <a:lnTo>
                  <a:pt x="585317" y="572223"/>
                </a:lnTo>
                <a:lnTo>
                  <a:pt x="602043" y="568375"/>
                </a:lnTo>
                <a:lnTo>
                  <a:pt x="618667" y="564349"/>
                </a:lnTo>
                <a:lnTo>
                  <a:pt x="635177" y="560146"/>
                </a:lnTo>
                <a:lnTo>
                  <a:pt x="635038" y="560184"/>
                </a:lnTo>
                <a:lnTo>
                  <a:pt x="743661" y="560184"/>
                </a:lnTo>
                <a:lnTo>
                  <a:pt x="714443" y="568401"/>
                </a:lnTo>
                <a:lnTo>
                  <a:pt x="700445" y="572249"/>
                </a:lnTo>
                <a:lnTo>
                  <a:pt x="673957" y="579450"/>
                </a:lnTo>
                <a:close/>
              </a:path>
              <a:path w="1801495" h="666750">
                <a:moveTo>
                  <a:pt x="618502" y="564388"/>
                </a:moveTo>
                <a:lnTo>
                  <a:pt x="618652" y="564349"/>
                </a:lnTo>
                <a:lnTo>
                  <a:pt x="618502" y="564388"/>
                </a:lnTo>
                <a:close/>
              </a:path>
              <a:path w="1801495" h="666750">
                <a:moveTo>
                  <a:pt x="601891" y="568401"/>
                </a:moveTo>
                <a:lnTo>
                  <a:pt x="602043" y="568375"/>
                </a:lnTo>
                <a:lnTo>
                  <a:pt x="601891" y="568401"/>
                </a:lnTo>
                <a:close/>
              </a:path>
              <a:path w="1801495" h="666750">
                <a:moveTo>
                  <a:pt x="585177" y="572249"/>
                </a:moveTo>
                <a:lnTo>
                  <a:pt x="585317" y="572223"/>
                </a:lnTo>
                <a:lnTo>
                  <a:pt x="585177" y="572249"/>
                </a:lnTo>
                <a:close/>
              </a:path>
              <a:path w="1801495" h="666750">
                <a:moveTo>
                  <a:pt x="568388" y="575932"/>
                </a:moveTo>
                <a:close/>
              </a:path>
              <a:path w="1801495" h="666750">
                <a:moveTo>
                  <a:pt x="551543" y="579448"/>
                </a:moveTo>
                <a:close/>
              </a:path>
              <a:path w="1801495" h="666750">
                <a:moveTo>
                  <a:pt x="661242" y="582815"/>
                </a:moveTo>
                <a:lnTo>
                  <a:pt x="534657" y="582815"/>
                </a:lnTo>
                <a:lnTo>
                  <a:pt x="551543" y="579448"/>
                </a:lnTo>
                <a:lnTo>
                  <a:pt x="673957" y="579450"/>
                </a:lnTo>
                <a:lnTo>
                  <a:pt x="661242" y="582815"/>
                </a:lnTo>
                <a:close/>
              </a:path>
              <a:path w="1801495" h="666750">
                <a:moveTo>
                  <a:pt x="592233" y="599947"/>
                </a:moveTo>
                <a:lnTo>
                  <a:pt x="433933" y="599947"/>
                </a:lnTo>
                <a:lnTo>
                  <a:pt x="434111" y="599922"/>
                </a:lnTo>
                <a:lnTo>
                  <a:pt x="467423" y="594753"/>
                </a:lnTo>
                <a:lnTo>
                  <a:pt x="501065" y="589051"/>
                </a:lnTo>
                <a:lnTo>
                  <a:pt x="517893" y="586003"/>
                </a:lnTo>
                <a:lnTo>
                  <a:pt x="534784" y="582790"/>
                </a:lnTo>
                <a:lnTo>
                  <a:pt x="661242" y="582815"/>
                </a:lnTo>
                <a:lnTo>
                  <a:pt x="642289" y="587832"/>
                </a:lnTo>
                <a:lnTo>
                  <a:pt x="625475" y="592099"/>
                </a:lnTo>
                <a:lnTo>
                  <a:pt x="608533" y="596201"/>
                </a:lnTo>
                <a:lnTo>
                  <a:pt x="592233" y="599947"/>
                </a:lnTo>
                <a:close/>
              </a:path>
              <a:path w="1801495" h="666750">
                <a:moveTo>
                  <a:pt x="517779" y="586016"/>
                </a:moveTo>
                <a:close/>
              </a:path>
              <a:path w="1801495" h="666750">
                <a:moveTo>
                  <a:pt x="500900" y="589076"/>
                </a:moveTo>
                <a:lnTo>
                  <a:pt x="501041" y="589051"/>
                </a:lnTo>
                <a:lnTo>
                  <a:pt x="500900" y="589076"/>
                </a:lnTo>
                <a:close/>
              </a:path>
              <a:path w="1801495" h="666750">
                <a:moveTo>
                  <a:pt x="467233" y="594779"/>
                </a:moveTo>
                <a:lnTo>
                  <a:pt x="467383" y="594753"/>
                </a:lnTo>
                <a:lnTo>
                  <a:pt x="467233" y="594779"/>
                </a:lnTo>
                <a:close/>
              </a:path>
              <a:path w="1801495" h="666750">
                <a:moveTo>
                  <a:pt x="433943" y="599946"/>
                </a:moveTo>
                <a:lnTo>
                  <a:pt x="434097" y="599922"/>
                </a:lnTo>
                <a:lnTo>
                  <a:pt x="433943" y="599946"/>
                </a:lnTo>
                <a:close/>
              </a:path>
              <a:path w="1801495" h="666750">
                <a:moveTo>
                  <a:pt x="512236" y="616064"/>
                </a:moveTo>
                <a:lnTo>
                  <a:pt x="307505" y="616064"/>
                </a:lnTo>
                <a:lnTo>
                  <a:pt x="337858" y="612622"/>
                </a:lnTo>
                <a:lnTo>
                  <a:pt x="369150" y="608812"/>
                </a:lnTo>
                <a:lnTo>
                  <a:pt x="401294" y="604596"/>
                </a:lnTo>
                <a:lnTo>
                  <a:pt x="433943" y="599946"/>
                </a:lnTo>
                <a:lnTo>
                  <a:pt x="592233" y="599947"/>
                </a:lnTo>
                <a:lnTo>
                  <a:pt x="574433" y="603859"/>
                </a:lnTo>
                <a:lnTo>
                  <a:pt x="557314" y="607440"/>
                </a:lnTo>
                <a:lnTo>
                  <a:pt x="550346" y="608825"/>
                </a:lnTo>
                <a:lnTo>
                  <a:pt x="530782" y="612635"/>
                </a:lnTo>
                <a:lnTo>
                  <a:pt x="512236" y="616064"/>
                </a:lnTo>
                <a:close/>
              </a:path>
              <a:path w="1801495" h="666750">
                <a:moveTo>
                  <a:pt x="401142" y="604608"/>
                </a:moveTo>
                <a:lnTo>
                  <a:pt x="401294" y="604596"/>
                </a:lnTo>
                <a:lnTo>
                  <a:pt x="401142" y="604608"/>
                </a:lnTo>
                <a:close/>
              </a:path>
              <a:path w="1801495" h="666750">
                <a:moveTo>
                  <a:pt x="369023" y="608825"/>
                </a:moveTo>
                <a:close/>
              </a:path>
              <a:path w="1801495" h="666750">
                <a:moveTo>
                  <a:pt x="337743" y="612635"/>
                </a:moveTo>
                <a:close/>
              </a:path>
              <a:path w="1801495" h="666750">
                <a:moveTo>
                  <a:pt x="494380" y="619163"/>
                </a:moveTo>
                <a:lnTo>
                  <a:pt x="278460" y="619163"/>
                </a:lnTo>
                <a:lnTo>
                  <a:pt x="307594" y="616051"/>
                </a:lnTo>
                <a:lnTo>
                  <a:pt x="512236" y="616064"/>
                </a:lnTo>
                <a:lnTo>
                  <a:pt x="505917" y="617207"/>
                </a:lnTo>
                <a:lnTo>
                  <a:pt x="494380" y="619163"/>
                </a:lnTo>
                <a:close/>
              </a:path>
              <a:path w="1801495" h="666750">
                <a:moveTo>
                  <a:pt x="418185" y="631050"/>
                </a:moveTo>
                <a:lnTo>
                  <a:pt x="157378" y="631050"/>
                </a:lnTo>
                <a:lnTo>
                  <a:pt x="158470" y="630986"/>
                </a:lnTo>
                <a:lnTo>
                  <a:pt x="158026" y="630986"/>
                </a:lnTo>
                <a:lnTo>
                  <a:pt x="250863" y="621957"/>
                </a:lnTo>
                <a:lnTo>
                  <a:pt x="278536" y="619150"/>
                </a:lnTo>
                <a:lnTo>
                  <a:pt x="494380" y="619163"/>
                </a:lnTo>
                <a:lnTo>
                  <a:pt x="471906" y="622973"/>
                </a:lnTo>
                <a:lnTo>
                  <a:pt x="438226" y="628192"/>
                </a:lnTo>
                <a:lnTo>
                  <a:pt x="418630" y="630986"/>
                </a:lnTo>
                <a:lnTo>
                  <a:pt x="157913" y="630997"/>
                </a:lnTo>
                <a:lnTo>
                  <a:pt x="418553" y="630997"/>
                </a:lnTo>
                <a:lnTo>
                  <a:pt x="418185" y="631050"/>
                </a:lnTo>
                <a:close/>
              </a:path>
              <a:path w="1801495" h="666750">
                <a:moveTo>
                  <a:pt x="157378" y="631050"/>
                </a:moveTo>
                <a:lnTo>
                  <a:pt x="157913" y="630997"/>
                </a:lnTo>
                <a:lnTo>
                  <a:pt x="158470" y="630986"/>
                </a:lnTo>
                <a:lnTo>
                  <a:pt x="157378" y="631050"/>
                </a:lnTo>
                <a:close/>
              </a:path>
              <a:path w="1801495" h="666750">
                <a:moveTo>
                  <a:pt x="385928" y="635431"/>
                </a:moveTo>
                <a:lnTo>
                  <a:pt x="88963" y="635431"/>
                </a:lnTo>
                <a:lnTo>
                  <a:pt x="89128" y="635419"/>
                </a:lnTo>
                <a:lnTo>
                  <a:pt x="121081" y="632637"/>
                </a:lnTo>
                <a:lnTo>
                  <a:pt x="138531" y="631558"/>
                </a:lnTo>
                <a:lnTo>
                  <a:pt x="148209" y="631189"/>
                </a:lnTo>
                <a:lnTo>
                  <a:pt x="157913" y="630997"/>
                </a:lnTo>
                <a:lnTo>
                  <a:pt x="157378" y="631050"/>
                </a:lnTo>
                <a:lnTo>
                  <a:pt x="418185" y="631050"/>
                </a:lnTo>
                <a:lnTo>
                  <a:pt x="405091" y="632917"/>
                </a:lnTo>
                <a:lnTo>
                  <a:pt x="385928" y="635431"/>
                </a:lnTo>
                <a:close/>
              </a:path>
              <a:path w="1801495" h="666750">
                <a:moveTo>
                  <a:pt x="88985" y="635429"/>
                </a:moveTo>
                <a:lnTo>
                  <a:pt x="89128" y="635419"/>
                </a:lnTo>
                <a:lnTo>
                  <a:pt x="88985" y="635429"/>
                </a:lnTo>
                <a:close/>
              </a:path>
              <a:path w="1801495" h="666750">
                <a:moveTo>
                  <a:pt x="371937" y="637260"/>
                </a:moveTo>
                <a:lnTo>
                  <a:pt x="62458" y="637260"/>
                </a:lnTo>
                <a:lnTo>
                  <a:pt x="72034" y="636714"/>
                </a:lnTo>
                <a:lnTo>
                  <a:pt x="88985" y="635429"/>
                </a:lnTo>
                <a:lnTo>
                  <a:pt x="385928" y="635431"/>
                </a:lnTo>
                <a:lnTo>
                  <a:pt x="371937" y="637260"/>
                </a:lnTo>
                <a:close/>
              </a:path>
              <a:path w="1801495" h="666750">
                <a:moveTo>
                  <a:pt x="71767" y="636727"/>
                </a:moveTo>
                <a:lnTo>
                  <a:pt x="71936" y="636714"/>
                </a:lnTo>
                <a:lnTo>
                  <a:pt x="71767" y="636727"/>
                </a:lnTo>
                <a:close/>
              </a:path>
              <a:path w="1801495" h="666750">
                <a:moveTo>
                  <a:pt x="365777" y="638009"/>
                </a:moveTo>
                <a:lnTo>
                  <a:pt x="41173" y="638009"/>
                </a:lnTo>
                <a:lnTo>
                  <a:pt x="52514" y="637692"/>
                </a:lnTo>
                <a:lnTo>
                  <a:pt x="52298" y="637692"/>
                </a:lnTo>
                <a:lnTo>
                  <a:pt x="62674" y="637247"/>
                </a:lnTo>
                <a:lnTo>
                  <a:pt x="62458" y="637260"/>
                </a:lnTo>
                <a:lnTo>
                  <a:pt x="371937" y="637260"/>
                </a:lnTo>
                <a:lnTo>
                  <a:pt x="365777" y="638009"/>
                </a:lnTo>
                <a:close/>
              </a:path>
              <a:path w="1801495" h="666750">
                <a:moveTo>
                  <a:pt x="29197" y="666737"/>
                </a:moveTo>
                <a:lnTo>
                  <a:pt x="15265" y="666711"/>
                </a:lnTo>
                <a:lnTo>
                  <a:pt x="0" y="666483"/>
                </a:lnTo>
                <a:lnTo>
                  <a:pt x="431" y="637908"/>
                </a:lnTo>
                <a:lnTo>
                  <a:pt x="15595" y="638136"/>
                </a:lnTo>
                <a:lnTo>
                  <a:pt x="15405" y="638136"/>
                </a:lnTo>
                <a:lnTo>
                  <a:pt x="28955" y="638161"/>
                </a:lnTo>
                <a:lnTo>
                  <a:pt x="364524" y="638162"/>
                </a:lnTo>
                <a:lnTo>
                  <a:pt x="310680" y="644461"/>
                </a:lnTo>
                <a:lnTo>
                  <a:pt x="203022" y="655294"/>
                </a:lnTo>
                <a:lnTo>
                  <a:pt x="159613" y="659536"/>
                </a:lnTo>
                <a:lnTo>
                  <a:pt x="149502" y="659752"/>
                </a:lnTo>
                <a:lnTo>
                  <a:pt x="139776" y="660107"/>
                </a:lnTo>
                <a:lnTo>
                  <a:pt x="139913" y="660107"/>
                </a:lnTo>
                <a:lnTo>
                  <a:pt x="123024" y="661149"/>
                </a:lnTo>
                <a:lnTo>
                  <a:pt x="91363" y="663905"/>
                </a:lnTo>
                <a:lnTo>
                  <a:pt x="73799" y="665238"/>
                </a:lnTo>
                <a:lnTo>
                  <a:pt x="63995" y="665797"/>
                </a:lnTo>
                <a:lnTo>
                  <a:pt x="53416" y="666254"/>
                </a:lnTo>
                <a:lnTo>
                  <a:pt x="41859" y="666572"/>
                </a:lnTo>
                <a:lnTo>
                  <a:pt x="29197" y="666737"/>
                </a:lnTo>
                <a:close/>
              </a:path>
              <a:path w="1801495" h="666750">
                <a:moveTo>
                  <a:pt x="364524" y="638162"/>
                </a:moveTo>
                <a:lnTo>
                  <a:pt x="28955" y="638161"/>
                </a:lnTo>
                <a:lnTo>
                  <a:pt x="41389" y="637997"/>
                </a:lnTo>
                <a:lnTo>
                  <a:pt x="41173" y="638009"/>
                </a:lnTo>
                <a:lnTo>
                  <a:pt x="365777" y="638009"/>
                </a:lnTo>
                <a:lnTo>
                  <a:pt x="364524" y="638162"/>
                </a:lnTo>
                <a:close/>
              </a:path>
              <a:path w="1801495" h="666750">
                <a:moveTo>
                  <a:pt x="148907" y="659764"/>
                </a:moveTo>
                <a:lnTo>
                  <a:pt x="149161" y="659752"/>
                </a:lnTo>
                <a:lnTo>
                  <a:pt x="149502" y="659752"/>
                </a:lnTo>
                <a:lnTo>
                  <a:pt x="148907" y="659764"/>
                </a:lnTo>
                <a:close/>
              </a:path>
              <a:path w="1801495" h="666750">
                <a:moveTo>
                  <a:pt x="139913" y="660107"/>
                </a:moveTo>
                <a:lnTo>
                  <a:pt x="139776" y="660107"/>
                </a:lnTo>
                <a:lnTo>
                  <a:pt x="140119" y="660095"/>
                </a:lnTo>
                <a:lnTo>
                  <a:pt x="139913" y="660107"/>
                </a:lnTo>
                <a:close/>
              </a:path>
              <a:path w="1801495" h="666750">
                <a:moveTo>
                  <a:pt x="123242" y="661135"/>
                </a:moveTo>
                <a:lnTo>
                  <a:pt x="123380" y="661123"/>
                </a:lnTo>
                <a:lnTo>
                  <a:pt x="123242" y="661135"/>
                </a:lnTo>
                <a:close/>
              </a:path>
              <a:path w="1801495" h="666750">
                <a:moveTo>
                  <a:pt x="123088" y="661149"/>
                </a:moveTo>
                <a:lnTo>
                  <a:pt x="123242" y="661135"/>
                </a:lnTo>
                <a:lnTo>
                  <a:pt x="123088" y="6611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3079" y="1436065"/>
            <a:ext cx="1823720" cy="572135"/>
          </a:xfrm>
          <a:custGeom>
            <a:avLst/>
            <a:gdLst/>
            <a:ahLst/>
            <a:cxnLst/>
            <a:rect l="l" t="t" r="r" b="b"/>
            <a:pathLst>
              <a:path w="1823720" h="572135">
                <a:moveTo>
                  <a:pt x="1823396" y="4775"/>
                </a:moveTo>
                <a:lnTo>
                  <a:pt x="1698713" y="4775"/>
                </a:lnTo>
                <a:lnTo>
                  <a:pt x="1748929" y="1269"/>
                </a:lnTo>
                <a:lnTo>
                  <a:pt x="1769427" y="406"/>
                </a:lnTo>
                <a:lnTo>
                  <a:pt x="1781136" y="139"/>
                </a:lnTo>
                <a:lnTo>
                  <a:pt x="1793925" y="0"/>
                </a:lnTo>
                <a:lnTo>
                  <a:pt x="1808010" y="12"/>
                </a:lnTo>
                <a:lnTo>
                  <a:pt x="1823453" y="215"/>
                </a:lnTo>
                <a:lnTo>
                  <a:pt x="1823396" y="4775"/>
                </a:lnTo>
                <a:close/>
              </a:path>
              <a:path w="1823720" h="572135">
                <a:moveTo>
                  <a:pt x="1823385" y="5651"/>
                </a:moveTo>
                <a:lnTo>
                  <a:pt x="1681695" y="5651"/>
                </a:lnTo>
                <a:lnTo>
                  <a:pt x="1681975" y="5638"/>
                </a:lnTo>
                <a:lnTo>
                  <a:pt x="1699018" y="4749"/>
                </a:lnTo>
                <a:lnTo>
                  <a:pt x="1698713" y="4775"/>
                </a:lnTo>
                <a:lnTo>
                  <a:pt x="1823396" y="4775"/>
                </a:lnTo>
                <a:lnTo>
                  <a:pt x="1823385" y="5651"/>
                </a:lnTo>
                <a:close/>
              </a:path>
              <a:path w="1823720" h="572135">
                <a:moveTo>
                  <a:pt x="1681882" y="5641"/>
                </a:moveTo>
                <a:close/>
              </a:path>
              <a:path w="1823720" h="572135">
                <a:moveTo>
                  <a:pt x="14351" y="572096"/>
                </a:moveTo>
                <a:lnTo>
                  <a:pt x="29512" y="530224"/>
                </a:lnTo>
                <a:lnTo>
                  <a:pt x="101085" y="488772"/>
                </a:lnTo>
                <a:lnTo>
                  <a:pt x="136587" y="468325"/>
                </a:lnTo>
                <a:lnTo>
                  <a:pt x="172040" y="448106"/>
                </a:lnTo>
                <a:lnTo>
                  <a:pt x="207430" y="428180"/>
                </a:lnTo>
                <a:lnTo>
                  <a:pt x="242691" y="408597"/>
                </a:lnTo>
                <a:lnTo>
                  <a:pt x="277852" y="389381"/>
                </a:lnTo>
                <a:lnTo>
                  <a:pt x="324992" y="364134"/>
                </a:lnTo>
                <a:lnTo>
                  <a:pt x="361314" y="345224"/>
                </a:lnTo>
                <a:lnTo>
                  <a:pt x="397687" y="326770"/>
                </a:lnTo>
                <a:lnTo>
                  <a:pt x="434124" y="308838"/>
                </a:lnTo>
                <a:lnTo>
                  <a:pt x="470636" y="291452"/>
                </a:lnTo>
                <a:lnTo>
                  <a:pt x="507187" y="274688"/>
                </a:lnTo>
                <a:lnTo>
                  <a:pt x="552323" y="254965"/>
                </a:lnTo>
                <a:lnTo>
                  <a:pt x="617601" y="228358"/>
                </a:lnTo>
                <a:lnTo>
                  <a:pt x="655027" y="214134"/>
                </a:lnTo>
                <a:lnTo>
                  <a:pt x="692708" y="200469"/>
                </a:lnTo>
                <a:lnTo>
                  <a:pt x="730656" y="187312"/>
                </a:lnTo>
                <a:lnTo>
                  <a:pt x="768743" y="174688"/>
                </a:lnTo>
                <a:lnTo>
                  <a:pt x="806907" y="162572"/>
                </a:lnTo>
                <a:lnTo>
                  <a:pt x="845032" y="150952"/>
                </a:lnTo>
                <a:lnTo>
                  <a:pt x="883069" y="139814"/>
                </a:lnTo>
                <a:lnTo>
                  <a:pt x="920902" y="129158"/>
                </a:lnTo>
                <a:lnTo>
                  <a:pt x="958760" y="118897"/>
                </a:lnTo>
                <a:lnTo>
                  <a:pt x="1022108" y="102577"/>
                </a:lnTo>
                <a:lnTo>
                  <a:pt x="1067367" y="91439"/>
                </a:lnTo>
                <a:lnTo>
                  <a:pt x="1109168" y="81597"/>
                </a:lnTo>
                <a:lnTo>
                  <a:pt x="1158696" y="70383"/>
                </a:lnTo>
                <a:lnTo>
                  <a:pt x="1201901" y="61137"/>
                </a:lnTo>
                <a:lnTo>
                  <a:pt x="1241621" y="53555"/>
                </a:lnTo>
                <a:lnTo>
                  <a:pt x="1311338" y="42138"/>
                </a:lnTo>
                <a:lnTo>
                  <a:pt x="1379880" y="32791"/>
                </a:lnTo>
                <a:lnTo>
                  <a:pt x="1446250" y="25158"/>
                </a:lnTo>
                <a:lnTo>
                  <a:pt x="1509026" y="18948"/>
                </a:lnTo>
                <a:lnTo>
                  <a:pt x="1618043" y="9728"/>
                </a:lnTo>
                <a:lnTo>
                  <a:pt x="1661934" y="6121"/>
                </a:lnTo>
                <a:lnTo>
                  <a:pt x="1672678" y="5943"/>
                </a:lnTo>
                <a:lnTo>
                  <a:pt x="1672475" y="5943"/>
                </a:lnTo>
                <a:lnTo>
                  <a:pt x="1681882" y="5641"/>
                </a:lnTo>
                <a:lnTo>
                  <a:pt x="1681695" y="5651"/>
                </a:lnTo>
                <a:lnTo>
                  <a:pt x="1823385" y="5651"/>
                </a:lnTo>
                <a:lnTo>
                  <a:pt x="1823100" y="28574"/>
                </a:lnTo>
                <a:lnTo>
                  <a:pt x="1793976" y="28574"/>
                </a:lnTo>
                <a:lnTo>
                  <a:pt x="1794140" y="28575"/>
                </a:lnTo>
                <a:lnTo>
                  <a:pt x="1782678" y="28701"/>
                </a:lnTo>
                <a:lnTo>
                  <a:pt x="1781708" y="28701"/>
                </a:lnTo>
                <a:lnTo>
                  <a:pt x="1770227" y="28968"/>
                </a:lnTo>
                <a:lnTo>
                  <a:pt x="1770494" y="28968"/>
                </a:lnTo>
                <a:lnTo>
                  <a:pt x="1750891" y="29794"/>
                </a:lnTo>
                <a:lnTo>
                  <a:pt x="1750593" y="29794"/>
                </a:lnTo>
                <a:lnTo>
                  <a:pt x="1733214" y="30911"/>
                </a:lnTo>
                <a:lnTo>
                  <a:pt x="1700644" y="33286"/>
                </a:lnTo>
                <a:lnTo>
                  <a:pt x="1683029" y="34201"/>
                </a:lnTo>
                <a:lnTo>
                  <a:pt x="1673275" y="34505"/>
                </a:lnTo>
                <a:lnTo>
                  <a:pt x="1665855" y="34632"/>
                </a:lnTo>
                <a:lnTo>
                  <a:pt x="1663814" y="34632"/>
                </a:lnTo>
                <a:lnTo>
                  <a:pt x="1662887" y="34683"/>
                </a:lnTo>
                <a:lnTo>
                  <a:pt x="1663198" y="34683"/>
                </a:lnTo>
                <a:lnTo>
                  <a:pt x="1569110" y="42379"/>
                </a:lnTo>
                <a:lnTo>
                  <a:pt x="1511724" y="47396"/>
                </a:lnTo>
                <a:lnTo>
                  <a:pt x="1449208" y="53568"/>
                </a:lnTo>
                <a:lnTo>
                  <a:pt x="1383402" y="61150"/>
                </a:lnTo>
                <a:lnTo>
                  <a:pt x="1315465" y="70408"/>
                </a:lnTo>
                <a:lnTo>
                  <a:pt x="1281202" y="75755"/>
                </a:lnTo>
                <a:lnTo>
                  <a:pt x="1230132" y="84734"/>
                </a:lnTo>
                <a:lnTo>
                  <a:pt x="1179410" y="95046"/>
                </a:lnTo>
                <a:lnTo>
                  <a:pt x="1110710" y="110553"/>
                </a:lnTo>
                <a:lnTo>
                  <a:pt x="1039267" y="127711"/>
                </a:lnTo>
                <a:lnTo>
                  <a:pt x="965904" y="146570"/>
                </a:lnTo>
                <a:lnTo>
                  <a:pt x="928539" y="156692"/>
                </a:lnTo>
                <a:lnTo>
                  <a:pt x="890879" y="167297"/>
                </a:lnTo>
                <a:lnTo>
                  <a:pt x="853135" y="178346"/>
                </a:lnTo>
                <a:lnTo>
                  <a:pt x="815481" y="189826"/>
                </a:lnTo>
                <a:lnTo>
                  <a:pt x="777481" y="201891"/>
                </a:lnTo>
                <a:lnTo>
                  <a:pt x="739736" y="214414"/>
                </a:lnTo>
                <a:lnTo>
                  <a:pt x="702377" y="227355"/>
                </a:lnTo>
                <a:lnTo>
                  <a:pt x="665019" y="240906"/>
                </a:lnTo>
                <a:lnTo>
                  <a:pt x="628045" y="254965"/>
                </a:lnTo>
                <a:lnTo>
                  <a:pt x="591367" y="269608"/>
                </a:lnTo>
                <a:lnTo>
                  <a:pt x="555089" y="284835"/>
                </a:lnTo>
                <a:lnTo>
                  <a:pt x="519042" y="300697"/>
                </a:lnTo>
                <a:lnTo>
                  <a:pt x="482641" y="317385"/>
                </a:lnTo>
                <a:lnTo>
                  <a:pt x="446493" y="334594"/>
                </a:lnTo>
                <a:lnTo>
                  <a:pt x="410389" y="352374"/>
                </a:lnTo>
                <a:lnTo>
                  <a:pt x="374457" y="370598"/>
                </a:lnTo>
                <a:lnTo>
                  <a:pt x="338259" y="389445"/>
                </a:lnTo>
                <a:lnTo>
                  <a:pt x="302242" y="408647"/>
                </a:lnTo>
                <a:lnTo>
                  <a:pt x="266214" y="428231"/>
                </a:lnTo>
                <a:lnTo>
                  <a:pt x="230211" y="448157"/>
                </a:lnTo>
                <a:lnTo>
                  <a:pt x="194242" y="468363"/>
                </a:lnTo>
                <a:lnTo>
                  <a:pt x="158264" y="488810"/>
                </a:lnTo>
                <a:lnTo>
                  <a:pt x="86294" y="530263"/>
                </a:lnTo>
                <a:lnTo>
                  <a:pt x="14351" y="572096"/>
                </a:lnTo>
                <a:close/>
              </a:path>
              <a:path w="1823720" h="572135">
                <a:moveTo>
                  <a:pt x="1794140" y="28575"/>
                </a:moveTo>
                <a:lnTo>
                  <a:pt x="1793976" y="28574"/>
                </a:lnTo>
                <a:lnTo>
                  <a:pt x="1794154" y="28574"/>
                </a:lnTo>
                <a:close/>
              </a:path>
              <a:path w="1823720" h="572135">
                <a:moveTo>
                  <a:pt x="1823097" y="28790"/>
                </a:moveTo>
                <a:lnTo>
                  <a:pt x="1807730" y="28587"/>
                </a:lnTo>
                <a:lnTo>
                  <a:pt x="1794140" y="28575"/>
                </a:lnTo>
                <a:lnTo>
                  <a:pt x="1823100" y="28574"/>
                </a:lnTo>
                <a:lnTo>
                  <a:pt x="1823097" y="28790"/>
                </a:lnTo>
                <a:close/>
              </a:path>
              <a:path w="1823720" h="572135">
                <a:moveTo>
                  <a:pt x="1781530" y="28714"/>
                </a:moveTo>
                <a:lnTo>
                  <a:pt x="1781708" y="28701"/>
                </a:lnTo>
                <a:lnTo>
                  <a:pt x="1782678" y="28701"/>
                </a:lnTo>
                <a:lnTo>
                  <a:pt x="1781530" y="28714"/>
                </a:lnTo>
                <a:close/>
              </a:path>
              <a:path w="1823720" h="572135">
                <a:moveTo>
                  <a:pt x="1750288" y="29819"/>
                </a:moveTo>
                <a:lnTo>
                  <a:pt x="1750593" y="29794"/>
                </a:lnTo>
                <a:lnTo>
                  <a:pt x="1750891" y="29794"/>
                </a:lnTo>
                <a:lnTo>
                  <a:pt x="1750288" y="29819"/>
                </a:lnTo>
                <a:close/>
              </a:path>
              <a:path w="1823720" h="572135">
                <a:moveTo>
                  <a:pt x="1733016" y="30924"/>
                </a:moveTo>
                <a:lnTo>
                  <a:pt x="1733214" y="30911"/>
                </a:lnTo>
                <a:lnTo>
                  <a:pt x="1733016" y="30924"/>
                </a:lnTo>
                <a:close/>
              </a:path>
              <a:path w="1823720" h="572135">
                <a:moveTo>
                  <a:pt x="1662887" y="34683"/>
                </a:moveTo>
                <a:lnTo>
                  <a:pt x="1663814" y="34632"/>
                </a:lnTo>
                <a:lnTo>
                  <a:pt x="1663279" y="34676"/>
                </a:lnTo>
                <a:lnTo>
                  <a:pt x="1662887" y="34683"/>
                </a:lnTo>
                <a:close/>
              </a:path>
              <a:path w="1823720" h="572135">
                <a:moveTo>
                  <a:pt x="1663279" y="34676"/>
                </a:moveTo>
                <a:lnTo>
                  <a:pt x="1663814" y="34632"/>
                </a:lnTo>
                <a:lnTo>
                  <a:pt x="1665855" y="34632"/>
                </a:lnTo>
                <a:lnTo>
                  <a:pt x="1663279" y="34676"/>
                </a:lnTo>
                <a:close/>
              </a:path>
              <a:path w="1823720" h="572135">
                <a:moveTo>
                  <a:pt x="1663198" y="34683"/>
                </a:moveTo>
                <a:lnTo>
                  <a:pt x="1662887" y="34683"/>
                </a:lnTo>
                <a:lnTo>
                  <a:pt x="1663279" y="34676"/>
                </a:lnTo>
                <a:close/>
              </a:path>
              <a:path w="1823720" h="572135">
                <a:moveTo>
                  <a:pt x="1511579" y="47409"/>
                </a:moveTo>
                <a:lnTo>
                  <a:pt x="1511724" y="47396"/>
                </a:lnTo>
                <a:lnTo>
                  <a:pt x="1511579" y="47409"/>
                </a:lnTo>
                <a:close/>
              </a:path>
              <a:path w="1823720" h="572135">
                <a:moveTo>
                  <a:pt x="1480921" y="50330"/>
                </a:moveTo>
                <a:lnTo>
                  <a:pt x="1481054" y="50317"/>
                </a:lnTo>
                <a:lnTo>
                  <a:pt x="1480921" y="50330"/>
                </a:lnTo>
                <a:close/>
              </a:path>
              <a:path w="1823720" h="572135">
                <a:moveTo>
                  <a:pt x="1449209" y="53568"/>
                </a:moveTo>
                <a:close/>
              </a:path>
              <a:path w="1823720" h="572135">
                <a:moveTo>
                  <a:pt x="1416642" y="57162"/>
                </a:moveTo>
                <a:close/>
              </a:path>
              <a:path w="1823720" h="572135">
                <a:moveTo>
                  <a:pt x="1383402" y="61150"/>
                </a:moveTo>
                <a:close/>
              </a:path>
              <a:path w="1823720" h="572135">
                <a:moveTo>
                  <a:pt x="1349565" y="65557"/>
                </a:moveTo>
                <a:lnTo>
                  <a:pt x="1349743" y="65531"/>
                </a:lnTo>
                <a:lnTo>
                  <a:pt x="1349565" y="65557"/>
                </a:lnTo>
                <a:close/>
              </a:path>
              <a:path w="1823720" h="572135">
                <a:moveTo>
                  <a:pt x="1315636" y="70384"/>
                </a:moveTo>
                <a:close/>
              </a:path>
              <a:path w="1823720" h="572135">
                <a:moveTo>
                  <a:pt x="1315480" y="70408"/>
                </a:moveTo>
                <a:lnTo>
                  <a:pt x="1315636" y="70384"/>
                </a:lnTo>
                <a:lnTo>
                  <a:pt x="1315480" y="70408"/>
                </a:lnTo>
                <a:close/>
              </a:path>
              <a:path w="1823720" h="572135">
                <a:moveTo>
                  <a:pt x="1281211" y="75753"/>
                </a:moveTo>
                <a:lnTo>
                  <a:pt x="1281353" y="75730"/>
                </a:lnTo>
                <a:lnTo>
                  <a:pt x="1281211" y="75753"/>
                </a:lnTo>
                <a:close/>
              </a:path>
              <a:path w="1823720" h="572135">
                <a:moveTo>
                  <a:pt x="1281202" y="75755"/>
                </a:moveTo>
                <a:close/>
              </a:path>
              <a:path w="1823720" h="572135">
                <a:moveTo>
                  <a:pt x="1264161" y="78612"/>
                </a:moveTo>
                <a:close/>
              </a:path>
              <a:path w="1823720" h="572135">
                <a:moveTo>
                  <a:pt x="1247038" y="81622"/>
                </a:moveTo>
                <a:lnTo>
                  <a:pt x="1247182" y="81597"/>
                </a:lnTo>
                <a:lnTo>
                  <a:pt x="1247038" y="81622"/>
                </a:lnTo>
                <a:close/>
              </a:path>
              <a:path w="1823720" h="572135">
                <a:moveTo>
                  <a:pt x="1229995" y="84759"/>
                </a:moveTo>
                <a:lnTo>
                  <a:pt x="1230132" y="84734"/>
                </a:lnTo>
                <a:lnTo>
                  <a:pt x="1229995" y="84759"/>
                </a:lnTo>
                <a:close/>
              </a:path>
              <a:path w="1823720" h="572135">
                <a:moveTo>
                  <a:pt x="1213069" y="88028"/>
                </a:moveTo>
                <a:close/>
              </a:path>
              <a:path w="1823720" h="572135">
                <a:moveTo>
                  <a:pt x="1213029" y="88036"/>
                </a:moveTo>
                <a:close/>
              </a:path>
              <a:path w="1823720" h="572135">
                <a:moveTo>
                  <a:pt x="1196182" y="91465"/>
                </a:moveTo>
                <a:close/>
              </a:path>
              <a:path w="1823720" h="572135">
                <a:moveTo>
                  <a:pt x="1179410" y="95046"/>
                </a:moveTo>
                <a:close/>
              </a:path>
              <a:path w="1823720" h="572135">
                <a:moveTo>
                  <a:pt x="1145497" y="102590"/>
                </a:moveTo>
                <a:close/>
              </a:path>
              <a:path w="1823720" h="572135">
                <a:moveTo>
                  <a:pt x="1110716" y="110553"/>
                </a:moveTo>
                <a:close/>
              </a:path>
              <a:path w="1823720" h="572135">
                <a:moveTo>
                  <a:pt x="1075296" y="118922"/>
                </a:moveTo>
                <a:close/>
              </a:path>
              <a:path w="1823720" h="572135">
                <a:moveTo>
                  <a:pt x="1039297" y="127703"/>
                </a:moveTo>
                <a:close/>
              </a:path>
              <a:path w="1823720" h="572135">
                <a:moveTo>
                  <a:pt x="1039267" y="127711"/>
                </a:moveTo>
                <a:close/>
              </a:path>
              <a:path w="1823720" h="572135">
                <a:moveTo>
                  <a:pt x="1002728" y="136944"/>
                </a:moveTo>
                <a:lnTo>
                  <a:pt x="1002879" y="136905"/>
                </a:lnTo>
                <a:lnTo>
                  <a:pt x="1002728" y="136944"/>
                </a:lnTo>
                <a:close/>
              </a:path>
              <a:path w="1823720" h="572135">
                <a:moveTo>
                  <a:pt x="965758" y="146608"/>
                </a:moveTo>
                <a:lnTo>
                  <a:pt x="965885" y="146570"/>
                </a:lnTo>
                <a:lnTo>
                  <a:pt x="965758" y="146608"/>
                </a:lnTo>
                <a:close/>
              </a:path>
              <a:path w="1823720" h="572135">
                <a:moveTo>
                  <a:pt x="928495" y="156717"/>
                </a:moveTo>
                <a:close/>
              </a:path>
              <a:path w="1823720" h="572135">
                <a:moveTo>
                  <a:pt x="890889" y="167297"/>
                </a:moveTo>
                <a:lnTo>
                  <a:pt x="891019" y="167258"/>
                </a:lnTo>
                <a:lnTo>
                  <a:pt x="890889" y="167297"/>
                </a:lnTo>
                <a:close/>
              </a:path>
              <a:path w="1823720" h="572135">
                <a:moveTo>
                  <a:pt x="853162" y="178346"/>
                </a:moveTo>
                <a:close/>
              </a:path>
              <a:path w="1823720" h="572135">
                <a:moveTo>
                  <a:pt x="815314" y="189877"/>
                </a:moveTo>
                <a:lnTo>
                  <a:pt x="815467" y="189826"/>
                </a:lnTo>
                <a:lnTo>
                  <a:pt x="815314" y="189877"/>
                </a:lnTo>
                <a:close/>
              </a:path>
              <a:path w="1823720" h="572135">
                <a:moveTo>
                  <a:pt x="777505" y="201891"/>
                </a:moveTo>
                <a:lnTo>
                  <a:pt x="777659" y="201841"/>
                </a:lnTo>
                <a:lnTo>
                  <a:pt x="777505" y="201891"/>
                </a:lnTo>
                <a:close/>
              </a:path>
              <a:path w="1823720" h="572135">
                <a:moveTo>
                  <a:pt x="739904" y="214358"/>
                </a:moveTo>
                <a:close/>
              </a:path>
              <a:path w="1823720" h="572135">
                <a:moveTo>
                  <a:pt x="739744" y="214414"/>
                </a:moveTo>
                <a:lnTo>
                  <a:pt x="739904" y="214358"/>
                </a:lnTo>
                <a:lnTo>
                  <a:pt x="739744" y="214414"/>
                </a:lnTo>
                <a:close/>
              </a:path>
              <a:path w="1823720" h="572135">
                <a:moveTo>
                  <a:pt x="702157" y="227431"/>
                </a:moveTo>
                <a:lnTo>
                  <a:pt x="702360" y="227355"/>
                </a:lnTo>
                <a:lnTo>
                  <a:pt x="702157" y="227431"/>
                </a:lnTo>
                <a:close/>
              </a:path>
              <a:path w="1823720" h="572135">
                <a:moveTo>
                  <a:pt x="664845" y="240969"/>
                </a:moveTo>
                <a:lnTo>
                  <a:pt x="664997" y="240906"/>
                </a:lnTo>
                <a:lnTo>
                  <a:pt x="664845" y="240969"/>
                </a:lnTo>
                <a:close/>
              </a:path>
              <a:path w="1823720" h="572135">
                <a:moveTo>
                  <a:pt x="646369" y="247916"/>
                </a:moveTo>
                <a:close/>
              </a:path>
              <a:path w="1823720" h="572135">
                <a:moveTo>
                  <a:pt x="627913" y="255015"/>
                </a:moveTo>
                <a:lnTo>
                  <a:pt x="628045" y="254965"/>
                </a:lnTo>
                <a:lnTo>
                  <a:pt x="627913" y="255015"/>
                </a:lnTo>
                <a:close/>
              </a:path>
              <a:path w="1823720" h="572135">
                <a:moveTo>
                  <a:pt x="609587" y="262242"/>
                </a:moveTo>
                <a:lnTo>
                  <a:pt x="609716" y="262191"/>
                </a:lnTo>
                <a:lnTo>
                  <a:pt x="609587" y="262242"/>
                </a:lnTo>
                <a:close/>
              </a:path>
              <a:path w="1823720" h="572135">
                <a:moveTo>
                  <a:pt x="591367" y="269608"/>
                </a:moveTo>
                <a:close/>
              </a:path>
              <a:path w="1823720" h="572135">
                <a:moveTo>
                  <a:pt x="573227" y="277126"/>
                </a:moveTo>
                <a:close/>
              </a:path>
              <a:path w="1823720" h="572135">
                <a:moveTo>
                  <a:pt x="555091" y="284835"/>
                </a:moveTo>
                <a:close/>
              </a:path>
              <a:path w="1823720" h="572135">
                <a:moveTo>
                  <a:pt x="536981" y="292722"/>
                </a:moveTo>
                <a:close/>
              </a:path>
              <a:path w="1823720" h="572135">
                <a:moveTo>
                  <a:pt x="518871" y="300774"/>
                </a:moveTo>
                <a:lnTo>
                  <a:pt x="519023" y="300697"/>
                </a:lnTo>
                <a:lnTo>
                  <a:pt x="518871" y="300774"/>
                </a:lnTo>
                <a:close/>
              </a:path>
              <a:path w="1823720" h="572135">
                <a:moveTo>
                  <a:pt x="482740" y="317338"/>
                </a:moveTo>
                <a:close/>
              </a:path>
              <a:path w="1823720" h="572135">
                <a:moveTo>
                  <a:pt x="482641" y="317385"/>
                </a:moveTo>
                <a:close/>
              </a:path>
              <a:path w="1823720" h="572135">
                <a:moveTo>
                  <a:pt x="446504" y="334594"/>
                </a:moveTo>
                <a:lnTo>
                  <a:pt x="446658" y="334517"/>
                </a:lnTo>
                <a:lnTo>
                  <a:pt x="446504" y="334594"/>
                </a:lnTo>
                <a:close/>
              </a:path>
              <a:path w="1823720" h="572135">
                <a:moveTo>
                  <a:pt x="410461" y="352337"/>
                </a:moveTo>
                <a:close/>
              </a:path>
              <a:path w="1823720" h="572135">
                <a:moveTo>
                  <a:pt x="410389" y="352374"/>
                </a:moveTo>
                <a:close/>
              </a:path>
              <a:path w="1823720" h="572135">
                <a:moveTo>
                  <a:pt x="374307" y="370674"/>
                </a:moveTo>
                <a:lnTo>
                  <a:pt x="374446" y="370598"/>
                </a:lnTo>
                <a:lnTo>
                  <a:pt x="374307" y="370674"/>
                </a:lnTo>
                <a:close/>
              </a:path>
              <a:path w="1823720" h="572135">
                <a:moveTo>
                  <a:pt x="338259" y="389445"/>
                </a:moveTo>
                <a:close/>
              </a:path>
              <a:path w="1823720" h="572135">
                <a:moveTo>
                  <a:pt x="302242" y="408647"/>
                </a:moveTo>
                <a:close/>
              </a:path>
              <a:path w="1823720" h="572135">
                <a:moveTo>
                  <a:pt x="266217" y="428231"/>
                </a:moveTo>
                <a:close/>
              </a:path>
              <a:path w="1823720" h="572135">
                <a:moveTo>
                  <a:pt x="230225" y="448157"/>
                </a:moveTo>
                <a:close/>
              </a:path>
              <a:path w="1823720" h="572135">
                <a:moveTo>
                  <a:pt x="194246" y="468363"/>
                </a:moveTo>
                <a:close/>
              </a:path>
              <a:path w="1823720" h="572135">
                <a:moveTo>
                  <a:pt x="158267" y="488810"/>
                </a:moveTo>
                <a:close/>
              </a:path>
              <a:path w="1823720" h="572135">
                <a:moveTo>
                  <a:pt x="86309" y="530263"/>
                </a:move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72038" y="1973935"/>
            <a:ext cx="1799589" cy="673735"/>
          </a:xfrm>
          <a:custGeom>
            <a:avLst/>
            <a:gdLst/>
            <a:ahLst/>
            <a:cxnLst/>
            <a:rect l="l" t="t" r="r" b="b"/>
            <a:pathLst>
              <a:path w="1799589" h="673735">
                <a:moveTo>
                  <a:pt x="1650352" y="666635"/>
                </a:moveTo>
                <a:lnTo>
                  <a:pt x="1639658" y="666407"/>
                </a:lnTo>
                <a:lnTo>
                  <a:pt x="1596263" y="662114"/>
                </a:lnTo>
                <a:lnTo>
                  <a:pt x="1488744" y="651167"/>
                </a:lnTo>
                <a:lnTo>
                  <a:pt x="1433600" y="644626"/>
                </a:lnTo>
                <a:lnTo>
                  <a:pt x="1394421" y="639495"/>
                </a:lnTo>
                <a:lnTo>
                  <a:pt x="1327670" y="629437"/>
                </a:lnTo>
                <a:lnTo>
                  <a:pt x="1270435" y="619290"/>
                </a:lnTo>
                <a:lnTo>
                  <a:pt x="1230244" y="611174"/>
                </a:lnTo>
                <a:lnTo>
                  <a:pt x="1191183" y="602373"/>
                </a:lnTo>
                <a:lnTo>
                  <a:pt x="1151768" y="592378"/>
                </a:lnTo>
                <a:lnTo>
                  <a:pt x="1113948" y="582180"/>
                </a:lnTo>
                <a:lnTo>
                  <a:pt x="1026669" y="557301"/>
                </a:lnTo>
                <a:lnTo>
                  <a:pt x="982141" y="543852"/>
                </a:lnTo>
                <a:lnTo>
                  <a:pt x="945438" y="532295"/>
                </a:lnTo>
                <a:lnTo>
                  <a:pt x="908380" y="520192"/>
                </a:lnTo>
                <a:lnTo>
                  <a:pt x="871042" y="507530"/>
                </a:lnTo>
                <a:lnTo>
                  <a:pt x="833526" y="494309"/>
                </a:lnTo>
                <a:lnTo>
                  <a:pt x="795909" y="480504"/>
                </a:lnTo>
                <a:lnTo>
                  <a:pt x="758266" y="466102"/>
                </a:lnTo>
                <a:lnTo>
                  <a:pt x="720699" y="451104"/>
                </a:lnTo>
                <a:lnTo>
                  <a:pt x="664603" y="427431"/>
                </a:lnTo>
                <a:lnTo>
                  <a:pt x="627532" y="410844"/>
                </a:lnTo>
                <a:lnTo>
                  <a:pt x="589747" y="393103"/>
                </a:lnTo>
                <a:lnTo>
                  <a:pt x="554482" y="375704"/>
                </a:lnTo>
                <a:lnTo>
                  <a:pt x="518274" y="356958"/>
                </a:lnTo>
                <a:lnTo>
                  <a:pt x="482155" y="337413"/>
                </a:lnTo>
                <a:lnTo>
                  <a:pt x="428116" y="306705"/>
                </a:lnTo>
                <a:lnTo>
                  <a:pt x="392175" y="285407"/>
                </a:lnTo>
                <a:lnTo>
                  <a:pt x="356298" y="263486"/>
                </a:lnTo>
                <a:lnTo>
                  <a:pt x="320484" y="241033"/>
                </a:lnTo>
                <a:lnTo>
                  <a:pt x="284721" y="218071"/>
                </a:lnTo>
                <a:lnTo>
                  <a:pt x="248075" y="194068"/>
                </a:lnTo>
                <a:lnTo>
                  <a:pt x="213184" y="170814"/>
                </a:lnTo>
                <a:lnTo>
                  <a:pt x="178218" y="147167"/>
                </a:lnTo>
                <a:lnTo>
                  <a:pt x="143176" y="123177"/>
                </a:lnTo>
                <a:lnTo>
                  <a:pt x="108152" y="98894"/>
                </a:lnTo>
                <a:lnTo>
                  <a:pt x="37513" y="49682"/>
                </a:lnTo>
                <a:lnTo>
                  <a:pt x="0" y="23418"/>
                </a:lnTo>
                <a:lnTo>
                  <a:pt x="16383" y="0"/>
                </a:lnTo>
                <a:lnTo>
                  <a:pt x="87380" y="49720"/>
                </a:lnTo>
                <a:lnTo>
                  <a:pt x="158283" y="98894"/>
                </a:lnTo>
                <a:lnTo>
                  <a:pt x="193759" y="123177"/>
                </a:lnTo>
                <a:lnTo>
                  <a:pt x="229223" y="147167"/>
                </a:lnTo>
                <a:lnTo>
                  <a:pt x="264712" y="170814"/>
                </a:lnTo>
                <a:lnTo>
                  <a:pt x="300219" y="194068"/>
                </a:lnTo>
                <a:lnTo>
                  <a:pt x="335732" y="216865"/>
                </a:lnTo>
                <a:lnTo>
                  <a:pt x="371269" y="239153"/>
                </a:lnTo>
                <a:lnTo>
                  <a:pt x="406984" y="260972"/>
                </a:lnTo>
                <a:lnTo>
                  <a:pt x="442423" y="281978"/>
                </a:lnTo>
                <a:lnTo>
                  <a:pt x="478231" y="302513"/>
                </a:lnTo>
                <a:lnTo>
                  <a:pt x="495910" y="312369"/>
                </a:lnTo>
                <a:lnTo>
                  <a:pt x="513854" y="322186"/>
                </a:lnTo>
                <a:lnTo>
                  <a:pt x="531616" y="331685"/>
                </a:lnTo>
                <a:lnTo>
                  <a:pt x="549445" y="341033"/>
                </a:lnTo>
                <a:lnTo>
                  <a:pt x="567311" y="350177"/>
                </a:lnTo>
                <a:lnTo>
                  <a:pt x="585317" y="359168"/>
                </a:lnTo>
                <a:lnTo>
                  <a:pt x="603262" y="367906"/>
                </a:lnTo>
                <a:lnTo>
                  <a:pt x="621215" y="376428"/>
                </a:lnTo>
                <a:lnTo>
                  <a:pt x="639373" y="384848"/>
                </a:lnTo>
                <a:lnTo>
                  <a:pt x="657633" y="393103"/>
                </a:lnTo>
                <a:lnTo>
                  <a:pt x="676100" y="401269"/>
                </a:lnTo>
                <a:lnTo>
                  <a:pt x="712990" y="417017"/>
                </a:lnTo>
                <a:lnTo>
                  <a:pt x="768756" y="439521"/>
                </a:lnTo>
                <a:lnTo>
                  <a:pt x="806018" y="453783"/>
                </a:lnTo>
                <a:lnTo>
                  <a:pt x="843119" y="467385"/>
                </a:lnTo>
                <a:lnTo>
                  <a:pt x="880321" y="480504"/>
                </a:lnTo>
                <a:lnTo>
                  <a:pt x="917323" y="493052"/>
                </a:lnTo>
                <a:lnTo>
                  <a:pt x="954123" y="505066"/>
                </a:lnTo>
                <a:lnTo>
                  <a:pt x="990542" y="516534"/>
                </a:lnTo>
                <a:lnTo>
                  <a:pt x="1026529" y="527481"/>
                </a:lnTo>
                <a:lnTo>
                  <a:pt x="1062065" y="537921"/>
                </a:lnTo>
                <a:lnTo>
                  <a:pt x="1096974" y="547852"/>
                </a:lnTo>
                <a:lnTo>
                  <a:pt x="1131211" y="557301"/>
                </a:lnTo>
                <a:lnTo>
                  <a:pt x="1164780" y="566293"/>
                </a:lnTo>
                <a:lnTo>
                  <a:pt x="1181154" y="570496"/>
                </a:lnTo>
                <a:lnTo>
                  <a:pt x="1197746" y="574560"/>
                </a:lnTo>
                <a:lnTo>
                  <a:pt x="1214589" y="578485"/>
                </a:lnTo>
                <a:lnTo>
                  <a:pt x="1231252" y="582180"/>
                </a:lnTo>
                <a:lnTo>
                  <a:pt x="1248073" y="585736"/>
                </a:lnTo>
                <a:lnTo>
                  <a:pt x="1264920" y="589127"/>
                </a:lnTo>
                <a:lnTo>
                  <a:pt x="1281912" y="592404"/>
                </a:lnTo>
                <a:lnTo>
                  <a:pt x="1298639" y="595464"/>
                </a:lnTo>
                <a:lnTo>
                  <a:pt x="1332259" y="601230"/>
                </a:lnTo>
                <a:lnTo>
                  <a:pt x="1365494" y="606450"/>
                </a:lnTo>
                <a:lnTo>
                  <a:pt x="1398422" y="611200"/>
                </a:lnTo>
                <a:lnTo>
                  <a:pt x="1430406" y="615442"/>
                </a:lnTo>
                <a:lnTo>
                  <a:pt x="1461641" y="619290"/>
                </a:lnTo>
                <a:lnTo>
                  <a:pt x="1491974" y="622769"/>
                </a:lnTo>
                <a:lnTo>
                  <a:pt x="1520964" y="625894"/>
                </a:lnTo>
                <a:lnTo>
                  <a:pt x="1548599" y="628726"/>
                </a:lnTo>
                <a:lnTo>
                  <a:pt x="1641278" y="637857"/>
                </a:lnTo>
                <a:lnTo>
                  <a:pt x="1640801" y="637857"/>
                </a:lnTo>
                <a:lnTo>
                  <a:pt x="1641919" y="637920"/>
                </a:lnTo>
                <a:lnTo>
                  <a:pt x="1644008" y="637920"/>
                </a:lnTo>
                <a:lnTo>
                  <a:pt x="1651063" y="638060"/>
                </a:lnTo>
                <a:lnTo>
                  <a:pt x="1660677" y="638429"/>
                </a:lnTo>
                <a:lnTo>
                  <a:pt x="1669669" y="638924"/>
                </a:lnTo>
                <a:lnTo>
                  <a:pt x="1678216" y="639521"/>
                </a:lnTo>
                <a:lnTo>
                  <a:pt x="1710101" y="642327"/>
                </a:lnTo>
                <a:lnTo>
                  <a:pt x="1727263" y="643648"/>
                </a:lnTo>
                <a:lnTo>
                  <a:pt x="1736725" y="644194"/>
                </a:lnTo>
                <a:lnTo>
                  <a:pt x="1736509" y="644194"/>
                </a:lnTo>
                <a:lnTo>
                  <a:pt x="1746872" y="644639"/>
                </a:lnTo>
                <a:lnTo>
                  <a:pt x="1757984" y="644956"/>
                </a:lnTo>
                <a:lnTo>
                  <a:pt x="1770177" y="645108"/>
                </a:lnTo>
                <a:lnTo>
                  <a:pt x="1798679" y="645109"/>
                </a:lnTo>
                <a:lnTo>
                  <a:pt x="1799004" y="666623"/>
                </a:lnTo>
                <a:lnTo>
                  <a:pt x="1650098" y="666623"/>
                </a:lnTo>
                <a:lnTo>
                  <a:pt x="1650352" y="666635"/>
                </a:lnTo>
                <a:close/>
              </a:path>
              <a:path w="1799589" h="673735">
                <a:moveTo>
                  <a:pt x="1641919" y="637920"/>
                </a:moveTo>
                <a:lnTo>
                  <a:pt x="1640801" y="637857"/>
                </a:lnTo>
                <a:lnTo>
                  <a:pt x="1641397" y="637869"/>
                </a:lnTo>
                <a:lnTo>
                  <a:pt x="1641919" y="637920"/>
                </a:lnTo>
                <a:close/>
              </a:path>
              <a:path w="1799589" h="673735">
                <a:moveTo>
                  <a:pt x="1644008" y="637920"/>
                </a:moveTo>
                <a:lnTo>
                  <a:pt x="1641919" y="637920"/>
                </a:lnTo>
                <a:lnTo>
                  <a:pt x="1641397" y="637869"/>
                </a:lnTo>
                <a:lnTo>
                  <a:pt x="1644008" y="637920"/>
                </a:lnTo>
                <a:close/>
              </a:path>
              <a:path w="1799589" h="673735">
                <a:moveTo>
                  <a:pt x="1798679" y="645109"/>
                </a:moveTo>
                <a:lnTo>
                  <a:pt x="1770177" y="645108"/>
                </a:lnTo>
                <a:lnTo>
                  <a:pt x="1783714" y="645083"/>
                </a:lnTo>
                <a:lnTo>
                  <a:pt x="1783524" y="645083"/>
                </a:lnTo>
                <a:lnTo>
                  <a:pt x="1798675" y="644855"/>
                </a:lnTo>
                <a:lnTo>
                  <a:pt x="1798679" y="645109"/>
                </a:lnTo>
                <a:close/>
              </a:path>
              <a:path w="1799589" h="673735">
                <a:moveTo>
                  <a:pt x="1799009" y="666978"/>
                </a:moveTo>
                <a:lnTo>
                  <a:pt x="1659229" y="666965"/>
                </a:lnTo>
                <a:lnTo>
                  <a:pt x="1650098" y="666623"/>
                </a:lnTo>
                <a:lnTo>
                  <a:pt x="1799004" y="666623"/>
                </a:lnTo>
                <a:lnTo>
                  <a:pt x="1799009" y="666978"/>
                </a:lnTo>
                <a:close/>
              </a:path>
              <a:path w="1799589" h="673735">
                <a:moveTo>
                  <a:pt x="1799017" y="667448"/>
                </a:moveTo>
                <a:lnTo>
                  <a:pt x="1667776" y="667435"/>
                </a:lnTo>
                <a:lnTo>
                  <a:pt x="1659436" y="666977"/>
                </a:lnTo>
                <a:lnTo>
                  <a:pt x="1799009" y="666978"/>
                </a:lnTo>
                <a:lnTo>
                  <a:pt x="1799017" y="667448"/>
                </a:lnTo>
                <a:close/>
              </a:path>
              <a:path w="1799589" h="673735">
                <a:moveTo>
                  <a:pt x="1799025" y="668019"/>
                </a:moveTo>
                <a:lnTo>
                  <a:pt x="1676095" y="668019"/>
                </a:lnTo>
                <a:lnTo>
                  <a:pt x="1667830" y="667439"/>
                </a:lnTo>
                <a:lnTo>
                  <a:pt x="1667992" y="667448"/>
                </a:lnTo>
                <a:lnTo>
                  <a:pt x="1799017" y="667448"/>
                </a:lnTo>
                <a:lnTo>
                  <a:pt x="1799025" y="668019"/>
                </a:lnTo>
                <a:close/>
              </a:path>
              <a:path w="1799589" h="673735">
                <a:moveTo>
                  <a:pt x="1769935" y="673684"/>
                </a:moveTo>
                <a:lnTo>
                  <a:pt x="1725371" y="672160"/>
                </a:lnTo>
                <a:lnTo>
                  <a:pt x="1675841" y="668007"/>
                </a:lnTo>
                <a:lnTo>
                  <a:pt x="1676095" y="668019"/>
                </a:lnTo>
                <a:lnTo>
                  <a:pt x="1799025" y="668019"/>
                </a:lnTo>
                <a:lnTo>
                  <a:pt x="1799107" y="673430"/>
                </a:lnTo>
                <a:lnTo>
                  <a:pt x="1783867" y="673658"/>
                </a:lnTo>
                <a:lnTo>
                  <a:pt x="1769935" y="673684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91892" y="1436700"/>
            <a:ext cx="1800225" cy="560705"/>
          </a:xfrm>
          <a:custGeom>
            <a:avLst/>
            <a:gdLst/>
            <a:ahLst/>
            <a:cxnLst/>
            <a:rect l="l" t="t" r="r" b="b"/>
            <a:pathLst>
              <a:path w="1800225" h="560705">
                <a:moveTo>
                  <a:pt x="355" y="28778"/>
                </a:moveTo>
                <a:lnTo>
                  <a:pt x="0" y="203"/>
                </a:lnTo>
                <a:lnTo>
                  <a:pt x="15239" y="12"/>
                </a:lnTo>
                <a:lnTo>
                  <a:pt x="29146" y="0"/>
                </a:lnTo>
                <a:lnTo>
                  <a:pt x="41770" y="139"/>
                </a:lnTo>
                <a:lnTo>
                  <a:pt x="53339" y="406"/>
                </a:lnTo>
                <a:lnTo>
                  <a:pt x="73558" y="1244"/>
                </a:lnTo>
                <a:lnTo>
                  <a:pt x="122964" y="4660"/>
                </a:lnTo>
                <a:lnTo>
                  <a:pt x="122834" y="4660"/>
                </a:lnTo>
                <a:lnTo>
                  <a:pt x="139693" y="5524"/>
                </a:lnTo>
                <a:lnTo>
                  <a:pt x="149034" y="5816"/>
                </a:lnTo>
                <a:lnTo>
                  <a:pt x="148818" y="5816"/>
                </a:lnTo>
                <a:lnTo>
                  <a:pt x="159423" y="5994"/>
                </a:lnTo>
                <a:lnTo>
                  <a:pt x="310362" y="18554"/>
                </a:lnTo>
                <a:lnTo>
                  <a:pt x="372338" y="24625"/>
                </a:lnTo>
                <a:lnTo>
                  <a:pt x="408153" y="28575"/>
                </a:lnTo>
                <a:lnTo>
                  <a:pt x="28930" y="28575"/>
                </a:lnTo>
                <a:lnTo>
                  <a:pt x="15519" y="28587"/>
                </a:lnTo>
                <a:lnTo>
                  <a:pt x="355" y="28778"/>
                </a:lnTo>
                <a:close/>
              </a:path>
              <a:path w="1800225" h="560705">
                <a:moveTo>
                  <a:pt x="28944" y="28575"/>
                </a:moveTo>
                <a:lnTo>
                  <a:pt x="29095" y="28575"/>
                </a:lnTo>
                <a:lnTo>
                  <a:pt x="28944" y="28575"/>
                </a:lnTo>
                <a:close/>
              </a:path>
              <a:path w="1800225" h="560705">
                <a:moveTo>
                  <a:pt x="52539" y="28968"/>
                </a:moveTo>
                <a:lnTo>
                  <a:pt x="41198" y="28702"/>
                </a:lnTo>
                <a:lnTo>
                  <a:pt x="41376" y="28702"/>
                </a:lnTo>
                <a:lnTo>
                  <a:pt x="28944" y="28575"/>
                </a:lnTo>
                <a:lnTo>
                  <a:pt x="408260" y="28587"/>
                </a:lnTo>
                <a:lnTo>
                  <a:pt x="411358" y="28956"/>
                </a:lnTo>
                <a:lnTo>
                  <a:pt x="52273" y="28956"/>
                </a:lnTo>
                <a:lnTo>
                  <a:pt x="52539" y="28968"/>
                </a:lnTo>
                <a:close/>
              </a:path>
              <a:path w="1800225" h="560705">
                <a:moveTo>
                  <a:pt x="72224" y="29794"/>
                </a:moveTo>
                <a:lnTo>
                  <a:pt x="52273" y="28956"/>
                </a:lnTo>
                <a:lnTo>
                  <a:pt x="411464" y="28968"/>
                </a:lnTo>
                <a:lnTo>
                  <a:pt x="418193" y="29768"/>
                </a:lnTo>
                <a:lnTo>
                  <a:pt x="71920" y="29768"/>
                </a:lnTo>
                <a:lnTo>
                  <a:pt x="72224" y="29794"/>
                </a:lnTo>
                <a:close/>
              </a:path>
              <a:path w="1800225" h="560705">
                <a:moveTo>
                  <a:pt x="158116" y="34550"/>
                </a:moveTo>
                <a:lnTo>
                  <a:pt x="148234" y="34378"/>
                </a:lnTo>
                <a:lnTo>
                  <a:pt x="138607" y="34074"/>
                </a:lnTo>
                <a:lnTo>
                  <a:pt x="121221" y="33185"/>
                </a:lnTo>
                <a:lnTo>
                  <a:pt x="89128" y="30861"/>
                </a:lnTo>
                <a:lnTo>
                  <a:pt x="71920" y="29768"/>
                </a:lnTo>
                <a:lnTo>
                  <a:pt x="418193" y="29768"/>
                </a:lnTo>
                <a:lnTo>
                  <a:pt x="437845" y="32105"/>
                </a:lnTo>
                <a:lnTo>
                  <a:pt x="456436" y="34505"/>
                </a:lnTo>
                <a:lnTo>
                  <a:pt x="157568" y="34505"/>
                </a:lnTo>
                <a:lnTo>
                  <a:pt x="158116" y="34550"/>
                </a:lnTo>
                <a:close/>
              </a:path>
              <a:path w="1800225" h="560705">
                <a:moveTo>
                  <a:pt x="158483" y="34556"/>
                </a:moveTo>
                <a:lnTo>
                  <a:pt x="158116" y="34550"/>
                </a:lnTo>
                <a:lnTo>
                  <a:pt x="157568" y="34505"/>
                </a:lnTo>
                <a:lnTo>
                  <a:pt x="158483" y="34556"/>
                </a:lnTo>
                <a:close/>
              </a:path>
              <a:path w="1800225" h="560705">
                <a:moveTo>
                  <a:pt x="456830" y="34556"/>
                </a:moveTo>
                <a:lnTo>
                  <a:pt x="158368" y="34550"/>
                </a:lnTo>
                <a:lnTo>
                  <a:pt x="157568" y="34505"/>
                </a:lnTo>
                <a:lnTo>
                  <a:pt x="456436" y="34505"/>
                </a:lnTo>
                <a:lnTo>
                  <a:pt x="456830" y="34556"/>
                </a:lnTo>
                <a:close/>
              </a:path>
              <a:path w="1800225" h="560705">
                <a:moveTo>
                  <a:pt x="596659" y="56565"/>
                </a:moveTo>
                <a:lnTo>
                  <a:pt x="401445" y="56553"/>
                </a:lnTo>
                <a:lnTo>
                  <a:pt x="369290" y="53035"/>
                </a:lnTo>
                <a:lnTo>
                  <a:pt x="337997" y="49860"/>
                </a:lnTo>
                <a:lnTo>
                  <a:pt x="307733" y="47002"/>
                </a:lnTo>
                <a:lnTo>
                  <a:pt x="250964" y="42087"/>
                </a:lnTo>
                <a:lnTo>
                  <a:pt x="158116" y="34550"/>
                </a:lnTo>
                <a:lnTo>
                  <a:pt x="158483" y="34556"/>
                </a:lnTo>
                <a:lnTo>
                  <a:pt x="456830" y="34556"/>
                </a:lnTo>
                <a:lnTo>
                  <a:pt x="471487" y="36449"/>
                </a:lnTo>
                <a:lnTo>
                  <a:pt x="505498" y="41249"/>
                </a:lnTo>
                <a:lnTo>
                  <a:pt x="539699" y="46545"/>
                </a:lnTo>
                <a:lnTo>
                  <a:pt x="573887" y="52362"/>
                </a:lnTo>
                <a:lnTo>
                  <a:pt x="596659" y="56565"/>
                </a:lnTo>
                <a:close/>
              </a:path>
              <a:path w="1800225" h="560705">
                <a:moveTo>
                  <a:pt x="616526" y="60464"/>
                </a:moveTo>
                <a:lnTo>
                  <a:pt x="434296" y="60452"/>
                </a:lnTo>
                <a:lnTo>
                  <a:pt x="401434" y="56553"/>
                </a:lnTo>
                <a:lnTo>
                  <a:pt x="401561" y="56565"/>
                </a:lnTo>
                <a:lnTo>
                  <a:pt x="596659" y="56565"/>
                </a:lnTo>
                <a:lnTo>
                  <a:pt x="607974" y="58737"/>
                </a:lnTo>
                <a:lnTo>
                  <a:pt x="616526" y="60464"/>
                </a:lnTo>
                <a:close/>
              </a:path>
              <a:path w="1800225" h="560705">
                <a:moveTo>
                  <a:pt x="658999" y="69532"/>
                </a:moveTo>
                <a:lnTo>
                  <a:pt x="501408" y="69532"/>
                </a:lnTo>
                <a:lnTo>
                  <a:pt x="467575" y="64757"/>
                </a:lnTo>
                <a:lnTo>
                  <a:pt x="434251" y="60452"/>
                </a:lnTo>
                <a:lnTo>
                  <a:pt x="434403" y="60464"/>
                </a:lnTo>
                <a:lnTo>
                  <a:pt x="616526" y="60464"/>
                </a:lnTo>
                <a:lnTo>
                  <a:pt x="637302" y="64782"/>
                </a:lnTo>
                <a:lnTo>
                  <a:pt x="658999" y="69532"/>
                </a:lnTo>
                <a:close/>
              </a:path>
              <a:path w="1800225" h="560705">
                <a:moveTo>
                  <a:pt x="682507" y="74764"/>
                </a:moveTo>
                <a:lnTo>
                  <a:pt x="535228" y="74764"/>
                </a:lnTo>
                <a:lnTo>
                  <a:pt x="501253" y="69510"/>
                </a:lnTo>
                <a:lnTo>
                  <a:pt x="501408" y="69532"/>
                </a:lnTo>
                <a:lnTo>
                  <a:pt x="658999" y="69532"/>
                </a:lnTo>
                <a:lnTo>
                  <a:pt x="682507" y="74764"/>
                </a:lnTo>
                <a:close/>
              </a:path>
              <a:path w="1800225" h="560705">
                <a:moveTo>
                  <a:pt x="734687" y="86791"/>
                </a:moveTo>
                <a:lnTo>
                  <a:pt x="602526" y="86791"/>
                </a:lnTo>
                <a:lnTo>
                  <a:pt x="585647" y="83553"/>
                </a:lnTo>
                <a:lnTo>
                  <a:pt x="568832" y="80479"/>
                </a:lnTo>
                <a:lnTo>
                  <a:pt x="535012" y="74739"/>
                </a:lnTo>
                <a:lnTo>
                  <a:pt x="535228" y="74764"/>
                </a:lnTo>
                <a:lnTo>
                  <a:pt x="682507" y="74764"/>
                </a:lnTo>
                <a:lnTo>
                  <a:pt x="720983" y="83578"/>
                </a:lnTo>
                <a:lnTo>
                  <a:pt x="734687" y="86791"/>
                </a:lnTo>
                <a:close/>
              </a:path>
              <a:path w="1800225" h="560705">
                <a:moveTo>
                  <a:pt x="748862" y="90144"/>
                </a:moveTo>
                <a:lnTo>
                  <a:pt x="619163" y="90144"/>
                </a:lnTo>
                <a:lnTo>
                  <a:pt x="602386" y="86766"/>
                </a:lnTo>
                <a:lnTo>
                  <a:pt x="602526" y="86791"/>
                </a:lnTo>
                <a:lnTo>
                  <a:pt x="734687" y="86791"/>
                </a:lnTo>
                <a:lnTo>
                  <a:pt x="748862" y="90144"/>
                </a:lnTo>
                <a:close/>
              </a:path>
              <a:path w="1800225" h="560705">
                <a:moveTo>
                  <a:pt x="824291" y="108826"/>
                </a:moveTo>
                <a:lnTo>
                  <a:pt x="703447" y="108813"/>
                </a:lnTo>
                <a:lnTo>
                  <a:pt x="669112" y="101015"/>
                </a:lnTo>
                <a:lnTo>
                  <a:pt x="635584" y="93624"/>
                </a:lnTo>
                <a:lnTo>
                  <a:pt x="619023" y="90119"/>
                </a:lnTo>
                <a:lnTo>
                  <a:pt x="619163" y="90144"/>
                </a:lnTo>
                <a:lnTo>
                  <a:pt x="748862" y="90144"/>
                </a:lnTo>
                <a:lnTo>
                  <a:pt x="763340" y="93649"/>
                </a:lnTo>
                <a:lnTo>
                  <a:pt x="793444" y="101041"/>
                </a:lnTo>
                <a:lnTo>
                  <a:pt x="824291" y="108826"/>
                </a:lnTo>
                <a:close/>
              </a:path>
              <a:path w="1800225" h="560705">
                <a:moveTo>
                  <a:pt x="986454" y="154038"/>
                </a:moveTo>
                <a:lnTo>
                  <a:pt x="883412" y="154038"/>
                </a:lnTo>
                <a:lnTo>
                  <a:pt x="846454" y="144094"/>
                </a:lnTo>
                <a:lnTo>
                  <a:pt x="809980" y="134632"/>
                </a:lnTo>
                <a:lnTo>
                  <a:pt x="773925" y="125603"/>
                </a:lnTo>
                <a:lnTo>
                  <a:pt x="738365" y="117005"/>
                </a:lnTo>
                <a:lnTo>
                  <a:pt x="703402" y="108813"/>
                </a:lnTo>
                <a:lnTo>
                  <a:pt x="824291" y="108826"/>
                </a:lnTo>
                <a:lnTo>
                  <a:pt x="855851" y="117030"/>
                </a:lnTo>
                <a:lnTo>
                  <a:pt x="890892" y="126453"/>
                </a:lnTo>
                <a:lnTo>
                  <a:pt x="928242" y="136893"/>
                </a:lnTo>
                <a:lnTo>
                  <a:pt x="965784" y="147789"/>
                </a:lnTo>
                <a:lnTo>
                  <a:pt x="986454" y="154038"/>
                </a:lnTo>
                <a:close/>
              </a:path>
              <a:path w="1800225" h="560705">
                <a:moveTo>
                  <a:pt x="774026" y="125641"/>
                </a:moveTo>
                <a:lnTo>
                  <a:pt x="773869" y="125603"/>
                </a:lnTo>
                <a:lnTo>
                  <a:pt x="774026" y="125641"/>
                </a:lnTo>
                <a:close/>
              </a:path>
              <a:path w="1800225" h="560705">
                <a:moveTo>
                  <a:pt x="1019997" y="164388"/>
                </a:moveTo>
                <a:lnTo>
                  <a:pt x="920495" y="164388"/>
                </a:lnTo>
                <a:lnTo>
                  <a:pt x="883323" y="154014"/>
                </a:lnTo>
                <a:lnTo>
                  <a:pt x="986454" y="154038"/>
                </a:lnTo>
                <a:lnTo>
                  <a:pt x="1003426" y="159169"/>
                </a:lnTo>
                <a:lnTo>
                  <a:pt x="1019997" y="164388"/>
                </a:lnTo>
                <a:close/>
              </a:path>
              <a:path w="1800225" h="560705">
                <a:moveTo>
                  <a:pt x="1087699" y="186486"/>
                </a:moveTo>
                <a:lnTo>
                  <a:pt x="995083" y="186486"/>
                </a:lnTo>
                <a:lnTo>
                  <a:pt x="957592" y="175158"/>
                </a:lnTo>
                <a:lnTo>
                  <a:pt x="920356" y="164350"/>
                </a:lnTo>
                <a:lnTo>
                  <a:pt x="920495" y="164388"/>
                </a:lnTo>
                <a:lnTo>
                  <a:pt x="1019997" y="164388"/>
                </a:lnTo>
                <a:lnTo>
                  <a:pt x="1041082" y="171030"/>
                </a:lnTo>
                <a:lnTo>
                  <a:pt x="1078687" y="183388"/>
                </a:lnTo>
                <a:lnTo>
                  <a:pt x="1087699" y="186486"/>
                </a:lnTo>
                <a:close/>
              </a:path>
              <a:path w="1800225" h="560705">
                <a:moveTo>
                  <a:pt x="1121682" y="198259"/>
                </a:moveTo>
                <a:lnTo>
                  <a:pt x="1032421" y="198259"/>
                </a:lnTo>
                <a:lnTo>
                  <a:pt x="994917" y="186448"/>
                </a:lnTo>
                <a:lnTo>
                  <a:pt x="995083" y="186486"/>
                </a:lnTo>
                <a:lnTo>
                  <a:pt x="1087699" y="186486"/>
                </a:lnTo>
                <a:lnTo>
                  <a:pt x="1116139" y="196265"/>
                </a:lnTo>
                <a:lnTo>
                  <a:pt x="1121682" y="198259"/>
                </a:lnTo>
                <a:close/>
              </a:path>
              <a:path w="1800225" h="560705">
                <a:moveTo>
                  <a:pt x="1189416" y="223253"/>
                </a:moveTo>
                <a:lnTo>
                  <a:pt x="1106754" y="223253"/>
                </a:lnTo>
                <a:lnTo>
                  <a:pt x="1069492" y="210451"/>
                </a:lnTo>
                <a:lnTo>
                  <a:pt x="1032243" y="198208"/>
                </a:lnTo>
                <a:lnTo>
                  <a:pt x="1032421" y="198259"/>
                </a:lnTo>
                <a:lnTo>
                  <a:pt x="1121682" y="198259"/>
                </a:lnTo>
                <a:lnTo>
                  <a:pt x="1153350" y="209651"/>
                </a:lnTo>
                <a:lnTo>
                  <a:pt x="1189416" y="223253"/>
                </a:lnTo>
                <a:close/>
              </a:path>
              <a:path w="1800225" h="560705">
                <a:moveTo>
                  <a:pt x="1222977" y="236512"/>
                </a:moveTo>
                <a:lnTo>
                  <a:pt x="1143596" y="236512"/>
                </a:lnTo>
                <a:lnTo>
                  <a:pt x="1106563" y="223189"/>
                </a:lnTo>
                <a:lnTo>
                  <a:pt x="1106754" y="223253"/>
                </a:lnTo>
                <a:lnTo>
                  <a:pt x="1189416" y="223253"/>
                </a:lnTo>
                <a:lnTo>
                  <a:pt x="1208608" y="230746"/>
                </a:lnTo>
                <a:lnTo>
                  <a:pt x="1222977" y="236512"/>
                </a:lnTo>
                <a:close/>
              </a:path>
              <a:path w="1800225" h="560705">
                <a:moveTo>
                  <a:pt x="1239585" y="243306"/>
                </a:moveTo>
                <a:lnTo>
                  <a:pt x="1161846" y="243306"/>
                </a:lnTo>
                <a:lnTo>
                  <a:pt x="1143444" y="236461"/>
                </a:lnTo>
                <a:lnTo>
                  <a:pt x="1143596" y="236512"/>
                </a:lnTo>
                <a:lnTo>
                  <a:pt x="1222977" y="236512"/>
                </a:lnTo>
                <a:lnTo>
                  <a:pt x="1226807" y="238048"/>
                </a:lnTo>
                <a:lnTo>
                  <a:pt x="1239585" y="243306"/>
                </a:lnTo>
                <a:close/>
              </a:path>
              <a:path w="1800225" h="560705">
                <a:moveTo>
                  <a:pt x="1339200" y="287172"/>
                </a:moveTo>
                <a:lnTo>
                  <a:pt x="1269796" y="287172"/>
                </a:lnTo>
                <a:lnTo>
                  <a:pt x="1251813" y="279412"/>
                </a:lnTo>
                <a:lnTo>
                  <a:pt x="1233906" y="271868"/>
                </a:lnTo>
                <a:lnTo>
                  <a:pt x="1215999" y="264502"/>
                </a:lnTo>
                <a:lnTo>
                  <a:pt x="1198029" y="257289"/>
                </a:lnTo>
                <a:lnTo>
                  <a:pt x="1179931" y="250215"/>
                </a:lnTo>
                <a:lnTo>
                  <a:pt x="1161732" y="243268"/>
                </a:lnTo>
                <a:lnTo>
                  <a:pt x="1239585" y="243306"/>
                </a:lnTo>
                <a:lnTo>
                  <a:pt x="1256233" y="250266"/>
                </a:lnTo>
                <a:lnTo>
                  <a:pt x="1299286" y="268947"/>
                </a:lnTo>
                <a:lnTo>
                  <a:pt x="1335354" y="285356"/>
                </a:lnTo>
                <a:lnTo>
                  <a:pt x="1339200" y="287172"/>
                </a:lnTo>
                <a:close/>
              </a:path>
              <a:path w="1800225" h="560705">
                <a:moveTo>
                  <a:pt x="1355903" y="295059"/>
                </a:moveTo>
                <a:lnTo>
                  <a:pt x="1287678" y="295059"/>
                </a:lnTo>
                <a:lnTo>
                  <a:pt x="1269695" y="287134"/>
                </a:lnTo>
                <a:lnTo>
                  <a:pt x="1339200" y="287172"/>
                </a:lnTo>
                <a:lnTo>
                  <a:pt x="1355903" y="295059"/>
                </a:lnTo>
                <a:close/>
              </a:path>
              <a:path w="1800225" h="560705">
                <a:moveTo>
                  <a:pt x="1457946" y="345579"/>
                </a:moveTo>
                <a:lnTo>
                  <a:pt x="1394752" y="345579"/>
                </a:lnTo>
                <a:lnTo>
                  <a:pt x="1358938" y="328091"/>
                </a:lnTo>
                <a:lnTo>
                  <a:pt x="1323251" y="311238"/>
                </a:lnTo>
                <a:lnTo>
                  <a:pt x="1287526" y="294995"/>
                </a:lnTo>
                <a:lnTo>
                  <a:pt x="1287678" y="295059"/>
                </a:lnTo>
                <a:lnTo>
                  <a:pt x="1355903" y="295059"/>
                </a:lnTo>
                <a:lnTo>
                  <a:pt x="1371396" y="302374"/>
                </a:lnTo>
                <a:lnTo>
                  <a:pt x="1407363" y="319938"/>
                </a:lnTo>
                <a:lnTo>
                  <a:pt x="1443266" y="337997"/>
                </a:lnTo>
                <a:lnTo>
                  <a:pt x="1457946" y="345579"/>
                </a:lnTo>
                <a:close/>
              </a:path>
              <a:path w="1800225" h="560705">
                <a:moveTo>
                  <a:pt x="1561501" y="400672"/>
                </a:moveTo>
                <a:lnTo>
                  <a:pt x="1501508" y="400672"/>
                </a:lnTo>
                <a:lnTo>
                  <a:pt x="1465821" y="381812"/>
                </a:lnTo>
                <a:lnTo>
                  <a:pt x="1430223" y="363423"/>
                </a:lnTo>
                <a:lnTo>
                  <a:pt x="1394719" y="345563"/>
                </a:lnTo>
                <a:lnTo>
                  <a:pt x="1457946" y="345579"/>
                </a:lnTo>
                <a:lnTo>
                  <a:pt x="1479118" y="356514"/>
                </a:lnTo>
                <a:lnTo>
                  <a:pt x="1514906" y="375437"/>
                </a:lnTo>
                <a:lnTo>
                  <a:pt x="1550657" y="394716"/>
                </a:lnTo>
                <a:lnTo>
                  <a:pt x="1561501" y="400672"/>
                </a:lnTo>
                <a:close/>
              </a:path>
              <a:path w="1800225" h="560705">
                <a:moveTo>
                  <a:pt x="1631176" y="439343"/>
                </a:moveTo>
                <a:lnTo>
                  <a:pt x="1572577" y="439343"/>
                </a:lnTo>
                <a:lnTo>
                  <a:pt x="1536953" y="419798"/>
                </a:lnTo>
                <a:lnTo>
                  <a:pt x="1501393" y="400621"/>
                </a:lnTo>
                <a:lnTo>
                  <a:pt x="1561501" y="400672"/>
                </a:lnTo>
                <a:lnTo>
                  <a:pt x="1596279" y="419849"/>
                </a:lnTo>
                <a:lnTo>
                  <a:pt x="1631176" y="439343"/>
                </a:lnTo>
                <a:close/>
              </a:path>
              <a:path w="1800225" h="560705">
                <a:moveTo>
                  <a:pt x="1785645" y="560692"/>
                </a:moveTo>
                <a:lnTo>
                  <a:pt x="1714576" y="519696"/>
                </a:lnTo>
                <a:lnTo>
                  <a:pt x="1643532" y="479107"/>
                </a:lnTo>
                <a:lnTo>
                  <a:pt x="1608023" y="459092"/>
                </a:lnTo>
                <a:lnTo>
                  <a:pt x="1572501" y="439305"/>
                </a:lnTo>
                <a:lnTo>
                  <a:pt x="1631176" y="439343"/>
                </a:lnTo>
                <a:lnTo>
                  <a:pt x="1666159" y="459130"/>
                </a:lnTo>
                <a:lnTo>
                  <a:pt x="1701193" y="479145"/>
                </a:lnTo>
                <a:lnTo>
                  <a:pt x="1771839" y="519734"/>
                </a:lnTo>
                <a:lnTo>
                  <a:pt x="1799920" y="535927"/>
                </a:lnTo>
                <a:lnTo>
                  <a:pt x="1785645" y="56069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69171" y="11028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68981" y="115620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68803" y="120954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568625" y="126288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568448" y="13162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68270" y="13695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68092" y="142290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67914" y="147624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567724" y="152958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67546" y="15829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5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67368" y="16362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67190" y="168960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67012" y="174294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66835" y="179628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66657" y="18496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566466" y="19029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66289" y="195630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566111" y="200964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65933" y="206298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565755" y="21163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565577" y="21696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565387" y="222299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38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565209" y="227633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38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565031" y="232967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564853" y="238301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564676" y="243635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564498" y="248969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564320" y="254303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564129" y="259637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563952" y="264971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563825" y="2703055"/>
            <a:ext cx="8255" cy="16510"/>
          </a:xfrm>
          <a:custGeom>
            <a:avLst/>
            <a:gdLst/>
            <a:ahLst/>
            <a:cxnLst/>
            <a:rect l="l" t="t" r="r" b="b"/>
            <a:pathLst>
              <a:path w="8255" h="16510">
                <a:moveTo>
                  <a:pt x="7619" y="16471"/>
                </a:moveTo>
                <a:lnTo>
                  <a:pt x="0" y="16446"/>
                </a:lnTo>
                <a:lnTo>
                  <a:pt x="50" y="0"/>
                </a:lnTo>
                <a:lnTo>
                  <a:pt x="7670" y="25"/>
                </a:lnTo>
                <a:lnTo>
                  <a:pt x="7619" y="1647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343793" y="109538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7619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343603" y="11487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7619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343425" y="12020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343234" y="125540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343044" y="130874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7620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342853" y="136208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7620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342676" y="14154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342485" y="14687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342295" y="152210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7619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342104" y="157544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7619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341926" y="162878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341736" y="16821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341545" y="17354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341355" y="178880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341177" y="184214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340986" y="189548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340796" y="19488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340605" y="20021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340428" y="205550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340237" y="210884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340047" y="216218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339856" y="22155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339678" y="22688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339488" y="232220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339297" y="237554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339107" y="242888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338929" y="24822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338739" y="25355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338548" y="258890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338459" y="2642247"/>
            <a:ext cx="8255" cy="3175"/>
          </a:xfrm>
          <a:custGeom>
            <a:avLst/>
            <a:gdLst/>
            <a:ahLst/>
            <a:cxnLst/>
            <a:rect l="l" t="t" r="r" b="b"/>
            <a:pathLst>
              <a:path w="8254" h="3175">
                <a:moveTo>
                  <a:pt x="7620" y="2717"/>
                </a:moveTo>
                <a:lnTo>
                  <a:pt x="0" y="2692"/>
                </a:lnTo>
                <a:lnTo>
                  <a:pt x="12" y="0"/>
                </a:lnTo>
                <a:lnTo>
                  <a:pt x="7632" y="25"/>
                </a:lnTo>
                <a:lnTo>
                  <a:pt x="7620" y="271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136081" y="1094689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5">
                <a:moveTo>
                  <a:pt x="647" y="30632"/>
                </a:moveTo>
                <a:lnTo>
                  <a:pt x="0" y="165"/>
                </a:lnTo>
                <a:lnTo>
                  <a:pt x="7619" y="0"/>
                </a:lnTo>
                <a:lnTo>
                  <a:pt x="8267" y="30479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137211" y="1148016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5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80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138354" y="120134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647" y="30632"/>
                </a:moveTo>
                <a:lnTo>
                  <a:pt x="0" y="165"/>
                </a:lnTo>
                <a:lnTo>
                  <a:pt x="7607" y="0"/>
                </a:lnTo>
                <a:lnTo>
                  <a:pt x="8255" y="30480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139484" y="1254671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5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79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140615" y="1307998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5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79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141745" y="1361325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5">
                <a:moveTo>
                  <a:pt x="647" y="30645"/>
                </a:moveTo>
                <a:lnTo>
                  <a:pt x="0" y="165"/>
                </a:lnTo>
                <a:lnTo>
                  <a:pt x="7620" y="0"/>
                </a:lnTo>
                <a:lnTo>
                  <a:pt x="8267" y="30479"/>
                </a:lnTo>
                <a:lnTo>
                  <a:pt x="647" y="3064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142875" y="1414652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5">
                <a:moveTo>
                  <a:pt x="647" y="30645"/>
                </a:moveTo>
                <a:lnTo>
                  <a:pt x="0" y="165"/>
                </a:lnTo>
                <a:lnTo>
                  <a:pt x="7620" y="0"/>
                </a:lnTo>
                <a:lnTo>
                  <a:pt x="8267" y="30480"/>
                </a:lnTo>
                <a:lnTo>
                  <a:pt x="647" y="3064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144018" y="146798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647" y="30645"/>
                </a:moveTo>
                <a:lnTo>
                  <a:pt x="0" y="165"/>
                </a:lnTo>
                <a:lnTo>
                  <a:pt x="7619" y="0"/>
                </a:lnTo>
                <a:lnTo>
                  <a:pt x="8254" y="30480"/>
                </a:lnTo>
                <a:lnTo>
                  <a:pt x="647" y="3064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145148" y="1521307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5">
                <a:moveTo>
                  <a:pt x="647" y="30645"/>
                </a:moveTo>
                <a:lnTo>
                  <a:pt x="0" y="165"/>
                </a:lnTo>
                <a:lnTo>
                  <a:pt x="7620" y="0"/>
                </a:lnTo>
                <a:lnTo>
                  <a:pt x="8267" y="30479"/>
                </a:lnTo>
                <a:lnTo>
                  <a:pt x="647" y="3064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146279" y="1574647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5">
                <a:moveTo>
                  <a:pt x="647" y="30632"/>
                </a:moveTo>
                <a:lnTo>
                  <a:pt x="0" y="152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147409" y="1627974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52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148552" y="1681302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647" y="30632"/>
                </a:moveTo>
                <a:lnTo>
                  <a:pt x="0" y="152"/>
                </a:lnTo>
                <a:lnTo>
                  <a:pt x="7607" y="0"/>
                </a:lnTo>
                <a:lnTo>
                  <a:pt x="8255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149682" y="1734629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52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150813" y="1787956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52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151943" y="1841284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153073" y="1894611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19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154216" y="19479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54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155347" y="2001266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156477" y="2054593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157607" y="2107920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79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158738" y="2161247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79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159880" y="2214575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80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161011" y="2267902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19" y="0"/>
                </a:lnTo>
                <a:lnTo>
                  <a:pt x="8267" y="30480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6162141" y="2321229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19" y="0"/>
                </a:lnTo>
                <a:lnTo>
                  <a:pt x="8267" y="30480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6163271" y="2374557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45"/>
                </a:moveTo>
                <a:lnTo>
                  <a:pt x="0" y="165"/>
                </a:lnTo>
                <a:lnTo>
                  <a:pt x="7619" y="0"/>
                </a:lnTo>
                <a:lnTo>
                  <a:pt x="8267" y="30479"/>
                </a:lnTo>
                <a:lnTo>
                  <a:pt x="647" y="3064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164414" y="242788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647" y="30645"/>
                </a:moveTo>
                <a:lnTo>
                  <a:pt x="0" y="165"/>
                </a:lnTo>
                <a:lnTo>
                  <a:pt x="7607" y="0"/>
                </a:lnTo>
                <a:lnTo>
                  <a:pt x="8254" y="30479"/>
                </a:lnTo>
                <a:lnTo>
                  <a:pt x="647" y="3064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165545" y="2481211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45"/>
                </a:moveTo>
                <a:lnTo>
                  <a:pt x="0" y="165"/>
                </a:lnTo>
                <a:lnTo>
                  <a:pt x="7620" y="0"/>
                </a:lnTo>
                <a:lnTo>
                  <a:pt x="8267" y="30480"/>
                </a:lnTo>
                <a:lnTo>
                  <a:pt x="647" y="3064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7898751" y="109473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215" y="30543"/>
                </a:moveTo>
                <a:lnTo>
                  <a:pt x="0" y="63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899133" y="114808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215" y="30530"/>
                </a:moveTo>
                <a:lnTo>
                  <a:pt x="0" y="50"/>
                </a:lnTo>
                <a:lnTo>
                  <a:pt x="7619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899513" y="120141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899895" y="125476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7900275" y="130810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900657" y="136143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215" y="30530"/>
                </a:moveTo>
                <a:lnTo>
                  <a:pt x="0" y="50"/>
                </a:lnTo>
                <a:lnTo>
                  <a:pt x="7619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901038" y="141478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7901419" y="1468119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67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7901800" y="152144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215" y="30543"/>
                </a:moveTo>
                <a:lnTo>
                  <a:pt x="0" y="63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7902181" y="157478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5">
                <a:moveTo>
                  <a:pt x="215" y="30543"/>
                </a:moveTo>
                <a:lnTo>
                  <a:pt x="0" y="63"/>
                </a:lnTo>
                <a:lnTo>
                  <a:pt x="7619" y="0"/>
                </a:lnTo>
                <a:lnTo>
                  <a:pt x="7835" y="30479"/>
                </a:lnTo>
                <a:lnTo>
                  <a:pt x="215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7902562" y="16281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63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7902943" y="16814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7903324" y="173480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7903705" y="178814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19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7904086" y="184148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7904467" y="189482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7904848" y="194816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7905229" y="200149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43"/>
                </a:moveTo>
                <a:lnTo>
                  <a:pt x="0" y="63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7905610" y="205483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43"/>
                </a:moveTo>
                <a:lnTo>
                  <a:pt x="0" y="63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7905991" y="210817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63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7906372" y="216151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7906753" y="221485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7907134" y="226819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19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7907515" y="232153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7907896" y="237487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7908276" y="242821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7908658" y="248154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28" y="30543"/>
                </a:moveTo>
                <a:lnTo>
                  <a:pt x="0" y="63"/>
                </a:lnTo>
                <a:lnTo>
                  <a:pt x="7619" y="0"/>
                </a:lnTo>
                <a:lnTo>
                  <a:pt x="7835" y="30480"/>
                </a:lnTo>
                <a:lnTo>
                  <a:pt x="228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7909038" y="253488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28" y="30543"/>
                </a:moveTo>
                <a:lnTo>
                  <a:pt x="0" y="63"/>
                </a:lnTo>
                <a:lnTo>
                  <a:pt x="7620" y="0"/>
                </a:lnTo>
                <a:lnTo>
                  <a:pt x="7848" y="30480"/>
                </a:lnTo>
                <a:lnTo>
                  <a:pt x="228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7909420" y="258822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28" y="30543"/>
                </a:moveTo>
                <a:lnTo>
                  <a:pt x="0" y="63"/>
                </a:lnTo>
                <a:lnTo>
                  <a:pt x="7620" y="0"/>
                </a:lnTo>
                <a:lnTo>
                  <a:pt x="7848" y="30479"/>
                </a:lnTo>
                <a:lnTo>
                  <a:pt x="228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7909800" y="2641561"/>
            <a:ext cx="8255" cy="3175"/>
          </a:xfrm>
          <a:custGeom>
            <a:avLst/>
            <a:gdLst/>
            <a:ahLst/>
            <a:cxnLst/>
            <a:rect l="l" t="t" r="r" b="b"/>
            <a:pathLst>
              <a:path w="8254" h="3175">
                <a:moveTo>
                  <a:pt x="25" y="2781"/>
                </a:moveTo>
                <a:lnTo>
                  <a:pt x="0" y="50"/>
                </a:lnTo>
                <a:lnTo>
                  <a:pt x="7620" y="0"/>
                </a:lnTo>
                <a:lnTo>
                  <a:pt x="7645" y="2730"/>
                </a:lnTo>
                <a:lnTo>
                  <a:pt x="25" y="278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6129566" y="1391564"/>
            <a:ext cx="1801495" cy="643255"/>
          </a:xfrm>
          <a:custGeom>
            <a:avLst/>
            <a:gdLst/>
            <a:ahLst/>
            <a:cxnLst/>
            <a:rect l="l" t="t" r="r" b="b"/>
            <a:pathLst>
              <a:path w="1801495" h="643255">
                <a:moveTo>
                  <a:pt x="1677619" y="5397"/>
                </a:moveTo>
                <a:lnTo>
                  <a:pt x="1727187" y="1447"/>
                </a:lnTo>
                <a:lnTo>
                  <a:pt x="1771777" y="0"/>
                </a:lnTo>
                <a:lnTo>
                  <a:pt x="1785696" y="25"/>
                </a:lnTo>
                <a:lnTo>
                  <a:pt x="1800961" y="241"/>
                </a:lnTo>
                <a:lnTo>
                  <a:pt x="1800886" y="5384"/>
                </a:lnTo>
                <a:lnTo>
                  <a:pt x="1677619" y="5397"/>
                </a:lnTo>
                <a:close/>
              </a:path>
              <a:path w="1801495" h="643255">
                <a:moveTo>
                  <a:pt x="1800871" y="6388"/>
                </a:moveTo>
                <a:lnTo>
                  <a:pt x="1660867" y="6388"/>
                </a:lnTo>
                <a:lnTo>
                  <a:pt x="1661198" y="6375"/>
                </a:lnTo>
                <a:lnTo>
                  <a:pt x="1677962" y="5384"/>
                </a:lnTo>
                <a:lnTo>
                  <a:pt x="1800886" y="5384"/>
                </a:lnTo>
                <a:lnTo>
                  <a:pt x="1800871" y="6388"/>
                </a:lnTo>
                <a:close/>
              </a:path>
              <a:path w="1801495" h="643255">
                <a:moveTo>
                  <a:pt x="1660896" y="6386"/>
                </a:moveTo>
                <a:lnTo>
                  <a:pt x="1661084" y="6375"/>
                </a:lnTo>
                <a:lnTo>
                  <a:pt x="1660896" y="6386"/>
                </a:lnTo>
                <a:close/>
              </a:path>
              <a:path w="1801495" h="643255">
                <a:moveTo>
                  <a:pt x="15836" y="642683"/>
                </a:moveTo>
                <a:lnTo>
                  <a:pt x="35353" y="595376"/>
                </a:lnTo>
                <a:lnTo>
                  <a:pt x="106076" y="548513"/>
                </a:lnTo>
                <a:lnTo>
                  <a:pt x="141103" y="525411"/>
                </a:lnTo>
                <a:lnTo>
                  <a:pt x="176190" y="502564"/>
                </a:lnTo>
                <a:lnTo>
                  <a:pt x="211191" y="480047"/>
                </a:lnTo>
                <a:lnTo>
                  <a:pt x="249313" y="455879"/>
                </a:lnTo>
                <a:lnTo>
                  <a:pt x="285064" y="433616"/>
                </a:lnTo>
                <a:lnTo>
                  <a:pt x="320865" y="411759"/>
                </a:lnTo>
                <a:lnTo>
                  <a:pt x="356730" y="390385"/>
                </a:lnTo>
                <a:lnTo>
                  <a:pt x="392645" y="369531"/>
                </a:lnTo>
                <a:lnTo>
                  <a:pt x="428625" y="349250"/>
                </a:lnTo>
                <a:lnTo>
                  <a:pt x="464642" y="329615"/>
                </a:lnTo>
                <a:lnTo>
                  <a:pt x="500799" y="310629"/>
                </a:lnTo>
                <a:lnTo>
                  <a:pt x="536994" y="292404"/>
                </a:lnTo>
                <a:lnTo>
                  <a:pt x="573278" y="274955"/>
                </a:lnTo>
                <a:lnTo>
                  <a:pt x="609828" y="258254"/>
                </a:lnTo>
                <a:lnTo>
                  <a:pt x="646760" y="242163"/>
                </a:lnTo>
                <a:lnTo>
                  <a:pt x="684047" y="226694"/>
                </a:lnTo>
                <a:lnTo>
                  <a:pt x="721487" y="211835"/>
                </a:lnTo>
                <a:lnTo>
                  <a:pt x="759117" y="197548"/>
                </a:lnTo>
                <a:lnTo>
                  <a:pt x="796798" y="183845"/>
                </a:lnTo>
                <a:lnTo>
                  <a:pt x="834466" y="170700"/>
                </a:lnTo>
                <a:lnTo>
                  <a:pt x="872020" y="158115"/>
                </a:lnTo>
                <a:lnTo>
                  <a:pt x="909383" y="146075"/>
                </a:lnTo>
                <a:lnTo>
                  <a:pt x="946492" y="134556"/>
                </a:lnTo>
                <a:lnTo>
                  <a:pt x="983234" y="123558"/>
                </a:lnTo>
                <a:lnTo>
                  <a:pt x="1022770" y="112153"/>
                </a:lnTo>
                <a:lnTo>
                  <a:pt x="1096360" y="92011"/>
                </a:lnTo>
                <a:lnTo>
                  <a:pt x="1158735" y="75907"/>
                </a:lnTo>
                <a:lnTo>
                  <a:pt x="1203805" y="65354"/>
                </a:lnTo>
                <a:lnTo>
                  <a:pt x="1244947" y="56807"/>
                </a:lnTo>
                <a:lnTo>
                  <a:pt x="1295082" y="47650"/>
                </a:lnTo>
                <a:lnTo>
                  <a:pt x="1362760" y="37084"/>
                </a:lnTo>
                <a:lnTo>
                  <a:pt x="1428318" y="28447"/>
                </a:lnTo>
                <a:lnTo>
                  <a:pt x="1490319" y="21437"/>
                </a:lnTo>
                <a:lnTo>
                  <a:pt x="1597964" y="11010"/>
                </a:lnTo>
                <a:lnTo>
                  <a:pt x="1641373" y="6921"/>
                </a:lnTo>
                <a:lnTo>
                  <a:pt x="1652054" y="6718"/>
                </a:lnTo>
                <a:lnTo>
                  <a:pt x="1651812" y="6718"/>
                </a:lnTo>
                <a:lnTo>
                  <a:pt x="1660896" y="6386"/>
                </a:lnTo>
                <a:lnTo>
                  <a:pt x="1800871" y="6388"/>
                </a:lnTo>
                <a:lnTo>
                  <a:pt x="1800546" y="28575"/>
                </a:lnTo>
                <a:lnTo>
                  <a:pt x="1771827" y="28575"/>
                </a:lnTo>
                <a:lnTo>
                  <a:pt x="1772004" y="28575"/>
                </a:lnTo>
                <a:lnTo>
                  <a:pt x="1759572" y="28727"/>
                </a:lnTo>
                <a:lnTo>
                  <a:pt x="1759775" y="28727"/>
                </a:lnTo>
                <a:lnTo>
                  <a:pt x="1748906" y="29019"/>
                </a:lnTo>
                <a:lnTo>
                  <a:pt x="1738566" y="29438"/>
                </a:lnTo>
                <a:lnTo>
                  <a:pt x="1728901" y="29971"/>
                </a:lnTo>
                <a:lnTo>
                  <a:pt x="1711795" y="31216"/>
                </a:lnTo>
                <a:lnTo>
                  <a:pt x="1679829" y="33896"/>
                </a:lnTo>
                <a:lnTo>
                  <a:pt x="1662391" y="34925"/>
                </a:lnTo>
                <a:lnTo>
                  <a:pt x="1652727" y="35280"/>
                </a:lnTo>
                <a:lnTo>
                  <a:pt x="1645672" y="35420"/>
                </a:lnTo>
                <a:lnTo>
                  <a:pt x="1643519" y="35420"/>
                </a:lnTo>
                <a:lnTo>
                  <a:pt x="1642465" y="35483"/>
                </a:lnTo>
                <a:lnTo>
                  <a:pt x="1642845" y="35483"/>
                </a:lnTo>
                <a:lnTo>
                  <a:pt x="1550022" y="44170"/>
                </a:lnTo>
                <a:lnTo>
                  <a:pt x="1522288" y="46875"/>
                </a:lnTo>
                <a:lnTo>
                  <a:pt x="1493278" y="49847"/>
                </a:lnTo>
                <a:lnTo>
                  <a:pt x="1463007" y="53162"/>
                </a:lnTo>
                <a:lnTo>
                  <a:pt x="1431735" y="56819"/>
                </a:lnTo>
                <a:lnTo>
                  <a:pt x="1399753" y="60858"/>
                </a:lnTo>
                <a:lnTo>
                  <a:pt x="1366730" y="65379"/>
                </a:lnTo>
                <a:lnTo>
                  <a:pt x="1333398" y="70345"/>
                </a:lnTo>
                <a:lnTo>
                  <a:pt x="1299989" y="75806"/>
                </a:lnTo>
                <a:lnTo>
                  <a:pt x="1283061" y="78752"/>
                </a:lnTo>
                <a:lnTo>
                  <a:pt x="1232287" y="88493"/>
                </a:lnTo>
                <a:lnTo>
                  <a:pt x="1182266" y="99580"/>
                </a:lnTo>
                <a:lnTo>
                  <a:pt x="1132095" y="112179"/>
                </a:lnTo>
                <a:lnTo>
                  <a:pt x="1062978" y="130594"/>
                </a:lnTo>
                <a:lnTo>
                  <a:pt x="991366" y="150952"/>
                </a:lnTo>
                <a:lnTo>
                  <a:pt x="918094" y="173291"/>
                </a:lnTo>
                <a:lnTo>
                  <a:pt x="880859" y="185293"/>
                </a:lnTo>
                <a:lnTo>
                  <a:pt x="843812" y="197713"/>
                </a:lnTo>
                <a:lnTo>
                  <a:pt x="806300" y="210794"/>
                </a:lnTo>
                <a:lnTo>
                  <a:pt x="769181" y="224294"/>
                </a:lnTo>
                <a:lnTo>
                  <a:pt x="731936" y="238429"/>
                </a:lnTo>
                <a:lnTo>
                  <a:pt x="694651" y="253225"/>
                </a:lnTo>
                <a:lnTo>
                  <a:pt x="676285" y="260769"/>
                </a:lnTo>
                <a:lnTo>
                  <a:pt x="639625" y="276351"/>
                </a:lnTo>
                <a:lnTo>
                  <a:pt x="603454" y="292481"/>
                </a:lnTo>
                <a:lnTo>
                  <a:pt x="567458" y="309359"/>
                </a:lnTo>
                <a:lnTo>
                  <a:pt x="531662" y="326974"/>
                </a:lnTo>
                <a:lnTo>
                  <a:pt x="495966" y="345351"/>
                </a:lnTo>
                <a:lnTo>
                  <a:pt x="478104" y="354812"/>
                </a:lnTo>
                <a:lnTo>
                  <a:pt x="442578" y="374192"/>
                </a:lnTo>
                <a:lnTo>
                  <a:pt x="406913" y="394284"/>
                </a:lnTo>
                <a:lnTo>
                  <a:pt x="371144" y="415048"/>
                </a:lnTo>
                <a:lnTo>
                  <a:pt x="335561" y="436270"/>
                </a:lnTo>
                <a:lnTo>
                  <a:pt x="299991" y="457974"/>
                </a:lnTo>
                <a:lnTo>
                  <a:pt x="264473" y="480098"/>
                </a:lnTo>
                <a:lnTo>
                  <a:pt x="228927" y="502615"/>
                </a:lnTo>
                <a:lnTo>
                  <a:pt x="193425" y="525449"/>
                </a:lnTo>
                <a:lnTo>
                  <a:pt x="157898" y="548563"/>
                </a:lnTo>
                <a:lnTo>
                  <a:pt x="86861" y="595414"/>
                </a:lnTo>
                <a:lnTo>
                  <a:pt x="15836" y="642683"/>
                </a:lnTo>
                <a:close/>
              </a:path>
              <a:path w="1801495" h="643255">
                <a:moveTo>
                  <a:pt x="1772004" y="28575"/>
                </a:moveTo>
                <a:lnTo>
                  <a:pt x="1771827" y="28575"/>
                </a:lnTo>
                <a:lnTo>
                  <a:pt x="1772031" y="28575"/>
                </a:lnTo>
                <a:close/>
              </a:path>
              <a:path w="1801495" h="643255">
                <a:moveTo>
                  <a:pt x="1800542" y="28816"/>
                </a:moveTo>
                <a:lnTo>
                  <a:pt x="1785378" y="28600"/>
                </a:lnTo>
                <a:lnTo>
                  <a:pt x="1772004" y="28575"/>
                </a:lnTo>
                <a:lnTo>
                  <a:pt x="1800546" y="28575"/>
                </a:lnTo>
                <a:lnTo>
                  <a:pt x="1800542" y="28816"/>
                </a:lnTo>
                <a:close/>
              </a:path>
              <a:path w="1801495" h="643255">
                <a:moveTo>
                  <a:pt x="1748434" y="29032"/>
                </a:moveTo>
                <a:lnTo>
                  <a:pt x="1748637" y="29019"/>
                </a:lnTo>
                <a:lnTo>
                  <a:pt x="1748906" y="29019"/>
                </a:lnTo>
                <a:lnTo>
                  <a:pt x="1748434" y="29032"/>
                </a:lnTo>
                <a:close/>
              </a:path>
              <a:path w="1801495" h="643255">
                <a:moveTo>
                  <a:pt x="1738261" y="29451"/>
                </a:moveTo>
                <a:lnTo>
                  <a:pt x="1738464" y="29438"/>
                </a:lnTo>
                <a:lnTo>
                  <a:pt x="1738261" y="29451"/>
                </a:lnTo>
                <a:close/>
              </a:path>
              <a:path w="1801495" h="643255">
                <a:moveTo>
                  <a:pt x="1728967" y="29971"/>
                </a:moveTo>
                <a:lnTo>
                  <a:pt x="1729143" y="29959"/>
                </a:lnTo>
                <a:lnTo>
                  <a:pt x="1728967" y="29971"/>
                </a:lnTo>
                <a:close/>
              </a:path>
              <a:path w="1801495" h="643255">
                <a:moveTo>
                  <a:pt x="1711801" y="31216"/>
                </a:moveTo>
                <a:lnTo>
                  <a:pt x="1711947" y="31203"/>
                </a:lnTo>
                <a:lnTo>
                  <a:pt x="1711801" y="31216"/>
                </a:lnTo>
                <a:close/>
              </a:path>
              <a:path w="1801495" h="643255">
                <a:moveTo>
                  <a:pt x="1711795" y="31216"/>
                </a:moveTo>
                <a:close/>
              </a:path>
              <a:path w="1801495" h="643255">
                <a:moveTo>
                  <a:pt x="1642465" y="35483"/>
                </a:moveTo>
                <a:lnTo>
                  <a:pt x="1643519" y="35420"/>
                </a:lnTo>
                <a:lnTo>
                  <a:pt x="1642946" y="35474"/>
                </a:lnTo>
                <a:lnTo>
                  <a:pt x="1642465" y="35483"/>
                </a:lnTo>
                <a:close/>
              </a:path>
              <a:path w="1801495" h="643255">
                <a:moveTo>
                  <a:pt x="1642946" y="35474"/>
                </a:moveTo>
                <a:lnTo>
                  <a:pt x="1643519" y="35420"/>
                </a:lnTo>
                <a:lnTo>
                  <a:pt x="1645672" y="35420"/>
                </a:lnTo>
                <a:lnTo>
                  <a:pt x="1642946" y="35474"/>
                </a:lnTo>
                <a:close/>
              </a:path>
              <a:path w="1801495" h="643255">
                <a:moveTo>
                  <a:pt x="1642845" y="35483"/>
                </a:moveTo>
                <a:lnTo>
                  <a:pt x="1642465" y="35483"/>
                </a:lnTo>
                <a:lnTo>
                  <a:pt x="1642946" y="35474"/>
                </a:lnTo>
                <a:close/>
              </a:path>
              <a:path w="1801495" h="643255">
                <a:moveTo>
                  <a:pt x="1522349" y="46875"/>
                </a:moveTo>
                <a:lnTo>
                  <a:pt x="1522479" y="46862"/>
                </a:lnTo>
                <a:lnTo>
                  <a:pt x="1522349" y="46875"/>
                </a:lnTo>
                <a:close/>
              </a:path>
              <a:path w="1801495" h="643255">
                <a:moveTo>
                  <a:pt x="1463087" y="53152"/>
                </a:moveTo>
                <a:close/>
              </a:path>
              <a:path w="1801495" h="643255">
                <a:moveTo>
                  <a:pt x="1463007" y="53162"/>
                </a:moveTo>
                <a:close/>
              </a:path>
              <a:path w="1801495" h="643255">
                <a:moveTo>
                  <a:pt x="1431735" y="56819"/>
                </a:moveTo>
                <a:close/>
              </a:path>
              <a:path w="1801495" h="643255">
                <a:moveTo>
                  <a:pt x="1399552" y="60883"/>
                </a:moveTo>
                <a:lnTo>
                  <a:pt x="1399705" y="60858"/>
                </a:lnTo>
                <a:lnTo>
                  <a:pt x="1399552" y="60883"/>
                </a:lnTo>
                <a:close/>
              </a:path>
              <a:path w="1801495" h="643255">
                <a:moveTo>
                  <a:pt x="1366814" y="65367"/>
                </a:moveTo>
                <a:close/>
              </a:path>
              <a:path w="1801495" h="643255">
                <a:moveTo>
                  <a:pt x="1366730" y="65379"/>
                </a:moveTo>
                <a:close/>
              </a:path>
              <a:path w="1801495" h="643255">
                <a:moveTo>
                  <a:pt x="1333433" y="70345"/>
                </a:moveTo>
                <a:lnTo>
                  <a:pt x="1333588" y="70319"/>
                </a:lnTo>
                <a:lnTo>
                  <a:pt x="1333433" y="70345"/>
                </a:lnTo>
                <a:close/>
              </a:path>
              <a:path w="1801495" h="643255">
                <a:moveTo>
                  <a:pt x="1299756" y="75844"/>
                </a:moveTo>
                <a:lnTo>
                  <a:pt x="1299908" y="75806"/>
                </a:lnTo>
                <a:lnTo>
                  <a:pt x="1299756" y="75844"/>
                </a:lnTo>
                <a:close/>
              </a:path>
              <a:path w="1801495" h="643255">
                <a:moveTo>
                  <a:pt x="1282915" y="78778"/>
                </a:moveTo>
                <a:lnTo>
                  <a:pt x="1283061" y="78752"/>
                </a:lnTo>
                <a:lnTo>
                  <a:pt x="1282915" y="78778"/>
                </a:lnTo>
                <a:close/>
              </a:path>
              <a:path w="1801495" h="643255">
                <a:moveTo>
                  <a:pt x="1266024" y="81864"/>
                </a:moveTo>
                <a:lnTo>
                  <a:pt x="1266163" y="81838"/>
                </a:lnTo>
                <a:lnTo>
                  <a:pt x="1266024" y="81864"/>
                </a:lnTo>
                <a:close/>
              </a:path>
              <a:path w="1801495" h="643255">
                <a:moveTo>
                  <a:pt x="1249148" y="85099"/>
                </a:moveTo>
                <a:close/>
              </a:path>
              <a:path w="1801495" h="643255">
                <a:moveTo>
                  <a:pt x="1249134" y="85102"/>
                </a:moveTo>
                <a:close/>
              </a:path>
              <a:path w="1801495" h="643255">
                <a:moveTo>
                  <a:pt x="1232287" y="88493"/>
                </a:moveTo>
                <a:close/>
              </a:path>
              <a:path w="1801495" h="643255">
                <a:moveTo>
                  <a:pt x="1215491" y="92036"/>
                </a:moveTo>
                <a:close/>
              </a:path>
              <a:path w="1801495" h="643255">
                <a:moveTo>
                  <a:pt x="1198727" y="95745"/>
                </a:moveTo>
                <a:lnTo>
                  <a:pt x="1198880" y="95707"/>
                </a:lnTo>
                <a:lnTo>
                  <a:pt x="1198727" y="95745"/>
                </a:lnTo>
                <a:close/>
              </a:path>
              <a:path w="1801495" h="643255">
                <a:moveTo>
                  <a:pt x="1182103" y="99618"/>
                </a:moveTo>
                <a:lnTo>
                  <a:pt x="1182255" y="99580"/>
                </a:lnTo>
                <a:lnTo>
                  <a:pt x="1182103" y="99618"/>
                </a:lnTo>
                <a:close/>
              </a:path>
              <a:path w="1801495" h="643255">
                <a:moveTo>
                  <a:pt x="1165593" y="103657"/>
                </a:moveTo>
                <a:lnTo>
                  <a:pt x="1165749" y="103619"/>
                </a:lnTo>
                <a:lnTo>
                  <a:pt x="1165593" y="103657"/>
                </a:lnTo>
                <a:close/>
              </a:path>
              <a:path w="1801495" h="643255">
                <a:moveTo>
                  <a:pt x="1132095" y="112179"/>
                </a:moveTo>
                <a:close/>
              </a:path>
              <a:path w="1801495" h="643255">
                <a:moveTo>
                  <a:pt x="1097821" y="121170"/>
                </a:moveTo>
                <a:close/>
              </a:path>
              <a:path w="1801495" h="643255">
                <a:moveTo>
                  <a:pt x="1062837" y="130632"/>
                </a:moveTo>
                <a:lnTo>
                  <a:pt x="1062978" y="130594"/>
                </a:lnTo>
                <a:lnTo>
                  <a:pt x="1062837" y="130632"/>
                </a:lnTo>
                <a:close/>
              </a:path>
              <a:path w="1801495" h="643255">
                <a:moveTo>
                  <a:pt x="1027290" y="140563"/>
                </a:moveTo>
                <a:lnTo>
                  <a:pt x="1027426" y="140525"/>
                </a:lnTo>
                <a:lnTo>
                  <a:pt x="1027290" y="140563"/>
                </a:lnTo>
                <a:close/>
              </a:path>
              <a:path w="1801495" h="643255">
                <a:moveTo>
                  <a:pt x="991235" y="150990"/>
                </a:moveTo>
                <a:lnTo>
                  <a:pt x="991366" y="150952"/>
                </a:lnTo>
                <a:lnTo>
                  <a:pt x="991235" y="150990"/>
                </a:lnTo>
                <a:close/>
              </a:path>
              <a:path w="1801495" h="643255">
                <a:moveTo>
                  <a:pt x="954747" y="161912"/>
                </a:moveTo>
                <a:lnTo>
                  <a:pt x="954887" y="161861"/>
                </a:lnTo>
                <a:lnTo>
                  <a:pt x="954747" y="161912"/>
                </a:lnTo>
                <a:close/>
              </a:path>
              <a:path w="1801495" h="643255">
                <a:moveTo>
                  <a:pt x="917930" y="173342"/>
                </a:moveTo>
                <a:lnTo>
                  <a:pt x="918083" y="173291"/>
                </a:lnTo>
                <a:lnTo>
                  <a:pt x="917930" y="173342"/>
                </a:lnTo>
                <a:close/>
              </a:path>
              <a:path w="1801495" h="643255">
                <a:moveTo>
                  <a:pt x="880872" y="185293"/>
                </a:moveTo>
                <a:lnTo>
                  <a:pt x="881024" y="185242"/>
                </a:lnTo>
                <a:lnTo>
                  <a:pt x="880872" y="185293"/>
                </a:lnTo>
                <a:close/>
              </a:path>
              <a:path w="1801495" h="643255">
                <a:moveTo>
                  <a:pt x="843622" y="197777"/>
                </a:moveTo>
                <a:lnTo>
                  <a:pt x="843788" y="197713"/>
                </a:lnTo>
                <a:lnTo>
                  <a:pt x="843622" y="197777"/>
                </a:lnTo>
                <a:close/>
              </a:path>
              <a:path w="1801495" h="643255">
                <a:moveTo>
                  <a:pt x="806376" y="210767"/>
                </a:moveTo>
                <a:close/>
              </a:path>
              <a:path w="1801495" h="643255">
                <a:moveTo>
                  <a:pt x="806300" y="210794"/>
                </a:moveTo>
                <a:close/>
              </a:path>
              <a:path w="1801495" h="643255">
                <a:moveTo>
                  <a:pt x="768972" y="224370"/>
                </a:moveTo>
                <a:lnTo>
                  <a:pt x="769162" y="224294"/>
                </a:lnTo>
                <a:lnTo>
                  <a:pt x="768972" y="224370"/>
                </a:lnTo>
                <a:close/>
              </a:path>
              <a:path w="1801495" h="643255">
                <a:moveTo>
                  <a:pt x="731735" y="238506"/>
                </a:moveTo>
                <a:lnTo>
                  <a:pt x="731926" y="238429"/>
                </a:lnTo>
                <a:lnTo>
                  <a:pt x="731735" y="238506"/>
                </a:lnTo>
                <a:close/>
              </a:path>
              <a:path w="1801495" h="643255">
                <a:moveTo>
                  <a:pt x="694662" y="253225"/>
                </a:moveTo>
                <a:lnTo>
                  <a:pt x="694816" y="253161"/>
                </a:lnTo>
                <a:lnTo>
                  <a:pt x="694662" y="253225"/>
                </a:lnTo>
                <a:close/>
              </a:path>
              <a:path w="1801495" h="643255">
                <a:moveTo>
                  <a:pt x="676285" y="260769"/>
                </a:moveTo>
                <a:close/>
              </a:path>
              <a:path w="1801495" h="643255">
                <a:moveTo>
                  <a:pt x="657885" y="268490"/>
                </a:moveTo>
                <a:close/>
              </a:path>
              <a:path w="1801495" h="643255">
                <a:moveTo>
                  <a:pt x="639625" y="276351"/>
                </a:moveTo>
                <a:close/>
              </a:path>
              <a:path w="1801495" h="643255">
                <a:moveTo>
                  <a:pt x="621484" y="284346"/>
                </a:moveTo>
                <a:close/>
              </a:path>
              <a:path w="1801495" h="643255">
                <a:moveTo>
                  <a:pt x="621412" y="284378"/>
                </a:moveTo>
                <a:close/>
              </a:path>
              <a:path w="1801495" h="643255">
                <a:moveTo>
                  <a:pt x="603313" y="292544"/>
                </a:moveTo>
                <a:lnTo>
                  <a:pt x="603454" y="292481"/>
                </a:lnTo>
                <a:lnTo>
                  <a:pt x="603313" y="292544"/>
                </a:lnTo>
                <a:close/>
              </a:path>
              <a:path w="1801495" h="643255">
                <a:moveTo>
                  <a:pt x="585342" y="300863"/>
                </a:moveTo>
                <a:lnTo>
                  <a:pt x="585470" y="300799"/>
                </a:lnTo>
                <a:lnTo>
                  <a:pt x="585342" y="300863"/>
                </a:lnTo>
                <a:close/>
              </a:path>
              <a:path w="1801495" h="643255">
                <a:moveTo>
                  <a:pt x="567458" y="309359"/>
                </a:moveTo>
                <a:close/>
              </a:path>
              <a:path w="1801495" h="643255">
                <a:moveTo>
                  <a:pt x="549554" y="318071"/>
                </a:moveTo>
                <a:lnTo>
                  <a:pt x="549684" y="318007"/>
                </a:lnTo>
                <a:lnTo>
                  <a:pt x="549554" y="318071"/>
                </a:lnTo>
                <a:close/>
              </a:path>
              <a:path w="1801495" h="643255">
                <a:moveTo>
                  <a:pt x="531685" y="326974"/>
                </a:moveTo>
                <a:lnTo>
                  <a:pt x="531812" y="326910"/>
                </a:lnTo>
                <a:lnTo>
                  <a:pt x="531685" y="326974"/>
                </a:lnTo>
                <a:close/>
              </a:path>
              <a:path w="1801495" h="643255">
                <a:moveTo>
                  <a:pt x="513820" y="336067"/>
                </a:moveTo>
                <a:close/>
              </a:path>
              <a:path w="1801495" h="643255">
                <a:moveTo>
                  <a:pt x="495966" y="345351"/>
                </a:moveTo>
                <a:close/>
              </a:path>
              <a:path w="1801495" h="643255">
                <a:moveTo>
                  <a:pt x="478116" y="354812"/>
                </a:moveTo>
                <a:lnTo>
                  <a:pt x="478256" y="354736"/>
                </a:lnTo>
                <a:lnTo>
                  <a:pt x="478116" y="354812"/>
                </a:lnTo>
                <a:close/>
              </a:path>
              <a:path w="1801495" h="643255">
                <a:moveTo>
                  <a:pt x="442391" y="374294"/>
                </a:moveTo>
                <a:lnTo>
                  <a:pt x="442569" y="374192"/>
                </a:lnTo>
                <a:lnTo>
                  <a:pt x="442391" y="374294"/>
                </a:lnTo>
                <a:close/>
              </a:path>
              <a:path w="1801495" h="643255">
                <a:moveTo>
                  <a:pt x="406755" y="394373"/>
                </a:moveTo>
                <a:lnTo>
                  <a:pt x="406908" y="394284"/>
                </a:lnTo>
                <a:lnTo>
                  <a:pt x="406755" y="394373"/>
                </a:lnTo>
                <a:close/>
              </a:path>
              <a:path w="1801495" h="643255">
                <a:moveTo>
                  <a:pt x="371156" y="415048"/>
                </a:moveTo>
                <a:lnTo>
                  <a:pt x="371284" y="414972"/>
                </a:lnTo>
                <a:lnTo>
                  <a:pt x="371156" y="415048"/>
                </a:lnTo>
                <a:close/>
              </a:path>
              <a:path w="1801495" h="643255">
                <a:moveTo>
                  <a:pt x="335651" y="436215"/>
                </a:moveTo>
                <a:close/>
              </a:path>
              <a:path w="1801495" h="643255">
                <a:moveTo>
                  <a:pt x="335561" y="436270"/>
                </a:moveTo>
                <a:close/>
              </a:path>
              <a:path w="1801495" h="643255">
                <a:moveTo>
                  <a:pt x="299999" y="457974"/>
                </a:moveTo>
                <a:close/>
              </a:path>
              <a:path w="1801495" h="643255">
                <a:moveTo>
                  <a:pt x="264473" y="480098"/>
                </a:moveTo>
                <a:close/>
              </a:path>
              <a:path w="1801495" h="643255">
                <a:moveTo>
                  <a:pt x="228930" y="502615"/>
                </a:moveTo>
                <a:close/>
              </a:path>
              <a:path w="1801495" h="643255">
                <a:moveTo>
                  <a:pt x="193425" y="525449"/>
                </a:moveTo>
                <a:close/>
              </a:path>
              <a:path w="1801495" h="643255">
                <a:moveTo>
                  <a:pt x="157899" y="548563"/>
                </a:moveTo>
                <a:close/>
              </a:path>
              <a:path w="1801495" h="643255">
                <a:moveTo>
                  <a:pt x="86868" y="595414"/>
                </a:move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798779" y="1387259"/>
            <a:ext cx="1801495" cy="643255"/>
          </a:xfrm>
          <a:custGeom>
            <a:avLst/>
            <a:gdLst/>
            <a:ahLst/>
            <a:cxnLst/>
            <a:rect l="l" t="t" r="r" b="b"/>
            <a:pathLst>
              <a:path w="1801495" h="643255">
                <a:moveTo>
                  <a:pt x="419" y="28816"/>
                </a:moveTo>
                <a:lnTo>
                  <a:pt x="0" y="241"/>
                </a:lnTo>
                <a:lnTo>
                  <a:pt x="15265" y="25"/>
                </a:lnTo>
                <a:lnTo>
                  <a:pt x="29184" y="0"/>
                </a:lnTo>
                <a:lnTo>
                  <a:pt x="41846" y="152"/>
                </a:lnTo>
                <a:lnTo>
                  <a:pt x="91325" y="2730"/>
                </a:lnTo>
                <a:lnTo>
                  <a:pt x="123037" y="5372"/>
                </a:lnTo>
                <a:lnTo>
                  <a:pt x="139880" y="6375"/>
                </a:lnTo>
                <a:lnTo>
                  <a:pt x="149148" y="6718"/>
                </a:lnTo>
                <a:lnTo>
                  <a:pt x="148907" y="6718"/>
                </a:lnTo>
                <a:lnTo>
                  <a:pt x="159588" y="6921"/>
                </a:lnTo>
                <a:lnTo>
                  <a:pt x="203009" y="11010"/>
                </a:lnTo>
                <a:lnTo>
                  <a:pt x="310641" y="21437"/>
                </a:lnTo>
                <a:lnTo>
                  <a:pt x="372643" y="28447"/>
                </a:lnTo>
                <a:lnTo>
                  <a:pt x="373650" y="28575"/>
                </a:lnTo>
                <a:lnTo>
                  <a:pt x="28930" y="28575"/>
                </a:lnTo>
                <a:lnTo>
                  <a:pt x="15582" y="28600"/>
                </a:lnTo>
                <a:lnTo>
                  <a:pt x="419" y="28816"/>
                </a:lnTo>
                <a:close/>
              </a:path>
              <a:path w="1801495" h="643255">
                <a:moveTo>
                  <a:pt x="28957" y="28575"/>
                </a:moveTo>
                <a:lnTo>
                  <a:pt x="29133" y="28575"/>
                </a:lnTo>
                <a:lnTo>
                  <a:pt x="28957" y="28575"/>
                </a:lnTo>
                <a:close/>
              </a:path>
              <a:path w="1801495" h="643255">
                <a:moveTo>
                  <a:pt x="52527" y="29032"/>
                </a:moveTo>
                <a:lnTo>
                  <a:pt x="41186" y="28727"/>
                </a:lnTo>
                <a:lnTo>
                  <a:pt x="41389" y="28727"/>
                </a:lnTo>
                <a:lnTo>
                  <a:pt x="28957" y="28575"/>
                </a:lnTo>
                <a:lnTo>
                  <a:pt x="373652" y="28575"/>
                </a:lnTo>
                <a:lnTo>
                  <a:pt x="377174" y="29019"/>
                </a:lnTo>
                <a:lnTo>
                  <a:pt x="52324" y="29019"/>
                </a:lnTo>
                <a:lnTo>
                  <a:pt x="52527" y="29032"/>
                </a:lnTo>
                <a:close/>
              </a:path>
              <a:path w="1801495" h="643255">
                <a:moveTo>
                  <a:pt x="384726" y="29971"/>
                </a:moveTo>
                <a:lnTo>
                  <a:pt x="72059" y="29971"/>
                </a:lnTo>
                <a:lnTo>
                  <a:pt x="62496" y="29438"/>
                </a:lnTo>
                <a:lnTo>
                  <a:pt x="52324" y="29019"/>
                </a:lnTo>
                <a:lnTo>
                  <a:pt x="377275" y="29032"/>
                </a:lnTo>
                <a:lnTo>
                  <a:pt x="384726" y="29971"/>
                </a:lnTo>
                <a:close/>
              </a:path>
              <a:path w="1801495" h="643255">
                <a:moveTo>
                  <a:pt x="394594" y="31216"/>
                </a:moveTo>
                <a:lnTo>
                  <a:pt x="89014" y="31203"/>
                </a:lnTo>
                <a:lnTo>
                  <a:pt x="71818" y="29959"/>
                </a:lnTo>
                <a:lnTo>
                  <a:pt x="72059" y="29971"/>
                </a:lnTo>
                <a:lnTo>
                  <a:pt x="384726" y="29971"/>
                </a:lnTo>
                <a:lnTo>
                  <a:pt x="394594" y="31216"/>
                </a:lnTo>
                <a:close/>
              </a:path>
              <a:path w="1801495" h="643255">
                <a:moveTo>
                  <a:pt x="158015" y="35474"/>
                </a:moveTo>
                <a:lnTo>
                  <a:pt x="148234" y="35280"/>
                </a:lnTo>
                <a:lnTo>
                  <a:pt x="138569" y="34925"/>
                </a:lnTo>
                <a:lnTo>
                  <a:pt x="121132" y="33896"/>
                </a:lnTo>
                <a:lnTo>
                  <a:pt x="89160" y="31216"/>
                </a:lnTo>
                <a:lnTo>
                  <a:pt x="394594" y="31216"/>
                </a:lnTo>
                <a:lnTo>
                  <a:pt x="405066" y="32537"/>
                </a:lnTo>
                <a:lnTo>
                  <a:pt x="426076" y="35420"/>
                </a:lnTo>
                <a:lnTo>
                  <a:pt x="157441" y="35420"/>
                </a:lnTo>
                <a:lnTo>
                  <a:pt x="158015" y="35474"/>
                </a:lnTo>
                <a:close/>
              </a:path>
              <a:path w="1801495" h="643255">
                <a:moveTo>
                  <a:pt x="158496" y="35483"/>
                </a:moveTo>
                <a:lnTo>
                  <a:pt x="158015" y="35474"/>
                </a:lnTo>
                <a:lnTo>
                  <a:pt x="157441" y="35420"/>
                </a:lnTo>
                <a:lnTo>
                  <a:pt x="158496" y="35483"/>
                </a:lnTo>
                <a:close/>
              </a:path>
              <a:path w="1801495" h="643255">
                <a:moveTo>
                  <a:pt x="426539" y="35483"/>
                </a:moveTo>
                <a:lnTo>
                  <a:pt x="158496" y="35483"/>
                </a:lnTo>
                <a:lnTo>
                  <a:pt x="157441" y="35420"/>
                </a:lnTo>
                <a:lnTo>
                  <a:pt x="426076" y="35420"/>
                </a:lnTo>
                <a:lnTo>
                  <a:pt x="426539" y="35483"/>
                </a:lnTo>
                <a:close/>
              </a:path>
              <a:path w="1801495" h="643255">
                <a:moveTo>
                  <a:pt x="536734" y="53149"/>
                </a:moveTo>
                <a:lnTo>
                  <a:pt x="337845" y="53136"/>
                </a:lnTo>
                <a:lnTo>
                  <a:pt x="307594" y="49847"/>
                </a:lnTo>
                <a:lnTo>
                  <a:pt x="278549" y="46862"/>
                </a:lnTo>
                <a:lnTo>
                  <a:pt x="250875" y="44170"/>
                </a:lnTo>
                <a:lnTo>
                  <a:pt x="158015" y="35474"/>
                </a:lnTo>
                <a:lnTo>
                  <a:pt x="158496" y="35483"/>
                </a:lnTo>
                <a:lnTo>
                  <a:pt x="426539" y="35483"/>
                </a:lnTo>
                <a:lnTo>
                  <a:pt x="438200" y="37084"/>
                </a:lnTo>
                <a:lnTo>
                  <a:pt x="471868" y="42100"/>
                </a:lnTo>
                <a:lnTo>
                  <a:pt x="505879" y="47650"/>
                </a:lnTo>
                <a:lnTo>
                  <a:pt x="536734" y="53149"/>
                </a:lnTo>
                <a:close/>
              </a:path>
              <a:path w="1801495" h="643255">
                <a:moveTo>
                  <a:pt x="556068" y="56819"/>
                </a:moveTo>
                <a:lnTo>
                  <a:pt x="369144" y="56807"/>
                </a:lnTo>
                <a:lnTo>
                  <a:pt x="337877" y="53140"/>
                </a:lnTo>
                <a:lnTo>
                  <a:pt x="536734" y="53149"/>
                </a:lnTo>
                <a:lnTo>
                  <a:pt x="556068" y="56819"/>
                </a:lnTo>
                <a:close/>
              </a:path>
              <a:path w="1801495" h="643255">
                <a:moveTo>
                  <a:pt x="619151" y="70345"/>
                </a:moveTo>
                <a:lnTo>
                  <a:pt x="467550" y="70345"/>
                </a:lnTo>
                <a:lnTo>
                  <a:pt x="434060" y="65354"/>
                </a:lnTo>
                <a:lnTo>
                  <a:pt x="401256" y="60858"/>
                </a:lnTo>
                <a:lnTo>
                  <a:pt x="369125" y="56807"/>
                </a:lnTo>
                <a:lnTo>
                  <a:pt x="369252" y="56819"/>
                </a:lnTo>
                <a:lnTo>
                  <a:pt x="556068" y="56819"/>
                </a:lnTo>
                <a:lnTo>
                  <a:pt x="574382" y="60490"/>
                </a:lnTo>
                <a:lnTo>
                  <a:pt x="597271" y="65379"/>
                </a:lnTo>
                <a:lnTo>
                  <a:pt x="608482" y="67856"/>
                </a:lnTo>
                <a:lnTo>
                  <a:pt x="619151" y="70345"/>
                </a:lnTo>
                <a:close/>
              </a:path>
              <a:path w="1801495" h="643255">
                <a:moveTo>
                  <a:pt x="641913" y="75831"/>
                </a:moveTo>
                <a:lnTo>
                  <a:pt x="501205" y="75831"/>
                </a:lnTo>
                <a:lnTo>
                  <a:pt x="467359" y="70319"/>
                </a:lnTo>
                <a:lnTo>
                  <a:pt x="467550" y="70345"/>
                </a:lnTo>
                <a:lnTo>
                  <a:pt x="619151" y="70345"/>
                </a:lnTo>
                <a:lnTo>
                  <a:pt x="625411" y="71805"/>
                </a:lnTo>
                <a:lnTo>
                  <a:pt x="641913" y="75831"/>
                </a:lnTo>
                <a:close/>
              </a:path>
              <a:path w="1801495" h="643255">
                <a:moveTo>
                  <a:pt x="678246" y="85102"/>
                </a:moveTo>
                <a:lnTo>
                  <a:pt x="551827" y="85102"/>
                </a:lnTo>
                <a:lnTo>
                  <a:pt x="534822" y="81838"/>
                </a:lnTo>
                <a:lnTo>
                  <a:pt x="517918" y="78752"/>
                </a:lnTo>
                <a:lnTo>
                  <a:pt x="501040" y="75806"/>
                </a:lnTo>
                <a:lnTo>
                  <a:pt x="501205" y="75831"/>
                </a:lnTo>
                <a:lnTo>
                  <a:pt x="641913" y="75831"/>
                </a:lnTo>
                <a:lnTo>
                  <a:pt x="678246" y="85102"/>
                </a:lnTo>
                <a:close/>
              </a:path>
              <a:path w="1801495" h="643255">
                <a:moveTo>
                  <a:pt x="691176" y="88493"/>
                </a:moveTo>
                <a:lnTo>
                  <a:pt x="568693" y="88493"/>
                </a:lnTo>
                <a:lnTo>
                  <a:pt x="551813" y="85099"/>
                </a:lnTo>
                <a:lnTo>
                  <a:pt x="678246" y="85102"/>
                </a:lnTo>
                <a:lnTo>
                  <a:pt x="691176" y="88493"/>
                </a:lnTo>
                <a:close/>
              </a:path>
              <a:path w="1801495" h="643255">
                <a:moveTo>
                  <a:pt x="704687" y="92036"/>
                </a:moveTo>
                <a:lnTo>
                  <a:pt x="585495" y="92036"/>
                </a:lnTo>
                <a:lnTo>
                  <a:pt x="568553" y="88468"/>
                </a:lnTo>
                <a:lnTo>
                  <a:pt x="568693" y="88493"/>
                </a:lnTo>
                <a:lnTo>
                  <a:pt x="691176" y="88493"/>
                </a:lnTo>
                <a:lnTo>
                  <a:pt x="704687" y="92036"/>
                </a:lnTo>
                <a:close/>
              </a:path>
              <a:path w="1801495" h="643255">
                <a:moveTo>
                  <a:pt x="778280" y="112179"/>
                </a:moveTo>
                <a:lnTo>
                  <a:pt x="668870" y="112179"/>
                </a:lnTo>
                <a:lnTo>
                  <a:pt x="635241" y="103619"/>
                </a:lnTo>
                <a:lnTo>
                  <a:pt x="618705" y="99580"/>
                </a:lnTo>
                <a:lnTo>
                  <a:pt x="602081" y="95707"/>
                </a:lnTo>
                <a:lnTo>
                  <a:pt x="585355" y="92011"/>
                </a:lnTo>
                <a:lnTo>
                  <a:pt x="585495" y="92036"/>
                </a:lnTo>
                <a:lnTo>
                  <a:pt x="704687" y="92036"/>
                </a:lnTo>
                <a:lnTo>
                  <a:pt x="745629" y="103060"/>
                </a:lnTo>
                <a:lnTo>
                  <a:pt x="778280" y="112179"/>
                </a:lnTo>
                <a:close/>
              </a:path>
              <a:path w="1801495" h="643255">
                <a:moveTo>
                  <a:pt x="809473" y="121170"/>
                </a:moveTo>
                <a:lnTo>
                  <a:pt x="703148" y="121170"/>
                </a:lnTo>
                <a:lnTo>
                  <a:pt x="668769" y="112153"/>
                </a:lnTo>
                <a:lnTo>
                  <a:pt x="778280" y="112179"/>
                </a:lnTo>
                <a:lnTo>
                  <a:pt x="809473" y="121170"/>
                </a:lnTo>
                <a:close/>
              </a:path>
              <a:path w="1801495" h="643255">
                <a:moveTo>
                  <a:pt x="1008133" y="185292"/>
                </a:moveTo>
                <a:lnTo>
                  <a:pt x="920067" y="185285"/>
                </a:lnTo>
                <a:lnTo>
                  <a:pt x="882878" y="173291"/>
                </a:lnTo>
                <a:lnTo>
                  <a:pt x="846061" y="161861"/>
                </a:lnTo>
                <a:lnTo>
                  <a:pt x="809599" y="150952"/>
                </a:lnTo>
                <a:lnTo>
                  <a:pt x="773544" y="140525"/>
                </a:lnTo>
                <a:lnTo>
                  <a:pt x="737997" y="130594"/>
                </a:lnTo>
                <a:lnTo>
                  <a:pt x="703046" y="121145"/>
                </a:lnTo>
                <a:lnTo>
                  <a:pt x="809473" y="121170"/>
                </a:lnTo>
                <a:lnTo>
                  <a:pt x="817727" y="123558"/>
                </a:lnTo>
                <a:lnTo>
                  <a:pt x="854468" y="134556"/>
                </a:lnTo>
                <a:lnTo>
                  <a:pt x="891565" y="146075"/>
                </a:lnTo>
                <a:lnTo>
                  <a:pt x="928941" y="158115"/>
                </a:lnTo>
                <a:lnTo>
                  <a:pt x="966495" y="170700"/>
                </a:lnTo>
                <a:lnTo>
                  <a:pt x="1004150" y="183845"/>
                </a:lnTo>
                <a:lnTo>
                  <a:pt x="1008133" y="185292"/>
                </a:lnTo>
                <a:close/>
              </a:path>
              <a:path w="1801495" h="643255">
                <a:moveTo>
                  <a:pt x="1076720" y="210794"/>
                </a:moveTo>
                <a:lnTo>
                  <a:pt x="994651" y="210794"/>
                </a:lnTo>
                <a:lnTo>
                  <a:pt x="957160" y="197713"/>
                </a:lnTo>
                <a:lnTo>
                  <a:pt x="920066" y="185285"/>
                </a:lnTo>
                <a:lnTo>
                  <a:pt x="1008133" y="185292"/>
                </a:lnTo>
                <a:lnTo>
                  <a:pt x="1041844" y="197548"/>
                </a:lnTo>
                <a:lnTo>
                  <a:pt x="1076720" y="210794"/>
                </a:lnTo>
                <a:close/>
              </a:path>
              <a:path w="1801495" h="643255">
                <a:moveTo>
                  <a:pt x="1145481" y="238506"/>
                </a:moveTo>
                <a:lnTo>
                  <a:pt x="1069225" y="238506"/>
                </a:lnTo>
                <a:lnTo>
                  <a:pt x="1031786" y="224294"/>
                </a:lnTo>
                <a:lnTo>
                  <a:pt x="994572" y="210767"/>
                </a:lnTo>
                <a:lnTo>
                  <a:pt x="1076720" y="210794"/>
                </a:lnTo>
                <a:lnTo>
                  <a:pt x="1079461" y="211835"/>
                </a:lnTo>
                <a:lnTo>
                  <a:pt x="1116914" y="226682"/>
                </a:lnTo>
                <a:lnTo>
                  <a:pt x="1145481" y="238506"/>
                </a:lnTo>
                <a:close/>
              </a:path>
              <a:path w="1801495" h="643255">
                <a:moveTo>
                  <a:pt x="1196706" y="260769"/>
                </a:moveTo>
                <a:lnTo>
                  <a:pt x="1124686" y="260769"/>
                </a:lnTo>
                <a:lnTo>
                  <a:pt x="1106144" y="253149"/>
                </a:lnTo>
                <a:lnTo>
                  <a:pt x="1069022" y="238429"/>
                </a:lnTo>
                <a:lnTo>
                  <a:pt x="1069225" y="238506"/>
                </a:lnTo>
                <a:lnTo>
                  <a:pt x="1145481" y="238506"/>
                </a:lnTo>
                <a:lnTo>
                  <a:pt x="1172705" y="250126"/>
                </a:lnTo>
                <a:lnTo>
                  <a:pt x="1191133" y="258254"/>
                </a:lnTo>
                <a:lnTo>
                  <a:pt x="1196706" y="260769"/>
                </a:lnTo>
                <a:close/>
              </a:path>
              <a:path w="1801495" h="643255">
                <a:moveTo>
                  <a:pt x="1247474" y="284378"/>
                </a:moveTo>
                <a:lnTo>
                  <a:pt x="1179550" y="284378"/>
                </a:lnTo>
                <a:lnTo>
                  <a:pt x="1161237" y="276301"/>
                </a:lnTo>
                <a:lnTo>
                  <a:pt x="1142949" y="268439"/>
                </a:lnTo>
                <a:lnTo>
                  <a:pt x="1124585" y="260731"/>
                </a:lnTo>
                <a:lnTo>
                  <a:pt x="1196706" y="260769"/>
                </a:lnTo>
                <a:lnTo>
                  <a:pt x="1209459" y="266522"/>
                </a:lnTo>
                <a:lnTo>
                  <a:pt x="1227670" y="274955"/>
                </a:lnTo>
                <a:lnTo>
                  <a:pt x="1245831" y="283578"/>
                </a:lnTo>
                <a:lnTo>
                  <a:pt x="1247474" y="284378"/>
                </a:lnTo>
                <a:close/>
              </a:path>
              <a:path w="1801495" h="643255">
                <a:moveTo>
                  <a:pt x="1348141" y="336067"/>
                </a:moveTo>
                <a:lnTo>
                  <a:pt x="1287145" y="336067"/>
                </a:lnTo>
                <a:lnTo>
                  <a:pt x="1269161" y="326910"/>
                </a:lnTo>
                <a:lnTo>
                  <a:pt x="1251280" y="318007"/>
                </a:lnTo>
                <a:lnTo>
                  <a:pt x="1233385" y="309295"/>
                </a:lnTo>
                <a:lnTo>
                  <a:pt x="1215478" y="300799"/>
                </a:lnTo>
                <a:lnTo>
                  <a:pt x="1197508" y="292481"/>
                </a:lnTo>
                <a:lnTo>
                  <a:pt x="1179423" y="284327"/>
                </a:lnTo>
                <a:lnTo>
                  <a:pt x="1247474" y="284378"/>
                </a:lnTo>
                <a:lnTo>
                  <a:pt x="1263954" y="292404"/>
                </a:lnTo>
                <a:lnTo>
                  <a:pt x="1282065" y="301421"/>
                </a:lnTo>
                <a:lnTo>
                  <a:pt x="1300162" y="310629"/>
                </a:lnTo>
                <a:lnTo>
                  <a:pt x="1318234" y="320027"/>
                </a:lnTo>
                <a:lnTo>
                  <a:pt x="1336306" y="329615"/>
                </a:lnTo>
                <a:lnTo>
                  <a:pt x="1348141" y="336067"/>
                </a:lnTo>
                <a:close/>
              </a:path>
              <a:path w="1801495" h="643255">
                <a:moveTo>
                  <a:pt x="1365171" y="345351"/>
                </a:moveTo>
                <a:lnTo>
                  <a:pt x="1305001" y="345351"/>
                </a:lnTo>
                <a:lnTo>
                  <a:pt x="1287030" y="336016"/>
                </a:lnTo>
                <a:lnTo>
                  <a:pt x="1348141" y="336067"/>
                </a:lnTo>
                <a:lnTo>
                  <a:pt x="1365171" y="345351"/>
                </a:lnTo>
                <a:close/>
              </a:path>
              <a:path w="1801495" h="643255">
                <a:moveTo>
                  <a:pt x="1382191" y="354812"/>
                </a:moveTo>
                <a:lnTo>
                  <a:pt x="1322844" y="354812"/>
                </a:lnTo>
                <a:lnTo>
                  <a:pt x="1304899" y="345300"/>
                </a:lnTo>
                <a:lnTo>
                  <a:pt x="1365171" y="345351"/>
                </a:lnTo>
                <a:lnTo>
                  <a:pt x="1372323" y="349250"/>
                </a:lnTo>
                <a:lnTo>
                  <a:pt x="1382191" y="354812"/>
                </a:lnTo>
                <a:close/>
              </a:path>
              <a:path w="1801495" h="643255">
                <a:moveTo>
                  <a:pt x="1485471" y="415048"/>
                </a:moveTo>
                <a:lnTo>
                  <a:pt x="1429804" y="415048"/>
                </a:lnTo>
                <a:lnTo>
                  <a:pt x="1394040" y="394284"/>
                </a:lnTo>
                <a:lnTo>
                  <a:pt x="1358379" y="374192"/>
                </a:lnTo>
                <a:lnTo>
                  <a:pt x="1322844" y="354812"/>
                </a:lnTo>
                <a:lnTo>
                  <a:pt x="1382191" y="354812"/>
                </a:lnTo>
                <a:lnTo>
                  <a:pt x="1408303" y="369531"/>
                </a:lnTo>
                <a:lnTo>
                  <a:pt x="1444218" y="390385"/>
                </a:lnTo>
                <a:lnTo>
                  <a:pt x="1480083" y="411759"/>
                </a:lnTo>
                <a:lnTo>
                  <a:pt x="1485471" y="415048"/>
                </a:lnTo>
                <a:close/>
              </a:path>
              <a:path w="1801495" h="643255">
                <a:moveTo>
                  <a:pt x="1520147" y="436270"/>
                </a:moveTo>
                <a:lnTo>
                  <a:pt x="1465389" y="436270"/>
                </a:lnTo>
                <a:lnTo>
                  <a:pt x="1429664" y="414972"/>
                </a:lnTo>
                <a:lnTo>
                  <a:pt x="1429804" y="415048"/>
                </a:lnTo>
                <a:lnTo>
                  <a:pt x="1485471" y="415048"/>
                </a:lnTo>
                <a:lnTo>
                  <a:pt x="1515884" y="433616"/>
                </a:lnTo>
                <a:lnTo>
                  <a:pt x="1520147" y="436270"/>
                </a:lnTo>
                <a:close/>
              </a:path>
              <a:path w="1801495" h="643255">
                <a:moveTo>
                  <a:pt x="1589836" y="480098"/>
                </a:moveTo>
                <a:lnTo>
                  <a:pt x="1536484" y="480098"/>
                </a:lnTo>
                <a:lnTo>
                  <a:pt x="1500835" y="457898"/>
                </a:lnTo>
                <a:lnTo>
                  <a:pt x="1465296" y="436215"/>
                </a:lnTo>
                <a:lnTo>
                  <a:pt x="1520147" y="436270"/>
                </a:lnTo>
                <a:lnTo>
                  <a:pt x="1551635" y="455879"/>
                </a:lnTo>
                <a:lnTo>
                  <a:pt x="1589836" y="480098"/>
                </a:lnTo>
                <a:close/>
              </a:path>
              <a:path w="1801495" h="643255">
                <a:moveTo>
                  <a:pt x="1659903" y="525449"/>
                </a:moveTo>
                <a:lnTo>
                  <a:pt x="1607540" y="525449"/>
                </a:lnTo>
                <a:lnTo>
                  <a:pt x="1571942" y="502564"/>
                </a:lnTo>
                <a:lnTo>
                  <a:pt x="1536395" y="480047"/>
                </a:lnTo>
                <a:lnTo>
                  <a:pt x="1589836" y="480098"/>
                </a:lnTo>
                <a:lnTo>
                  <a:pt x="1624836" y="502615"/>
                </a:lnTo>
                <a:lnTo>
                  <a:pt x="1659903" y="525449"/>
                </a:lnTo>
                <a:close/>
              </a:path>
              <a:path w="1801495" h="643255">
                <a:moveTo>
                  <a:pt x="1765646" y="595401"/>
                </a:moveTo>
                <a:lnTo>
                  <a:pt x="1714080" y="595401"/>
                </a:lnTo>
                <a:lnTo>
                  <a:pt x="1642973" y="548513"/>
                </a:lnTo>
                <a:lnTo>
                  <a:pt x="1607464" y="525411"/>
                </a:lnTo>
                <a:lnTo>
                  <a:pt x="1659903" y="525449"/>
                </a:lnTo>
                <a:lnTo>
                  <a:pt x="1694959" y="548563"/>
                </a:lnTo>
                <a:lnTo>
                  <a:pt x="1765646" y="595401"/>
                </a:lnTo>
                <a:close/>
              </a:path>
              <a:path w="1801495" h="643255">
                <a:moveTo>
                  <a:pt x="1785112" y="642683"/>
                </a:moveTo>
                <a:lnTo>
                  <a:pt x="1714030" y="595376"/>
                </a:lnTo>
                <a:lnTo>
                  <a:pt x="1765646" y="595401"/>
                </a:lnTo>
                <a:lnTo>
                  <a:pt x="1800936" y="618896"/>
                </a:lnTo>
                <a:lnTo>
                  <a:pt x="1785112" y="64268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4341431" y="2016163"/>
            <a:ext cx="1801495" cy="643255"/>
          </a:xfrm>
          <a:custGeom>
            <a:avLst/>
            <a:gdLst/>
            <a:ahLst/>
            <a:cxnLst/>
            <a:rect l="l" t="t" r="r" b="b"/>
            <a:pathLst>
              <a:path w="1801495" h="643255">
                <a:moveTo>
                  <a:pt x="1694882" y="94170"/>
                </a:moveTo>
                <a:lnTo>
                  <a:pt x="1642986" y="94170"/>
                </a:lnTo>
                <a:lnTo>
                  <a:pt x="1714093" y="47282"/>
                </a:lnTo>
                <a:lnTo>
                  <a:pt x="1785111" y="0"/>
                </a:lnTo>
                <a:lnTo>
                  <a:pt x="1800948" y="23787"/>
                </a:lnTo>
                <a:lnTo>
                  <a:pt x="1765614" y="47307"/>
                </a:lnTo>
                <a:lnTo>
                  <a:pt x="1694882" y="94170"/>
                </a:lnTo>
                <a:close/>
              </a:path>
              <a:path w="1801495" h="643255">
                <a:moveTo>
                  <a:pt x="1714042" y="47307"/>
                </a:moveTo>
                <a:close/>
              </a:path>
              <a:path w="1801495" h="643255">
                <a:moveTo>
                  <a:pt x="1624770" y="140119"/>
                </a:moveTo>
                <a:lnTo>
                  <a:pt x="1571942" y="140119"/>
                </a:lnTo>
                <a:lnTo>
                  <a:pt x="1607540" y="117233"/>
                </a:lnTo>
                <a:lnTo>
                  <a:pt x="1643049" y="94119"/>
                </a:lnTo>
                <a:lnTo>
                  <a:pt x="1694882" y="94170"/>
                </a:lnTo>
                <a:lnTo>
                  <a:pt x="1659845" y="117271"/>
                </a:lnTo>
                <a:lnTo>
                  <a:pt x="1624770" y="140119"/>
                </a:lnTo>
                <a:close/>
              </a:path>
              <a:path w="1801495" h="643255">
                <a:moveTo>
                  <a:pt x="1607477" y="117271"/>
                </a:moveTo>
                <a:close/>
              </a:path>
              <a:path w="1801495" h="643255">
                <a:moveTo>
                  <a:pt x="1554836" y="184785"/>
                </a:moveTo>
                <a:lnTo>
                  <a:pt x="1500847" y="184785"/>
                </a:lnTo>
                <a:lnTo>
                  <a:pt x="1536496" y="162585"/>
                </a:lnTo>
                <a:lnTo>
                  <a:pt x="1572018" y="140068"/>
                </a:lnTo>
                <a:lnTo>
                  <a:pt x="1624770" y="140119"/>
                </a:lnTo>
                <a:lnTo>
                  <a:pt x="1589770" y="162636"/>
                </a:lnTo>
                <a:lnTo>
                  <a:pt x="1554836" y="184785"/>
                </a:lnTo>
                <a:close/>
              </a:path>
              <a:path w="1801495" h="643255">
                <a:moveTo>
                  <a:pt x="1536395" y="162636"/>
                </a:moveTo>
                <a:close/>
              </a:path>
              <a:path w="1801495" h="643255">
                <a:moveTo>
                  <a:pt x="1520037" y="206489"/>
                </a:moveTo>
                <a:lnTo>
                  <a:pt x="1465262" y="206489"/>
                </a:lnTo>
                <a:lnTo>
                  <a:pt x="1500949" y="184708"/>
                </a:lnTo>
                <a:lnTo>
                  <a:pt x="1554836" y="184785"/>
                </a:lnTo>
                <a:lnTo>
                  <a:pt x="1551647" y="186804"/>
                </a:lnTo>
                <a:lnTo>
                  <a:pt x="1520037" y="206489"/>
                </a:lnTo>
                <a:close/>
              </a:path>
              <a:path w="1801495" h="643255">
                <a:moveTo>
                  <a:pt x="1465296" y="206468"/>
                </a:moveTo>
                <a:close/>
              </a:path>
              <a:path w="1801495" h="643255">
                <a:moveTo>
                  <a:pt x="1416343" y="268490"/>
                </a:moveTo>
                <a:lnTo>
                  <a:pt x="1358391" y="268490"/>
                </a:lnTo>
                <a:lnTo>
                  <a:pt x="1394205" y="248310"/>
                </a:lnTo>
                <a:lnTo>
                  <a:pt x="1429804" y="227634"/>
                </a:lnTo>
                <a:lnTo>
                  <a:pt x="1465296" y="206468"/>
                </a:lnTo>
                <a:lnTo>
                  <a:pt x="1520037" y="206489"/>
                </a:lnTo>
                <a:lnTo>
                  <a:pt x="1515897" y="209067"/>
                </a:lnTo>
                <a:lnTo>
                  <a:pt x="1480083" y="230924"/>
                </a:lnTo>
                <a:lnTo>
                  <a:pt x="1444231" y="252298"/>
                </a:lnTo>
                <a:lnTo>
                  <a:pt x="1416343" y="268490"/>
                </a:lnTo>
                <a:close/>
              </a:path>
              <a:path w="1801495" h="643255">
                <a:moveTo>
                  <a:pt x="1429664" y="227711"/>
                </a:moveTo>
                <a:lnTo>
                  <a:pt x="1429792" y="227634"/>
                </a:lnTo>
                <a:lnTo>
                  <a:pt x="1429664" y="227711"/>
                </a:lnTo>
                <a:close/>
              </a:path>
              <a:path w="1801495" h="643255">
                <a:moveTo>
                  <a:pt x="1394040" y="248399"/>
                </a:moveTo>
                <a:lnTo>
                  <a:pt x="1394194" y="248310"/>
                </a:lnTo>
                <a:lnTo>
                  <a:pt x="1394040" y="248399"/>
                </a:lnTo>
                <a:close/>
              </a:path>
              <a:path w="1801495" h="643255">
                <a:moveTo>
                  <a:pt x="1382069" y="287947"/>
                </a:moveTo>
                <a:lnTo>
                  <a:pt x="1322704" y="287947"/>
                </a:lnTo>
                <a:lnTo>
                  <a:pt x="1358569" y="268389"/>
                </a:lnTo>
                <a:lnTo>
                  <a:pt x="1358391" y="268490"/>
                </a:lnTo>
                <a:lnTo>
                  <a:pt x="1416343" y="268490"/>
                </a:lnTo>
                <a:lnTo>
                  <a:pt x="1408315" y="273151"/>
                </a:lnTo>
                <a:lnTo>
                  <a:pt x="1382069" y="287947"/>
                </a:lnTo>
                <a:close/>
              </a:path>
              <a:path w="1801495" h="643255">
                <a:moveTo>
                  <a:pt x="1331208" y="315772"/>
                </a:moveTo>
                <a:lnTo>
                  <a:pt x="1269161" y="315772"/>
                </a:lnTo>
                <a:lnTo>
                  <a:pt x="1287144" y="306616"/>
                </a:lnTo>
                <a:lnTo>
                  <a:pt x="1305001" y="297332"/>
                </a:lnTo>
                <a:lnTo>
                  <a:pt x="1322844" y="287870"/>
                </a:lnTo>
                <a:lnTo>
                  <a:pt x="1322704" y="287947"/>
                </a:lnTo>
                <a:lnTo>
                  <a:pt x="1382069" y="287947"/>
                </a:lnTo>
                <a:lnTo>
                  <a:pt x="1372336" y="293433"/>
                </a:lnTo>
                <a:lnTo>
                  <a:pt x="1336306" y="313067"/>
                </a:lnTo>
                <a:lnTo>
                  <a:pt x="1331208" y="315772"/>
                </a:lnTo>
                <a:close/>
              </a:path>
              <a:path w="1801495" h="643255">
                <a:moveTo>
                  <a:pt x="1304899" y="297383"/>
                </a:moveTo>
                <a:close/>
              </a:path>
              <a:path w="1801495" h="643255">
                <a:moveTo>
                  <a:pt x="1287030" y="306666"/>
                </a:moveTo>
                <a:close/>
              </a:path>
              <a:path w="1801495" h="643255">
                <a:moveTo>
                  <a:pt x="1297543" y="333387"/>
                </a:moveTo>
                <a:lnTo>
                  <a:pt x="1233385" y="333387"/>
                </a:lnTo>
                <a:lnTo>
                  <a:pt x="1251394" y="324624"/>
                </a:lnTo>
                <a:lnTo>
                  <a:pt x="1269276" y="315709"/>
                </a:lnTo>
                <a:lnTo>
                  <a:pt x="1331208" y="315772"/>
                </a:lnTo>
                <a:lnTo>
                  <a:pt x="1318234" y="322656"/>
                </a:lnTo>
                <a:lnTo>
                  <a:pt x="1300162" y="332054"/>
                </a:lnTo>
                <a:lnTo>
                  <a:pt x="1297543" y="333387"/>
                </a:lnTo>
                <a:close/>
              </a:path>
              <a:path w="1801495" h="643255">
                <a:moveTo>
                  <a:pt x="1251280" y="324675"/>
                </a:moveTo>
                <a:close/>
              </a:path>
              <a:path w="1801495" h="643255">
                <a:moveTo>
                  <a:pt x="1280827" y="341884"/>
                </a:moveTo>
                <a:lnTo>
                  <a:pt x="1215478" y="341884"/>
                </a:lnTo>
                <a:lnTo>
                  <a:pt x="1233512" y="333324"/>
                </a:lnTo>
                <a:lnTo>
                  <a:pt x="1297543" y="333387"/>
                </a:lnTo>
                <a:lnTo>
                  <a:pt x="1280827" y="341884"/>
                </a:lnTo>
                <a:close/>
              </a:path>
              <a:path w="1801495" h="643255">
                <a:moveTo>
                  <a:pt x="1264120" y="350202"/>
                </a:moveTo>
                <a:lnTo>
                  <a:pt x="1197521" y="350202"/>
                </a:lnTo>
                <a:lnTo>
                  <a:pt x="1215605" y="341820"/>
                </a:lnTo>
                <a:lnTo>
                  <a:pt x="1280827" y="341884"/>
                </a:lnTo>
                <a:lnTo>
                  <a:pt x="1264120" y="350202"/>
                </a:lnTo>
                <a:close/>
              </a:path>
              <a:path w="1801495" h="643255">
                <a:moveTo>
                  <a:pt x="1247345" y="358368"/>
                </a:moveTo>
                <a:lnTo>
                  <a:pt x="1179436" y="358368"/>
                </a:lnTo>
                <a:lnTo>
                  <a:pt x="1197635" y="350139"/>
                </a:lnTo>
                <a:lnTo>
                  <a:pt x="1264120" y="350202"/>
                </a:lnTo>
                <a:lnTo>
                  <a:pt x="1247345" y="358368"/>
                </a:lnTo>
                <a:close/>
              </a:path>
              <a:path w="1801495" h="643255">
                <a:moveTo>
                  <a:pt x="1230516" y="366382"/>
                </a:moveTo>
                <a:lnTo>
                  <a:pt x="1161237" y="366382"/>
                </a:lnTo>
                <a:lnTo>
                  <a:pt x="1179550" y="358305"/>
                </a:lnTo>
                <a:lnTo>
                  <a:pt x="1247345" y="358368"/>
                </a:lnTo>
                <a:lnTo>
                  <a:pt x="1245831" y="359105"/>
                </a:lnTo>
                <a:lnTo>
                  <a:pt x="1230516" y="366382"/>
                </a:lnTo>
                <a:close/>
              </a:path>
              <a:path w="1801495" h="643255">
                <a:moveTo>
                  <a:pt x="1213603" y="374243"/>
                </a:moveTo>
                <a:lnTo>
                  <a:pt x="1142949" y="374243"/>
                </a:lnTo>
                <a:lnTo>
                  <a:pt x="1161351" y="366331"/>
                </a:lnTo>
                <a:lnTo>
                  <a:pt x="1230516" y="366382"/>
                </a:lnTo>
                <a:lnTo>
                  <a:pt x="1227683" y="367728"/>
                </a:lnTo>
                <a:lnTo>
                  <a:pt x="1213603" y="374243"/>
                </a:lnTo>
                <a:close/>
              </a:path>
              <a:path w="1801495" h="643255">
                <a:moveTo>
                  <a:pt x="1179558" y="389534"/>
                </a:moveTo>
                <a:lnTo>
                  <a:pt x="1106144" y="389534"/>
                </a:lnTo>
                <a:lnTo>
                  <a:pt x="1124699" y="381914"/>
                </a:lnTo>
                <a:lnTo>
                  <a:pt x="1143063" y="374192"/>
                </a:lnTo>
                <a:lnTo>
                  <a:pt x="1213603" y="374243"/>
                </a:lnTo>
                <a:lnTo>
                  <a:pt x="1209459" y="376161"/>
                </a:lnTo>
                <a:lnTo>
                  <a:pt x="1191132" y="384429"/>
                </a:lnTo>
                <a:lnTo>
                  <a:pt x="1179558" y="389534"/>
                </a:lnTo>
                <a:close/>
              </a:path>
              <a:path w="1801495" h="643255">
                <a:moveTo>
                  <a:pt x="1124584" y="381952"/>
                </a:moveTo>
                <a:close/>
              </a:path>
              <a:path w="1801495" h="643255">
                <a:moveTo>
                  <a:pt x="1110891" y="418388"/>
                </a:moveTo>
                <a:lnTo>
                  <a:pt x="1031798" y="418388"/>
                </a:lnTo>
                <a:lnTo>
                  <a:pt x="1069225" y="404177"/>
                </a:lnTo>
                <a:lnTo>
                  <a:pt x="1106296" y="389470"/>
                </a:lnTo>
                <a:lnTo>
                  <a:pt x="1106144" y="389534"/>
                </a:lnTo>
                <a:lnTo>
                  <a:pt x="1179558" y="389534"/>
                </a:lnTo>
                <a:lnTo>
                  <a:pt x="1172705" y="392557"/>
                </a:lnTo>
                <a:lnTo>
                  <a:pt x="1135595" y="408330"/>
                </a:lnTo>
                <a:lnTo>
                  <a:pt x="1116914" y="416001"/>
                </a:lnTo>
                <a:lnTo>
                  <a:pt x="1110891" y="418388"/>
                </a:lnTo>
                <a:close/>
              </a:path>
              <a:path w="1801495" h="643255">
                <a:moveTo>
                  <a:pt x="1069022" y="404253"/>
                </a:moveTo>
                <a:lnTo>
                  <a:pt x="1069214" y="404177"/>
                </a:lnTo>
                <a:lnTo>
                  <a:pt x="1069022" y="404253"/>
                </a:lnTo>
                <a:close/>
              </a:path>
              <a:path w="1801495" h="643255">
                <a:moveTo>
                  <a:pt x="1076552" y="431952"/>
                </a:moveTo>
                <a:lnTo>
                  <a:pt x="994473" y="431952"/>
                </a:lnTo>
                <a:lnTo>
                  <a:pt x="994651" y="431888"/>
                </a:lnTo>
                <a:lnTo>
                  <a:pt x="1031976" y="418312"/>
                </a:lnTo>
                <a:lnTo>
                  <a:pt x="1031798" y="418388"/>
                </a:lnTo>
                <a:lnTo>
                  <a:pt x="1110891" y="418388"/>
                </a:lnTo>
                <a:lnTo>
                  <a:pt x="1079461" y="430847"/>
                </a:lnTo>
                <a:lnTo>
                  <a:pt x="1076552" y="431952"/>
                </a:lnTo>
                <a:close/>
              </a:path>
              <a:path w="1801495" h="643255">
                <a:moveTo>
                  <a:pt x="994572" y="431916"/>
                </a:moveTo>
                <a:close/>
              </a:path>
              <a:path w="1801495" h="643255">
                <a:moveTo>
                  <a:pt x="1007993" y="457441"/>
                </a:moveTo>
                <a:lnTo>
                  <a:pt x="919937" y="457441"/>
                </a:lnTo>
                <a:lnTo>
                  <a:pt x="920089" y="457390"/>
                </a:lnTo>
                <a:lnTo>
                  <a:pt x="957326" y="444919"/>
                </a:lnTo>
                <a:lnTo>
                  <a:pt x="994572" y="431916"/>
                </a:lnTo>
                <a:lnTo>
                  <a:pt x="1076552" y="431952"/>
                </a:lnTo>
                <a:lnTo>
                  <a:pt x="1041844" y="445135"/>
                </a:lnTo>
                <a:lnTo>
                  <a:pt x="1007993" y="457441"/>
                </a:lnTo>
                <a:close/>
              </a:path>
              <a:path w="1801495" h="643255">
                <a:moveTo>
                  <a:pt x="957160" y="444969"/>
                </a:moveTo>
                <a:lnTo>
                  <a:pt x="957306" y="444919"/>
                </a:lnTo>
                <a:lnTo>
                  <a:pt x="957160" y="444969"/>
                </a:lnTo>
                <a:close/>
              </a:path>
              <a:path w="1801495" h="643255">
                <a:moveTo>
                  <a:pt x="920070" y="457396"/>
                </a:moveTo>
                <a:close/>
              </a:path>
              <a:path w="1801495" h="643255">
                <a:moveTo>
                  <a:pt x="973917" y="469392"/>
                </a:moveTo>
                <a:lnTo>
                  <a:pt x="882878" y="469392"/>
                </a:lnTo>
                <a:lnTo>
                  <a:pt x="920070" y="457396"/>
                </a:lnTo>
                <a:lnTo>
                  <a:pt x="919937" y="457441"/>
                </a:lnTo>
                <a:lnTo>
                  <a:pt x="1007993" y="457441"/>
                </a:lnTo>
                <a:lnTo>
                  <a:pt x="1004150" y="458838"/>
                </a:lnTo>
                <a:lnTo>
                  <a:pt x="973917" y="469392"/>
                </a:lnTo>
                <a:close/>
              </a:path>
              <a:path w="1801495" h="643255">
                <a:moveTo>
                  <a:pt x="940120" y="480822"/>
                </a:moveTo>
                <a:lnTo>
                  <a:pt x="846061" y="480822"/>
                </a:lnTo>
                <a:lnTo>
                  <a:pt x="883018" y="469341"/>
                </a:lnTo>
                <a:lnTo>
                  <a:pt x="882878" y="469392"/>
                </a:lnTo>
                <a:lnTo>
                  <a:pt x="973917" y="469392"/>
                </a:lnTo>
                <a:lnTo>
                  <a:pt x="966495" y="471982"/>
                </a:lnTo>
                <a:lnTo>
                  <a:pt x="940120" y="480822"/>
                </a:lnTo>
                <a:close/>
              </a:path>
              <a:path w="1801495" h="643255">
                <a:moveTo>
                  <a:pt x="906705" y="491731"/>
                </a:moveTo>
                <a:lnTo>
                  <a:pt x="809599" y="491731"/>
                </a:lnTo>
                <a:lnTo>
                  <a:pt x="846201" y="480771"/>
                </a:lnTo>
                <a:lnTo>
                  <a:pt x="846061" y="480822"/>
                </a:lnTo>
                <a:lnTo>
                  <a:pt x="940120" y="480822"/>
                </a:lnTo>
                <a:lnTo>
                  <a:pt x="928941" y="484568"/>
                </a:lnTo>
                <a:lnTo>
                  <a:pt x="906705" y="491731"/>
                </a:lnTo>
                <a:close/>
              </a:path>
              <a:path w="1801495" h="643255">
                <a:moveTo>
                  <a:pt x="873691" y="502158"/>
                </a:moveTo>
                <a:lnTo>
                  <a:pt x="773544" y="502158"/>
                </a:lnTo>
                <a:lnTo>
                  <a:pt x="809726" y="491693"/>
                </a:lnTo>
                <a:lnTo>
                  <a:pt x="906705" y="491731"/>
                </a:lnTo>
                <a:lnTo>
                  <a:pt x="891565" y="496608"/>
                </a:lnTo>
                <a:lnTo>
                  <a:pt x="873691" y="502158"/>
                </a:lnTo>
                <a:close/>
              </a:path>
              <a:path w="1801495" h="643255">
                <a:moveTo>
                  <a:pt x="841231" y="512089"/>
                </a:moveTo>
                <a:lnTo>
                  <a:pt x="737996" y="512089"/>
                </a:lnTo>
                <a:lnTo>
                  <a:pt x="773671" y="502119"/>
                </a:lnTo>
                <a:lnTo>
                  <a:pt x="873691" y="502158"/>
                </a:lnTo>
                <a:lnTo>
                  <a:pt x="854468" y="508127"/>
                </a:lnTo>
                <a:lnTo>
                  <a:pt x="841231" y="512089"/>
                </a:lnTo>
                <a:close/>
              </a:path>
              <a:path w="1801495" h="643255">
                <a:moveTo>
                  <a:pt x="778189" y="530529"/>
                </a:moveTo>
                <a:lnTo>
                  <a:pt x="668769" y="530529"/>
                </a:lnTo>
                <a:lnTo>
                  <a:pt x="703148" y="521512"/>
                </a:lnTo>
                <a:lnTo>
                  <a:pt x="738111" y="512051"/>
                </a:lnTo>
                <a:lnTo>
                  <a:pt x="841231" y="512089"/>
                </a:lnTo>
                <a:lnTo>
                  <a:pt x="817727" y="519125"/>
                </a:lnTo>
                <a:lnTo>
                  <a:pt x="778189" y="530529"/>
                </a:lnTo>
                <a:close/>
              </a:path>
              <a:path w="1801495" h="643255">
                <a:moveTo>
                  <a:pt x="703046" y="521538"/>
                </a:moveTo>
                <a:close/>
              </a:path>
              <a:path w="1801495" h="643255">
                <a:moveTo>
                  <a:pt x="747630" y="539064"/>
                </a:moveTo>
                <a:lnTo>
                  <a:pt x="635241" y="539064"/>
                </a:lnTo>
                <a:lnTo>
                  <a:pt x="668858" y="530504"/>
                </a:lnTo>
                <a:lnTo>
                  <a:pt x="778189" y="530529"/>
                </a:lnTo>
                <a:lnTo>
                  <a:pt x="747630" y="539064"/>
                </a:lnTo>
                <a:close/>
              </a:path>
              <a:path w="1801495" h="643255">
                <a:moveTo>
                  <a:pt x="718435" y="546976"/>
                </a:moveTo>
                <a:lnTo>
                  <a:pt x="602068" y="546976"/>
                </a:lnTo>
                <a:lnTo>
                  <a:pt x="618858" y="543064"/>
                </a:lnTo>
                <a:lnTo>
                  <a:pt x="635368" y="539026"/>
                </a:lnTo>
                <a:lnTo>
                  <a:pt x="635241" y="539064"/>
                </a:lnTo>
                <a:lnTo>
                  <a:pt x="747630" y="539064"/>
                </a:lnTo>
                <a:lnTo>
                  <a:pt x="718435" y="546976"/>
                </a:lnTo>
                <a:close/>
              </a:path>
              <a:path w="1801495" h="643255">
                <a:moveTo>
                  <a:pt x="618693" y="543102"/>
                </a:moveTo>
                <a:lnTo>
                  <a:pt x="618849" y="543064"/>
                </a:lnTo>
                <a:lnTo>
                  <a:pt x="618693" y="543102"/>
                </a:lnTo>
                <a:close/>
              </a:path>
              <a:path w="1801495" h="643255">
                <a:moveTo>
                  <a:pt x="678137" y="557606"/>
                </a:moveTo>
                <a:lnTo>
                  <a:pt x="551700" y="557606"/>
                </a:lnTo>
                <a:lnTo>
                  <a:pt x="568680" y="554189"/>
                </a:lnTo>
                <a:lnTo>
                  <a:pt x="585495" y="550646"/>
                </a:lnTo>
                <a:lnTo>
                  <a:pt x="602221" y="546938"/>
                </a:lnTo>
                <a:lnTo>
                  <a:pt x="602068" y="546976"/>
                </a:lnTo>
                <a:lnTo>
                  <a:pt x="718435" y="546976"/>
                </a:lnTo>
                <a:lnTo>
                  <a:pt x="704588" y="550672"/>
                </a:lnTo>
                <a:lnTo>
                  <a:pt x="678137" y="557606"/>
                </a:lnTo>
                <a:close/>
              </a:path>
              <a:path w="1801495" h="643255">
                <a:moveTo>
                  <a:pt x="585355" y="550672"/>
                </a:moveTo>
                <a:lnTo>
                  <a:pt x="585495" y="550646"/>
                </a:lnTo>
                <a:lnTo>
                  <a:pt x="585355" y="550672"/>
                </a:lnTo>
                <a:close/>
              </a:path>
              <a:path w="1801495" h="643255">
                <a:moveTo>
                  <a:pt x="568553" y="554215"/>
                </a:moveTo>
                <a:close/>
              </a:path>
              <a:path w="1801495" h="643255">
                <a:moveTo>
                  <a:pt x="551811" y="557583"/>
                </a:moveTo>
                <a:close/>
              </a:path>
              <a:path w="1801495" h="643255">
                <a:moveTo>
                  <a:pt x="665494" y="560844"/>
                </a:moveTo>
                <a:lnTo>
                  <a:pt x="534809" y="560844"/>
                </a:lnTo>
                <a:lnTo>
                  <a:pt x="551811" y="557583"/>
                </a:lnTo>
                <a:lnTo>
                  <a:pt x="678137" y="557606"/>
                </a:lnTo>
                <a:lnTo>
                  <a:pt x="665494" y="560844"/>
                </a:lnTo>
                <a:close/>
              </a:path>
              <a:path w="1801495" h="643255">
                <a:moveTo>
                  <a:pt x="653386" y="563930"/>
                </a:moveTo>
                <a:lnTo>
                  <a:pt x="517918" y="563930"/>
                </a:lnTo>
                <a:lnTo>
                  <a:pt x="534936" y="560819"/>
                </a:lnTo>
                <a:lnTo>
                  <a:pt x="665494" y="560844"/>
                </a:lnTo>
                <a:lnTo>
                  <a:pt x="653386" y="563930"/>
                </a:lnTo>
                <a:close/>
              </a:path>
              <a:path w="1801495" h="643255">
                <a:moveTo>
                  <a:pt x="597194" y="577329"/>
                </a:moveTo>
                <a:lnTo>
                  <a:pt x="434060" y="577329"/>
                </a:lnTo>
                <a:lnTo>
                  <a:pt x="467550" y="572338"/>
                </a:lnTo>
                <a:lnTo>
                  <a:pt x="501205" y="566851"/>
                </a:lnTo>
                <a:lnTo>
                  <a:pt x="518032" y="563905"/>
                </a:lnTo>
                <a:lnTo>
                  <a:pt x="653386" y="563930"/>
                </a:lnTo>
                <a:lnTo>
                  <a:pt x="641809" y="566877"/>
                </a:lnTo>
                <a:lnTo>
                  <a:pt x="625411" y="570877"/>
                </a:lnTo>
                <a:lnTo>
                  <a:pt x="608482" y="574827"/>
                </a:lnTo>
                <a:lnTo>
                  <a:pt x="597194" y="577329"/>
                </a:lnTo>
                <a:close/>
              </a:path>
              <a:path w="1801495" h="643255">
                <a:moveTo>
                  <a:pt x="501040" y="566877"/>
                </a:moveTo>
                <a:lnTo>
                  <a:pt x="501185" y="566851"/>
                </a:lnTo>
                <a:lnTo>
                  <a:pt x="501040" y="566877"/>
                </a:lnTo>
                <a:close/>
              </a:path>
              <a:path w="1801495" h="643255">
                <a:moveTo>
                  <a:pt x="467359" y="572363"/>
                </a:moveTo>
                <a:lnTo>
                  <a:pt x="467515" y="572338"/>
                </a:lnTo>
                <a:lnTo>
                  <a:pt x="467359" y="572363"/>
                </a:lnTo>
                <a:close/>
              </a:path>
              <a:path w="1801495" h="643255">
                <a:moveTo>
                  <a:pt x="576133" y="581825"/>
                </a:moveTo>
                <a:lnTo>
                  <a:pt x="401256" y="581825"/>
                </a:lnTo>
                <a:lnTo>
                  <a:pt x="434225" y="577303"/>
                </a:lnTo>
                <a:lnTo>
                  <a:pt x="434060" y="577329"/>
                </a:lnTo>
                <a:lnTo>
                  <a:pt x="597194" y="577329"/>
                </a:lnTo>
                <a:lnTo>
                  <a:pt x="591464" y="578599"/>
                </a:lnTo>
                <a:lnTo>
                  <a:pt x="576133" y="581825"/>
                </a:lnTo>
                <a:close/>
              </a:path>
              <a:path w="1801495" h="643255">
                <a:moveTo>
                  <a:pt x="536662" y="589546"/>
                </a:moveTo>
                <a:lnTo>
                  <a:pt x="337845" y="589546"/>
                </a:lnTo>
                <a:lnTo>
                  <a:pt x="369252" y="585863"/>
                </a:lnTo>
                <a:lnTo>
                  <a:pt x="401396" y="581799"/>
                </a:lnTo>
                <a:lnTo>
                  <a:pt x="401256" y="581825"/>
                </a:lnTo>
                <a:lnTo>
                  <a:pt x="576133" y="581825"/>
                </a:lnTo>
                <a:lnTo>
                  <a:pt x="556001" y="585876"/>
                </a:lnTo>
                <a:lnTo>
                  <a:pt x="536662" y="589546"/>
                </a:lnTo>
                <a:close/>
              </a:path>
              <a:path w="1801495" h="643255">
                <a:moveTo>
                  <a:pt x="369125" y="585876"/>
                </a:moveTo>
                <a:close/>
              </a:path>
              <a:path w="1801495" h="643255">
                <a:moveTo>
                  <a:pt x="501053" y="595820"/>
                </a:moveTo>
                <a:lnTo>
                  <a:pt x="278536" y="595820"/>
                </a:lnTo>
                <a:lnTo>
                  <a:pt x="307682" y="592836"/>
                </a:lnTo>
                <a:lnTo>
                  <a:pt x="337946" y="589534"/>
                </a:lnTo>
                <a:lnTo>
                  <a:pt x="536662" y="589546"/>
                </a:lnTo>
                <a:lnTo>
                  <a:pt x="505879" y="595033"/>
                </a:lnTo>
                <a:lnTo>
                  <a:pt x="501053" y="595820"/>
                </a:lnTo>
                <a:close/>
              </a:path>
              <a:path w="1801495" h="643255">
                <a:moveTo>
                  <a:pt x="426063" y="607263"/>
                </a:moveTo>
                <a:lnTo>
                  <a:pt x="157429" y="607263"/>
                </a:lnTo>
                <a:lnTo>
                  <a:pt x="158495" y="607199"/>
                </a:lnTo>
                <a:lnTo>
                  <a:pt x="158103" y="607199"/>
                </a:lnTo>
                <a:lnTo>
                  <a:pt x="250926" y="598512"/>
                </a:lnTo>
                <a:lnTo>
                  <a:pt x="278612" y="595807"/>
                </a:lnTo>
                <a:lnTo>
                  <a:pt x="501053" y="595820"/>
                </a:lnTo>
                <a:lnTo>
                  <a:pt x="471868" y="600583"/>
                </a:lnTo>
                <a:lnTo>
                  <a:pt x="438188" y="605599"/>
                </a:lnTo>
                <a:lnTo>
                  <a:pt x="426526" y="607199"/>
                </a:lnTo>
                <a:lnTo>
                  <a:pt x="157999" y="607209"/>
                </a:lnTo>
                <a:lnTo>
                  <a:pt x="426454" y="607209"/>
                </a:lnTo>
                <a:lnTo>
                  <a:pt x="426063" y="607263"/>
                </a:lnTo>
                <a:close/>
              </a:path>
              <a:path w="1801495" h="643255">
                <a:moveTo>
                  <a:pt x="157429" y="607263"/>
                </a:moveTo>
                <a:lnTo>
                  <a:pt x="157999" y="607209"/>
                </a:lnTo>
                <a:lnTo>
                  <a:pt x="158495" y="607199"/>
                </a:lnTo>
                <a:lnTo>
                  <a:pt x="157429" y="607263"/>
                </a:lnTo>
                <a:close/>
              </a:path>
              <a:path w="1801495" h="643255">
                <a:moveTo>
                  <a:pt x="394485" y="611479"/>
                </a:moveTo>
                <a:lnTo>
                  <a:pt x="89014" y="611479"/>
                </a:lnTo>
                <a:lnTo>
                  <a:pt x="89166" y="611466"/>
                </a:lnTo>
                <a:lnTo>
                  <a:pt x="121119" y="608787"/>
                </a:lnTo>
                <a:lnTo>
                  <a:pt x="138556" y="607758"/>
                </a:lnTo>
                <a:lnTo>
                  <a:pt x="148221" y="607402"/>
                </a:lnTo>
                <a:lnTo>
                  <a:pt x="157999" y="607209"/>
                </a:lnTo>
                <a:lnTo>
                  <a:pt x="157429" y="607263"/>
                </a:lnTo>
                <a:lnTo>
                  <a:pt x="426063" y="607263"/>
                </a:lnTo>
                <a:lnTo>
                  <a:pt x="405053" y="610146"/>
                </a:lnTo>
                <a:lnTo>
                  <a:pt x="394485" y="611479"/>
                </a:lnTo>
                <a:close/>
              </a:path>
              <a:path w="1801495" h="643255">
                <a:moveTo>
                  <a:pt x="89159" y="611467"/>
                </a:moveTo>
                <a:close/>
              </a:path>
              <a:path w="1801495" h="643255">
                <a:moveTo>
                  <a:pt x="380494" y="613244"/>
                </a:moveTo>
                <a:lnTo>
                  <a:pt x="62483" y="613244"/>
                </a:lnTo>
                <a:lnTo>
                  <a:pt x="72059" y="612711"/>
                </a:lnTo>
                <a:lnTo>
                  <a:pt x="89159" y="611467"/>
                </a:lnTo>
                <a:lnTo>
                  <a:pt x="89014" y="611479"/>
                </a:lnTo>
                <a:lnTo>
                  <a:pt x="394485" y="611479"/>
                </a:lnTo>
                <a:lnTo>
                  <a:pt x="380494" y="613244"/>
                </a:lnTo>
                <a:close/>
              </a:path>
              <a:path w="1801495" h="643255">
                <a:moveTo>
                  <a:pt x="71805" y="612724"/>
                </a:moveTo>
                <a:lnTo>
                  <a:pt x="71981" y="612711"/>
                </a:lnTo>
                <a:lnTo>
                  <a:pt x="71805" y="612724"/>
                </a:lnTo>
                <a:close/>
              </a:path>
              <a:path w="1801495" h="643255">
                <a:moveTo>
                  <a:pt x="377172" y="613664"/>
                </a:moveTo>
                <a:lnTo>
                  <a:pt x="52311" y="613664"/>
                </a:lnTo>
                <a:lnTo>
                  <a:pt x="62687" y="613232"/>
                </a:lnTo>
                <a:lnTo>
                  <a:pt x="62483" y="613244"/>
                </a:lnTo>
                <a:lnTo>
                  <a:pt x="380494" y="613244"/>
                </a:lnTo>
                <a:lnTo>
                  <a:pt x="377172" y="613664"/>
                </a:lnTo>
                <a:close/>
              </a:path>
              <a:path w="1801495" h="643255">
                <a:moveTo>
                  <a:pt x="373649" y="614108"/>
                </a:moveTo>
                <a:lnTo>
                  <a:pt x="28955" y="614108"/>
                </a:lnTo>
                <a:lnTo>
                  <a:pt x="41389" y="613956"/>
                </a:lnTo>
                <a:lnTo>
                  <a:pt x="41186" y="613956"/>
                </a:lnTo>
                <a:lnTo>
                  <a:pt x="52514" y="613651"/>
                </a:lnTo>
                <a:lnTo>
                  <a:pt x="52311" y="613664"/>
                </a:lnTo>
                <a:lnTo>
                  <a:pt x="377172" y="613664"/>
                </a:lnTo>
                <a:lnTo>
                  <a:pt x="373649" y="614108"/>
                </a:lnTo>
                <a:close/>
              </a:path>
              <a:path w="1801495" h="643255">
                <a:moveTo>
                  <a:pt x="29184" y="642683"/>
                </a:moveTo>
                <a:lnTo>
                  <a:pt x="15252" y="642658"/>
                </a:lnTo>
                <a:lnTo>
                  <a:pt x="0" y="642442"/>
                </a:lnTo>
                <a:lnTo>
                  <a:pt x="406" y="613867"/>
                </a:lnTo>
                <a:lnTo>
                  <a:pt x="15582" y="614083"/>
                </a:lnTo>
                <a:lnTo>
                  <a:pt x="15392" y="614083"/>
                </a:lnTo>
                <a:lnTo>
                  <a:pt x="28955" y="614108"/>
                </a:lnTo>
                <a:lnTo>
                  <a:pt x="373649" y="614108"/>
                </a:lnTo>
                <a:lnTo>
                  <a:pt x="310641" y="621258"/>
                </a:lnTo>
                <a:lnTo>
                  <a:pt x="202984" y="631672"/>
                </a:lnTo>
                <a:lnTo>
                  <a:pt x="159588" y="635762"/>
                </a:lnTo>
                <a:lnTo>
                  <a:pt x="148907" y="635965"/>
                </a:lnTo>
                <a:lnTo>
                  <a:pt x="149148" y="635965"/>
                </a:lnTo>
                <a:lnTo>
                  <a:pt x="139763" y="636308"/>
                </a:lnTo>
                <a:lnTo>
                  <a:pt x="123024" y="637311"/>
                </a:lnTo>
                <a:lnTo>
                  <a:pt x="91312" y="639953"/>
                </a:lnTo>
                <a:lnTo>
                  <a:pt x="73761" y="641235"/>
                </a:lnTo>
                <a:lnTo>
                  <a:pt x="63969" y="641781"/>
                </a:lnTo>
                <a:lnTo>
                  <a:pt x="53390" y="642213"/>
                </a:lnTo>
                <a:lnTo>
                  <a:pt x="41846" y="642531"/>
                </a:lnTo>
                <a:lnTo>
                  <a:pt x="29184" y="642683"/>
                </a:lnTo>
                <a:close/>
              </a:path>
              <a:path w="1801495" h="643255">
                <a:moveTo>
                  <a:pt x="140065" y="636297"/>
                </a:moveTo>
                <a:close/>
              </a:path>
              <a:path w="1801495" h="643255">
                <a:moveTo>
                  <a:pt x="139879" y="636308"/>
                </a:moveTo>
                <a:lnTo>
                  <a:pt x="140065" y="636297"/>
                </a:lnTo>
                <a:lnTo>
                  <a:pt x="139879" y="636308"/>
                </a:lnTo>
                <a:close/>
              </a:path>
              <a:path w="1801495" h="643255">
                <a:moveTo>
                  <a:pt x="123119" y="637303"/>
                </a:moveTo>
                <a:lnTo>
                  <a:pt x="123329" y="637286"/>
                </a:lnTo>
                <a:lnTo>
                  <a:pt x="123119" y="637303"/>
                </a:lnTo>
                <a:close/>
              </a:path>
              <a:path w="1801495" h="643255">
                <a:moveTo>
                  <a:pt x="123024" y="637311"/>
                </a:move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2584018" y="2004656"/>
            <a:ext cx="1801495" cy="643255"/>
          </a:xfrm>
          <a:custGeom>
            <a:avLst/>
            <a:gdLst/>
            <a:ahLst/>
            <a:cxnLst/>
            <a:rect l="l" t="t" r="r" b="b"/>
            <a:pathLst>
              <a:path w="1801495" h="643255">
                <a:moveTo>
                  <a:pt x="1661172" y="636320"/>
                </a:moveTo>
                <a:lnTo>
                  <a:pt x="1651787" y="635977"/>
                </a:lnTo>
                <a:lnTo>
                  <a:pt x="1652028" y="635977"/>
                </a:lnTo>
                <a:lnTo>
                  <a:pt x="1641348" y="635774"/>
                </a:lnTo>
                <a:lnTo>
                  <a:pt x="1597926" y="631685"/>
                </a:lnTo>
                <a:lnTo>
                  <a:pt x="1490294" y="621258"/>
                </a:lnTo>
                <a:lnTo>
                  <a:pt x="1427283" y="614120"/>
                </a:lnTo>
                <a:lnTo>
                  <a:pt x="1362748" y="605612"/>
                </a:lnTo>
                <a:lnTo>
                  <a:pt x="1295057" y="595045"/>
                </a:lnTo>
                <a:lnTo>
                  <a:pt x="1244868" y="585876"/>
                </a:lnTo>
                <a:lnTo>
                  <a:pt x="1203664" y="577316"/>
                </a:lnTo>
                <a:lnTo>
                  <a:pt x="1159021" y="566851"/>
                </a:lnTo>
                <a:lnTo>
                  <a:pt x="1090485" y="549148"/>
                </a:lnTo>
                <a:lnTo>
                  <a:pt x="1022697" y="530517"/>
                </a:lnTo>
                <a:lnTo>
                  <a:pt x="983208" y="519137"/>
                </a:lnTo>
                <a:lnTo>
                  <a:pt x="946467" y="508139"/>
                </a:lnTo>
                <a:lnTo>
                  <a:pt x="909370" y="496620"/>
                </a:lnTo>
                <a:lnTo>
                  <a:pt x="872007" y="484581"/>
                </a:lnTo>
                <a:lnTo>
                  <a:pt x="834440" y="471995"/>
                </a:lnTo>
                <a:lnTo>
                  <a:pt x="796785" y="458851"/>
                </a:lnTo>
                <a:lnTo>
                  <a:pt x="759104" y="445147"/>
                </a:lnTo>
                <a:lnTo>
                  <a:pt x="721474" y="430860"/>
                </a:lnTo>
                <a:lnTo>
                  <a:pt x="684022" y="416001"/>
                </a:lnTo>
                <a:lnTo>
                  <a:pt x="628230" y="392557"/>
                </a:lnTo>
                <a:lnTo>
                  <a:pt x="591477" y="376174"/>
                </a:lnTo>
                <a:lnTo>
                  <a:pt x="555116" y="359117"/>
                </a:lnTo>
                <a:lnTo>
                  <a:pt x="518871" y="341274"/>
                </a:lnTo>
                <a:lnTo>
                  <a:pt x="464629" y="313080"/>
                </a:lnTo>
                <a:lnTo>
                  <a:pt x="428612" y="293446"/>
                </a:lnTo>
                <a:lnTo>
                  <a:pt x="392633" y="273164"/>
                </a:lnTo>
                <a:lnTo>
                  <a:pt x="356717" y="252310"/>
                </a:lnTo>
                <a:lnTo>
                  <a:pt x="320852" y="230936"/>
                </a:lnTo>
                <a:lnTo>
                  <a:pt x="285051" y="209080"/>
                </a:lnTo>
                <a:lnTo>
                  <a:pt x="249300" y="186817"/>
                </a:lnTo>
                <a:lnTo>
                  <a:pt x="211099" y="162598"/>
                </a:lnTo>
                <a:lnTo>
                  <a:pt x="176099" y="140081"/>
                </a:lnTo>
                <a:lnTo>
                  <a:pt x="141033" y="117246"/>
                </a:lnTo>
                <a:lnTo>
                  <a:pt x="105986" y="94132"/>
                </a:lnTo>
                <a:lnTo>
                  <a:pt x="35289" y="47282"/>
                </a:lnTo>
                <a:lnTo>
                  <a:pt x="0" y="23787"/>
                </a:lnTo>
                <a:lnTo>
                  <a:pt x="15836" y="0"/>
                </a:lnTo>
                <a:lnTo>
                  <a:pt x="86913" y="47320"/>
                </a:lnTo>
                <a:lnTo>
                  <a:pt x="157964" y="94183"/>
                </a:lnTo>
                <a:lnTo>
                  <a:pt x="193413" y="117246"/>
                </a:lnTo>
                <a:lnTo>
                  <a:pt x="228927" y="140081"/>
                </a:lnTo>
                <a:lnTo>
                  <a:pt x="264460" y="162598"/>
                </a:lnTo>
                <a:lnTo>
                  <a:pt x="300100" y="184797"/>
                </a:lnTo>
                <a:lnTo>
                  <a:pt x="335548" y="206425"/>
                </a:lnTo>
                <a:lnTo>
                  <a:pt x="371271" y="227723"/>
                </a:lnTo>
                <a:lnTo>
                  <a:pt x="406895" y="248412"/>
                </a:lnTo>
                <a:lnTo>
                  <a:pt x="442556" y="268503"/>
                </a:lnTo>
                <a:lnTo>
                  <a:pt x="478231" y="287959"/>
                </a:lnTo>
                <a:lnTo>
                  <a:pt x="495953" y="297345"/>
                </a:lnTo>
                <a:lnTo>
                  <a:pt x="513807" y="306628"/>
                </a:lnTo>
                <a:lnTo>
                  <a:pt x="531774" y="315785"/>
                </a:lnTo>
                <a:lnTo>
                  <a:pt x="549656" y="324688"/>
                </a:lnTo>
                <a:lnTo>
                  <a:pt x="567445" y="333336"/>
                </a:lnTo>
                <a:lnTo>
                  <a:pt x="585457" y="341896"/>
                </a:lnTo>
                <a:lnTo>
                  <a:pt x="603317" y="350151"/>
                </a:lnTo>
                <a:lnTo>
                  <a:pt x="621400" y="358317"/>
                </a:lnTo>
                <a:lnTo>
                  <a:pt x="639702" y="366382"/>
                </a:lnTo>
                <a:lnTo>
                  <a:pt x="657993" y="374256"/>
                </a:lnTo>
                <a:lnTo>
                  <a:pt x="676260" y="381927"/>
                </a:lnTo>
                <a:lnTo>
                  <a:pt x="694649" y="389470"/>
                </a:lnTo>
                <a:lnTo>
                  <a:pt x="731721" y="404190"/>
                </a:lnTo>
                <a:lnTo>
                  <a:pt x="768982" y="418325"/>
                </a:lnTo>
                <a:lnTo>
                  <a:pt x="806288" y="431901"/>
                </a:lnTo>
                <a:lnTo>
                  <a:pt x="843775" y="444982"/>
                </a:lnTo>
                <a:lnTo>
                  <a:pt x="880847" y="457403"/>
                </a:lnTo>
                <a:lnTo>
                  <a:pt x="918070" y="469404"/>
                </a:lnTo>
                <a:lnTo>
                  <a:pt x="954874" y="480834"/>
                </a:lnTo>
                <a:lnTo>
                  <a:pt x="1027391" y="502170"/>
                </a:lnTo>
                <a:lnTo>
                  <a:pt x="1097795" y="521525"/>
                </a:lnTo>
                <a:lnTo>
                  <a:pt x="1132177" y="530542"/>
                </a:lnTo>
                <a:lnTo>
                  <a:pt x="1165694" y="539076"/>
                </a:lnTo>
                <a:lnTo>
                  <a:pt x="1182087" y="543077"/>
                </a:lnTo>
                <a:lnTo>
                  <a:pt x="1198867" y="546989"/>
                </a:lnTo>
                <a:lnTo>
                  <a:pt x="1215465" y="550659"/>
                </a:lnTo>
                <a:lnTo>
                  <a:pt x="1232262" y="554202"/>
                </a:lnTo>
                <a:lnTo>
                  <a:pt x="1249109" y="557593"/>
                </a:lnTo>
                <a:lnTo>
                  <a:pt x="1266047" y="560832"/>
                </a:lnTo>
                <a:lnTo>
                  <a:pt x="1283017" y="563943"/>
                </a:lnTo>
                <a:lnTo>
                  <a:pt x="1299749" y="566851"/>
                </a:lnTo>
                <a:lnTo>
                  <a:pt x="1333576" y="572376"/>
                </a:lnTo>
                <a:lnTo>
                  <a:pt x="1366875" y="577342"/>
                </a:lnTo>
                <a:lnTo>
                  <a:pt x="1399679" y="581837"/>
                </a:lnTo>
                <a:lnTo>
                  <a:pt x="1431710" y="585876"/>
                </a:lnTo>
                <a:lnTo>
                  <a:pt x="1462982" y="589534"/>
                </a:lnTo>
                <a:lnTo>
                  <a:pt x="1493342" y="592848"/>
                </a:lnTo>
                <a:lnTo>
                  <a:pt x="1522399" y="595833"/>
                </a:lnTo>
                <a:lnTo>
                  <a:pt x="1550060" y="598525"/>
                </a:lnTo>
                <a:lnTo>
                  <a:pt x="1642819" y="607212"/>
                </a:lnTo>
                <a:lnTo>
                  <a:pt x="1642440" y="607212"/>
                </a:lnTo>
                <a:lnTo>
                  <a:pt x="1643494" y="607275"/>
                </a:lnTo>
                <a:lnTo>
                  <a:pt x="1645646" y="607275"/>
                </a:lnTo>
                <a:lnTo>
                  <a:pt x="1652701" y="607415"/>
                </a:lnTo>
                <a:lnTo>
                  <a:pt x="1662366" y="607771"/>
                </a:lnTo>
                <a:lnTo>
                  <a:pt x="1679803" y="608799"/>
                </a:lnTo>
                <a:lnTo>
                  <a:pt x="1711770" y="611479"/>
                </a:lnTo>
                <a:lnTo>
                  <a:pt x="1728942" y="612724"/>
                </a:lnTo>
                <a:lnTo>
                  <a:pt x="1738439" y="613257"/>
                </a:lnTo>
                <a:lnTo>
                  <a:pt x="1748612" y="613676"/>
                </a:lnTo>
                <a:lnTo>
                  <a:pt x="1759750" y="613968"/>
                </a:lnTo>
                <a:lnTo>
                  <a:pt x="1759546" y="613968"/>
                </a:lnTo>
                <a:lnTo>
                  <a:pt x="1771978" y="614120"/>
                </a:lnTo>
                <a:lnTo>
                  <a:pt x="1800520" y="614121"/>
                </a:lnTo>
                <a:lnTo>
                  <a:pt x="1800845" y="636295"/>
                </a:lnTo>
                <a:lnTo>
                  <a:pt x="1660842" y="636295"/>
                </a:lnTo>
                <a:lnTo>
                  <a:pt x="1661172" y="636320"/>
                </a:lnTo>
                <a:close/>
              </a:path>
              <a:path w="1801495" h="643255">
                <a:moveTo>
                  <a:pt x="478259" y="287959"/>
                </a:moveTo>
                <a:lnTo>
                  <a:pt x="478091" y="287870"/>
                </a:lnTo>
                <a:lnTo>
                  <a:pt x="478259" y="287959"/>
                </a:lnTo>
                <a:close/>
              </a:path>
              <a:path w="1801495" h="643255">
                <a:moveTo>
                  <a:pt x="1643494" y="607275"/>
                </a:moveTo>
                <a:lnTo>
                  <a:pt x="1642440" y="607212"/>
                </a:lnTo>
                <a:lnTo>
                  <a:pt x="1642921" y="607221"/>
                </a:lnTo>
                <a:lnTo>
                  <a:pt x="1643494" y="607275"/>
                </a:lnTo>
                <a:close/>
              </a:path>
              <a:path w="1801495" h="643255">
                <a:moveTo>
                  <a:pt x="1645646" y="607275"/>
                </a:moveTo>
                <a:lnTo>
                  <a:pt x="1643494" y="607275"/>
                </a:lnTo>
                <a:lnTo>
                  <a:pt x="1642921" y="607221"/>
                </a:lnTo>
                <a:lnTo>
                  <a:pt x="1645646" y="607275"/>
                </a:lnTo>
                <a:close/>
              </a:path>
              <a:path w="1801495" h="643255">
                <a:moveTo>
                  <a:pt x="1800520" y="614121"/>
                </a:moveTo>
                <a:lnTo>
                  <a:pt x="1771978" y="614120"/>
                </a:lnTo>
                <a:lnTo>
                  <a:pt x="1785543" y="614095"/>
                </a:lnTo>
                <a:lnTo>
                  <a:pt x="1785353" y="614095"/>
                </a:lnTo>
                <a:lnTo>
                  <a:pt x="1800517" y="613879"/>
                </a:lnTo>
                <a:lnTo>
                  <a:pt x="1800520" y="614121"/>
                </a:lnTo>
                <a:close/>
              </a:path>
              <a:path w="1801495" h="643255">
                <a:moveTo>
                  <a:pt x="1800860" y="637311"/>
                </a:moveTo>
                <a:lnTo>
                  <a:pt x="1677827" y="637303"/>
                </a:lnTo>
                <a:lnTo>
                  <a:pt x="1660842" y="636295"/>
                </a:lnTo>
                <a:lnTo>
                  <a:pt x="1800845" y="636295"/>
                </a:lnTo>
                <a:lnTo>
                  <a:pt x="1800860" y="637311"/>
                </a:lnTo>
                <a:close/>
              </a:path>
              <a:path w="1801495" h="643255">
                <a:moveTo>
                  <a:pt x="1771751" y="642696"/>
                </a:moveTo>
                <a:lnTo>
                  <a:pt x="1727161" y="641248"/>
                </a:lnTo>
                <a:lnTo>
                  <a:pt x="1677800" y="637303"/>
                </a:lnTo>
                <a:lnTo>
                  <a:pt x="1677936" y="637311"/>
                </a:lnTo>
                <a:lnTo>
                  <a:pt x="1800860" y="637311"/>
                </a:lnTo>
                <a:lnTo>
                  <a:pt x="1800936" y="642454"/>
                </a:lnTo>
                <a:lnTo>
                  <a:pt x="1785670" y="642670"/>
                </a:lnTo>
                <a:lnTo>
                  <a:pt x="1771751" y="6426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2692552" y="2348826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155" y="0"/>
                </a:lnTo>
              </a:path>
            </a:pathLst>
          </a:custGeom>
          <a:ln w="11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 txBox="1"/>
          <p:nvPr/>
        </p:nvSpPr>
        <p:spPr>
          <a:xfrm>
            <a:off x="2681312" y="1889561"/>
            <a:ext cx="198120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4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4460341" y="2352179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155" y="0"/>
                </a:lnTo>
              </a:path>
            </a:pathLst>
          </a:custGeom>
          <a:ln w="11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 txBox="1"/>
          <p:nvPr/>
        </p:nvSpPr>
        <p:spPr>
          <a:xfrm>
            <a:off x="4449114" y="1892927"/>
            <a:ext cx="200025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6217716" y="2359875"/>
            <a:ext cx="333375" cy="0"/>
          </a:xfrm>
          <a:custGeom>
            <a:avLst/>
            <a:gdLst/>
            <a:ahLst/>
            <a:cxnLst/>
            <a:rect l="l" t="t" r="r" b="b"/>
            <a:pathLst>
              <a:path w="333375" h="0">
                <a:moveTo>
                  <a:pt x="0" y="0"/>
                </a:moveTo>
                <a:lnTo>
                  <a:pt x="333336" y="0"/>
                </a:lnTo>
              </a:path>
            </a:pathLst>
          </a:custGeom>
          <a:ln w="117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 txBox="1"/>
          <p:nvPr/>
        </p:nvSpPr>
        <p:spPr>
          <a:xfrm>
            <a:off x="6303403" y="2355062"/>
            <a:ext cx="16700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6215303" y="1958123"/>
            <a:ext cx="30226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170">
                <a:latin typeface="Times New Roman"/>
                <a:cs typeface="Times New Roman"/>
              </a:rPr>
              <a:t>3</a:t>
            </a: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7674800" y="1908403"/>
            <a:ext cx="4197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1945" algn="l"/>
              </a:tabLst>
            </a:pPr>
            <a:r>
              <a:rPr dirty="0" baseline="-13888" sz="3300" spc="22" i="1">
                <a:latin typeface="Times New Roman"/>
                <a:cs typeface="Times New Roman"/>
              </a:rPr>
              <a:t>T</a:t>
            </a:r>
            <a:r>
              <a:rPr dirty="0" baseline="-13888" sz="3300" spc="22" i="1">
                <a:latin typeface="Times New Roman"/>
                <a:cs typeface="Times New Roman"/>
              </a:rPr>
              <a:t>	</a:t>
            </a:r>
            <a:r>
              <a:rPr dirty="0" sz="2400" spc="15" i="1">
                <a:solidFill>
                  <a:srgbClr val="006FC0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42937" y="868279"/>
            <a:ext cx="126428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03580" algn="l"/>
              </a:tabLst>
            </a:pPr>
            <a:r>
              <a:rPr dirty="0" baseline="-23809" sz="3150" spc="-757" b="1" i="1">
                <a:solidFill>
                  <a:srgbClr val="FF0000"/>
                </a:solidFill>
                <a:latin typeface="华文楷体"/>
                <a:cs typeface="华文楷体"/>
              </a:rPr>
              <a:t>B(</a:t>
            </a:r>
            <a:r>
              <a:rPr dirty="0" baseline="-25000" sz="3000" spc="-757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baseline="-25000" sz="3000" spc="-307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23809" sz="3150" spc="-44" b="1" i="1">
                <a:solidFill>
                  <a:srgbClr val="FF0000"/>
                </a:solidFill>
                <a:latin typeface="华文楷体"/>
                <a:cs typeface="华文楷体"/>
              </a:rPr>
              <a:t>)	</a:t>
            </a:r>
            <a:r>
              <a:rPr dirty="0" sz="2100" spc="-610" b="1" i="1">
                <a:solidFill>
                  <a:srgbClr val="2D75B6"/>
                </a:solidFill>
                <a:latin typeface="华文楷体"/>
                <a:cs typeface="华文楷体"/>
              </a:rPr>
              <a:t>E(q)</a:t>
            </a:r>
            <a:endParaRPr sz="2100">
              <a:latin typeface="华文楷体"/>
              <a:cs typeface="华文楷体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743800" y="3606177"/>
            <a:ext cx="7189368" cy="6526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170827" y="4206405"/>
            <a:ext cx="8009890" cy="85725"/>
          </a:xfrm>
          <a:custGeom>
            <a:avLst/>
            <a:gdLst/>
            <a:ahLst/>
            <a:cxnLst/>
            <a:rect l="l" t="t" r="r" b="b"/>
            <a:pathLst>
              <a:path w="8009890" h="85725">
                <a:moveTo>
                  <a:pt x="7923555" y="28572"/>
                </a:moveTo>
                <a:lnTo>
                  <a:pt x="7923542" y="0"/>
                </a:lnTo>
                <a:lnTo>
                  <a:pt x="7980735" y="28562"/>
                </a:lnTo>
                <a:lnTo>
                  <a:pt x="7923555" y="28572"/>
                </a:lnTo>
                <a:close/>
              </a:path>
              <a:path w="8009890" h="85725">
                <a:moveTo>
                  <a:pt x="7923568" y="57147"/>
                </a:moveTo>
                <a:lnTo>
                  <a:pt x="7923555" y="28572"/>
                </a:lnTo>
                <a:lnTo>
                  <a:pt x="7944993" y="28562"/>
                </a:lnTo>
                <a:lnTo>
                  <a:pt x="7945005" y="57137"/>
                </a:lnTo>
                <a:lnTo>
                  <a:pt x="7923568" y="57147"/>
                </a:lnTo>
                <a:close/>
              </a:path>
              <a:path w="8009890" h="85725">
                <a:moveTo>
                  <a:pt x="7923580" y="85725"/>
                </a:moveTo>
                <a:lnTo>
                  <a:pt x="7923568" y="57147"/>
                </a:lnTo>
                <a:lnTo>
                  <a:pt x="7945005" y="57137"/>
                </a:lnTo>
                <a:lnTo>
                  <a:pt x="7944993" y="28562"/>
                </a:lnTo>
                <a:lnTo>
                  <a:pt x="7980754" y="28572"/>
                </a:lnTo>
                <a:lnTo>
                  <a:pt x="8009293" y="42824"/>
                </a:lnTo>
                <a:lnTo>
                  <a:pt x="7923580" y="85725"/>
                </a:lnTo>
                <a:close/>
              </a:path>
              <a:path w="8009890" h="85725">
                <a:moveTo>
                  <a:pt x="12" y="60769"/>
                </a:moveTo>
                <a:lnTo>
                  <a:pt x="0" y="32194"/>
                </a:lnTo>
                <a:lnTo>
                  <a:pt x="7923555" y="28572"/>
                </a:lnTo>
                <a:lnTo>
                  <a:pt x="7923568" y="57147"/>
                </a:lnTo>
                <a:lnTo>
                  <a:pt x="12" y="60769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736638" y="2912033"/>
            <a:ext cx="85725" cy="1823720"/>
          </a:xfrm>
          <a:custGeom>
            <a:avLst/>
            <a:gdLst/>
            <a:ahLst/>
            <a:cxnLst/>
            <a:rect l="l" t="t" r="r" b="b"/>
            <a:pathLst>
              <a:path w="85725" h="1823720">
                <a:moveTo>
                  <a:pt x="28580" y="85653"/>
                </a:moveTo>
                <a:lnTo>
                  <a:pt x="0" y="85509"/>
                </a:lnTo>
                <a:lnTo>
                  <a:pt x="43306" y="0"/>
                </a:lnTo>
                <a:lnTo>
                  <a:pt x="75006" y="64223"/>
                </a:lnTo>
                <a:lnTo>
                  <a:pt x="28689" y="64223"/>
                </a:lnTo>
                <a:lnTo>
                  <a:pt x="28580" y="85653"/>
                </a:lnTo>
                <a:close/>
              </a:path>
              <a:path w="85725" h="1823720">
                <a:moveTo>
                  <a:pt x="57155" y="85796"/>
                </a:moveTo>
                <a:lnTo>
                  <a:pt x="28580" y="85653"/>
                </a:lnTo>
                <a:lnTo>
                  <a:pt x="28689" y="64223"/>
                </a:lnTo>
                <a:lnTo>
                  <a:pt x="57264" y="64363"/>
                </a:lnTo>
                <a:lnTo>
                  <a:pt x="57155" y="85796"/>
                </a:lnTo>
                <a:close/>
              </a:path>
              <a:path w="85725" h="1823720">
                <a:moveTo>
                  <a:pt x="85725" y="85940"/>
                </a:moveTo>
                <a:lnTo>
                  <a:pt x="57155" y="85796"/>
                </a:lnTo>
                <a:lnTo>
                  <a:pt x="57264" y="64363"/>
                </a:lnTo>
                <a:lnTo>
                  <a:pt x="28689" y="64223"/>
                </a:lnTo>
                <a:lnTo>
                  <a:pt x="75006" y="64223"/>
                </a:lnTo>
                <a:lnTo>
                  <a:pt x="85725" y="85940"/>
                </a:lnTo>
                <a:close/>
              </a:path>
              <a:path w="85725" h="1823720">
                <a:moveTo>
                  <a:pt x="48323" y="1823351"/>
                </a:moveTo>
                <a:lnTo>
                  <a:pt x="19748" y="1823212"/>
                </a:lnTo>
                <a:lnTo>
                  <a:pt x="28580" y="85653"/>
                </a:lnTo>
                <a:lnTo>
                  <a:pt x="57155" y="85796"/>
                </a:lnTo>
                <a:lnTo>
                  <a:pt x="48323" y="1823351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2550121" y="332178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2549931" y="337512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2549753" y="342846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2549575" y="348180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2549398" y="353514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2549220" y="358848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2549042" y="364182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2548864" y="369516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2548674" y="374850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2548496" y="380184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2548318" y="385518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2548140" y="390852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2547962" y="396186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2547785" y="401520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2547607" y="406854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2547416" y="412188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2547239" y="417522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2547061" y="422855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38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2546883" y="428189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2546705" y="433523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2546527" y="438857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2546337" y="444191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2546159" y="449525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2545981" y="454859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2545803" y="460193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2545626" y="465527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2545448" y="470861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2545270" y="476195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2545079" y="4815294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2544902" y="486863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5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2544775" y="4921973"/>
            <a:ext cx="8255" cy="16510"/>
          </a:xfrm>
          <a:custGeom>
            <a:avLst/>
            <a:gdLst/>
            <a:ahLst/>
            <a:cxnLst/>
            <a:rect l="l" t="t" r="r" b="b"/>
            <a:pathLst>
              <a:path w="8255" h="16510">
                <a:moveTo>
                  <a:pt x="7619" y="16471"/>
                </a:moveTo>
                <a:lnTo>
                  <a:pt x="0" y="16446"/>
                </a:lnTo>
                <a:lnTo>
                  <a:pt x="50" y="0"/>
                </a:lnTo>
                <a:lnTo>
                  <a:pt x="7670" y="25"/>
                </a:lnTo>
                <a:lnTo>
                  <a:pt x="7619" y="1647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4352239" y="33136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4352048" y="33670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4351870" y="34203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4351680" y="34736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4351489" y="35270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4351299" y="35803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4351121" y="36337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4350930" y="36870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4350740" y="37403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4350549" y="37937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4350372" y="38470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4350181" y="39004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4349991" y="39537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4349800" y="40070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4349622" y="40604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4349432" y="41137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4349241" y="41671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4349051" y="42204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4348873" y="42737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4348683" y="43271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4348492" y="43804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4348302" y="443381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79"/>
                </a:lnTo>
                <a:lnTo>
                  <a:pt x="114" y="0"/>
                </a:lnTo>
                <a:lnTo>
                  <a:pt x="7734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4348124" y="448715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4347933" y="454049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05"/>
                </a:moveTo>
                <a:lnTo>
                  <a:pt x="0" y="30479"/>
                </a:lnTo>
                <a:lnTo>
                  <a:pt x="101" y="0"/>
                </a:lnTo>
                <a:lnTo>
                  <a:pt x="7721" y="25"/>
                </a:lnTo>
                <a:lnTo>
                  <a:pt x="7619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4347743" y="459383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80"/>
                </a:lnTo>
                <a:lnTo>
                  <a:pt x="101" y="0"/>
                </a:lnTo>
                <a:lnTo>
                  <a:pt x="7721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4347552" y="4647171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05"/>
                </a:moveTo>
                <a:lnTo>
                  <a:pt x="0" y="30467"/>
                </a:lnTo>
                <a:lnTo>
                  <a:pt x="114" y="0"/>
                </a:lnTo>
                <a:lnTo>
                  <a:pt x="7734" y="25"/>
                </a:lnTo>
                <a:lnTo>
                  <a:pt x="7620" y="3050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4347362" y="47004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18"/>
                </a:moveTo>
                <a:lnTo>
                  <a:pt x="0" y="30479"/>
                </a:lnTo>
                <a:lnTo>
                  <a:pt x="114" y="0"/>
                </a:lnTo>
                <a:lnTo>
                  <a:pt x="7734" y="38"/>
                </a:lnTo>
                <a:lnTo>
                  <a:pt x="761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4347184" y="47538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20" y="30518"/>
                </a:moveTo>
                <a:lnTo>
                  <a:pt x="0" y="30480"/>
                </a:lnTo>
                <a:lnTo>
                  <a:pt x="101" y="0"/>
                </a:lnTo>
                <a:lnTo>
                  <a:pt x="7721" y="38"/>
                </a:lnTo>
                <a:lnTo>
                  <a:pt x="7620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4346993" y="48071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7619" y="30518"/>
                </a:moveTo>
                <a:lnTo>
                  <a:pt x="0" y="30480"/>
                </a:lnTo>
                <a:lnTo>
                  <a:pt x="101" y="0"/>
                </a:lnTo>
                <a:lnTo>
                  <a:pt x="7721" y="38"/>
                </a:lnTo>
                <a:lnTo>
                  <a:pt x="7619" y="3051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4346905" y="4860518"/>
            <a:ext cx="8255" cy="3175"/>
          </a:xfrm>
          <a:custGeom>
            <a:avLst/>
            <a:gdLst/>
            <a:ahLst/>
            <a:cxnLst/>
            <a:rect l="l" t="t" r="r" b="b"/>
            <a:pathLst>
              <a:path w="8254" h="3175">
                <a:moveTo>
                  <a:pt x="7619" y="2730"/>
                </a:moveTo>
                <a:lnTo>
                  <a:pt x="0" y="2705"/>
                </a:lnTo>
                <a:lnTo>
                  <a:pt x="12" y="0"/>
                </a:lnTo>
                <a:lnTo>
                  <a:pt x="7632" y="38"/>
                </a:lnTo>
                <a:lnTo>
                  <a:pt x="7619" y="27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6117031" y="3313607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19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6118161" y="3366935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6119304" y="3420262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647" y="30632"/>
                </a:moveTo>
                <a:lnTo>
                  <a:pt x="0" y="165"/>
                </a:lnTo>
                <a:lnTo>
                  <a:pt x="7607" y="0"/>
                </a:lnTo>
                <a:lnTo>
                  <a:pt x="8255" y="30479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6120434" y="3473589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79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6121565" y="3526916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80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6122695" y="3580244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80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6123825" y="3633571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79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6124968" y="36868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647" y="30645"/>
                </a:moveTo>
                <a:lnTo>
                  <a:pt x="0" y="165"/>
                </a:lnTo>
                <a:lnTo>
                  <a:pt x="7619" y="0"/>
                </a:lnTo>
                <a:lnTo>
                  <a:pt x="8254" y="30479"/>
                </a:lnTo>
                <a:lnTo>
                  <a:pt x="647" y="3064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6126098" y="3740226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45"/>
                </a:moveTo>
                <a:lnTo>
                  <a:pt x="0" y="165"/>
                </a:lnTo>
                <a:lnTo>
                  <a:pt x="7620" y="0"/>
                </a:lnTo>
                <a:lnTo>
                  <a:pt x="8267" y="30480"/>
                </a:lnTo>
                <a:lnTo>
                  <a:pt x="647" y="3064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6127229" y="3793553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45"/>
                </a:moveTo>
                <a:lnTo>
                  <a:pt x="0" y="165"/>
                </a:lnTo>
                <a:lnTo>
                  <a:pt x="7620" y="0"/>
                </a:lnTo>
                <a:lnTo>
                  <a:pt x="8267" y="30480"/>
                </a:lnTo>
                <a:lnTo>
                  <a:pt x="647" y="3064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6128359" y="3846880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45"/>
                </a:moveTo>
                <a:lnTo>
                  <a:pt x="0" y="165"/>
                </a:lnTo>
                <a:lnTo>
                  <a:pt x="7620" y="0"/>
                </a:lnTo>
                <a:lnTo>
                  <a:pt x="8267" y="30479"/>
                </a:lnTo>
                <a:lnTo>
                  <a:pt x="647" y="3064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6129502" y="390022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647" y="30632"/>
                </a:moveTo>
                <a:lnTo>
                  <a:pt x="0" y="152"/>
                </a:lnTo>
                <a:lnTo>
                  <a:pt x="7607" y="0"/>
                </a:lnTo>
                <a:lnTo>
                  <a:pt x="8255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6130632" y="3953548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52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6131763" y="4006875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52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6132893" y="4060202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52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6134023" y="4113529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52"/>
                </a:lnTo>
                <a:lnTo>
                  <a:pt x="7619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6135166" y="4166857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54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6136297" y="4220184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6137427" y="4273512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6138557" y="4326839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6139688" y="4380166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6140830" y="4433493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67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6141961" y="4486821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19" y="0"/>
                </a:lnTo>
                <a:lnTo>
                  <a:pt x="8267" y="30479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6143091" y="4540148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19" y="0"/>
                </a:lnTo>
                <a:lnTo>
                  <a:pt x="8267" y="30479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6144221" y="4593475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19" y="0"/>
                </a:lnTo>
                <a:lnTo>
                  <a:pt x="8267" y="30480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6145364" y="464680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647" y="30632"/>
                </a:moveTo>
                <a:lnTo>
                  <a:pt x="0" y="165"/>
                </a:lnTo>
                <a:lnTo>
                  <a:pt x="7607" y="0"/>
                </a:lnTo>
                <a:lnTo>
                  <a:pt x="8254" y="30480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6146495" y="4700130"/>
            <a:ext cx="8890" cy="31115"/>
          </a:xfrm>
          <a:custGeom>
            <a:avLst/>
            <a:gdLst/>
            <a:ahLst/>
            <a:cxnLst/>
            <a:rect l="l" t="t" r="r" b="b"/>
            <a:pathLst>
              <a:path w="8889" h="31114">
                <a:moveTo>
                  <a:pt x="647" y="30632"/>
                </a:moveTo>
                <a:lnTo>
                  <a:pt x="0" y="165"/>
                </a:lnTo>
                <a:lnTo>
                  <a:pt x="7620" y="0"/>
                </a:lnTo>
                <a:lnTo>
                  <a:pt x="8267" y="30479"/>
                </a:lnTo>
                <a:lnTo>
                  <a:pt x="647" y="306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7879701" y="33136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7880083" y="33669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19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7880463" y="342033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7880845" y="347367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7881225" y="352701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7881607" y="358035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19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7881988" y="3633698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67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7882369" y="36870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43"/>
                </a:moveTo>
                <a:lnTo>
                  <a:pt x="0" y="63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7882750" y="37403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43"/>
                </a:moveTo>
                <a:lnTo>
                  <a:pt x="0" y="63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7883131" y="379370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19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7883512" y="38470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7883893" y="390038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7884274" y="395372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7884655" y="400706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19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7885036" y="4060406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7885417" y="4113745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67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7885798" y="416707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43"/>
                </a:moveTo>
                <a:lnTo>
                  <a:pt x="0" y="63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7886179" y="422041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43"/>
                </a:moveTo>
                <a:lnTo>
                  <a:pt x="0" y="63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7886560" y="427375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63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7886941" y="432709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7887322" y="438043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7887703" y="443377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7888084" y="448711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19" y="0"/>
                </a:lnTo>
                <a:lnTo>
                  <a:pt x="7835" y="30480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7888465" y="454045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7888846" y="4593793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30"/>
                </a:moveTo>
                <a:lnTo>
                  <a:pt x="0" y="50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7889226" y="464712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15" y="30543"/>
                </a:moveTo>
                <a:lnTo>
                  <a:pt x="0" y="63"/>
                </a:lnTo>
                <a:lnTo>
                  <a:pt x="7620" y="0"/>
                </a:lnTo>
                <a:lnTo>
                  <a:pt x="7835" y="30479"/>
                </a:lnTo>
                <a:lnTo>
                  <a:pt x="215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7889608" y="470046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28" y="30543"/>
                </a:moveTo>
                <a:lnTo>
                  <a:pt x="0" y="63"/>
                </a:lnTo>
                <a:lnTo>
                  <a:pt x="7619" y="0"/>
                </a:lnTo>
                <a:lnTo>
                  <a:pt x="7835" y="30479"/>
                </a:lnTo>
                <a:lnTo>
                  <a:pt x="228" y="3054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7889988" y="475380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28" y="30530"/>
                </a:moveTo>
                <a:lnTo>
                  <a:pt x="0" y="63"/>
                </a:lnTo>
                <a:lnTo>
                  <a:pt x="7620" y="0"/>
                </a:lnTo>
                <a:lnTo>
                  <a:pt x="7848" y="30479"/>
                </a:lnTo>
                <a:lnTo>
                  <a:pt x="228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7890370" y="4807140"/>
            <a:ext cx="8255" cy="31115"/>
          </a:xfrm>
          <a:custGeom>
            <a:avLst/>
            <a:gdLst/>
            <a:ahLst/>
            <a:cxnLst/>
            <a:rect l="l" t="t" r="r" b="b"/>
            <a:pathLst>
              <a:path w="8254" h="31114">
                <a:moveTo>
                  <a:pt x="228" y="30530"/>
                </a:moveTo>
                <a:lnTo>
                  <a:pt x="0" y="50"/>
                </a:lnTo>
                <a:lnTo>
                  <a:pt x="7620" y="0"/>
                </a:lnTo>
                <a:lnTo>
                  <a:pt x="7848" y="30480"/>
                </a:lnTo>
                <a:lnTo>
                  <a:pt x="228" y="3053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7890750" y="4860480"/>
            <a:ext cx="8255" cy="3175"/>
          </a:xfrm>
          <a:custGeom>
            <a:avLst/>
            <a:gdLst/>
            <a:ahLst/>
            <a:cxnLst/>
            <a:rect l="l" t="t" r="r" b="b"/>
            <a:pathLst>
              <a:path w="8254" h="3175">
                <a:moveTo>
                  <a:pt x="25" y="2781"/>
                </a:moveTo>
                <a:lnTo>
                  <a:pt x="0" y="50"/>
                </a:lnTo>
                <a:lnTo>
                  <a:pt x="7620" y="0"/>
                </a:lnTo>
                <a:lnTo>
                  <a:pt x="7645" y="2730"/>
                </a:lnTo>
                <a:lnTo>
                  <a:pt x="25" y="278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2672867" y="4568367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155" y="0"/>
                </a:lnTo>
              </a:path>
            </a:pathLst>
          </a:custGeom>
          <a:ln w="11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 txBox="1"/>
          <p:nvPr/>
        </p:nvSpPr>
        <p:spPr>
          <a:xfrm>
            <a:off x="2661627" y="4109115"/>
            <a:ext cx="198120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4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63" name="object 263"/>
          <p:cNvSpPr/>
          <p:nvPr/>
        </p:nvSpPr>
        <p:spPr>
          <a:xfrm>
            <a:off x="4440656" y="4571098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155" y="0"/>
                </a:lnTo>
              </a:path>
            </a:pathLst>
          </a:custGeom>
          <a:ln w="11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 txBox="1"/>
          <p:nvPr/>
        </p:nvSpPr>
        <p:spPr>
          <a:xfrm>
            <a:off x="4429429" y="4111845"/>
            <a:ext cx="200025" cy="8197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484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65" name="object 265"/>
          <p:cNvSpPr/>
          <p:nvPr/>
        </p:nvSpPr>
        <p:spPr>
          <a:xfrm>
            <a:off x="6198044" y="4578781"/>
            <a:ext cx="333375" cy="0"/>
          </a:xfrm>
          <a:custGeom>
            <a:avLst/>
            <a:gdLst/>
            <a:ahLst/>
            <a:cxnLst/>
            <a:rect l="l" t="t" r="r" b="b"/>
            <a:pathLst>
              <a:path w="333375" h="0">
                <a:moveTo>
                  <a:pt x="0" y="0"/>
                </a:moveTo>
                <a:lnTo>
                  <a:pt x="333324" y="0"/>
                </a:lnTo>
              </a:path>
            </a:pathLst>
          </a:custGeom>
          <a:ln w="117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 txBox="1"/>
          <p:nvPr/>
        </p:nvSpPr>
        <p:spPr>
          <a:xfrm>
            <a:off x="6283718" y="4573981"/>
            <a:ext cx="16700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宋体"/>
                <a:cs typeface="宋体"/>
              </a:rPr>
              <a:t>2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6195618" y="4177042"/>
            <a:ext cx="30226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170">
                <a:latin typeface="Times New Roman"/>
                <a:cs typeface="Times New Roman"/>
              </a:rPr>
              <a:t>3</a:t>
            </a:r>
            <a:r>
              <a:rPr dirty="0" sz="2200" spc="15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68" name="object 268"/>
          <p:cNvSpPr txBox="1"/>
          <p:nvPr/>
        </p:nvSpPr>
        <p:spPr>
          <a:xfrm>
            <a:off x="7655115" y="4127322"/>
            <a:ext cx="4203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2580" algn="l"/>
              </a:tabLst>
            </a:pPr>
            <a:r>
              <a:rPr dirty="0" baseline="-13888" sz="3300" spc="22" i="1">
                <a:latin typeface="Times New Roman"/>
                <a:cs typeface="Times New Roman"/>
              </a:rPr>
              <a:t>T</a:t>
            </a:r>
            <a:r>
              <a:rPr dirty="0" baseline="-13888" sz="3300" spc="22" i="1">
                <a:latin typeface="Times New Roman"/>
                <a:cs typeface="Times New Roman"/>
              </a:rPr>
              <a:t>	</a:t>
            </a:r>
            <a:r>
              <a:rPr dirty="0" sz="2400" spc="15" i="1">
                <a:solidFill>
                  <a:srgbClr val="00AF50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9" name="object 269"/>
          <p:cNvSpPr/>
          <p:nvPr/>
        </p:nvSpPr>
        <p:spPr>
          <a:xfrm>
            <a:off x="289813" y="3001124"/>
            <a:ext cx="445770" cy="1025525"/>
          </a:xfrm>
          <a:custGeom>
            <a:avLst/>
            <a:gdLst/>
            <a:ahLst/>
            <a:cxnLst/>
            <a:rect l="l" t="t" r="r" b="b"/>
            <a:pathLst>
              <a:path w="445770" h="1025525">
                <a:moveTo>
                  <a:pt x="440728" y="1025194"/>
                </a:moveTo>
                <a:lnTo>
                  <a:pt x="4762" y="1025194"/>
                </a:lnTo>
                <a:lnTo>
                  <a:pt x="3289" y="1024953"/>
                </a:lnTo>
                <a:lnTo>
                  <a:pt x="1968" y="1024280"/>
                </a:lnTo>
                <a:lnTo>
                  <a:pt x="914" y="1023226"/>
                </a:lnTo>
                <a:lnTo>
                  <a:pt x="241" y="1021905"/>
                </a:lnTo>
                <a:lnTo>
                  <a:pt x="0" y="1020432"/>
                </a:lnTo>
                <a:lnTo>
                  <a:pt x="0" y="4762"/>
                </a:lnTo>
                <a:lnTo>
                  <a:pt x="4762" y="0"/>
                </a:lnTo>
                <a:lnTo>
                  <a:pt x="440728" y="0"/>
                </a:lnTo>
                <a:lnTo>
                  <a:pt x="44549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15669"/>
                </a:lnTo>
                <a:lnTo>
                  <a:pt x="4762" y="1015669"/>
                </a:lnTo>
                <a:lnTo>
                  <a:pt x="9525" y="1020432"/>
                </a:lnTo>
                <a:lnTo>
                  <a:pt x="445490" y="1020432"/>
                </a:lnTo>
                <a:lnTo>
                  <a:pt x="445249" y="1021905"/>
                </a:lnTo>
                <a:lnTo>
                  <a:pt x="444576" y="1023226"/>
                </a:lnTo>
                <a:lnTo>
                  <a:pt x="443522" y="1024280"/>
                </a:lnTo>
                <a:lnTo>
                  <a:pt x="442188" y="1024953"/>
                </a:lnTo>
                <a:lnTo>
                  <a:pt x="440728" y="1025194"/>
                </a:lnTo>
                <a:close/>
              </a:path>
              <a:path w="445770" h="102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45770" h="1025525">
                <a:moveTo>
                  <a:pt x="43596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35965" y="4762"/>
                </a:lnTo>
                <a:lnTo>
                  <a:pt x="435965" y="9525"/>
                </a:lnTo>
                <a:close/>
              </a:path>
              <a:path w="445770" h="1025525">
                <a:moveTo>
                  <a:pt x="435965" y="1020432"/>
                </a:moveTo>
                <a:lnTo>
                  <a:pt x="435965" y="4762"/>
                </a:lnTo>
                <a:lnTo>
                  <a:pt x="440728" y="9525"/>
                </a:lnTo>
                <a:lnTo>
                  <a:pt x="445490" y="9525"/>
                </a:lnTo>
                <a:lnTo>
                  <a:pt x="445490" y="1015669"/>
                </a:lnTo>
                <a:lnTo>
                  <a:pt x="440728" y="1015669"/>
                </a:lnTo>
                <a:lnTo>
                  <a:pt x="435965" y="1020432"/>
                </a:lnTo>
                <a:close/>
              </a:path>
              <a:path w="445770" h="1025525">
                <a:moveTo>
                  <a:pt x="445490" y="9525"/>
                </a:moveTo>
                <a:lnTo>
                  <a:pt x="440728" y="9525"/>
                </a:lnTo>
                <a:lnTo>
                  <a:pt x="435965" y="4762"/>
                </a:lnTo>
                <a:lnTo>
                  <a:pt x="445490" y="4762"/>
                </a:lnTo>
                <a:lnTo>
                  <a:pt x="445490" y="9525"/>
                </a:lnTo>
                <a:close/>
              </a:path>
              <a:path w="445770" h="1025525">
                <a:moveTo>
                  <a:pt x="9525" y="1020432"/>
                </a:moveTo>
                <a:lnTo>
                  <a:pt x="4762" y="1015669"/>
                </a:lnTo>
                <a:lnTo>
                  <a:pt x="9525" y="1015669"/>
                </a:lnTo>
                <a:lnTo>
                  <a:pt x="9525" y="1020432"/>
                </a:lnTo>
                <a:close/>
              </a:path>
              <a:path w="445770" h="1025525">
                <a:moveTo>
                  <a:pt x="435965" y="1020432"/>
                </a:moveTo>
                <a:lnTo>
                  <a:pt x="9525" y="1020432"/>
                </a:lnTo>
                <a:lnTo>
                  <a:pt x="9525" y="1015669"/>
                </a:lnTo>
                <a:lnTo>
                  <a:pt x="435965" y="1015669"/>
                </a:lnTo>
                <a:lnTo>
                  <a:pt x="435965" y="1020432"/>
                </a:lnTo>
                <a:close/>
              </a:path>
              <a:path w="445770" h="1025525">
                <a:moveTo>
                  <a:pt x="445490" y="1020432"/>
                </a:moveTo>
                <a:lnTo>
                  <a:pt x="435965" y="1020432"/>
                </a:lnTo>
                <a:lnTo>
                  <a:pt x="440728" y="1015669"/>
                </a:lnTo>
                <a:lnTo>
                  <a:pt x="445490" y="1015669"/>
                </a:lnTo>
                <a:lnTo>
                  <a:pt x="445490" y="1020432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 txBox="1"/>
          <p:nvPr/>
        </p:nvSpPr>
        <p:spPr>
          <a:xfrm>
            <a:off x="373316" y="3008426"/>
            <a:ext cx="407670" cy="1582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132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0000"/>
                </a:solidFill>
                <a:latin typeface="华文楷体"/>
                <a:cs typeface="华文楷体"/>
              </a:rPr>
              <a:t>磁 场 能</a:t>
            </a:r>
            <a:endParaRPr sz="2000">
              <a:latin typeface="华文楷体"/>
              <a:cs typeface="华文楷体"/>
            </a:endParaRPr>
          </a:p>
          <a:p>
            <a:pPr marL="241935">
              <a:lnSpc>
                <a:spcPct val="100000"/>
              </a:lnSpc>
              <a:spcBef>
                <a:spcPts val="2170"/>
              </a:spcBef>
            </a:pPr>
            <a:r>
              <a:rPr dirty="0" sz="2400">
                <a:solidFill>
                  <a:srgbClr val="006FC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1" name="object 271"/>
          <p:cNvSpPr/>
          <p:nvPr/>
        </p:nvSpPr>
        <p:spPr>
          <a:xfrm>
            <a:off x="814285" y="3006699"/>
            <a:ext cx="495934" cy="1025525"/>
          </a:xfrm>
          <a:custGeom>
            <a:avLst/>
            <a:gdLst/>
            <a:ahLst/>
            <a:cxnLst/>
            <a:rect l="l" t="t" r="r" b="b"/>
            <a:pathLst>
              <a:path w="495934" h="1025525">
                <a:moveTo>
                  <a:pt x="490778" y="1025194"/>
                </a:moveTo>
                <a:lnTo>
                  <a:pt x="4762" y="1025194"/>
                </a:lnTo>
                <a:lnTo>
                  <a:pt x="3289" y="1024966"/>
                </a:lnTo>
                <a:lnTo>
                  <a:pt x="1955" y="1024280"/>
                </a:lnTo>
                <a:lnTo>
                  <a:pt x="901" y="1023226"/>
                </a:lnTo>
                <a:lnTo>
                  <a:pt x="228" y="1021905"/>
                </a:lnTo>
                <a:lnTo>
                  <a:pt x="0" y="1020432"/>
                </a:lnTo>
                <a:lnTo>
                  <a:pt x="0" y="4762"/>
                </a:lnTo>
                <a:lnTo>
                  <a:pt x="4762" y="0"/>
                </a:lnTo>
                <a:lnTo>
                  <a:pt x="490778" y="0"/>
                </a:lnTo>
                <a:lnTo>
                  <a:pt x="495541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15669"/>
                </a:lnTo>
                <a:lnTo>
                  <a:pt x="4762" y="1015669"/>
                </a:lnTo>
                <a:lnTo>
                  <a:pt x="9525" y="1020432"/>
                </a:lnTo>
                <a:lnTo>
                  <a:pt x="495541" y="1020432"/>
                </a:lnTo>
                <a:lnTo>
                  <a:pt x="495300" y="1021905"/>
                </a:lnTo>
                <a:lnTo>
                  <a:pt x="494626" y="1023226"/>
                </a:lnTo>
                <a:lnTo>
                  <a:pt x="493572" y="1024280"/>
                </a:lnTo>
                <a:lnTo>
                  <a:pt x="492251" y="1024966"/>
                </a:lnTo>
                <a:lnTo>
                  <a:pt x="490778" y="1025194"/>
                </a:lnTo>
                <a:close/>
              </a:path>
              <a:path w="495934" h="102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95934" h="1025525">
                <a:moveTo>
                  <a:pt x="486016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86016" y="4762"/>
                </a:lnTo>
                <a:lnTo>
                  <a:pt x="486016" y="9525"/>
                </a:lnTo>
                <a:close/>
              </a:path>
              <a:path w="495934" h="1025525">
                <a:moveTo>
                  <a:pt x="486016" y="1020432"/>
                </a:moveTo>
                <a:lnTo>
                  <a:pt x="486016" y="4762"/>
                </a:lnTo>
                <a:lnTo>
                  <a:pt x="490778" y="9525"/>
                </a:lnTo>
                <a:lnTo>
                  <a:pt x="495541" y="9525"/>
                </a:lnTo>
                <a:lnTo>
                  <a:pt x="495541" y="1015669"/>
                </a:lnTo>
                <a:lnTo>
                  <a:pt x="490778" y="1015669"/>
                </a:lnTo>
                <a:lnTo>
                  <a:pt x="486016" y="1020432"/>
                </a:lnTo>
                <a:close/>
              </a:path>
              <a:path w="495934" h="1025525">
                <a:moveTo>
                  <a:pt x="495541" y="9525"/>
                </a:moveTo>
                <a:lnTo>
                  <a:pt x="490778" y="9525"/>
                </a:lnTo>
                <a:lnTo>
                  <a:pt x="486016" y="4762"/>
                </a:lnTo>
                <a:lnTo>
                  <a:pt x="495541" y="4762"/>
                </a:lnTo>
                <a:lnTo>
                  <a:pt x="495541" y="9525"/>
                </a:lnTo>
                <a:close/>
              </a:path>
              <a:path w="495934" h="1025525">
                <a:moveTo>
                  <a:pt x="9525" y="1020432"/>
                </a:moveTo>
                <a:lnTo>
                  <a:pt x="4762" y="1015669"/>
                </a:lnTo>
                <a:lnTo>
                  <a:pt x="9525" y="1015669"/>
                </a:lnTo>
                <a:lnTo>
                  <a:pt x="9525" y="1020432"/>
                </a:lnTo>
                <a:close/>
              </a:path>
              <a:path w="495934" h="1025525">
                <a:moveTo>
                  <a:pt x="486016" y="1020432"/>
                </a:moveTo>
                <a:lnTo>
                  <a:pt x="9525" y="1020432"/>
                </a:lnTo>
                <a:lnTo>
                  <a:pt x="9525" y="1015669"/>
                </a:lnTo>
                <a:lnTo>
                  <a:pt x="486016" y="1015669"/>
                </a:lnTo>
                <a:lnTo>
                  <a:pt x="486016" y="1020432"/>
                </a:lnTo>
                <a:close/>
              </a:path>
              <a:path w="495934" h="1025525">
                <a:moveTo>
                  <a:pt x="495541" y="1020432"/>
                </a:moveTo>
                <a:lnTo>
                  <a:pt x="486016" y="1020432"/>
                </a:lnTo>
                <a:lnTo>
                  <a:pt x="490778" y="1015669"/>
                </a:lnTo>
                <a:lnTo>
                  <a:pt x="495541" y="1015669"/>
                </a:lnTo>
                <a:lnTo>
                  <a:pt x="495541" y="1020432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 txBox="1"/>
          <p:nvPr/>
        </p:nvSpPr>
        <p:spPr>
          <a:xfrm>
            <a:off x="897788" y="3014001"/>
            <a:ext cx="2800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2D75B6"/>
                </a:solidFill>
                <a:latin typeface="华文楷体"/>
                <a:cs typeface="华文楷体"/>
              </a:rPr>
              <a:t>电 场 能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342668" y="4960901"/>
            <a:ext cx="280289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-1055" b="1" i="1">
                <a:latin typeface="华文楷体"/>
                <a:cs typeface="华文楷体"/>
              </a:rPr>
              <a:t>q</a:t>
            </a:r>
            <a:r>
              <a:rPr dirty="0" sz="2500" spc="-1100" b="1" i="1">
                <a:latin typeface="华文楷体"/>
                <a:cs typeface="华文楷体"/>
              </a:rPr>
              <a:t>、</a:t>
            </a:r>
            <a:r>
              <a:rPr dirty="0" sz="2500" spc="-1065" b="1" i="1">
                <a:latin typeface="华文楷体"/>
                <a:cs typeface="华文楷体"/>
              </a:rPr>
              <a:t>E</a:t>
            </a:r>
            <a:r>
              <a:rPr dirty="0" sz="2500" spc="-1100" b="1" i="1">
                <a:latin typeface="华文楷体"/>
                <a:cs typeface="华文楷体"/>
              </a:rPr>
              <a:t>、</a:t>
            </a:r>
            <a:r>
              <a:rPr dirty="0" sz="2500" spc="-580" b="1" i="1">
                <a:latin typeface="华文楷体"/>
                <a:cs typeface="华文楷体"/>
              </a:rPr>
              <a:t>i</a:t>
            </a:r>
            <a:r>
              <a:rPr dirty="0" sz="2500" spc="-1100" b="1" i="1">
                <a:latin typeface="华文楷体"/>
                <a:cs typeface="华文楷体"/>
              </a:rPr>
              <a:t>、</a:t>
            </a:r>
            <a:r>
              <a:rPr dirty="0" sz="2500" spc="-819" b="1" i="1">
                <a:latin typeface="华文楷体"/>
                <a:cs typeface="华文楷体"/>
              </a:rPr>
              <a:t>B</a:t>
            </a:r>
            <a:r>
              <a:rPr dirty="0" sz="2400" b="1">
                <a:latin typeface="华文楷体"/>
                <a:cs typeface="华文楷体"/>
              </a:rPr>
              <a:t>变化周</a:t>
            </a:r>
            <a:r>
              <a:rPr dirty="0" sz="2400" spc="-5" b="1">
                <a:latin typeface="华文楷体"/>
                <a:cs typeface="华文楷体"/>
              </a:rPr>
              <a:t>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74" name="object 274"/>
          <p:cNvSpPr/>
          <p:nvPr/>
        </p:nvSpPr>
        <p:spPr>
          <a:xfrm>
            <a:off x="3447986" y="4923916"/>
            <a:ext cx="496570" cy="551815"/>
          </a:xfrm>
          <a:custGeom>
            <a:avLst/>
            <a:gdLst/>
            <a:ahLst/>
            <a:cxnLst/>
            <a:rect l="l" t="t" r="r" b="b"/>
            <a:pathLst>
              <a:path w="496570" h="551814">
                <a:moveTo>
                  <a:pt x="482193" y="551789"/>
                </a:moveTo>
                <a:lnTo>
                  <a:pt x="14287" y="551789"/>
                </a:lnTo>
                <a:lnTo>
                  <a:pt x="11493" y="551522"/>
                </a:lnTo>
                <a:lnTo>
                  <a:pt x="0" y="537502"/>
                </a:lnTo>
                <a:lnTo>
                  <a:pt x="0" y="14287"/>
                </a:lnTo>
                <a:lnTo>
                  <a:pt x="14287" y="0"/>
                </a:lnTo>
                <a:lnTo>
                  <a:pt x="482193" y="0"/>
                </a:lnTo>
                <a:lnTo>
                  <a:pt x="496481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523214"/>
                </a:lnTo>
                <a:lnTo>
                  <a:pt x="14287" y="523214"/>
                </a:lnTo>
                <a:lnTo>
                  <a:pt x="28575" y="537502"/>
                </a:lnTo>
                <a:lnTo>
                  <a:pt x="496481" y="537502"/>
                </a:lnTo>
                <a:lnTo>
                  <a:pt x="496201" y="540296"/>
                </a:lnTo>
                <a:lnTo>
                  <a:pt x="484987" y="551522"/>
                </a:lnTo>
                <a:lnTo>
                  <a:pt x="482193" y="551789"/>
                </a:lnTo>
                <a:close/>
              </a:path>
              <a:path w="496570" h="55181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496570" h="551814">
                <a:moveTo>
                  <a:pt x="467906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467906" y="14287"/>
                </a:lnTo>
                <a:lnTo>
                  <a:pt x="467906" y="28575"/>
                </a:lnTo>
                <a:close/>
              </a:path>
              <a:path w="496570" h="551814">
                <a:moveTo>
                  <a:pt x="467906" y="537502"/>
                </a:moveTo>
                <a:lnTo>
                  <a:pt x="467906" y="14287"/>
                </a:lnTo>
                <a:lnTo>
                  <a:pt x="482193" y="28575"/>
                </a:lnTo>
                <a:lnTo>
                  <a:pt x="496481" y="28575"/>
                </a:lnTo>
                <a:lnTo>
                  <a:pt x="496481" y="523214"/>
                </a:lnTo>
                <a:lnTo>
                  <a:pt x="482193" y="523214"/>
                </a:lnTo>
                <a:lnTo>
                  <a:pt x="467906" y="537502"/>
                </a:lnTo>
                <a:close/>
              </a:path>
              <a:path w="496570" h="551814">
                <a:moveTo>
                  <a:pt x="496481" y="28575"/>
                </a:moveTo>
                <a:lnTo>
                  <a:pt x="482193" y="28575"/>
                </a:lnTo>
                <a:lnTo>
                  <a:pt x="467906" y="14287"/>
                </a:lnTo>
                <a:lnTo>
                  <a:pt x="496481" y="14287"/>
                </a:lnTo>
                <a:lnTo>
                  <a:pt x="496481" y="28575"/>
                </a:lnTo>
                <a:close/>
              </a:path>
              <a:path w="496570" h="551814">
                <a:moveTo>
                  <a:pt x="28575" y="537502"/>
                </a:moveTo>
                <a:lnTo>
                  <a:pt x="14287" y="523214"/>
                </a:lnTo>
                <a:lnTo>
                  <a:pt x="28575" y="523214"/>
                </a:lnTo>
                <a:lnTo>
                  <a:pt x="28575" y="537502"/>
                </a:lnTo>
                <a:close/>
              </a:path>
              <a:path w="496570" h="551814">
                <a:moveTo>
                  <a:pt x="467906" y="537502"/>
                </a:moveTo>
                <a:lnTo>
                  <a:pt x="28575" y="537502"/>
                </a:lnTo>
                <a:lnTo>
                  <a:pt x="28575" y="523214"/>
                </a:lnTo>
                <a:lnTo>
                  <a:pt x="467906" y="523214"/>
                </a:lnTo>
                <a:lnTo>
                  <a:pt x="467906" y="537502"/>
                </a:lnTo>
                <a:close/>
              </a:path>
              <a:path w="496570" h="551814">
                <a:moveTo>
                  <a:pt x="496481" y="537502"/>
                </a:moveTo>
                <a:lnTo>
                  <a:pt x="467906" y="537502"/>
                </a:lnTo>
                <a:lnTo>
                  <a:pt x="482193" y="523214"/>
                </a:lnTo>
                <a:lnTo>
                  <a:pt x="496481" y="523214"/>
                </a:lnTo>
                <a:lnTo>
                  <a:pt x="496481" y="537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 txBox="1"/>
          <p:nvPr/>
        </p:nvSpPr>
        <p:spPr>
          <a:xfrm>
            <a:off x="3505233" y="4912217"/>
            <a:ext cx="391795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00" spc="-70" b="1" i="1">
                <a:latin typeface="华文楷体"/>
                <a:cs typeface="华文楷体"/>
              </a:rPr>
              <a:t>T</a:t>
            </a:r>
            <a:endParaRPr sz="2900">
              <a:latin typeface="华文楷体"/>
              <a:cs typeface="华文楷体"/>
            </a:endParaRPr>
          </a:p>
        </p:txBody>
      </p:sp>
      <p:sp>
        <p:nvSpPr>
          <p:cNvPr id="276" name="object 276"/>
          <p:cNvSpPr/>
          <p:nvPr/>
        </p:nvSpPr>
        <p:spPr>
          <a:xfrm>
            <a:off x="4688497" y="5749442"/>
            <a:ext cx="262890" cy="0"/>
          </a:xfrm>
          <a:custGeom>
            <a:avLst/>
            <a:gdLst/>
            <a:ahLst/>
            <a:cxnLst/>
            <a:rect l="l" t="t" r="r" b="b"/>
            <a:pathLst>
              <a:path w="262889" h="0">
                <a:moveTo>
                  <a:pt x="0" y="0"/>
                </a:moveTo>
                <a:lnTo>
                  <a:pt x="262432" y="0"/>
                </a:lnTo>
              </a:path>
            </a:pathLst>
          </a:custGeom>
          <a:ln w="149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 txBox="1"/>
          <p:nvPr/>
        </p:nvSpPr>
        <p:spPr>
          <a:xfrm>
            <a:off x="1171282" y="5239905"/>
            <a:ext cx="3754754" cy="793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26670">
              <a:lnSpc>
                <a:spcPts val="3030"/>
              </a:lnSpc>
              <a:spcBef>
                <a:spcPts val="90"/>
              </a:spcBef>
            </a:pPr>
            <a:r>
              <a:rPr dirty="0" sz="2850" spc="-5" i="1">
                <a:latin typeface="Times New Roman"/>
                <a:cs typeface="Times New Roman"/>
              </a:rPr>
              <a:t>T</a:t>
            </a:r>
            <a:endParaRPr sz="2850">
              <a:latin typeface="Times New Roman"/>
              <a:cs typeface="Times New Roman"/>
            </a:endParaRPr>
          </a:p>
          <a:p>
            <a:pPr algn="r" marR="5080">
              <a:lnSpc>
                <a:spcPts val="3030"/>
              </a:lnSpc>
              <a:tabLst>
                <a:tab pos="3548379" algn="l"/>
              </a:tabLst>
            </a:pPr>
            <a:r>
              <a:rPr dirty="0" sz="2400" b="1">
                <a:latin typeface="华文楷体"/>
                <a:cs typeface="华文楷体"/>
              </a:rPr>
              <a:t>电场能、磁场能变化周</a:t>
            </a:r>
            <a:r>
              <a:rPr dirty="0" sz="2400" spc="-5" b="1">
                <a:latin typeface="华文楷体"/>
                <a:cs typeface="华文楷体"/>
              </a:rPr>
              <a:t>期</a:t>
            </a:r>
            <a:r>
              <a:rPr dirty="0" sz="2400" b="1">
                <a:latin typeface="华文楷体"/>
                <a:cs typeface="华文楷体"/>
              </a:rPr>
              <a:t>	</a:t>
            </a:r>
            <a:r>
              <a:rPr dirty="0" baseline="-26315" sz="4275" spc="-7">
                <a:latin typeface="宋体"/>
                <a:cs typeface="宋体"/>
              </a:rPr>
              <a:t>2</a:t>
            </a:r>
            <a:endParaRPr baseline="-26315" sz="4275">
              <a:latin typeface="宋体"/>
              <a:cs typeface="宋体"/>
            </a:endParaRPr>
          </a:p>
        </p:txBody>
      </p:sp>
      <p:sp>
        <p:nvSpPr>
          <p:cNvPr id="278" name="object 278"/>
          <p:cNvSpPr/>
          <p:nvPr/>
        </p:nvSpPr>
        <p:spPr>
          <a:xfrm>
            <a:off x="4599813" y="5210936"/>
            <a:ext cx="447675" cy="1017269"/>
          </a:xfrm>
          <a:custGeom>
            <a:avLst/>
            <a:gdLst/>
            <a:ahLst/>
            <a:cxnLst/>
            <a:rect l="l" t="t" r="r" b="b"/>
            <a:pathLst>
              <a:path w="447675" h="1017270">
                <a:moveTo>
                  <a:pt x="433006" y="1017270"/>
                </a:moveTo>
                <a:lnTo>
                  <a:pt x="14287" y="1017270"/>
                </a:lnTo>
                <a:lnTo>
                  <a:pt x="11506" y="1016990"/>
                </a:lnTo>
                <a:lnTo>
                  <a:pt x="0" y="1002982"/>
                </a:lnTo>
                <a:lnTo>
                  <a:pt x="0" y="14287"/>
                </a:lnTo>
                <a:lnTo>
                  <a:pt x="14287" y="0"/>
                </a:lnTo>
                <a:lnTo>
                  <a:pt x="433006" y="0"/>
                </a:lnTo>
                <a:lnTo>
                  <a:pt x="447294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988695"/>
                </a:lnTo>
                <a:lnTo>
                  <a:pt x="14287" y="988695"/>
                </a:lnTo>
                <a:lnTo>
                  <a:pt x="28575" y="1002982"/>
                </a:lnTo>
                <a:lnTo>
                  <a:pt x="447294" y="1002982"/>
                </a:lnTo>
                <a:lnTo>
                  <a:pt x="447014" y="1005763"/>
                </a:lnTo>
                <a:lnTo>
                  <a:pt x="435787" y="1016990"/>
                </a:lnTo>
                <a:lnTo>
                  <a:pt x="433006" y="1017270"/>
                </a:lnTo>
                <a:close/>
              </a:path>
              <a:path w="447675" h="101727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447675" h="1017270">
                <a:moveTo>
                  <a:pt x="418719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418719" y="14287"/>
                </a:lnTo>
                <a:lnTo>
                  <a:pt x="418719" y="28575"/>
                </a:lnTo>
                <a:close/>
              </a:path>
              <a:path w="447675" h="1017270">
                <a:moveTo>
                  <a:pt x="418719" y="1002982"/>
                </a:moveTo>
                <a:lnTo>
                  <a:pt x="418719" y="14287"/>
                </a:lnTo>
                <a:lnTo>
                  <a:pt x="433006" y="28575"/>
                </a:lnTo>
                <a:lnTo>
                  <a:pt x="447294" y="28575"/>
                </a:lnTo>
                <a:lnTo>
                  <a:pt x="447294" y="988695"/>
                </a:lnTo>
                <a:lnTo>
                  <a:pt x="433006" y="988695"/>
                </a:lnTo>
                <a:lnTo>
                  <a:pt x="418719" y="1002982"/>
                </a:lnTo>
                <a:close/>
              </a:path>
              <a:path w="447675" h="1017270">
                <a:moveTo>
                  <a:pt x="447294" y="28575"/>
                </a:moveTo>
                <a:lnTo>
                  <a:pt x="433006" y="28575"/>
                </a:lnTo>
                <a:lnTo>
                  <a:pt x="418719" y="14287"/>
                </a:lnTo>
                <a:lnTo>
                  <a:pt x="447294" y="14287"/>
                </a:lnTo>
                <a:lnTo>
                  <a:pt x="447294" y="28575"/>
                </a:lnTo>
                <a:close/>
              </a:path>
              <a:path w="447675" h="1017270">
                <a:moveTo>
                  <a:pt x="28575" y="1002982"/>
                </a:moveTo>
                <a:lnTo>
                  <a:pt x="14287" y="988695"/>
                </a:lnTo>
                <a:lnTo>
                  <a:pt x="28575" y="988695"/>
                </a:lnTo>
                <a:lnTo>
                  <a:pt x="28575" y="1002982"/>
                </a:lnTo>
                <a:close/>
              </a:path>
              <a:path w="447675" h="1017270">
                <a:moveTo>
                  <a:pt x="418719" y="1002982"/>
                </a:moveTo>
                <a:lnTo>
                  <a:pt x="28575" y="1002982"/>
                </a:lnTo>
                <a:lnTo>
                  <a:pt x="28575" y="988695"/>
                </a:lnTo>
                <a:lnTo>
                  <a:pt x="418719" y="988695"/>
                </a:lnTo>
                <a:lnTo>
                  <a:pt x="418719" y="1002982"/>
                </a:lnTo>
                <a:close/>
              </a:path>
              <a:path w="447675" h="1017270">
                <a:moveTo>
                  <a:pt x="447294" y="1002982"/>
                </a:moveTo>
                <a:lnTo>
                  <a:pt x="418719" y="1002982"/>
                </a:lnTo>
                <a:lnTo>
                  <a:pt x="433006" y="988695"/>
                </a:lnTo>
                <a:lnTo>
                  <a:pt x="447294" y="988695"/>
                </a:lnTo>
                <a:lnTo>
                  <a:pt x="447294" y="100298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5627" y="155055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78989" y="1042670"/>
            <a:ext cx="39954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</a:rPr>
              <a:t>三、电磁振荡中的周期和频</a:t>
            </a:r>
            <a:r>
              <a:rPr dirty="0" sz="2400" spc="-5">
                <a:solidFill>
                  <a:srgbClr val="000000"/>
                </a:solidFill>
              </a:rPr>
              <a:t>率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80110" y="1895475"/>
            <a:ext cx="6577965" cy="4074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思考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  <a:p>
            <a:pPr marL="762635">
              <a:lnSpc>
                <a:spcPct val="100000"/>
              </a:lnSpc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电磁振荡的周期和频率与哪些因素有关呢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71120" marR="616585" indent="691515">
              <a:lnSpc>
                <a:spcPct val="100000"/>
              </a:lnSpc>
              <a:spcBef>
                <a:spcPts val="1350"/>
              </a:spcBef>
            </a:pPr>
            <a:r>
              <a:rPr dirty="0" sz="2400" b="1">
                <a:latin typeface="华文楷体"/>
                <a:cs typeface="华文楷体"/>
              </a:rPr>
              <a:t>电容较大时，电容器充电、放电的时</a:t>
            </a:r>
            <a:r>
              <a:rPr dirty="0" sz="2400" spc="-5" b="1">
                <a:latin typeface="华文楷体"/>
                <a:cs typeface="华文楷体"/>
              </a:rPr>
              <a:t>间 </a:t>
            </a:r>
            <a:r>
              <a:rPr dirty="0" sz="2400" b="1">
                <a:latin typeface="华文楷体"/>
                <a:cs typeface="华文楷体"/>
              </a:rPr>
              <a:t>会长些还是短些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145415" marR="542290" indent="691515">
              <a:lnSpc>
                <a:spcPct val="100000"/>
              </a:lnSpc>
              <a:spcBef>
                <a:spcPts val="765"/>
              </a:spcBef>
            </a:pPr>
            <a:r>
              <a:rPr dirty="0" sz="2400" b="1">
                <a:latin typeface="华文楷体"/>
                <a:cs typeface="华文楷体"/>
              </a:rPr>
              <a:t>线圈的自感系数较大时，电容器充电</a:t>
            </a:r>
            <a:r>
              <a:rPr dirty="0" sz="2400" spc="-5" b="1">
                <a:latin typeface="华文楷体"/>
                <a:cs typeface="华文楷体"/>
              </a:rPr>
              <a:t>、 </a:t>
            </a:r>
            <a:r>
              <a:rPr dirty="0" sz="2400" b="1">
                <a:latin typeface="华文楷体"/>
                <a:cs typeface="华文楷体"/>
              </a:rPr>
              <a:t>放电的时间会长些还是短些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2352675" marR="2705100" indent="89535">
              <a:lnSpc>
                <a:spcPct val="100000"/>
              </a:lnSpc>
              <a:spcBef>
                <a:spcPts val="730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猜 想 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： 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C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↑→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T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↑</a:t>
            </a:r>
            <a:endParaRPr sz="2800">
              <a:latin typeface="华文楷体"/>
              <a:cs typeface="华文楷体"/>
            </a:endParaRPr>
          </a:p>
          <a:p>
            <a:pPr algn="ctr" marR="195580">
              <a:lnSpc>
                <a:spcPct val="100000"/>
              </a:lnSpc>
              <a:spcBef>
                <a:spcPts val="1680"/>
              </a:spcBef>
            </a:pP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L↑→T↑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9559" y="1142364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华文楷体"/>
                <a:cs typeface="华文楷体"/>
              </a:rPr>
              <a:t>实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19750" y="1142364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华文楷体"/>
                <a:cs typeface="华文楷体"/>
              </a:rPr>
              <a:t>验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87777" y="164961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84020" y="1310639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83664" y="1533144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2892" y="2077211"/>
            <a:ext cx="7528559" cy="4102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10116" y="2183117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周期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2927" y="1037589"/>
            <a:ext cx="61906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8305" algn="l"/>
                <a:tab pos="6176645" algn="l"/>
              </a:tabLst>
            </a:pPr>
            <a:r>
              <a:rPr dirty="0" u="heavy" sz="2800" spc="-5" b="1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800" b="1">
                <a:uFill>
                  <a:solidFill>
                    <a:srgbClr val="701000"/>
                  </a:solidFill>
                </a:uFill>
                <a:latin typeface="华文楷体"/>
                <a:cs typeface="华文楷体"/>
              </a:rPr>
              <a:t>三、电磁振荡中的周期和频</a:t>
            </a:r>
            <a:r>
              <a:rPr dirty="0" u="heavy" sz="2800" spc="-10" b="1">
                <a:uFill>
                  <a:solidFill>
                    <a:srgbClr val="701000"/>
                  </a:solidFill>
                </a:uFill>
                <a:latin typeface="华文楷体"/>
                <a:cs typeface="华文楷体"/>
              </a:rPr>
              <a:t>率</a:t>
            </a:r>
            <a:r>
              <a:rPr dirty="0" u="heavy" sz="2800" b="1">
                <a:uFill>
                  <a:solidFill>
                    <a:srgbClr val="701000"/>
                  </a:solidFill>
                </a:uFill>
                <a:latin typeface="华文楷体"/>
                <a:cs typeface="华文楷体"/>
              </a:rPr>
              <a:t>	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99061" y="2451417"/>
            <a:ext cx="59690" cy="34290"/>
          </a:xfrm>
          <a:custGeom>
            <a:avLst/>
            <a:gdLst/>
            <a:ahLst/>
            <a:cxnLst/>
            <a:rect l="l" t="t" r="r" b="b"/>
            <a:pathLst>
              <a:path w="59689" h="34289">
                <a:moveTo>
                  <a:pt x="0" y="33858"/>
                </a:moveTo>
                <a:lnTo>
                  <a:pt x="59347" y="0"/>
                </a:lnTo>
              </a:path>
            </a:pathLst>
          </a:custGeom>
          <a:ln w="19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58408" y="2461082"/>
            <a:ext cx="86360" cy="157480"/>
          </a:xfrm>
          <a:custGeom>
            <a:avLst/>
            <a:gdLst/>
            <a:ahLst/>
            <a:cxnLst/>
            <a:rect l="l" t="t" r="r" b="b"/>
            <a:pathLst>
              <a:path w="86360" h="157480">
                <a:moveTo>
                  <a:pt x="0" y="0"/>
                </a:moveTo>
                <a:lnTo>
                  <a:pt x="85991" y="157225"/>
                </a:lnTo>
              </a:path>
            </a:pathLst>
          </a:custGeom>
          <a:ln w="38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54077" y="2149068"/>
            <a:ext cx="114300" cy="469265"/>
          </a:xfrm>
          <a:custGeom>
            <a:avLst/>
            <a:gdLst/>
            <a:ahLst/>
            <a:cxnLst/>
            <a:rect l="l" t="t" r="r" b="b"/>
            <a:pathLst>
              <a:path w="114300" h="469264">
                <a:moveTo>
                  <a:pt x="0" y="469239"/>
                </a:moveTo>
                <a:lnTo>
                  <a:pt x="113842" y="0"/>
                </a:lnTo>
              </a:path>
            </a:pathLst>
          </a:custGeom>
          <a:ln w="19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67920" y="2149068"/>
            <a:ext cx="664210" cy="0"/>
          </a:xfrm>
          <a:custGeom>
            <a:avLst/>
            <a:gdLst/>
            <a:ahLst/>
            <a:cxnLst/>
            <a:rect l="l" t="t" r="r" b="b"/>
            <a:pathLst>
              <a:path w="664209" h="0">
                <a:moveTo>
                  <a:pt x="0" y="0"/>
                </a:moveTo>
                <a:lnTo>
                  <a:pt x="663689" y="0"/>
                </a:lnTo>
              </a:path>
            </a:pathLst>
          </a:custGeom>
          <a:ln w="19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332351" y="2092869"/>
            <a:ext cx="2259330" cy="6102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78939" algn="l"/>
              </a:tabLst>
            </a:pPr>
            <a:r>
              <a:rPr dirty="0" sz="3650" spc="-5" b="0" i="1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dirty="0" sz="3650" spc="375" b="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650" spc="-5" b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dirty="0" sz="3650" spc="-5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650" spc="-375" b="0" i="1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dirty="0" sz="3800" spc="-85" b="0" i="1">
                <a:solidFill>
                  <a:srgbClr val="000000"/>
                </a:solidFill>
                <a:latin typeface="Symbol"/>
                <a:cs typeface="Symbol"/>
              </a:rPr>
              <a:t></a:t>
            </a:r>
            <a:r>
              <a:rPr dirty="0" sz="3800" b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dirty="0" sz="3650" spc="-5" b="0" i="1">
                <a:solidFill>
                  <a:srgbClr val="000000"/>
                </a:solidFill>
                <a:latin typeface="Times New Roman"/>
                <a:cs typeface="Times New Roman"/>
              </a:rPr>
              <a:t>LC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6515" y="3613289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频率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41213" y="4213110"/>
            <a:ext cx="46990" cy="27305"/>
          </a:xfrm>
          <a:custGeom>
            <a:avLst/>
            <a:gdLst/>
            <a:ahLst/>
            <a:cxnLst/>
            <a:rect l="l" t="t" r="r" b="b"/>
            <a:pathLst>
              <a:path w="46989" h="27304">
                <a:moveTo>
                  <a:pt x="0" y="26847"/>
                </a:moveTo>
                <a:lnTo>
                  <a:pt x="46964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88178" y="4220781"/>
            <a:ext cx="68580" cy="125095"/>
          </a:xfrm>
          <a:custGeom>
            <a:avLst/>
            <a:gdLst/>
            <a:ahLst/>
            <a:cxnLst/>
            <a:rect l="l" t="t" r="r" b="b"/>
            <a:pathLst>
              <a:path w="68579" h="125095">
                <a:moveTo>
                  <a:pt x="0" y="0"/>
                </a:moveTo>
                <a:lnTo>
                  <a:pt x="68033" y="124612"/>
                </a:lnTo>
              </a:path>
            </a:pathLst>
          </a:custGeom>
          <a:ln w="306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563882" y="3973486"/>
            <a:ext cx="90170" cy="372110"/>
          </a:xfrm>
          <a:custGeom>
            <a:avLst/>
            <a:gdLst/>
            <a:ahLst/>
            <a:cxnLst/>
            <a:rect l="l" t="t" r="r" b="b"/>
            <a:pathLst>
              <a:path w="90170" h="372110">
                <a:moveTo>
                  <a:pt x="0" y="371906"/>
                </a:moveTo>
                <a:lnTo>
                  <a:pt x="90081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653963" y="3973486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 h="0">
                <a:moveTo>
                  <a:pt x="0" y="0"/>
                </a:moveTo>
                <a:lnTo>
                  <a:pt x="525144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65903" y="3919816"/>
            <a:ext cx="1243965" cy="0"/>
          </a:xfrm>
          <a:custGeom>
            <a:avLst/>
            <a:gdLst/>
            <a:ahLst/>
            <a:cxnLst/>
            <a:rect l="l" t="t" r="r" b="b"/>
            <a:pathLst>
              <a:path w="1243964" h="0">
                <a:moveTo>
                  <a:pt x="0" y="0"/>
                </a:moveTo>
                <a:lnTo>
                  <a:pt x="1243876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488889" y="3402368"/>
            <a:ext cx="208279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15" i="1">
                <a:latin typeface="Times New Roman"/>
                <a:cs typeface="Times New Roman"/>
              </a:rPr>
              <a:t>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89716" y="3634320"/>
            <a:ext cx="1759585" cy="781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865"/>
              </a:lnSpc>
              <a:spcBef>
                <a:spcPts val="130"/>
              </a:spcBef>
              <a:tabLst>
                <a:tab pos="282575" algn="l"/>
              </a:tabLst>
            </a:pPr>
            <a:r>
              <a:rPr dirty="0" sz="2850" spc="5" i="1">
                <a:latin typeface="Times New Roman"/>
                <a:cs typeface="Times New Roman"/>
              </a:rPr>
              <a:t>f	</a:t>
            </a:r>
            <a:r>
              <a:rPr dirty="0" sz="2850" spc="15">
                <a:latin typeface="Symbol"/>
                <a:cs typeface="Symbol"/>
              </a:rPr>
              <a:t></a:t>
            </a:r>
            <a:endParaRPr sz="2850">
              <a:latin typeface="Symbol"/>
              <a:cs typeface="Symbol"/>
            </a:endParaRPr>
          </a:p>
          <a:p>
            <a:pPr marL="600710">
              <a:lnSpc>
                <a:spcPts val="3045"/>
              </a:lnSpc>
              <a:tabLst>
                <a:tab pos="1298575" algn="l"/>
              </a:tabLst>
            </a:pPr>
            <a:r>
              <a:rPr dirty="0" sz="2850" spc="-280" i="1">
                <a:latin typeface="Times New Roman"/>
                <a:cs typeface="Times New Roman"/>
              </a:rPr>
              <a:t>2</a:t>
            </a:r>
            <a:r>
              <a:rPr dirty="0" sz="3000" spc="-70" i="1">
                <a:latin typeface="Symbol"/>
                <a:cs typeface="Symbol"/>
              </a:rPr>
              <a:t></a:t>
            </a:r>
            <a:r>
              <a:rPr dirty="0" sz="3000">
                <a:latin typeface="Times New Roman"/>
                <a:cs typeface="Times New Roman"/>
              </a:rPr>
              <a:t>	</a:t>
            </a:r>
            <a:r>
              <a:rPr dirty="0" sz="2850" spc="15" i="1">
                <a:latin typeface="Times New Roman"/>
                <a:cs typeface="Times New Roman"/>
              </a:rPr>
              <a:t>LC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05735" y="4818441"/>
            <a:ext cx="5415915" cy="8997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3420"/>
              </a:lnSpc>
              <a:spcBef>
                <a:spcPts val="135"/>
              </a:spcBef>
            </a:pPr>
            <a:r>
              <a:rPr dirty="0" sz="2800" b="1">
                <a:latin typeface="华文楷体"/>
                <a:cs typeface="华文楷体"/>
              </a:rPr>
              <a:t>式中各物理</a:t>
            </a:r>
            <a:r>
              <a:rPr dirty="0" sz="2800" spc="-285" b="1">
                <a:latin typeface="华文楷体"/>
                <a:cs typeface="华文楷体"/>
              </a:rPr>
              <a:t>量</a:t>
            </a:r>
            <a:r>
              <a:rPr dirty="0" sz="2900" spc="-1230" b="1" i="1">
                <a:latin typeface="华文楷体"/>
                <a:cs typeface="华文楷体"/>
              </a:rPr>
              <a:t>T</a:t>
            </a:r>
            <a:r>
              <a:rPr dirty="0" sz="2900" spc="-1265" b="1" i="1">
                <a:latin typeface="华文楷体"/>
                <a:cs typeface="华文楷体"/>
              </a:rPr>
              <a:t>、</a:t>
            </a:r>
            <a:r>
              <a:rPr dirty="0" sz="2900" spc="-1225" b="1" i="1">
                <a:latin typeface="华文楷体"/>
                <a:cs typeface="华文楷体"/>
              </a:rPr>
              <a:t>L</a:t>
            </a:r>
            <a:r>
              <a:rPr dirty="0" sz="2900" spc="-1265" b="1" i="1">
                <a:latin typeface="华文楷体"/>
                <a:cs typeface="华文楷体"/>
              </a:rPr>
              <a:t>、</a:t>
            </a:r>
            <a:r>
              <a:rPr dirty="0" sz="2900" spc="-1225" b="1" i="1">
                <a:latin typeface="华文楷体"/>
                <a:cs typeface="华文楷体"/>
              </a:rPr>
              <a:t>C</a:t>
            </a:r>
            <a:r>
              <a:rPr dirty="0" sz="2900" spc="-1265" b="1" i="1">
                <a:latin typeface="华文楷体"/>
                <a:cs typeface="华文楷体"/>
              </a:rPr>
              <a:t>、</a:t>
            </a:r>
            <a:r>
              <a:rPr dirty="0" sz="2900" spc="-915" b="1" i="1">
                <a:latin typeface="华文楷体"/>
                <a:cs typeface="华文楷体"/>
              </a:rPr>
              <a:t>f</a:t>
            </a:r>
            <a:r>
              <a:rPr dirty="0" sz="2800" spc="-10" b="1">
                <a:latin typeface="华文楷体"/>
                <a:cs typeface="华文楷体"/>
              </a:rPr>
              <a:t>的</a:t>
            </a:r>
            <a:endParaRPr sz="2800">
              <a:latin typeface="华文楷体"/>
              <a:cs typeface="华文楷体"/>
            </a:endParaRPr>
          </a:p>
          <a:p>
            <a:pPr marL="460375">
              <a:lnSpc>
                <a:spcPts val="3420"/>
              </a:lnSpc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国际单位</a:t>
            </a:r>
            <a:r>
              <a:rPr dirty="0" sz="2800" b="1">
                <a:latin typeface="华文楷体"/>
                <a:cs typeface="华文楷体"/>
              </a:rPr>
              <a:t>分别</a:t>
            </a:r>
            <a:r>
              <a:rPr dirty="0" sz="2800" spc="-285" b="1">
                <a:latin typeface="华文楷体"/>
                <a:cs typeface="华文楷体"/>
              </a:rPr>
              <a:t>是</a:t>
            </a:r>
            <a:r>
              <a:rPr dirty="0" sz="2900" spc="-1070" b="1" i="1">
                <a:latin typeface="华文楷体"/>
                <a:cs typeface="华文楷体"/>
              </a:rPr>
              <a:t>s</a:t>
            </a:r>
            <a:r>
              <a:rPr dirty="0" sz="2900" spc="-1265" b="1" i="1">
                <a:latin typeface="华文楷体"/>
                <a:cs typeface="华文楷体"/>
              </a:rPr>
              <a:t>、</a:t>
            </a:r>
            <a:r>
              <a:rPr dirty="0" sz="2900" spc="-1240" b="1" i="1">
                <a:latin typeface="华文楷体"/>
                <a:cs typeface="华文楷体"/>
              </a:rPr>
              <a:t>H</a:t>
            </a:r>
            <a:r>
              <a:rPr dirty="0" sz="2900" spc="-1265" b="1" i="1">
                <a:latin typeface="华文楷体"/>
                <a:cs typeface="华文楷体"/>
              </a:rPr>
              <a:t>、</a:t>
            </a:r>
            <a:r>
              <a:rPr dirty="0" sz="2900" spc="-1225" b="1" i="1">
                <a:latin typeface="华文楷体"/>
                <a:cs typeface="华文楷体"/>
              </a:rPr>
              <a:t>F</a:t>
            </a:r>
            <a:r>
              <a:rPr dirty="0" sz="2900" spc="-1265" b="1" i="1">
                <a:latin typeface="华文楷体"/>
                <a:cs typeface="华文楷体"/>
              </a:rPr>
              <a:t>、</a:t>
            </a:r>
            <a:r>
              <a:rPr dirty="0" sz="2900" spc="-1085" b="1" i="1">
                <a:latin typeface="华文楷体"/>
                <a:cs typeface="华文楷体"/>
              </a:rPr>
              <a:t>Hz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53296" y="2469832"/>
            <a:ext cx="59690" cy="34290"/>
          </a:xfrm>
          <a:custGeom>
            <a:avLst/>
            <a:gdLst/>
            <a:ahLst/>
            <a:cxnLst/>
            <a:rect l="l" t="t" r="r" b="b"/>
            <a:pathLst>
              <a:path w="59689" h="34289">
                <a:moveTo>
                  <a:pt x="0" y="33858"/>
                </a:moveTo>
                <a:lnTo>
                  <a:pt x="59347" y="0"/>
                </a:lnTo>
              </a:path>
            </a:pathLst>
          </a:custGeom>
          <a:ln w="19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12643" y="2479497"/>
            <a:ext cx="86360" cy="157480"/>
          </a:xfrm>
          <a:custGeom>
            <a:avLst/>
            <a:gdLst/>
            <a:ahLst/>
            <a:cxnLst/>
            <a:rect l="l" t="t" r="r" b="b"/>
            <a:pathLst>
              <a:path w="86360" h="157480">
                <a:moveTo>
                  <a:pt x="0" y="0"/>
                </a:moveTo>
                <a:lnTo>
                  <a:pt x="85991" y="157226"/>
                </a:lnTo>
              </a:path>
            </a:pathLst>
          </a:custGeom>
          <a:ln w="38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08312" y="2167483"/>
            <a:ext cx="114300" cy="469265"/>
          </a:xfrm>
          <a:custGeom>
            <a:avLst/>
            <a:gdLst/>
            <a:ahLst/>
            <a:cxnLst/>
            <a:rect l="l" t="t" r="r" b="b"/>
            <a:pathLst>
              <a:path w="114300" h="469264">
                <a:moveTo>
                  <a:pt x="0" y="469239"/>
                </a:moveTo>
                <a:lnTo>
                  <a:pt x="113842" y="0"/>
                </a:lnTo>
              </a:path>
            </a:pathLst>
          </a:custGeom>
          <a:ln w="19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22155" y="2167483"/>
            <a:ext cx="664210" cy="0"/>
          </a:xfrm>
          <a:custGeom>
            <a:avLst/>
            <a:gdLst/>
            <a:ahLst/>
            <a:cxnLst/>
            <a:rect l="l" t="t" r="r" b="b"/>
            <a:pathLst>
              <a:path w="664210" h="0">
                <a:moveTo>
                  <a:pt x="0" y="0"/>
                </a:moveTo>
                <a:lnTo>
                  <a:pt x="663689" y="0"/>
                </a:lnTo>
              </a:path>
            </a:pathLst>
          </a:custGeom>
          <a:ln w="19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86586" y="2111284"/>
            <a:ext cx="2259330" cy="6102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78939" algn="l"/>
              </a:tabLst>
            </a:pPr>
            <a:r>
              <a:rPr dirty="0" sz="3650" spc="-5" b="0" i="1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dirty="0" sz="3650" spc="375" b="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650" spc="-5" b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dirty="0" sz="3650" spc="-5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650" spc="-375" b="0" i="1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dirty="0" sz="3800" spc="-85" b="0" i="1">
                <a:solidFill>
                  <a:srgbClr val="000000"/>
                </a:solidFill>
                <a:latin typeface="Symbol"/>
                <a:cs typeface="Symbol"/>
              </a:rPr>
              <a:t></a:t>
            </a:r>
            <a:r>
              <a:rPr dirty="0" sz="3800" b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dirty="0" sz="3650" spc="-5" b="0" i="1">
                <a:solidFill>
                  <a:srgbClr val="000000"/>
                </a:solidFill>
                <a:latin typeface="Times New Roman"/>
                <a:cs typeface="Times New Roman"/>
              </a:rPr>
              <a:t>LC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29478" y="2693555"/>
            <a:ext cx="46990" cy="27305"/>
          </a:xfrm>
          <a:custGeom>
            <a:avLst/>
            <a:gdLst/>
            <a:ahLst/>
            <a:cxnLst/>
            <a:rect l="l" t="t" r="r" b="b"/>
            <a:pathLst>
              <a:path w="46989" h="27305">
                <a:moveTo>
                  <a:pt x="0" y="26847"/>
                </a:moveTo>
                <a:lnTo>
                  <a:pt x="46964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76442" y="2701226"/>
            <a:ext cx="68580" cy="125095"/>
          </a:xfrm>
          <a:custGeom>
            <a:avLst/>
            <a:gdLst/>
            <a:ahLst/>
            <a:cxnLst/>
            <a:rect l="l" t="t" r="r" b="b"/>
            <a:pathLst>
              <a:path w="68579" h="125094">
                <a:moveTo>
                  <a:pt x="0" y="0"/>
                </a:moveTo>
                <a:lnTo>
                  <a:pt x="68033" y="124612"/>
                </a:lnTo>
              </a:path>
            </a:pathLst>
          </a:custGeom>
          <a:ln w="306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52147" y="2453932"/>
            <a:ext cx="90170" cy="372110"/>
          </a:xfrm>
          <a:custGeom>
            <a:avLst/>
            <a:gdLst/>
            <a:ahLst/>
            <a:cxnLst/>
            <a:rect l="l" t="t" r="r" b="b"/>
            <a:pathLst>
              <a:path w="90170" h="372110">
                <a:moveTo>
                  <a:pt x="0" y="371906"/>
                </a:moveTo>
                <a:lnTo>
                  <a:pt x="90081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42228" y="2453932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 h="0">
                <a:moveTo>
                  <a:pt x="0" y="0"/>
                </a:moveTo>
                <a:lnTo>
                  <a:pt x="525145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054168" y="2400261"/>
            <a:ext cx="1243965" cy="0"/>
          </a:xfrm>
          <a:custGeom>
            <a:avLst/>
            <a:gdLst/>
            <a:ahLst/>
            <a:cxnLst/>
            <a:rect l="l" t="t" r="r" b="b"/>
            <a:pathLst>
              <a:path w="1243964" h="0">
                <a:moveTo>
                  <a:pt x="0" y="0"/>
                </a:moveTo>
                <a:lnTo>
                  <a:pt x="1243876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477981" y="2114765"/>
            <a:ext cx="1759585" cy="78105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600710" marR="5080" indent="-588645">
              <a:lnSpc>
                <a:spcPct val="68900"/>
              </a:lnSpc>
              <a:spcBef>
                <a:spcPts val="1190"/>
              </a:spcBef>
              <a:tabLst>
                <a:tab pos="282575" algn="l"/>
                <a:tab pos="1111250" algn="l"/>
                <a:tab pos="1298575" algn="l"/>
              </a:tabLst>
            </a:pPr>
            <a:r>
              <a:rPr dirty="0" sz="2850" spc="5" i="1">
                <a:latin typeface="Times New Roman"/>
                <a:cs typeface="Times New Roman"/>
              </a:rPr>
              <a:t>f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		</a:t>
            </a:r>
            <a:r>
              <a:rPr dirty="0" baseline="36062" sz="4275" spc="22" i="1">
                <a:latin typeface="Times New Roman"/>
                <a:cs typeface="Times New Roman"/>
              </a:rPr>
              <a:t>1 </a:t>
            </a:r>
            <a:r>
              <a:rPr dirty="0" sz="2850" spc="15" i="1">
                <a:latin typeface="Times New Roman"/>
                <a:cs typeface="Times New Roman"/>
              </a:rPr>
              <a:t> </a:t>
            </a:r>
            <a:r>
              <a:rPr dirty="0" sz="2850" spc="-280" i="1">
                <a:latin typeface="Times New Roman"/>
                <a:cs typeface="Times New Roman"/>
              </a:rPr>
              <a:t>2</a:t>
            </a:r>
            <a:r>
              <a:rPr dirty="0" sz="3000" spc="-70" i="1">
                <a:latin typeface="Symbol"/>
                <a:cs typeface="Symbol"/>
              </a:rPr>
              <a:t></a:t>
            </a:r>
            <a:r>
              <a:rPr dirty="0" sz="3000">
                <a:latin typeface="Times New Roman"/>
                <a:cs typeface="Times New Roman"/>
              </a:rPr>
              <a:t>		</a:t>
            </a:r>
            <a:r>
              <a:rPr dirty="0" sz="2850" spc="15" i="1">
                <a:latin typeface="Times New Roman"/>
                <a:cs typeface="Times New Roman"/>
              </a:rPr>
              <a:t>LC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2927" y="1037589"/>
            <a:ext cx="61906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8305" algn="l"/>
                <a:tab pos="6176645" algn="l"/>
              </a:tabLst>
            </a:pPr>
            <a:r>
              <a:rPr dirty="0" u="heavy" sz="2800" spc="-5" b="1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800" b="1">
                <a:uFill>
                  <a:solidFill>
                    <a:srgbClr val="701000"/>
                  </a:solidFill>
                </a:uFill>
                <a:latin typeface="华文楷体"/>
                <a:cs typeface="华文楷体"/>
              </a:rPr>
              <a:t>三、电磁振荡中的周期和频</a:t>
            </a:r>
            <a:r>
              <a:rPr dirty="0" u="heavy" sz="2800" spc="-10" b="1">
                <a:uFill>
                  <a:solidFill>
                    <a:srgbClr val="701000"/>
                  </a:solidFill>
                </a:uFill>
                <a:latin typeface="华文楷体"/>
                <a:cs typeface="华文楷体"/>
              </a:rPr>
              <a:t>率</a:t>
            </a:r>
            <a:r>
              <a:rPr dirty="0" u="heavy" sz="2800" b="1">
                <a:uFill>
                  <a:solidFill>
                    <a:srgbClr val="701000"/>
                  </a:solidFill>
                </a:uFill>
                <a:latin typeface="华文楷体"/>
                <a:cs typeface="华文楷体"/>
              </a:rPr>
              <a:t>	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8994" y="3425825"/>
            <a:ext cx="61214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096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由以上两式可知，适当地选择电容器和电 感线圈，就可以使振荡电路的周期和频率符合 我们的需要。也可以用可调电容器或可调电感 的线圈组成电路，改变电容器的电容或线圈的 电感，振荡电路的周期和频率就会随着改变。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5627" y="155055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75504" y="1037589"/>
            <a:ext cx="14528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84580" algn="l"/>
              </a:tabLst>
            </a:pPr>
            <a:r>
              <a:rPr dirty="0" sz="2800" spc="-10" b="1">
                <a:latin typeface="华文楷体"/>
                <a:cs typeface="华文楷体"/>
              </a:rPr>
              <a:t>视</a:t>
            </a:r>
            <a:r>
              <a:rPr dirty="0" sz="2800" spc="-10" b="1">
                <a:latin typeface="华文楷体"/>
                <a:cs typeface="华文楷体"/>
              </a:rPr>
              <a:t>	</a:t>
            </a:r>
            <a:r>
              <a:rPr dirty="0" sz="2800" spc="-10" b="1">
                <a:latin typeface="华文楷体"/>
                <a:cs typeface="华文楷体"/>
              </a:rPr>
              <a:t>频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2352" y="1752600"/>
            <a:ext cx="8019288" cy="4270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82927" y="1037589"/>
            <a:ext cx="619061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8305" algn="l"/>
                <a:tab pos="6176645" algn="l"/>
              </a:tabLst>
            </a:pPr>
            <a:r>
              <a:rPr dirty="0" u="heavy" sz="2800" spc="-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80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三、电磁振荡中的周期和频</a:t>
            </a:r>
            <a:r>
              <a:rPr dirty="0" u="heavy" sz="2800" spc="-1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率</a:t>
            </a:r>
            <a:r>
              <a:rPr dirty="0" u="heavy" sz="280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	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2315" y="1816607"/>
            <a:ext cx="1889760" cy="24246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91739" y="2056129"/>
            <a:ext cx="55118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特雷门琴是世界第一件电子乐器。特雷门 琴生产于</a:t>
            </a:r>
            <a:r>
              <a:rPr dirty="0" sz="2400" spc="-5">
                <a:latin typeface="华文楷体"/>
                <a:cs typeface="华文楷体"/>
              </a:rPr>
              <a:t>1919</a:t>
            </a:r>
            <a:r>
              <a:rPr dirty="0" sz="2400">
                <a:latin typeface="华文楷体"/>
                <a:cs typeface="华文楷体"/>
              </a:rPr>
              <a:t>年，由前苏联物理学家利 夫·特尔门</a:t>
            </a:r>
            <a:r>
              <a:rPr dirty="0" sz="2400" spc="-5">
                <a:latin typeface="华文楷体"/>
                <a:cs typeface="华文楷体"/>
              </a:rPr>
              <a:t>（Lev</a:t>
            </a:r>
            <a:r>
              <a:rPr dirty="0" sz="2400" spc="-45">
                <a:latin typeface="华文楷体"/>
                <a:cs typeface="华文楷体"/>
              </a:rPr>
              <a:t> </a:t>
            </a:r>
            <a:r>
              <a:rPr dirty="0" sz="2400" spc="-5">
                <a:latin typeface="华文楷体"/>
                <a:cs typeface="华文楷体"/>
              </a:rPr>
              <a:t>Termen）</a:t>
            </a:r>
            <a:r>
              <a:rPr dirty="0" sz="2400">
                <a:latin typeface="华文楷体"/>
                <a:cs typeface="华文楷体"/>
              </a:rPr>
              <a:t>教授发明。至 今依然是世上唯一不需要身体接触的电子 乐器。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82927" y="1037589"/>
            <a:ext cx="619061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8305" algn="l"/>
                <a:tab pos="6176645" algn="l"/>
              </a:tabLst>
            </a:pPr>
            <a:r>
              <a:rPr dirty="0" u="heavy" sz="2800" spc="-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80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三、电磁振荡中的周期和频</a:t>
            </a:r>
            <a:r>
              <a:rPr dirty="0" u="heavy" sz="2800" spc="-1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率</a:t>
            </a:r>
            <a:r>
              <a:rPr dirty="0" u="heavy" sz="280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	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109" y="1748790"/>
            <a:ext cx="734060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5334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演奏者的手和天线构成电容器，手的位置变化，电 容大小就变化，从而改变感应到这一变化的振荡器产生 的频率和大小——进而改变声音的音高、大小。圆形天 线是用来调节音量，垂直的天线用来调节频率。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02051" y="3666744"/>
            <a:ext cx="3761232" cy="2148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5627" y="155055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50284" y="975994"/>
            <a:ext cx="10947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C00000"/>
                </a:solidFill>
                <a:latin typeface="华文楷体"/>
                <a:cs typeface="华文楷体"/>
              </a:rPr>
              <a:t>例</a:t>
            </a:r>
            <a:r>
              <a:rPr dirty="0" sz="2800" spc="-10" b="1">
                <a:solidFill>
                  <a:srgbClr val="C00000"/>
                </a:solidFill>
                <a:latin typeface="华文楷体"/>
                <a:cs typeface="华文楷体"/>
              </a:rPr>
              <a:t>	</a:t>
            </a:r>
            <a:r>
              <a:rPr dirty="0" sz="2800" spc="-10" b="1">
                <a:solidFill>
                  <a:srgbClr val="C00000"/>
                </a:solidFill>
                <a:latin typeface="华文楷体"/>
                <a:cs typeface="华文楷体"/>
              </a:rPr>
              <a:t>题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1965" y="1693545"/>
            <a:ext cx="777176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</a:rPr>
              <a:t>例</a:t>
            </a:r>
            <a:r>
              <a:rPr dirty="0" sz="2400" spc="-5">
                <a:solidFill>
                  <a:srgbClr val="000000"/>
                </a:solidFill>
              </a:rPr>
              <a:t>2.</a:t>
            </a:r>
            <a:r>
              <a:rPr dirty="0" sz="2400" spc="-1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在LC振荡电路中，线圈</a:t>
            </a:r>
            <a:r>
              <a:rPr dirty="0" sz="2400" spc="-5">
                <a:solidFill>
                  <a:srgbClr val="000000"/>
                </a:solidFill>
              </a:rPr>
              <a:t>L</a:t>
            </a:r>
            <a:r>
              <a:rPr dirty="0" sz="2400">
                <a:solidFill>
                  <a:srgbClr val="000000"/>
                </a:solidFill>
              </a:rPr>
              <a:t>的自感系数为30μH，可调</a:t>
            </a:r>
            <a:r>
              <a:rPr dirty="0" sz="2400" spc="-5">
                <a:solidFill>
                  <a:srgbClr val="000000"/>
                </a:solidFill>
              </a:rPr>
              <a:t>电 </a:t>
            </a:r>
            <a:r>
              <a:rPr dirty="0" sz="2400">
                <a:solidFill>
                  <a:srgbClr val="000000"/>
                </a:solidFill>
              </a:rPr>
              <a:t>容器C的可调范围为</a:t>
            </a:r>
            <a:r>
              <a:rPr dirty="0" sz="2400" spc="-5">
                <a:solidFill>
                  <a:srgbClr val="000000"/>
                </a:solidFill>
              </a:rPr>
              <a:t>1.2 ~</a:t>
            </a:r>
            <a:r>
              <a:rPr dirty="0" sz="2400" spc="-215">
                <a:solidFill>
                  <a:srgbClr val="000000"/>
                </a:solidFill>
              </a:rPr>
              <a:t> </a:t>
            </a:r>
            <a:r>
              <a:rPr dirty="0" sz="2400" spc="-5">
                <a:solidFill>
                  <a:srgbClr val="000000"/>
                </a:solidFill>
              </a:rPr>
              <a:t>270pF</a:t>
            </a:r>
            <a:r>
              <a:rPr dirty="0" sz="2400">
                <a:solidFill>
                  <a:srgbClr val="000000"/>
                </a:solidFill>
              </a:rPr>
              <a:t>。求振荡电路的频率范围</a:t>
            </a:r>
            <a:r>
              <a:rPr dirty="0" sz="2400" spc="-5">
                <a:solidFill>
                  <a:srgbClr val="000000"/>
                </a:solidFill>
              </a:rPr>
              <a:t>。</a:t>
            </a:r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338287" y="3874376"/>
            <a:ext cx="33655" cy="19050"/>
          </a:xfrm>
          <a:custGeom>
            <a:avLst/>
            <a:gdLst/>
            <a:ahLst/>
            <a:cxnLst/>
            <a:rect l="l" t="t" r="r" b="b"/>
            <a:pathLst>
              <a:path w="33655" h="19050">
                <a:moveTo>
                  <a:pt x="0" y="18935"/>
                </a:moveTo>
                <a:lnTo>
                  <a:pt x="33121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71409" y="3879786"/>
            <a:ext cx="48260" cy="88265"/>
          </a:xfrm>
          <a:custGeom>
            <a:avLst/>
            <a:gdLst/>
            <a:ahLst/>
            <a:cxnLst/>
            <a:rect l="l" t="t" r="r" b="b"/>
            <a:pathLst>
              <a:path w="48259" h="88264">
                <a:moveTo>
                  <a:pt x="0" y="0"/>
                </a:moveTo>
                <a:lnTo>
                  <a:pt x="47980" y="87934"/>
                </a:lnTo>
              </a:path>
            </a:pathLst>
          </a:custGeom>
          <a:ln w="216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24787" y="3705262"/>
            <a:ext cx="64135" cy="262890"/>
          </a:xfrm>
          <a:custGeom>
            <a:avLst/>
            <a:gdLst/>
            <a:ahLst/>
            <a:cxnLst/>
            <a:rect l="l" t="t" r="r" b="b"/>
            <a:pathLst>
              <a:path w="64134" h="262889">
                <a:moveTo>
                  <a:pt x="0" y="262458"/>
                </a:moveTo>
                <a:lnTo>
                  <a:pt x="63525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88313" y="3705262"/>
            <a:ext cx="370840" cy="0"/>
          </a:xfrm>
          <a:custGeom>
            <a:avLst/>
            <a:gdLst/>
            <a:ahLst/>
            <a:cxnLst/>
            <a:rect l="l" t="t" r="r" b="b"/>
            <a:pathLst>
              <a:path w="370839" h="0">
                <a:moveTo>
                  <a:pt x="0" y="0"/>
                </a:moveTo>
                <a:lnTo>
                  <a:pt x="370331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07160" y="3667391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 h="0">
                <a:moveTo>
                  <a:pt x="0" y="0"/>
                </a:moveTo>
                <a:lnTo>
                  <a:pt x="873112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87129" y="3893997"/>
            <a:ext cx="33655" cy="19050"/>
          </a:xfrm>
          <a:custGeom>
            <a:avLst/>
            <a:gdLst/>
            <a:ahLst/>
            <a:cxnLst/>
            <a:rect l="l" t="t" r="r" b="b"/>
            <a:pathLst>
              <a:path w="33655" h="19050">
                <a:moveTo>
                  <a:pt x="0" y="18935"/>
                </a:moveTo>
                <a:lnTo>
                  <a:pt x="33108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520238" y="3899408"/>
            <a:ext cx="48260" cy="101600"/>
          </a:xfrm>
          <a:custGeom>
            <a:avLst/>
            <a:gdLst/>
            <a:ahLst/>
            <a:cxnLst/>
            <a:rect l="l" t="t" r="r" b="b"/>
            <a:pathLst>
              <a:path w="48260" h="101600">
                <a:moveTo>
                  <a:pt x="0" y="0"/>
                </a:moveTo>
                <a:lnTo>
                  <a:pt x="47980" y="101460"/>
                </a:lnTo>
              </a:path>
            </a:pathLst>
          </a:custGeom>
          <a:ln w="216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73629" y="3705262"/>
            <a:ext cx="64135" cy="295910"/>
          </a:xfrm>
          <a:custGeom>
            <a:avLst/>
            <a:gdLst/>
            <a:ahLst/>
            <a:cxnLst/>
            <a:rect l="l" t="t" r="r" b="b"/>
            <a:pathLst>
              <a:path w="64135" h="295910">
                <a:moveTo>
                  <a:pt x="0" y="295605"/>
                </a:moveTo>
                <a:lnTo>
                  <a:pt x="63525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37154" y="3705262"/>
            <a:ext cx="2113280" cy="0"/>
          </a:xfrm>
          <a:custGeom>
            <a:avLst/>
            <a:gdLst/>
            <a:ahLst/>
            <a:cxnLst/>
            <a:rect l="l" t="t" r="r" b="b"/>
            <a:pathLst>
              <a:path w="2113279" h="0">
                <a:moveTo>
                  <a:pt x="0" y="0"/>
                </a:moveTo>
                <a:lnTo>
                  <a:pt x="2113178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55990" y="3667391"/>
            <a:ext cx="2616200" cy="0"/>
          </a:xfrm>
          <a:custGeom>
            <a:avLst/>
            <a:gdLst/>
            <a:ahLst/>
            <a:cxnLst/>
            <a:rect l="l" t="t" r="r" b="b"/>
            <a:pathLst>
              <a:path w="2616200" h="0">
                <a:moveTo>
                  <a:pt x="0" y="0"/>
                </a:moveTo>
                <a:lnTo>
                  <a:pt x="2615971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7641" y="3634460"/>
            <a:ext cx="10096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5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66138" y="3298126"/>
            <a:ext cx="217487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032000" algn="l"/>
              </a:tabLst>
            </a:pPr>
            <a:r>
              <a:rPr dirty="0" sz="2000" spc="15">
                <a:latin typeface="Times New Roman"/>
                <a:cs typeface="Times New Roman"/>
              </a:rPr>
              <a:t>1</a:t>
            </a:r>
            <a:r>
              <a:rPr dirty="0" sz="2000" spc="15">
                <a:latin typeface="Times New Roman"/>
                <a:cs typeface="Times New Roman"/>
              </a:rPr>
              <a:t>	</a:t>
            </a:r>
            <a:r>
              <a:rPr dirty="0" sz="2000" spc="15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36495" y="3461829"/>
            <a:ext cx="475869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887980" algn="l"/>
              </a:tabLst>
            </a:pPr>
            <a:r>
              <a:rPr dirty="0" sz="2000" spc="15">
                <a:latin typeface="Symbol"/>
                <a:cs typeface="Symbol"/>
              </a:rPr>
              <a:t></a:t>
            </a:r>
            <a:r>
              <a:rPr dirty="0" sz="2000" spc="15">
                <a:latin typeface="Times New Roman"/>
                <a:cs typeface="Times New Roman"/>
              </a:rPr>
              <a:t>	</a:t>
            </a:r>
            <a:r>
              <a:rPr dirty="0" sz="2000" spc="15" i="1">
                <a:latin typeface="Times New Roman"/>
                <a:cs typeface="Times New Roman"/>
              </a:rPr>
              <a:t>Hz </a:t>
            </a:r>
            <a:r>
              <a:rPr dirty="0" sz="2000" spc="15">
                <a:latin typeface="Symbol"/>
                <a:cs typeface="Symbol"/>
              </a:rPr>
              <a:t>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50">
                <a:latin typeface="Times New Roman"/>
                <a:cs typeface="Times New Roman"/>
              </a:rPr>
              <a:t>2.65</a:t>
            </a:r>
            <a:r>
              <a:rPr dirty="0" sz="2000" spc="50">
                <a:latin typeface="Symbol"/>
                <a:cs typeface="Symbol"/>
              </a:rPr>
              <a:t></a:t>
            </a:r>
            <a:r>
              <a:rPr dirty="0" sz="2000" spc="50">
                <a:latin typeface="Times New Roman"/>
                <a:cs typeface="Times New Roman"/>
              </a:rPr>
              <a:t>10</a:t>
            </a:r>
            <a:r>
              <a:rPr dirty="0" baseline="43478" sz="1725" spc="75">
                <a:latin typeface="Times New Roman"/>
                <a:cs typeface="Times New Roman"/>
              </a:rPr>
              <a:t>7</a:t>
            </a:r>
            <a:r>
              <a:rPr dirty="0" baseline="43478" sz="1725" spc="-15">
                <a:latin typeface="Times New Roman"/>
                <a:cs typeface="Times New Roman"/>
              </a:rPr>
              <a:t> </a:t>
            </a:r>
            <a:r>
              <a:rPr dirty="0" sz="2000" spc="15" i="1">
                <a:latin typeface="Times New Roman"/>
                <a:cs typeface="Times New Roman"/>
              </a:rPr>
              <a:t>Hz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6000" y="3461829"/>
            <a:ext cx="38925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33679" algn="l"/>
              </a:tabLst>
            </a:pPr>
            <a:r>
              <a:rPr dirty="0" sz="2000" spc="5" i="1">
                <a:latin typeface="Times New Roman"/>
                <a:cs typeface="Times New Roman"/>
              </a:rPr>
              <a:t>f</a:t>
            </a:r>
            <a:r>
              <a:rPr dirty="0" sz="2000" spc="5" i="1">
                <a:latin typeface="Times New Roman"/>
                <a:cs typeface="Times New Roman"/>
              </a:rPr>
              <a:t>	</a:t>
            </a:r>
            <a:r>
              <a:rPr dirty="0" sz="2000" spc="15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12024" y="3669381"/>
            <a:ext cx="829944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00380" algn="l"/>
              </a:tabLst>
            </a:pPr>
            <a:r>
              <a:rPr dirty="0" sz="2000" spc="-225">
                <a:latin typeface="Times New Roman"/>
                <a:cs typeface="Times New Roman"/>
              </a:rPr>
              <a:t>2</a:t>
            </a:r>
            <a:r>
              <a:rPr dirty="0" sz="2100" spc="-40" i="1">
                <a:latin typeface="Symbol"/>
                <a:cs typeface="Symbol"/>
              </a:rPr>
              <a:t></a:t>
            </a:r>
            <a:r>
              <a:rPr dirty="0" sz="2100">
                <a:latin typeface="Times New Roman"/>
                <a:cs typeface="Times New Roman"/>
              </a:rPr>
              <a:t>	</a:t>
            </a:r>
            <a:r>
              <a:rPr dirty="0" sz="2000" spc="20" i="1">
                <a:latin typeface="Times New Roman"/>
                <a:cs typeface="Times New Roman"/>
              </a:rPr>
              <a:t>LC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78166" y="4831321"/>
            <a:ext cx="33655" cy="19050"/>
          </a:xfrm>
          <a:custGeom>
            <a:avLst/>
            <a:gdLst/>
            <a:ahLst/>
            <a:cxnLst/>
            <a:rect l="l" t="t" r="r" b="b"/>
            <a:pathLst>
              <a:path w="33655" h="19050">
                <a:moveTo>
                  <a:pt x="0" y="18935"/>
                </a:moveTo>
                <a:lnTo>
                  <a:pt x="33108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11275" y="4836731"/>
            <a:ext cx="48260" cy="88265"/>
          </a:xfrm>
          <a:custGeom>
            <a:avLst/>
            <a:gdLst/>
            <a:ahLst/>
            <a:cxnLst/>
            <a:rect l="l" t="t" r="r" b="b"/>
            <a:pathLst>
              <a:path w="48259" h="88264">
                <a:moveTo>
                  <a:pt x="0" y="0"/>
                </a:moveTo>
                <a:lnTo>
                  <a:pt x="47980" y="87934"/>
                </a:lnTo>
              </a:path>
            </a:pathLst>
          </a:custGeom>
          <a:ln w="216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64665" y="4662208"/>
            <a:ext cx="64135" cy="262890"/>
          </a:xfrm>
          <a:custGeom>
            <a:avLst/>
            <a:gdLst/>
            <a:ahLst/>
            <a:cxnLst/>
            <a:rect l="l" t="t" r="r" b="b"/>
            <a:pathLst>
              <a:path w="64134" h="262889">
                <a:moveTo>
                  <a:pt x="0" y="262458"/>
                </a:moveTo>
                <a:lnTo>
                  <a:pt x="63525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28191" y="4662208"/>
            <a:ext cx="370840" cy="0"/>
          </a:xfrm>
          <a:custGeom>
            <a:avLst/>
            <a:gdLst/>
            <a:ahLst/>
            <a:cxnLst/>
            <a:rect l="l" t="t" r="r" b="b"/>
            <a:pathLst>
              <a:path w="370839" h="0">
                <a:moveTo>
                  <a:pt x="0" y="0"/>
                </a:moveTo>
                <a:lnTo>
                  <a:pt x="370370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47000" y="4624336"/>
            <a:ext cx="873760" cy="0"/>
          </a:xfrm>
          <a:custGeom>
            <a:avLst/>
            <a:gdLst/>
            <a:ahLst/>
            <a:cxnLst/>
            <a:rect l="l" t="t" r="r" b="b"/>
            <a:pathLst>
              <a:path w="873760" h="0">
                <a:moveTo>
                  <a:pt x="0" y="0"/>
                </a:moveTo>
                <a:lnTo>
                  <a:pt x="873175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27084" y="4850942"/>
            <a:ext cx="33655" cy="19050"/>
          </a:xfrm>
          <a:custGeom>
            <a:avLst/>
            <a:gdLst/>
            <a:ahLst/>
            <a:cxnLst/>
            <a:rect l="l" t="t" r="r" b="b"/>
            <a:pathLst>
              <a:path w="33655" h="19050">
                <a:moveTo>
                  <a:pt x="0" y="18935"/>
                </a:moveTo>
                <a:lnTo>
                  <a:pt x="33121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460205" y="4856353"/>
            <a:ext cx="48260" cy="101600"/>
          </a:xfrm>
          <a:custGeom>
            <a:avLst/>
            <a:gdLst/>
            <a:ahLst/>
            <a:cxnLst/>
            <a:rect l="l" t="t" r="r" b="b"/>
            <a:pathLst>
              <a:path w="48260" h="101600">
                <a:moveTo>
                  <a:pt x="0" y="0"/>
                </a:moveTo>
                <a:lnTo>
                  <a:pt x="47980" y="101460"/>
                </a:lnTo>
              </a:path>
            </a:pathLst>
          </a:custGeom>
          <a:ln w="216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513596" y="4662208"/>
            <a:ext cx="64135" cy="295910"/>
          </a:xfrm>
          <a:custGeom>
            <a:avLst/>
            <a:gdLst/>
            <a:ahLst/>
            <a:cxnLst/>
            <a:rect l="l" t="t" r="r" b="b"/>
            <a:pathLst>
              <a:path w="64135" h="295910">
                <a:moveTo>
                  <a:pt x="0" y="295605"/>
                </a:moveTo>
                <a:lnTo>
                  <a:pt x="63525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577122" y="4662208"/>
            <a:ext cx="2206625" cy="0"/>
          </a:xfrm>
          <a:custGeom>
            <a:avLst/>
            <a:gdLst/>
            <a:ahLst/>
            <a:cxnLst/>
            <a:rect l="l" t="t" r="r" b="b"/>
            <a:pathLst>
              <a:path w="2206625" h="0">
                <a:moveTo>
                  <a:pt x="0" y="0"/>
                </a:moveTo>
                <a:lnTo>
                  <a:pt x="2206612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095919" y="4624336"/>
            <a:ext cx="2709545" cy="0"/>
          </a:xfrm>
          <a:custGeom>
            <a:avLst/>
            <a:gdLst/>
            <a:ahLst/>
            <a:cxnLst/>
            <a:rect l="l" t="t" r="r" b="b"/>
            <a:pathLst>
              <a:path w="2709545" h="0">
                <a:moveTo>
                  <a:pt x="0" y="0"/>
                </a:moveTo>
                <a:lnTo>
                  <a:pt x="2709443" y="0"/>
                </a:lnTo>
              </a:path>
            </a:pathLst>
          </a:custGeom>
          <a:ln w="108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65962" y="4591405"/>
            <a:ext cx="10096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5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60866" y="3702528"/>
            <a:ext cx="2563495" cy="888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  <a:tabLst>
                <a:tab pos="471170" algn="l"/>
              </a:tabLst>
            </a:pPr>
            <a:r>
              <a:rPr dirty="0" sz="2000" spc="-130">
                <a:latin typeface="Times New Roman"/>
                <a:cs typeface="Times New Roman"/>
              </a:rPr>
              <a:t>2</a:t>
            </a:r>
            <a:r>
              <a:rPr dirty="0" sz="2100" spc="-130" i="1">
                <a:latin typeface="Symbol"/>
                <a:cs typeface="Symbol"/>
              </a:rPr>
              <a:t></a:t>
            </a:r>
            <a:r>
              <a:rPr dirty="0" sz="2100" spc="-130">
                <a:latin typeface="Times New Roman"/>
                <a:cs typeface="Times New Roman"/>
              </a:rPr>
              <a:t>	</a:t>
            </a:r>
            <a:r>
              <a:rPr dirty="0" sz="2000" spc="15">
                <a:latin typeface="Times New Roman"/>
                <a:cs typeface="Times New Roman"/>
              </a:rPr>
              <a:t>30</a:t>
            </a:r>
            <a:r>
              <a:rPr dirty="0" sz="2000" spc="-320">
                <a:latin typeface="Times New Roman"/>
                <a:cs typeface="Times New Roman"/>
              </a:rPr>
              <a:t> </a:t>
            </a:r>
            <a:r>
              <a:rPr dirty="0" sz="2000" spc="55">
                <a:latin typeface="Symbol"/>
                <a:cs typeface="Symbol"/>
              </a:rPr>
              <a:t></a:t>
            </a:r>
            <a:r>
              <a:rPr dirty="0" sz="2000" spc="55">
                <a:latin typeface="Times New Roman"/>
                <a:cs typeface="Times New Roman"/>
              </a:rPr>
              <a:t>10</a:t>
            </a:r>
            <a:r>
              <a:rPr dirty="0" baseline="43478" sz="1725" spc="82">
                <a:latin typeface="Symbol"/>
                <a:cs typeface="Symbol"/>
              </a:rPr>
              <a:t></a:t>
            </a:r>
            <a:r>
              <a:rPr dirty="0" baseline="43478" sz="1725" spc="82">
                <a:latin typeface="Times New Roman"/>
                <a:cs typeface="Times New Roman"/>
              </a:rPr>
              <a:t>6</a:t>
            </a:r>
            <a:r>
              <a:rPr dirty="0" baseline="43478" sz="1725" spc="157">
                <a:latin typeface="Times New Roman"/>
                <a:cs typeface="Times New Roman"/>
              </a:rPr>
              <a:t> </a:t>
            </a:r>
            <a:r>
              <a:rPr dirty="0" sz="2000" spc="30">
                <a:latin typeface="Symbol"/>
                <a:cs typeface="Symbol"/>
              </a:rPr>
              <a:t></a:t>
            </a:r>
            <a:r>
              <a:rPr dirty="0" sz="2000" spc="30">
                <a:latin typeface="Times New Roman"/>
                <a:cs typeface="Times New Roman"/>
              </a:rPr>
              <a:t>1.2</a:t>
            </a:r>
            <a:r>
              <a:rPr dirty="0" sz="2000" spc="-320">
                <a:latin typeface="Times New Roman"/>
                <a:cs typeface="Times New Roman"/>
              </a:rPr>
              <a:t> </a:t>
            </a:r>
            <a:r>
              <a:rPr dirty="0" sz="2000" spc="30">
                <a:latin typeface="Symbol"/>
                <a:cs typeface="Symbol"/>
              </a:rPr>
              <a:t></a:t>
            </a:r>
            <a:r>
              <a:rPr dirty="0" sz="2000" spc="30">
                <a:latin typeface="Times New Roman"/>
                <a:cs typeface="Times New Roman"/>
              </a:rPr>
              <a:t>10</a:t>
            </a:r>
            <a:r>
              <a:rPr dirty="0" baseline="43478" sz="1725" spc="44">
                <a:latin typeface="Symbol"/>
                <a:cs typeface="Symbol"/>
              </a:rPr>
              <a:t></a:t>
            </a:r>
            <a:r>
              <a:rPr dirty="0" baseline="43478" sz="1725" spc="44">
                <a:latin typeface="Times New Roman"/>
                <a:cs typeface="Times New Roman"/>
              </a:rPr>
              <a:t>12</a:t>
            </a:r>
            <a:endParaRPr baseline="43478" sz="1725">
              <a:latin typeface="Times New Roman"/>
              <a:cs typeface="Times New Roman"/>
            </a:endParaRPr>
          </a:p>
          <a:p>
            <a:pPr algn="ctr" marL="15240">
              <a:lnSpc>
                <a:spcPct val="100000"/>
              </a:lnSpc>
              <a:spcBef>
                <a:spcPts val="1830"/>
              </a:spcBef>
            </a:pPr>
            <a:r>
              <a:rPr dirty="0" sz="2000" spc="15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06004" y="4255071"/>
            <a:ext cx="15494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 spc="15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45380" y="4418774"/>
            <a:ext cx="186055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 spc="15" i="1">
                <a:latin typeface="Times New Roman"/>
                <a:cs typeface="Times New Roman"/>
              </a:rPr>
              <a:t>Hz</a:t>
            </a:r>
            <a:r>
              <a:rPr dirty="0" sz="2000" spc="20" i="1">
                <a:latin typeface="Times New Roman"/>
                <a:cs typeface="Times New Roman"/>
              </a:rPr>
              <a:t> </a:t>
            </a:r>
            <a:r>
              <a:rPr dirty="0" sz="2000" spc="15">
                <a:latin typeface="Symbol"/>
                <a:cs typeface="Symbol"/>
              </a:rPr>
              <a:t></a:t>
            </a:r>
            <a:r>
              <a:rPr dirty="0" sz="2000" spc="-260">
                <a:latin typeface="Times New Roman"/>
                <a:cs typeface="Times New Roman"/>
              </a:rPr>
              <a:t> </a:t>
            </a:r>
            <a:r>
              <a:rPr dirty="0" sz="2000" spc="15">
                <a:latin typeface="Times New Roman"/>
                <a:cs typeface="Times New Roman"/>
              </a:rPr>
              <a:t>1.77</a:t>
            </a:r>
            <a:r>
              <a:rPr dirty="0" sz="2000" spc="-280">
                <a:latin typeface="Times New Roman"/>
                <a:cs typeface="Times New Roman"/>
              </a:rPr>
              <a:t> </a:t>
            </a:r>
            <a:r>
              <a:rPr dirty="0" sz="2000" spc="45">
                <a:latin typeface="Symbol"/>
                <a:cs typeface="Symbol"/>
              </a:rPr>
              <a:t></a:t>
            </a:r>
            <a:r>
              <a:rPr dirty="0" sz="2000" spc="45">
                <a:latin typeface="Times New Roman"/>
                <a:cs typeface="Times New Roman"/>
              </a:rPr>
              <a:t>10</a:t>
            </a:r>
            <a:r>
              <a:rPr dirty="0" baseline="43478" sz="1725" spc="67">
                <a:latin typeface="Times New Roman"/>
                <a:cs typeface="Times New Roman"/>
              </a:rPr>
              <a:t>6</a:t>
            </a:r>
            <a:r>
              <a:rPr dirty="0" baseline="43478" sz="1725" spc="30">
                <a:latin typeface="Times New Roman"/>
                <a:cs typeface="Times New Roman"/>
              </a:rPr>
              <a:t> </a:t>
            </a:r>
            <a:r>
              <a:rPr dirty="0" sz="2000" spc="15" i="1">
                <a:latin typeface="Times New Roman"/>
                <a:cs typeface="Times New Roman"/>
              </a:rPr>
              <a:t>Hz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76412" y="4418774"/>
            <a:ext cx="16764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 spc="15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7431" y="4418774"/>
            <a:ext cx="41783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62255" algn="l"/>
              </a:tabLst>
            </a:pPr>
            <a:r>
              <a:rPr dirty="0" sz="2000" spc="5" i="1">
                <a:latin typeface="Times New Roman"/>
                <a:cs typeface="Times New Roman"/>
              </a:rPr>
              <a:t>f</a:t>
            </a:r>
            <a:r>
              <a:rPr dirty="0" sz="2000" spc="5" i="1">
                <a:latin typeface="Times New Roman"/>
                <a:cs typeface="Times New Roman"/>
              </a:rPr>
              <a:t>	</a:t>
            </a:r>
            <a:r>
              <a:rPr dirty="0" sz="2000" spc="15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00795" y="4659473"/>
            <a:ext cx="26568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83870" algn="l"/>
              </a:tabLst>
            </a:pPr>
            <a:r>
              <a:rPr dirty="0" sz="2000" spc="-130">
                <a:latin typeface="Times New Roman"/>
                <a:cs typeface="Times New Roman"/>
              </a:rPr>
              <a:t>2</a:t>
            </a:r>
            <a:r>
              <a:rPr dirty="0" sz="2100" spc="-130" i="1">
                <a:latin typeface="Symbol"/>
                <a:cs typeface="Symbol"/>
              </a:rPr>
              <a:t></a:t>
            </a:r>
            <a:r>
              <a:rPr dirty="0" sz="2100" spc="-130">
                <a:latin typeface="Times New Roman"/>
                <a:cs typeface="Times New Roman"/>
              </a:rPr>
              <a:t>	</a:t>
            </a:r>
            <a:r>
              <a:rPr dirty="0" sz="2000" spc="15">
                <a:latin typeface="Times New Roman"/>
                <a:cs typeface="Times New Roman"/>
              </a:rPr>
              <a:t>30</a:t>
            </a:r>
            <a:r>
              <a:rPr dirty="0" sz="2000" spc="-315">
                <a:latin typeface="Times New Roman"/>
                <a:cs typeface="Times New Roman"/>
              </a:rPr>
              <a:t> </a:t>
            </a:r>
            <a:r>
              <a:rPr dirty="0" sz="2000" spc="55">
                <a:latin typeface="Symbol"/>
                <a:cs typeface="Symbol"/>
              </a:rPr>
              <a:t></a:t>
            </a:r>
            <a:r>
              <a:rPr dirty="0" sz="2000" spc="55">
                <a:latin typeface="Times New Roman"/>
                <a:cs typeface="Times New Roman"/>
              </a:rPr>
              <a:t>10</a:t>
            </a:r>
            <a:r>
              <a:rPr dirty="0" baseline="43478" sz="1725" spc="82">
                <a:latin typeface="Symbol"/>
                <a:cs typeface="Symbol"/>
              </a:rPr>
              <a:t></a:t>
            </a:r>
            <a:r>
              <a:rPr dirty="0" baseline="43478" sz="1725" spc="82">
                <a:latin typeface="Times New Roman"/>
                <a:cs typeface="Times New Roman"/>
              </a:rPr>
              <a:t>6</a:t>
            </a:r>
            <a:r>
              <a:rPr dirty="0" baseline="43478" sz="1725" spc="172">
                <a:latin typeface="Times New Roman"/>
                <a:cs typeface="Times New Roman"/>
              </a:rPr>
              <a:t> </a:t>
            </a:r>
            <a:r>
              <a:rPr dirty="0" sz="2000" spc="15">
                <a:latin typeface="Symbol"/>
                <a:cs typeface="Symbol"/>
              </a:rPr>
              <a:t></a:t>
            </a:r>
            <a:r>
              <a:rPr dirty="0" sz="2000" spc="-229">
                <a:latin typeface="Times New Roman"/>
                <a:cs typeface="Times New Roman"/>
              </a:rPr>
              <a:t> </a:t>
            </a:r>
            <a:r>
              <a:rPr dirty="0" sz="2000" spc="15">
                <a:latin typeface="Times New Roman"/>
                <a:cs typeface="Times New Roman"/>
              </a:rPr>
              <a:t>270</a:t>
            </a:r>
            <a:r>
              <a:rPr dirty="0" sz="2000" spc="-310">
                <a:latin typeface="Times New Roman"/>
                <a:cs typeface="Times New Roman"/>
              </a:rPr>
              <a:t> </a:t>
            </a:r>
            <a:r>
              <a:rPr dirty="0" sz="2000" spc="30">
                <a:latin typeface="Symbol"/>
                <a:cs typeface="Symbol"/>
              </a:rPr>
              <a:t></a:t>
            </a:r>
            <a:r>
              <a:rPr dirty="0" sz="2000" spc="30">
                <a:latin typeface="Times New Roman"/>
                <a:cs typeface="Times New Roman"/>
              </a:rPr>
              <a:t>10</a:t>
            </a:r>
            <a:r>
              <a:rPr dirty="0" baseline="43478" sz="1725" spc="44">
                <a:latin typeface="Symbol"/>
                <a:cs typeface="Symbol"/>
              </a:rPr>
              <a:t></a:t>
            </a:r>
            <a:r>
              <a:rPr dirty="0" baseline="43478" sz="1725" spc="44">
                <a:latin typeface="Times New Roman"/>
                <a:cs typeface="Times New Roman"/>
              </a:rPr>
              <a:t>12</a:t>
            </a:r>
            <a:endParaRPr baseline="43478" sz="1725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1864" y="4626326"/>
            <a:ext cx="829944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00380" algn="l"/>
              </a:tabLst>
            </a:pPr>
            <a:r>
              <a:rPr dirty="0" sz="2000" spc="-220">
                <a:latin typeface="Times New Roman"/>
                <a:cs typeface="Times New Roman"/>
              </a:rPr>
              <a:t>2</a:t>
            </a:r>
            <a:r>
              <a:rPr dirty="0" sz="2100" spc="-40" i="1">
                <a:latin typeface="Symbol"/>
                <a:cs typeface="Symbol"/>
              </a:rPr>
              <a:t></a:t>
            </a:r>
            <a:r>
              <a:rPr dirty="0" sz="2100">
                <a:latin typeface="Times New Roman"/>
                <a:cs typeface="Times New Roman"/>
              </a:rPr>
              <a:t>	</a:t>
            </a:r>
            <a:r>
              <a:rPr dirty="0" sz="2000" spc="20" i="1">
                <a:latin typeface="Times New Roman"/>
                <a:cs typeface="Times New Roman"/>
              </a:rPr>
              <a:t>LC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68959" y="5240020"/>
            <a:ext cx="2546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华文楷体"/>
                <a:cs typeface="华文楷体"/>
              </a:rPr>
              <a:t>此振荡电路的频率范围</a:t>
            </a:r>
            <a:r>
              <a:rPr dirty="0" sz="1800" spc="-5" b="1">
                <a:latin typeface="华文楷体"/>
                <a:cs typeface="华文楷体"/>
              </a:rPr>
              <a:t>是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61105" y="5244045"/>
            <a:ext cx="307721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448435" algn="l"/>
                <a:tab pos="1764664" algn="l"/>
              </a:tabLst>
            </a:pPr>
            <a:r>
              <a:rPr dirty="0" sz="2000" spc="15">
                <a:latin typeface="Times New Roman"/>
                <a:cs typeface="Times New Roman"/>
              </a:rPr>
              <a:t>1.77</a:t>
            </a:r>
            <a:r>
              <a:rPr dirty="0" sz="2000" spc="-270">
                <a:latin typeface="Times New Roman"/>
                <a:cs typeface="Times New Roman"/>
              </a:rPr>
              <a:t> </a:t>
            </a:r>
            <a:r>
              <a:rPr dirty="0" sz="2000" spc="45">
                <a:latin typeface="Symbol"/>
                <a:cs typeface="Symbol"/>
              </a:rPr>
              <a:t></a:t>
            </a:r>
            <a:r>
              <a:rPr dirty="0" sz="2000" spc="45">
                <a:latin typeface="Times New Roman"/>
                <a:cs typeface="Times New Roman"/>
              </a:rPr>
              <a:t>10</a:t>
            </a:r>
            <a:r>
              <a:rPr dirty="0" baseline="43478" sz="1725" spc="67">
                <a:latin typeface="Times New Roman"/>
                <a:cs typeface="Times New Roman"/>
              </a:rPr>
              <a:t>6</a:t>
            </a:r>
            <a:r>
              <a:rPr dirty="0" baseline="43478" sz="1725" spc="60">
                <a:latin typeface="Times New Roman"/>
                <a:cs typeface="Times New Roman"/>
              </a:rPr>
              <a:t> </a:t>
            </a:r>
            <a:r>
              <a:rPr dirty="0" sz="2000" spc="15" i="1">
                <a:latin typeface="Times New Roman"/>
                <a:cs typeface="Times New Roman"/>
              </a:rPr>
              <a:t>Hz	</a:t>
            </a:r>
            <a:r>
              <a:rPr dirty="0" baseline="7716" sz="2700" spc="-7" b="1">
                <a:latin typeface="华文楷体"/>
                <a:cs typeface="华文楷体"/>
              </a:rPr>
              <a:t>~	</a:t>
            </a:r>
            <a:r>
              <a:rPr dirty="0" sz="2000" spc="55">
                <a:latin typeface="Times New Roman"/>
                <a:cs typeface="Times New Roman"/>
              </a:rPr>
              <a:t>2.65</a:t>
            </a:r>
            <a:r>
              <a:rPr dirty="0" sz="2000" spc="55">
                <a:latin typeface="Symbol"/>
                <a:cs typeface="Symbol"/>
              </a:rPr>
              <a:t></a:t>
            </a:r>
            <a:r>
              <a:rPr dirty="0" sz="2000" spc="55">
                <a:latin typeface="Times New Roman"/>
                <a:cs typeface="Times New Roman"/>
              </a:rPr>
              <a:t>10</a:t>
            </a:r>
            <a:r>
              <a:rPr dirty="0" baseline="43478" sz="1725" spc="82">
                <a:latin typeface="Times New Roman"/>
                <a:cs typeface="Times New Roman"/>
              </a:rPr>
              <a:t>7</a:t>
            </a:r>
            <a:r>
              <a:rPr dirty="0" baseline="43478" sz="1725" spc="-15">
                <a:latin typeface="Times New Roman"/>
                <a:cs typeface="Times New Roman"/>
              </a:rPr>
              <a:t> </a:t>
            </a:r>
            <a:r>
              <a:rPr dirty="0" sz="2000" spc="15" i="1">
                <a:latin typeface="Times New Roman"/>
                <a:cs typeface="Times New Roman"/>
              </a:rPr>
              <a:t>Hz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68959" y="2736214"/>
            <a:ext cx="35172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4970" algn="l"/>
              </a:tabLst>
            </a:pPr>
            <a:r>
              <a:rPr dirty="0" sz="2000" b="1">
                <a:latin typeface="华文楷体"/>
                <a:cs typeface="华文楷体"/>
              </a:rPr>
              <a:t>解	根据LC振荡电路的频率公式</a:t>
            </a:r>
            <a:endParaRPr sz="20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24534" y="3103118"/>
            <a:ext cx="7129780" cy="213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58140">
              <a:lnSpc>
                <a:spcPct val="110000"/>
              </a:lnSpc>
              <a:spcBef>
                <a:spcPts val="100"/>
              </a:spcBef>
            </a:pPr>
            <a:r>
              <a:rPr dirty="0" sz="2800" spc="155" b="1">
                <a:latin typeface="华文楷体"/>
                <a:cs typeface="华文楷体"/>
              </a:rPr>
              <a:t>如果没有能量损耗，也不受其他外界</a:t>
            </a:r>
            <a:r>
              <a:rPr dirty="0" sz="2800" spc="160" b="1">
                <a:latin typeface="华文楷体"/>
                <a:cs typeface="华文楷体"/>
              </a:rPr>
              <a:t>条</a:t>
            </a:r>
            <a:r>
              <a:rPr dirty="0" sz="2800" spc="-5" b="1">
                <a:latin typeface="华文楷体"/>
                <a:cs typeface="华文楷体"/>
              </a:rPr>
              <a:t>件 </a:t>
            </a:r>
            <a:r>
              <a:rPr dirty="0" sz="2800" b="1">
                <a:latin typeface="华文楷体"/>
                <a:cs typeface="华文楷体"/>
              </a:rPr>
              <a:t>影响，这时的周期和频率叫做振荡电路</a:t>
            </a:r>
            <a:r>
              <a:rPr dirty="0" sz="2800" spc="-10" b="1">
                <a:latin typeface="华文楷体"/>
                <a:cs typeface="华文楷体"/>
              </a:rPr>
              <a:t>的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110000"/>
              </a:lnSpc>
              <a:spcBef>
                <a:spcPts val="1839"/>
              </a:spcBef>
            </a:pPr>
            <a:r>
              <a:rPr dirty="0" sz="2800" spc="145" b="1">
                <a:solidFill>
                  <a:srgbClr val="FF0000"/>
                </a:solidFill>
                <a:latin typeface="华文楷体"/>
                <a:cs typeface="华文楷体"/>
              </a:rPr>
              <a:t>固有周期</a:t>
            </a:r>
            <a:r>
              <a:rPr dirty="0" sz="2800" spc="145" b="1">
                <a:latin typeface="华文楷体"/>
                <a:cs typeface="华文楷体"/>
              </a:rPr>
              <a:t>和</a:t>
            </a:r>
            <a:r>
              <a:rPr dirty="0" sz="2800" spc="145" b="1">
                <a:solidFill>
                  <a:srgbClr val="FF0000"/>
                </a:solidFill>
                <a:latin typeface="华文楷体"/>
                <a:cs typeface="华文楷体"/>
              </a:rPr>
              <a:t>固有频率</a:t>
            </a:r>
            <a:r>
              <a:rPr dirty="0" sz="2800" spc="150" b="1">
                <a:latin typeface="华文楷体"/>
                <a:cs typeface="华文楷体"/>
              </a:rPr>
              <a:t>，简称振荡电路的周</a:t>
            </a:r>
            <a:r>
              <a:rPr dirty="0" sz="2800" spc="-5" b="1">
                <a:latin typeface="华文楷体"/>
                <a:cs typeface="华文楷体"/>
              </a:rPr>
              <a:t>期 </a:t>
            </a:r>
            <a:r>
              <a:rPr dirty="0" sz="2800" b="1">
                <a:latin typeface="华文楷体"/>
                <a:cs typeface="华文楷体"/>
              </a:rPr>
              <a:t>和频率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87256" y="2436177"/>
            <a:ext cx="59690" cy="34290"/>
          </a:xfrm>
          <a:custGeom>
            <a:avLst/>
            <a:gdLst/>
            <a:ahLst/>
            <a:cxnLst/>
            <a:rect l="l" t="t" r="r" b="b"/>
            <a:pathLst>
              <a:path w="59689" h="34289">
                <a:moveTo>
                  <a:pt x="0" y="33858"/>
                </a:moveTo>
                <a:lnTo>
                  <a:pt x="59347" y="0"/>
                </a:lnTo>
              </a:path>
            </a:pathLst>
          </a:custGeom>
          <a:ln w="19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6603" y="2445842"/>
            <a:ext cx="86360" cy="157480"/>
          </a:xfrm>
          <a:custGeom>
            <a:avLst/>
            <a:gdLst/>
            <a:ahLst/>
            <a:cxnLst/>
            <a:rect l="l" t="t" r="r" b="b"/>
            <a:pathLst>
              <a:path w="86360" h="157480">
                <a:moveTo>
                  <a:pt x="0" y="0"/>
                </a:moveTo>
                <a:lnTo>
                  <a:pt x="85991" y="157225"/>
                </a:lnTo>
              </a:path>
            </a:pathLst>
          </a:custGeom>
          <a:ln w="387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42272" y="2133828"/>
            <a:ext cx="114300" cy="469265"/>
          </a:xfrm>
          <a:custGeom>
            <a:avLst/>
            <a:gdLst/>
            <a:ahLst/>
            <a:cxnLst/>
            <a:rect l="l" t="t" r="r" b="b"/>
            <a:pathLst>
              <a:path w="114300" h="469264">
                <a:moveTo>
                  <a:pt x="0" y="469239"/>
                </a:moveTo>
                <a:lnTo>
                  <a:pt x="113842" y="0"/>
                </a:lnTo>
              </a:path>
            </a:pathLst>
          </a:custGeom>
          <a:ln w="19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56115" y="2133828"/>
            <a:ext cx="664210" cy="0"/>
          </a:xfrm>
          <a:custGeom>
            <a:avLst/>
            <a:gdLst/>
            <a:ahLst/>
            <a:cxnLst/>
            <a:rect l="l" t="t" r="r" b="b"/>
            <a:pathLst>
              <a:path w="664210" h="0">
                <a:moveTo>
                  <a:pt x="0" y="0"/>
                </a:moveTo>
                <a:lnTo>
                  <a:pt x="663689" y="0"/>
                </a:lnTo>
              </a:path>
            </a:pathLst>
          </a:custGeom>
          <a:ln w="19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320546" y="2077629"/>
            <a:ext cx="2259330" cy="6102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78939" algn="l"/>
              </a:tabLst>
            </a:pPr>
            <a:r>
              <a:rPr dirty="0" sz="3650" spc="-5" b="0" i="1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dirty="0" sz="3650" spc="375" b="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650" spc="-5" b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dirty="0" sz="3650" spc="-5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650" spc="-375" b="0" i="1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dirty="0" sz="3800" spc="-85" b="0" i="1">
                <a:solidFill>
                  <a:srgbClr val="000000"/>
                </a:solidFill>
                <a:latin typeface="Symbol"/>
                <a:cs typeface="Symbol"/>
              </a:rPr>
              <a:t></a:t>
            </a:r>
            <a:r>
              <a:rPr dirty="0" sz="3800" b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dirty="0" sz="3650" spc="-5" b="0" i="1">
                <a:solidFill>
                  <a:srgbClr val="000000"/>
                </a:solidFill>
                <a:latin typeface="Times New Roman"/>
                <a:cs typeface="Times New Roman"/>
              </a:rPr>
              <a:t>LC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77178" y="2590050"/>
            <a:ext cx="46990" cy="27305"/>
          </a:xfrm>
          <a:custGeom>
            <a:avLst/>
            <a:gdLst/>
            <a:ahLst/>
            <a:cxnLst/>
            <a:rect l="l" t="t" r="r" b="b"/>
            <a:pathLst>
              <a:path w="46989" h="27305">
                <a:moveTo>
                  <a:pt x="0" y="26847"/>
                </a:moveTo>
                <a:lnTo>
                  <a:pt x="46964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24142" y="2597721"/>
            <a:ext cx="68580" cy="125095"/>
          </a:xfrm>
          <a:custGeom>
            <a:avLst/>
            <a:gdLst/>
            <a:ahLst/>
            <a:cxnLst/>
            <a:rect l="l" t="t" r="r" b="b"/>
            <a:pathLst>
              <a:path w="68579" h="125094">
                <a:moveTo>
                  <a:pt x="0" y="0"/>
                </a:moveTo>
                <a:lnTo>
                  <a:pt x="68033" y="124612"/>
                </a:lnTo>
              </a:path>
            </a:pathLst>
          </a:custGeom>
          <a:ln w="306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99847" y="2350427"/>
            <a:ext cx="90170" cy="372110"/>
          </a:xfrm>
          <a:custGeom>
            <a:avLst/>
            <a:gdLst/>
            <a:ahLst/>
            <a:cxnLst/>
            <a:rect l="l" t="t" r="r" b="b"/>
            <a:pathLst>
              <a:path w="90170" h="372110">
                <a:moveTo>
                  <a:pt x="0" y="371906"/>
                </a:moveTo>
                <a:lnTo>
                  <a:pt x="90081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389928" y="2350427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 h="0">
                <a:moveTo>
                  <a:pt x="0" y="0"/>
                </a:moveTo>
                <a:lnTo>
                  <a:pt x="525145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01868" y="2296756"/>
            <a:ext cx="1243965" cy="0"/>
          </a:xfrm>
          <a:custGeom>
            <a:avLst/>
            <a:gdLst/>
            <a:ahLst/>
            <a:cxnLst/>
            <a:rect l="l" t="t" r="r" b="b"/>
            <a:pathLst>
              <a:path w="1243965" h="0">
                <a:moveTo>
                  <a:pt x="0" y="0"/>
                </a:moveTo>
                <a:lnTo>
                  <a:pt x="1243876" y="0"/>
                </a:lnTo>
              </a:path>
            </a:pathLst>
          </a:custGeom>
          <a:ln w="153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125681" y="2011260"/>
            <a:ext cx="1759585" cy="78105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600710" marR="5080" indent="-588645">
              <a:lnSpc>
                <a:spcPct val="68900"/>
              </a:lnSpc>
              <a:spcBef>
                <a:spcPts val="1190"/>
              </a:spcBef>
              <a:tabLst>
                <a:tab pos="282575" algn="l"/>
                <a:tab pos="1111250" algn="l"/>
                <a:tab pos="1298575" algn="l"/>
              </a:tabLst>
            </a:pPr>
            <a:r>
              <a:rPr dirty="0" sz="2850" spc="5" i="1">
                <a:latin typeface="Times New Roman"/>
                <a:cs typeface="Times New Roman"/>
              </a:rPr>
              <a:t>f	</a:t>
            </a: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5">
                <a:latin typeface="Times New Roman"/>
                <a:cs typeface="Times New Roman"/>
              </a:rPr>
              <a:t>		</a:t>
            </a:r>
            <a:r>
              <a:rPr dirty="0" baseline="36062" sz="4275" spc="22" i="1">
                <a:latin typeface="Times New Roman"/>
                <a:cs typeface="Times New Roman"/>
              </a:rPr>
              <a:t>1 </a:t>
            </a:r>
            <a:r>
              <a:rPr dirty="0" sz="2850" spc="15" i="1">
                <a:latin typeface="Times New Roman"/>
                <a:cs typeface="Times New Roman"/>
              </a:rPr>
              <a:t> </a:t>
            </a:r>
            <a:r>
              <a:rPr dirty="0" sz="2850" spc="-280" i="1">
                <a:latin typeface="Times New Roman"/>
                <a:cs typeface="Times New Roman"/>
              </a:rPr>
              <a:t>2</a:t>
            </a:r>
            <a:r>
              <a:rPr dirty="0" sz="3000" spc="-70" i="1">
                <a:latin typeface="Symbol"/>
                <a:cs typeface="Symbol"/>
              </a:rPr>
              <a:t></a:t>
            </a:r>
            <a:r>
              <a:rPr dirty="0" sz="3000">
                <a:latin typeface="Times New Roman"/>
                <a:cs typeface="Times New Roman"/>
              </a:rPr>
              <a:t>		</a:t>
            </a:r>
            <a:r>
              <a:rPr dirty="0" sz="2850" spc="15" i="1">
                <a:latin typeface="Times New Roman"/>
                <a:cs typeface="Times New Roman"/>
              </a:rPr>
              <a:t>LC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2927" y="1037589"/>
            <a:ext cx="61906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8305" algn="l"/>
                <a:tab pos="6176645" algn="l"/>
              </a:tabLst>
            </a:pPr>
            <a:r>
              <a:rPr dirty="0" u="heavy" sz="2800" spc="-5" b="1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800" b="1">
                <a:uFill>
                  <a:solidFill>
                    <a:srgbClr val="701000"/>
                  </a:solidFill>
                </a:uFill>
                <a:latin typeface="华文楷体"/>
                <a:cs typeface="华文楷体"/>
              </a:rPr>
              <a:t>三、电磁振荡中的周期和频</a:t>
            </a:r>
            <a:r>
              <a:rPr dirty="0" u="heavy" sz="2800" spc="-10" b="1">
                <a:uFill>
                  <a:solidFill>
                    <a:srgbClr val="701000"/>
                  </a:solidFill>
                </a:uFill>
                <a:latin typeface="华文楷体"/>
                <a:cs typeface="华文楷体"/>
              </a:rPr>
              <a:t>率</a:t>
            </a:r>
            <a:r>
              <a:rPr dirty="0" u="heavy" sz="2800" b="1">
                <a:uFill>
                  <a:solidFill>
                    <a:srgbClr val="701000"/>
                  </a:solidFill>
                </a:uFill>
                <a:latin typeface="华文楷体"/>
                <a:cs typeface="华文楷体"/>
              </a:rPr>
              <a:t>	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2955" y="1735962"/>
            <a:ext cx="6997700" cy="143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55600">
              <a:lnSpc>
                <a:spcPct val="110000"/>
              </a:lnSpc>
              <a:spcBef>
                <a:spcPts val="100"/>
              </a:spcBef>
            </a:pPr>
            <a:r>
              <a:rPr dirty="0" sz="2800" spc="100">
                <a:latin typeface="华文楷体"/>
                <a:cs typeface="华文楷体"/>
              </a:rPr>
              <a:t>现代的实际电路中使用的振荡器多数</a:t>
            </a:r>
            <a:r>
              <a:rPr dirty="0" sz="2800" spc="105">
                <a:latin typeface="华文楷体"/>
                <a:cs typeface="华文楷体"/>
              </a:rPr>
              <a:t>是</a:t>
            </a:r>
            <a:r>
              <a:rPr dirty="0" sz="2800" spc="-5">
                <a:latin typeface="华文楷体"/>
                <a:cs typeface="华文楷体"/>
              </a:rPr>
              <a:t>晶 </a:t>
            </a:r>
            <a:r>
              <a:rPr dirty="0" sz="2800" spc="55">
                <a:latin typeface="华文楷体"/>
                <a:cs typeface="华文楷体"/>
              </a:rPr>
              <a:t>体振荡器</a:t>
            </a:r>
            <a:r>
              <a:rPr dirty="0" sz="2800" spc="60">
                <a:latin typeface="华文楷体"/>
                <a:cs typeface="华文楷体"/>
              </a:rPr>
              <a:t>，其工作原理与</a:t>
            </a:r>
            <a:r>
              <a:rPr dirty="0" sz="2800" spc="55">
                <a:latin typeface="华文楷体"/>
                <a:cs typeface="华文楷体"/>
              </a:rPr>
              <a:t>L</a:t>
            </a:r>
            <a:r>
              <a:rPr dirty="0" sz="2800" spc="60">
                <a:latin typeface="华文楷体"/>
                <a:cs typeface="华文楷体"/>
              </a:rPr>
              <a:t>C振荡电路的原</a:t>
            </a:r>
            <a:r>
              <a:rPr dirty="0" sz="2800" spc="-5">
                <a:latin typeface="华文楷体"/>
                <a:cs typeface="华文楷体"/>
              </a:rPr>
              <a:t>理 </a:t>
            </a:r>
            <a:r>
              <a:rPr dirty="0" sz="2800">
                <a:latin typeface="华文楷体"/>
                <a:cs typeface="华文楷体"/>
              </a:rPr>
              <a:t>基本相同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82927" y="1037589"/>
            <a:ext cx="619061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8305" algn="l"/>
                <a:tab pos="6176645" algn="l"/>
              </a:tabLst>
            </a:pPr>
            <a:r>
              <a:rPr dirty="0" u="heavy" sz="2800" spc="-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80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三、电磁振荡中的周期和频</a:t>
            </a:r>
            <a:r>
              <a:rPr dirty="0" u="heavy" sz="2800" spc="-1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率</a:t>
            </a:r>
            <a:r>
              <a:rPr dirty="0" u="heavy" sz="2800">
                <a:solidFill>
                  <a:srgbClr val="000000"/>
                </a:solidFill>
                <a:uFill>
                  <a:solidFill>
                    <a:srgbClr val="701000"/>
                  </a:solidFill>
                </a:uFill>
              </a:rPr>
              <a:t>	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10255" y="2923032"/>
            <a:ext cx="3675888" cy="3026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56176" y="4933950"/>
            <a:ext cx="396875" cy="572770"/>
          </a:xfrm>
          <a:custGeom>
            <a:avLst/>
            <a:gdLst/>
            <a:ahLst/>
            <a:cxnLst/>
            <a:rect l="l" t="t" r="r" b="b"/>
            <a:pathLst>
              <a:path w="396875" h="572770">
                <a:moveTo>
                  <a:pt x="254774" y="107480"/>
                </a:moveTo>
                <a:lnTo>
                  <a:pt x="237236" y="87020"/>
                </a:lnTo>
                <a:lnTo>
                  <a:pt x="237782" y="83756"/>
                </a:lnTo>
                <a:lnTo>
                  <a:pt x="396773" y="0"/>
                </a:lnTo>
                <a:lnTo>
                  <a:pt x="395376" y="20599"/>
                </a:lnTo>
                <a:lnTo>
                  <a:pt x="359791" y="20599"/>
                </a:lnTo>
                <a:lnTo>
                  <a:pt x="320242" y="78932"/>
                </a:lnTo>
                <a:lnTo>
                  <a:pt x="264464" y="105663"/>
                </a:lnTo>
                <a:lnTo>
                  <a:pt x="261353" y="106832"/>
                </a:lnTo>
                <a:lnTo>
                  <a:pt x="258089" y="107441"/>
                </a:lnTo>
                <a:lnTo>
                  <a:pt x="254774" y="107480"/>
                </a:lnTo>
                <a:close/>
              </a:path>
              <a:path w="396875" h="572770">
                <a:moveTo>
                  <a:pt x="320242" y="78932"/>
                </a:moveTo>
                <a:lnTo>
                  <a:pt x="359791" y="20599"/>
                </a:lnTo>
                <a:lnTo>
                  <a:pt x="373666" y="30010"/>
                </a:lnTo>
                <a:lnTo>
                  <a:pt x="356552" y="30010"/>
                </a:lnTo>
                <a:lnTo>
                  <a:pt x="354342" y="62590"/>
                </a:lnTo>
                <a:lnTo>
                  <a:pt x="320242" y="78932"/>
                </a:lnTo>
                <a:close/>
              </a:path>
              <a:path w="396875" h="572770">
                <a:moveTo>
                  <a:pt x="365315" y="182321"/>
                </a:moveTo>
                <a:lnTo>
                  <a:pt x="347599" y="162026"/>
                </a:lnTo>
                <a:lnTo>
                  <a:pt x="351784" y="100309"/>
                </a:lnTo>
                <a:lnTo>
                  <a:pt x="391325" y="41986"/>
                </a:lnTo>
                <a:lnTo>
                  <a:pt x="359791" y="20599"/>
                </a:lnTo>
                <a:lnTo>
                  <a:pt x="395376" y="20599"/>
                </a:lnTo>
                <a:lnTo>
                  <a:pt x="385610" y="164604"/>
                </a:lnTo>
                <a:lnTo>
                  <a:pt x="368630" y="182257"/>
                </a:lnTo>
                <a:lnTo>
                  <a:pt x="365315" y="182321"/>
                </a:lnTo>
                <a:close/>
              </a:path>
              <a:path w="396875" h="572770">
                <a:moveTo>
                  <a:pt x="354342" y="62590"/>
                </a:moveTo>
                <a:lnTo>
                  <a:pt x="356552" y="30010"/>
                </a:lnTo>
                <a:lnTo>
                  <a:pt x="383794" y="48475"/>
                </a:lnTo>
                <a:lnTo>
                  <a:pt x="354342" y="62590"/>
                </a:lnTo>
                <a:close/>
              </a:path>
              <a:path w="396875" h="572770">
                <a:moveTo>
                  <a:pt x="351784" y="100309"/>
                </a:moveTo>
                <a:lnTo>
                  <a:pt x="354342" y="62590"/>
                </a:lnTo>
                <a:lnTo>
                  <a:pt x="383794" y="48475"/>
                </a:lnTo>
                <a:lnTo>
                  <a:pt x="356552" y="30010"/>
                </a:lnTo>
                <a:lnTo>
                  <a:pt x="373666" y="30010"/>
                </a:lnTo>
                <a:lnTo>
                  <a:pt x="391325" y="41986"/>
                </a:lnTo>
                <a:lnTo>
                  <a:pt x="351784" y="100309"/>
                </a:lnTo>
                <a:close/>
              </a:path>
              <a:path w="396875" h="572770">
                <a:moveTo>
                  <a:pt x="31546" y="572668"/>
                </a:moveTo>
                <a:lnTo>
                  <a:pt x="0" y="551281"/>
                </a:lnTo>
                <a:lnTo>
                  <a:pt x="320242" y="78932"/>
                </a:lnTo>
                <a:lnTo>
                  <a:pt x="354342" y="62590"/>
                </a:lnTo>
                <a:lnTo>
                  <a:pt x="351784" y="100309"/>
                </a:lnTo>
                <a:lnTo>
                  <a:pt x="31546" y="57266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65500" y="5573395"/>
            <a:ext cx="1173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晶体振荡</a:t>
            </a:r>
            <a:r>
              <a:rPr dirty="0" sz="1800" spc="-10" b="1">
                <a:latin typeface="宋体"/>
                <a:cs typeface="宋体"/>
              </a:rPr>
              <a:t>器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5627" y="1550555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05" y="0"/>
                </a:lnTo>
              </a:path>
            </a:pathLst>
          </a:custGeom>
          <a:ln w="25400">
            <a:solidFill>
              <a:srgbClr val="701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4232" y="128320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2352" y="15057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AD02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55415" y="1029969"/>
            <a:ext cx="145288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32510" algn="l"/>
              </a:tabLst>
            </a:pPr>
            <a:r>
              <a:rPr dirty="0"/>
              <a:t>总</a:t>
            </a:r>
            <a:r>
              <a:rPr dirty="0"/>
              <a:t>	</a:t>
            </a:r>
            <a:r>
              <a:rPr dirty="0"/>
              <a:t>结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1800" y="1830070"/>
            <a:ext cx="2773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一、电磁振荡的产</a:t>
            </a:r>
            <a:r>
              <a:rPr dirty="0" sz="2400" spc="-5" b="1">
                <a:latin typeface="华文楷体"/>
                <a:cs typeface="华文楷体"/>
              </a:rPr>
              <a:t>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075" y="3142615"/>
            <a:ext cx="3689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二、电磁振荡中的能量变</a:t>
            </a:r>
            <a:r>
              <a:rPr dirty="0" sz="2400" spc="-5" b="1">
                <a:latin typeface="华文楷体"/>
                <a:cs typeface="华文楷体"/>
              </a:rPr>
              <a:t>化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075" y="4566920"/>
            <a:ext cx="39954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三、电磁振荡中的周期和频</a:t>
            </a:r>
            <a:r>
              <a:rPr dirty="0" sz="2400" spc="-5" b="1">
                <a:latin typeface="华文楷体"/>
                <a:cs typeface="华文楷体"/>
              </a:rPr>
              <a:t>率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90916" y="5666663"/>
            <a:ext cx="39370" cy="22860"/>
          </a:xfrm>
          <a:custGeom>
            <a:avLst/>
            <a:gdLst/>
            <a:ahLst/>
            <a:cxnLst/>
            <a:rect l="l" t="t" r="r" b="b"/>
            <a:pathLst>
              <a:path w="39369" h="22860">
                <a:moveTo>
                  <a:pt x="0" y="22377"/>
                </a:moveTo>
                <a:lnTo>
                  <a:pt x="39179" y="0"/>
                </a:lnTo>
              </a:path>
            </a:pathLst>
          </a:custGeom>
          <a:ln w="127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30095" y="5673064"/>
            <a:ext cx="57150" cy="104139"/>
          </a:xfrm>
          <a:custGeom>
            <a:avLst/>
            <a:gdLst/>
            <a:ahLst/>
            <a:cxnLst/>
            <a:rect l="l" t="t" r="r" b="b"/>
            <a:pathLst>
              <a:path w="57150" h="104139">
                <a:moveTo>
                  <a:pt x="0" y="0"/>
                </a:moveTo>
                <a:lnTo>
                  <a:pt x="56781" y="103898"/>
                </a:lnTo>
              </a:path>
            </a:pathLst>
          </a:custGeom>
          <a:ln w="255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93278" y="5466854"/>
            <a:ext cx="75565" cy="310515"/>
          </a:xfrm>
          <a:custGeom>
            <a:avLst/>
            <a:gdLst/>
            <a:ahLst/>
            <a:cxnLst/>
            <a:rect l="l" t="t" r="r" b="b"/>
            <a:pathLst>
              <a:path w="75564" h="310514">
                <a:moveTo>
                  <a:pt x="0" y="310108"/>
                </a:moveTo>
                <a:lnTo>
                  <a:pt x="75171" y="0"/>
                </a:lnTo>
              </a:path>
            </a:pathLst>
          </a:custGeom>
          <a:ln w="127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68449" y="5466854"/>
            <a:ext cx="438784" cy="0"/>
          </a:xfrm>
          <a:custGeom>
            <a:avLst/>
            <a:gdLst/>
            <a:ahLst/>
            <a:cxnLst/>
            <a:rect l="l" t="t" r="r" b="b"/>
            <a:pathLst>
              <a:path w="438785" h="0">
                <a:moveTo>
                  <a:pt x="0" y="0"/>
                </a:moveTo>
                <a:lnTo>
                  <a:pt x="438264" y="0"/>
                </a:lnTo>
              </a:path>
            </a:pathLst>
          </a:custGeom>
          <a:ln w="127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84110" y="5425125"/>
            <a:ext cx="1502410" cy="412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12520" algn="l"/>
              </a:tabLst>
            </a:pPr>
            <a:r>
              <a:rPr dirty="0" sz="2400" spc="10" i="1">
                <a:latin typeface="Times New Roman"/>
                <a:cs typeface="Times New Roman"/>
              </a:rPr>
              <a:t>T</a:t>
            </a:r>
            <a:r>
              <a:rPr dirty="0" sz="2400" spc="245" i="1">
                <a:latin typeface="Times New Roman"/>
                <a:cs typeface="Times New Roman"/>
              </a:rPr>
              <a:t> </a:t>
            </a:r>
            <a:r>
              <a:rPr dirty="0" sz="2400" spc="10">
                <a:latin typeface="Symbol"/>
                <a:cs typeface="Symbol"/>
              </a:rPr>
              <a:t>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40" i="1">
                <a:latin typeface="Times New Roman"/>
                <a:cs typeface="Times New Roman"/>
              </a:rPr>
              <a:t>2</a:t>
            </a:r>
            <a:r>
              <a:rPr dirty="0" sz="2500" spc="-45" i="1">
                <a:latin typeface="Symbol"/>
                <a:cs typeface="Symbol"/>
              </a:rPr>
              <a:t>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400" spc="10" i="1">
                <a:latin typeface="Times New Roman"/>
                <a:cs typeface="Times New Roman"/>
              </a:rPr>
              <a:t>LC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21112" y="5815622"/>
            <a:ext cx="31115" cy="17780"/>
          </a:xfrm>
          <a:custGeom>
            <a:avLst/>
            <a:gdLst/>
            <a:ahLst/>
            <a:cxnLst/>
            <a:rect l="l" t="t" r="r" b="b"/>
            <a:pathLst>
              <a:path w="31114" h="17779">
                <a:moveTo>
                  <a:pt x="0" y="17741"/>
                </a:moveTo>
                <a:lnTo>
                  <a:pt x="31026" y="0"/>
                </a:lnTo>
              </a:path>
            </a:pathLst>
          </a:custGeom>
          <a:ln w="101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52138" y="5820689"/>
            <a:ext cx="45085" cy="82550"/>
          </a:xfrm>
          <a:custGeom>
            <a:avLst/>
            <a:gdLst/>
            <a:ahLst/>
            <a:cxnLst/>
            <a:rect l="l" t="t" r="r" b="b"/>
            <a:pathLst>
              <a:path w="45085" h="82550">
                <a:moveTo>
                  <a:pt x="0" y="0"/>
                </a:moveTo>
                <a:lnTo>
                  <a:pt x="44958" y="82384"/>
                </a:lnTo>
              </a:path>
            </a:pathLst>
          </a:custGeom>
          <a:ln w="202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02151" y="5657164"/>
            <a:ext cx="59690" cy="246379"/>
          </a:xfrm>
          <a:custGeom>
            <a:avLst/>
            <a:gdLst/>
            <a:ahLst/>
            <a:cxnLst/>
            <a:rect l="l" t="t" r="r" b="b"/>
            <a:pathLst>
              <a:path w="59689" h="246379">
                <a:moveTo>
                  <a:pt x="0" y="245910"/>
                </a:moveTo>
                <a:lnTo>
                  <a:pt x="59524" y="0"/>
                </a:lnTo>
              </a:path>
            </a:pathLst>
          </a:custGeom>
          <a:ln w="101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61676" y="5657164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5" h="0">
                <a:moveTo>
                  <a:pt x="0" y="0"/>
                </a:moveTo>
                <a:lnTo>
                  <a:pt x="346976" y="0"/>
                </a:lnTo>
              </a:path>
            </a:pathLst>
          </a:custGeom>
          <a:ln w="101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07054" y="5621667"/>
            <a:ext cx="822325" cy="0"/>
          </a:xfrm>
          <a:custGeom>
            <a:avLst/>
            <a:gdLst/>
            <a:ahLst/>
            <a:cxnLst/>
            <a:rect l="l" t="t" r="r" b="b"/>
            <a:pathLst>
              <a:path w="822325" h="0">
                <a:moveTo>
                  <a:pt x="0" y="0"/>
                </a:moveTo>
                <a:lnTo>
                  <a:pt x="821855" y="0"/>
                </a:lnTo>
              </a:path>
            </a:pathLst>
          </a:custGeom>
          <a:ln w="101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122053" y="5426608"/>
            <a:ext cx="1174115" cy="52768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401320" marR="5080" indent="-389255">
              <a:lnSpc>
                <a:spcPct val="68400"/>
              </a:lnSpc>
              <a:spcBef>
                <a:spcPts val="840"/>
              </a:spcBef>
              <a:tabLst>
                <a:tab pos="738505" algn="l"/>
                <a:tab pos="862330" algn="l"/>
              </a:tabLst>
            </a:pPr>
            <a:r>
              <a:rPr dirty="0" sz="1900" spc="5" i="1">
                <a:latin typeface="Times New Roman"/>
                <a:cs typeface="Times New Roman"/>
              </a:rPr>
              <a:t>f</a:t>
            </a:r>
            <a:r>
              <a:rPr dirty="0" sz="1900" spc="395" i="1">
                <a:latin typeface="Times New Roman"/>
                <a:cs typeface="Times New Roman"/>
              </a:rPr>
              <a:t> </a:t>
            </a:r>
            <a:r>
              <a:rPr dirty="0" sz="1900" spc="10">
                <a:latin typeface="Symbol"/>
                <a:cs typeface="Symbol"/>
              </a:rPr>
              <a:t></a:t>
            </a:r>
            <a:r>
              <a:rPr dirty="0" sz="1900" spc="10">
                <a:latin typeface="Times New Roman"/>
                <a:cs typeface="Times New Roman"/>
              </a:rPr>
              <a:t>		</a:t>
            </a:r>
            <a:r>
              <a:rPr dirty="0" baseline="35087" sz="2850" spc="15" i="1">
                <a:latin typeface="Times New Roman"/>
                <a:cs typeface="Times New Roman"/>
              </a:rPr>
              <a:t>1 </a:t>
            </a:r>
            <a:r>
              <a:rPr dirty="0" sz="1900" spc="10" i="1">
                <a:latin typeface="Times New Roman"/>
                <a:cs typeface="Times New Roman"/>
              </a:rPr>
              <a:t> </a:t>
            </a:r>
            <a:r>
              <a:rPr dirty="0" sz="1900" spc="-190" i="1">
                <a:latin typeface="Times New Roman"/>
                <a:cs typeface="Times New Roman"/>
              </a:rPr>
              <a:t>2</a:t>
            </a:r>
            <a:r>
              <a:rPr dirty="0" sz="2000" spc="-45" i="1">
                <a:latin typeface="Symbol"/>
                <a:cs typeface="Symbol"/>
              </a:rPr>
              <a:t></a:t>
            </a:r>
            <a:r>
              <a:rPr dirty="0" sz="2000">
                <a:latin typeface="Times New Roman"/>
                <a:cs typeface="Times New Roman"/>
              </a:rPr>
              <a:t>		</a:t>
            </a:r>
            <a:r>
              <a:rPr dirty="0" sz="1900" spc="10" i="1">
                <a:latin typeface="Times New Roman"/>
                <a:cs typeface="Times New Roman"/>
              </a:rPr>
              <a:t>LC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169664" y="1620011"/>
            <a:ext cx="2269236" cy="1338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83964" y="3020567"/>
            <a:ext cx="4277868" cy="20802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2025-04-20T11:58:53Z</dcterms:created>
  <dcterms:modified xsi:type="dcterms:W3CDTF">2025-04-20T11:58:53Z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2024-03-02T00:00:00Z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