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87CB3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87CB3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87CB3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3282" y="463633"/>
            <a:ext cx="5025435" cy="1125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87CB3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5585" y="1207452"/>
            <a:ext cx="6640829" cy="355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3.jp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50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png"/><Relationship Id="rId4" Type="http://schemas.openxmlformats.org/officeDocument/2006/relationships/image" Target="../media/image48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png"/><Relationship Id="rId3" Type="http://schemas.openxmlformats.org/officeDocument/2006/relationships/image" Target="../media/image8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58577" y="2505906"/>
          <a:ext cx="7836534" cy="193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685"/>
                <a:gridCol w="615950"/>
                <a:gridCol w="3391535"/>
              </a:tblGrid>
              <a:tr h="90889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4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传感器简</a:t>
                      </a:r>
                      <a:r>
                        <a:rPr dirty="0" sz="4400" spc="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介</a:t>
                      </a:r>
                      <a:endParaRPr sz="4400">
                        <a:latin typeface="微软雅黑"/>
                        <a:cs typeface="微软雅黑"/>
                      </a:endParaRPr>
                    </a:p>
                  </a:txBody>
                  <a:tcPr marL="0" marR="0" marB="0" marT="330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96781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主讲人：姜连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国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166370"/>
                </a:tc>
              </a:tr>
              <a:tr h="426237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926465" algn="l"/>
                        </a:tabLst>
                      </a:pP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60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r>
                        <a:rPr dirty="0" sz="24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选修</a:t>
                      </a:r>
                      <a:r>
                        <a:rPr dirty="0" sz="2400" spc="-5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3-2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9136" y="1411812"/>
            <a:ext cx="2559050" cy="1472565"/>
          </a:xfrm>
          <a:custGeom>
            <a:avLst/>
            <a:gdLst/>
            <a:ahLst/>
            <a:cxnLst/>
            <a:rect l="l" t="t" r="r" b="b"/>
            <a:pathLst>
              <a:path w="2559050" h="1472564">
                <a:moveTo>
                  <a:pt x="2266950" y="177547"/>
                </a:moveTo>
                <a:lnTo>
                  <a:pt x="1022928" y="177547"/>
                </a:lnTo>
                <a:lnTo>
                  <a:pt x="1059484" y="175086"/>
                </a:lnTo>
                <a:lnTo>
                  <a:pt x="1096040" y="169650"/>
                </a:lnTo>
                <a:lnTo>
                  <a:pt x="1169154" y="148814"/>
                </a:lnTo>
                <a:lnTo>
                  <a:pt x="1205711" y="132897"/>
                </a:lnTo>
                <a:lnTo>
                  <a:pt x="1242268" y="112968"/>
                </a:lnTo>
                <a:lnTo>
                  <a:pt x="1315384" y="64569"/>
                </a:lnTo>
                <a:lnTo>
                  <a:pt x="1351941" y="44641"/>
                </a:lnTo>
                <a:lnTo>
                  <a:pt x="1388499" y="28724"/>
                </a:lnTo>
                <a:lnTo>
                  <a:pt x="1425057" y="16560"/>
                </a:lnTo>
                <a:lnTo>
                  <a:pt x="1498174" y="2457"/>
                </a:lnTo>
                <a:lnTo>
                  <a:pt x="1534733" y="0"/>
                </a:lnTo>
                <a:lnTo>
                  <a:pt x="1571293" y="261"/>
                </a:lnTo>
                <a:lnTo>
                  <a:pt x="1644414" y="7902"/>
                </a:lnTo>
                <a:lnTo>
                  <a:pt x="1717537" y="23311"/>
                </a:lnTo>
                <a:lnTo>
                  <a:pt x="1790664" y="44418"/>
                </a:lnTo>
                <a:lnTo>
                  <a:pt x="1827228" y="56461"/>
                </a:lnTo>
                <a:lnTo>
                  <a:pt x="1863895" y="69188"/>
                </a:lnTo>
                <a:lnTo>
                  <a:pt x="1900394" y="82245"/>
                </a:lnTo>
                <a:lnTo>
                  <a:pt x="1936928" y="95444"/>
                </a:lnTo>
                <a:lnTo>
                  <a:pt x="1973497" y="108528"/>
                </a:lnTo>
                <a:lnTo>
                  <a:pt x="2010067" y="121225"/>
                </a:lnTo>
                <a:lnTo>
                  <a:pt x="2046638" y="133276"/>
                </a:lnTo>
                <a:lnTo>
                  <a:pt x="2083210" y="144423"/>
                </a:lnTo>
                <a:lnTo>
                  <a:pt x="2156359" y="162970"/>
                </a:lnTo>
                <a:lnTo>
                  <a:pt x="2229514" y="174795"/>
                </a:lnTo>
                <a:lnTo>
                  <a:pt x="2266093" y="177540"/>
                </a:lnTo>
                <a:lnTo>
                  <a:pt x="2266950" y="177547"/>
                </a:lnTo>
                <a:close/>
              </a:path>
              <a:path w="2559050" h="1472564">
                <a:moveTo>
                  <a:pt x="0" y="1383203"/>
                </a:moveTo>
                <a:lnTo>
                  <a:pt x="0" y="89327"/>
                </a:lnTo>
                <a:lnTo>
                  <a:pt x="36499" y="65082"/>
                </a:lnTo>
                <a:lnTo>
                  <a:pt x="73002" y="45109"/>
                </a:lnTo>
                <a:lnTo>
                  <a:pt x="109508" y="29151"/>
                </a:lnTo>
                <a:lnTo>
                  <a:pt x="146017" y="16947"/>
                </a:lnTo>
                <a:lnTo>
                  <a:pt x="219044" y="2772"/>
                </a:lnTo>
                <a:lnTo>
                  <a:pt x="255562" y="281"/>
                </a:lnTo>
                <a:lnTo>
                  <a:pt x="292083" y="510"/>
                </a:lnTo>
                <a:lnTo>
                  <a:pt x="365133" y="8093"/>
                </a:lnTo>
                <a:lnTo>
                  <a:pt x="438193" y="23447"/>
                </a:lnTo>
                <a:lnTo>
                  <a:pt x="511261" y="44503"/>
                </a:lnTo>
                <a:lnTo>
                  <a:pt x="547799" y="56521"/>
                </a:lnTo>
                <a:lnTo>
                  <a:pt x="584338" y="69188"/>
                </a:lnTo>
                <a:lnTo>
                  <a:pt x="620879" y="82245"/>
                </a:lnTo>
                <a:lnTo>
                  <a:pt x="657456" y="95444"/>
                </a:lnTo>
                <a:lnTo>
                  <a:pt x="694071" y="108528"/>
                </a:lnTo>
                <a:lnTo>
                  <a:pt x="730514" y="121165"/>
                </a:lnTo>
                <a:lnTo>
                  <a:pt x="767061" y="133191"/>
                </a:lnTo>
                <a:lnTo>
                  <a:pt x="803610" y="144313"/>
                </a:lnTo>
                <a:lnTo>
                  <a:pt x="876712" y="162807"/>
                </a:lnTo>
                <a:lnTo>
                  <a:pt x="949818" y="174575"/>
                </a:lnTo>
                <a:lnTo>
                  <a:pt x="2266950" y="177547"/>
                </a:lnTo>
                <a:lnTo>
                  <a:pt x="2558796" y="177828"/>
                </a:lnTo>
                <a:lnTo>
                  <a:pt x="2558796" y="1294517"/>
                </a:lnTo>
                <a:lnTo>
                  <a:pt x="255562" y="1294517"/>
                </a:lnTo>
                <a:lnTo>
                  <a:pt x="219044" y="1296965"/>
                </a:lnTo>
                <a:lnTo>
                  <a:pt x="146017" y="1311048"/>
                </a:lnTo>
                <a:lnTo>
                  <a:pt x="109508" y="1323200"/>
                </a:lnTo>
                <a:lnTo>
                  <a:pt x="73002" y="1339104"/>
                </a:lnTo>
                <a:lnTo>
                  <a:pt x="36499" y="1359019"/>
                </a:lnTo>
                <a:lnTo>
                  <a:pt x="0" y="1383203"/>
                </a:lnTo>
                <a:close/>
              </a:path>
              <a:path w="2559050" h="1472564">
                <a:moveTo>
                  <a:pt x="2558796" y="177828"/>
                </a:moveTo>
                <a:lnTo>
                  <a:pt x="2302675" y="177828"/>
                </a:lnTo>
                <a:lnTo>
                  <a:pt x="2339258" y="175401"/>
                </a:lnTo>
                <a:lnTo>
                  <a:pt x="2375843" y="170000"/>
                </a:lnTo>
                <a:lnTo>
                  <a:pt x="2449018" y="149241"/>
                </a:lnTo>
                <a:lnTo>
                  <a:pt x="2485608" y="133365"/>
                </a:lnTo>
                <a:lnTo>
                  <a:pt x="2522201" y="113480"/>
                </a:lnTo>
                <a:lnTo>
                  <a:pt x="2558796" y="89327"/>
                </a:lnTo>
                <a:lnTo>
                  <a:pt x="2558796" y="177828"/>
                </a:lnTo>
                <a:close/>
              </a:path>
              <a:path w="2559050" h="1472564">
                <a:moveTo>
                  <a:pt x="1022928" y="1472153"/>
                </a:moveTo>
                <a:lnTo>
                  <a:pt x="949818" y="1469175"/>
                </a:lnTo>
                <a:lnTo>
                  <a:pt x="876712" y="1457397"/>
                </a:lnTo>
                <a:lnTo>
                  <a:pt x="803495" y="1438853"/>
                </a:lnTo>
                <a:lnTo>
                  <a:pt x="766979" y="1427730"/>
                </a:lnTo>
                <a:lnTo>
                  <a:pt x="730458" y="1415700"/>
                </a:lnTo>
                <a:lnTo>
                  <a:pt x="693935" y="1403023"/>
                </a:lnTo>
                <a:lnTo>
                  <a:pt x="657412" y="1389957"/>
                </a:lnTo>
                <a:lnTo>
                  <a:pt x="620879" y="1376757"/>
                </a:lnTo>
                <a:lnTo>
                  <a:pt x="584338" y="1363683"/>
                </a:lnTo>
                <a:lnTo>
                  <a:pt x="547799" y="1350996"/>
                </a:lnTo>
                <a:lnTo>
                  <a:pt x="511261" y="1338956"/>
                </a:lnTo>
                <a:lnTo>
                  <a:pt x="474726" y="1327821"/>
                </a:lnTo>
                <a:lnTo>
                  <a:pt x="401662" y="1309303"/>
                </a:lnTo>
                <a:lnTo>
                  <a:pt x="328607" y="1297511"/>
                </a:lnTo>
                <a:lnTo>
                  <a:pt x="255562" y="1294517"/>
                </a:lnTo>
                <a:lnTo>
                  <a:pt x="2558796" y="1294517"/>
                </a:lnTo>
                <a:lnTo>
                  <a:pt x="1534733" y="1294606"/>
                </a:lnTo>
                <a:lnTo>
                  <a:pt x="1498174" y="1297065"/>
                </a:lnTo>
                <a:lnTo>
                  <a:pt x="1425057" y="1311172"/>
                </a:lnTo>
                <a:lnTo>
                  <a:pt x="1388499" y="1323336"/>
                </a:lnTo>
                <a:lnTo>
                  <a:pt x="1351941" y="1339253"/>
                </a:lnTo>
                <a:lnTo>
                  <a:pt x="1315384" y="1359182"/>
                </a:lnTo>
                <a:lnTo>
                  <a:pt x="1242268" y="1407580"/>
                </a:lnTo>
                <a:lnTo>
                  <a:pt x="1205711" y="1427509"/>
                </a:lnTo>
                <a:lnTo>
                  <a:pt x="1169154" y="1443426"/>
                </a:lnTo>
                <a:lnTo>
                  <a:pt x="1132597" y="1455590"/>
                </a:lnTo>
                <a:lnTo>
                  <a:pt x="1096040" y="1464260"/>
                </a:lnTo>
                <a:lnTo>
                  <a:pt x="1059484" y="1469695"/>
                </a:lnTo>
                <a:lnTo>
                  <a:pt x="1022928" y="1472153"/>
                </a:lnTo>
                <a:close/>
              </a:path>
              <a:path w="2559050" h="1472564">
                <a:moveTo>
                  <a:pt x="2302675" y="1472064"/>
                </a:moveTo>
                <a:lnTo>
                  <a:pt x="2229514" y="1469106"/>
                </a:lnTo>
                <a:lnTo>
                  <a:pt x="2156359" y="1457345"/>
                </a:lnTo>
                <a:lnTo>
                  <a:pt x="2083210" y="1438853"/>
                </a:lnTo>
                <a:lnTo>
                  <a:pt x="2046638" y="1427730"/>
                </a:lnTo>
                <a:lnTo>
                  <a:pt x="2010067" y="1415700"/>
                </a:lnTo>
                <a:lnTo>
                  <a:pt x="1973497" y="1403023"/>
                </a:lnTo>
                <a:lnTo>
                  <a:pt x="1936928" y="1389957"/>
                </a:lnTo>
                <a:lnTo>
                  <a:pt x="1900350" y="1376757"/>
                </a:lnTo>
                <a:lnTo>
                  <a:pt x="1863761" y="1363683"/>
                </a:lnTo>
                <a:lnTo>
                  <a:pt x="1827170" y="1350996"/>
                </a:lnTo>
                <a:lnTo>
                  <a:pt x="1790575" y="1338956"/>
                </a:lnTo>
                <a:lnTo>
                  <a:pt x="1754100" y="1327856"/>
                </a:lnTo>
                <a:lnTo>
                  <a:pt x="1680975" y="1309355"/>
                </a:lnTo>
                <a:lnTo>
                  <a:pt x="1607853" y="1297581"/>
                </a:lnTo>
                <a:lnTo>
                  <a:pt x="1534733" y="1294606"/>
                </a:lnTo>
                <a:lnTo>
                  <a:pt x="2558796" y="1294606"/>
                </a:lnTo>
                <a:lnTo>
                  <a:pt x="2558796" y="1383203"/>
                </a:lnTo>
                <a:lnTo>
                  <a:pt x="2522201" y="1407417"/>
                </a:lnTo>
                <a:lnTo>
                  <a:pt x="2485608" y="1427360"/>
                </a:lnTo>
                <a:lnTo>
                  <a:pt x="2449018" y="1443290"/>
                </a:lnTo>
                <a:lnTo>
                  <a:pt x="2412429" y="1455467"/>
                </a:lnTo>
                <a:lnTo>
                  <a:pt x="2339258" y="1469595"/>
                </a:lnTo>
                <a:lnTo>
                  <a:pt x="2302675" y="1472064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56003" y="1888553"/>
            <a:ext cx="591667" cy="591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7431" y="1915337"/>
            <a:ext cx="639889" cy="602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4302" y="2813557"/>
            <a:ext cx="7912100" cy="1749425"/>
          </a:xfrm>
          <a:prstGeom prst="rect">
            <a:avLst/>
          </a:prstGeom>
        </p:spPr>
        <p:txBody>
          <a:bodyPr wrap="square" lIns="0" tIns="264795" rIns="0" bIns="0" rtlCol="0" vert="horz">
            <a:spAutoFit/>
          </a:bodyPr>
          <a:lstStyle/>
          <a:p>
            <a:pPr marL="2059939" indent="-485140">
              <a:lnSpc>
                <a:spcPct val="100000"/>
              </a:lnSpc>
              <a:spcBef>
                <a:spcPts val="2085"/>
              </a:spcBef>
              <a:buFont typeface="Arial"/>
              <a:buChar char="•"/>
              <a:tabLst>
                <a:tab pos="2059305" algn="l"/>
                <a:tab pos="2059939" algn="l"/>
              </a:tabLst>
            </a:pPr>
            <a:r>
              <a:rPr dirty="0" sz="4000" b="1">
                <a:solidFill>
                  <a:srgbClr val="FF0066"/>
                </a:solidFill>
                <a:latin typeface="隶书"/>
                <a:cs typeface="隶书"/>
              </a:rPr>
              <a:t>你了解传感器吗</a:t>
            </a:r>
            <a:r>
              <a:rPr dirty="0" sz="4000" spc="-20" b="1">
                <a:solidFill>
                  <a:srgbClr val="FF0066"/>
                </a:solidFill>
                <a:latin typeface="隶书"/>
                <a:cs typeface="隶书"/>
              </a:rPr>
              <a:t>?</a:t>
            </a:r>
            <a:endParaRPr sz="4000">
              <a:latin typeface="隶书"/>
              <a:cs typeface="隶书"/>
            </a:endParaRPr>
          </a:p>
          <a:p>
            <a:pPr marL="497840" indent="-485140">
              <a:lnSpc>
                <a:spcPct val="100000"/>
              </a:lnSpc>
              <a:spcBef>
                <a:spcPts val="1989"/>
              </a:spcBef>
              <a:buFont typeface="Arial"/>
              <a:buChar char="•"/>
              <a:tabLst>
                <a:tab pos="497205" algn="l"/>
                <a:tab pos="497840" algn="l"/>
              </a:tabLst>
            </a:pPr>
            <a:r>
              <a:rPr dirty="0" sz="4000" b="1">
                <a:solidFill>
                  <a:srgbClr val="FF0066"/>
                </a:solidFill>
                <a:latin typeface="隶书"/>
                <a:cs typeface="隶书"/>
              </a:rPr>
              <a:t>你能否举出一两个传感器的例子</a:t>
            </a:r>
            <a:r>
              <a:rPr dirty="0" sz="4000" spc="-20" b="1">
                <a:solidFill>
                  <a:srgbClr val="FF0066"/>
                </a:solidFill>
                <a:latin typeface="隶书"/>
                <a:cs typeface="隶书"/>
              </a:rPr>
              <a:t>?</a:t>
            </a:r>
            <a:endParaRPr sz="40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344170" marR="340995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课 时 目</a:t>
            </a:r>
            <a:r>
              <a:rPr dirty="0" spc="-15"/>
              <a:t> </a:t>
            </a:r>
            <a:r>
              <a:rPr dirty="0" spc="-5"/>
              <a:t>标</a:t>
            </a:r>
          </a:p>
          <a:p>
            <a:pPr marL="572770" indent="-215900">
              <a:lnSpc>
                <a:spcPct val="100000"/>
              </a:lnSpc>
              <a:spcBef>
                <a:spcPts val="4530"/>
              </a:spcBef>
              <a:buSzPct val="96428"/>
              <a:buAutoNum type="arabicPeriod"/>
              <a:tabLst>
                <a:tab pos="574040" algn="l"/>
              </a:tabLst>
            </a:pPr>
            <a:r>
              <a:rPr dirty="0" sz="2800">
                <a:solidFill>
                  <a:srgbClr val="000099"/>
                </a:solidFill>
                <a:latin typeface="华文行楷"/>
                <a:cs typeface="华文行楷"/>
              </a:rPr>
              <a:t>知道非电学量转换成电学量的技术意</a:t>
            </a:r>
            <a:r>
              <a:rPr dirty="0" sz="2800" spc="-10">
                <a:solidFill>
                  <a:srgbClr val="000099"/>
                </a:solidFill>
                <a:latin typeface="华文行楷"/>
                <a:cs typeface="华文行楷"/>
              </a:rPr>
              <a:t>义</a:t>
            </a:r>
            <a:endParaRPr sz="2800">
              <a:latin typeface="华文行楷"/>
              <a:cs typeface="华文行楷"/>
            </a:endParaRPr>
          </a:p>
          <a:p>
            <a:pPr marL="631825" indent="-274955">
              <a:lnSpc>
                <a:spcPct val="100000"/>
              </a:lnSpc>
              <a:spcBef>
                <a:spcPts val="1670"/>
              </a:spcBef>
              <a:buSzPct val="96428"/>
              <a:buAutoNum type="arabicPeriod"/>
              <a:tabLst>
                <a:tab pos="633095" algn="l"/>
              </a:tabLst>
            </a:pPr>
            <a:r>
              <a:rPr dirty="0" sz="2800">
                <a:solidFill>
                  <a:srgbClr val="000099"/>
                </a:solidFill>
                <a:latin typeface="华文行楷"/>
                <a:cs typeface="华文行楷"/>
              </a:rPr>
              <a:t>了解常见传感器的工作原</a:t>
            </a:r>
            <a:r>
              <a:rPr dirty="0" sz="2800" spc="-10">
                <a:solidFill>
                  <a:srgbClr val="000099"/>
                </a:solidFill>
                <a:latin typeface="华文行楷"/>
                <a:cs typeface="华文行楷"/>
              </a:rPr>
              <a:t>理</a:t>
            </a:r>
            <a:endParaRPr sz="2800">
              <a:latin typeface="华文行楷"/>
              <a:cs typeface="华文行楷"/>
            </a:endParaRPr>
          </a:p>
          <a:p>
            <a:pPr marL="657860" indent="-300990">
              <a:lnSpc>
                <a:spcPct val="100000"/>
              </a:lnSpc>
              <a:spcBef>
                <a:spcPts val="1670"/>
              </a:spcBef>
              <a:buSzPct val="96428"/>
              <a:buAutoNum type="arabicPeriod"/>
              <a:tabLst>
                <a:tab pos="659130" algn="l"/>
              </a:tabLst>
            </a:pPr>
            <a:r>
              <a:rPr dirty="0" sz="2800">
                <a:solidFill>
                  <a:srgbClr val="000099"/>
                </a:solidFill>
                <a:latin typeface="华文行楷"/>
                <a:cs typeface="华文行楷"/>
              </a:rPr>
              <a:t>了解传感器在生产生活中的常见应</a:t>
            </a:r>
            <a:r>
              <a:rPr dirty="0" sz="2800" spc="-10">
                <a:solidFill>
                  <a:srgbClr val="000099"/>
                </a:solidFill>
                <a:latin typeface="华文行楷"/>
                <a:cs typeface="华文行楷"/>
              </a:rPr>
              <a:t>用</a:t>
            </a:r>
            <a:endParaRPr sz="2800">
              <a:latin typeface="华文行楷"/>
              <a:cs typeface="华文行楷"/>
            </a:endParaRPr>
          </a:p>
          <a:p>
            <a:pPr marL="628015" indent="-271145">
              <a:lnSpc>
                <a:spcPct val="100000"/>
              </a:lnSpc>
              <a:spcBef>
                <a:spcPts val="1670"/>
              </a:spcBef>
              <a:buSzPct val="96428"/>
              <a:buAutoNum type="arabicPeriod"/>
              <a:tabLst>
                <a:tab pos="629285" algn="l"/>
              </a:tabLst>
            </a:pPr>
            <a:r>
              <a:rPr dirty="0" sz="2800">
                <a:solidFill>
                  <a:srgbClr val="000099"/>
                </a:solidFill>
                <a:latin typeface="华文行楷"/>
                <a:cs typeface="华文行楷"/>
              </a:rPr>
              <a:t>会分析常见简单传感器的工作原</a:t>
            </a:r>
            <a:r>
              <a:rPr dirty="0" sz="2800" spc="-10">
                <a:solidFill>
                  <a:srgbClr val="000099"/>
                </a:solidFill>
                <a:latin typeface="华文行楷"/>
                <a:cs typeface="华文行楷"/>
              </a:rPr>
              <a:t>理</a:t>
            </a:r>
            <a:endParaRPr sz="28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6148705" cy="1330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2223770">
              <a:lnSpc>
                <a:spcPct val="100000"/>
              </a:lnSpc>
              <a:spcBef>
                <a:spcPts val="200"/>
              </a:spcBef>
            </a:pPr>
            <a:r>
              <a:rPr dirty="0" sz="4400" b="1">
                <a:solidFill>
                  <a:srgbClr val="C00000"/>
                </a:solidFill>
                <a:latin typeface="微软雅黑"/>
                <a:cs typeface="微软雅黑"/>
              </a:rPr>
              <a:t>一、认识传感</a:t>
            </a:r>
            <a:r>
              <a:rPr dirty="0" sz="4400" spc="5" b="1">
                <a:solidFill>
                  <a:srgbClr val="C00000"/>
                </a:solidFill>
                <a:latin typeface="微软雅黑"/>
                <a:cs typeface="微软雅黑"/>
              </a:rPr>
              <a:t>器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477" y="3036569"/>
            <a:ext cx="4658995" cy="1985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什么是传感器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?</a:t>
            </a:r>
            <a:endParaRPr sz="2800">
              <a:latin typeface="华文楷体"/>
              <a:cs typeface="华文楷体"/>
            </a:endParaRPr>
          </a:p>
          <a:p>
            <a:pPr marL="241300" indent="-228600">
              <a:lnSpc>
                <a:spcPct val="100000"/>
              </a:lnSpc>
              <a:spcBef>
                <a:spcPts val="26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常见传感器有哪些种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?</a:t>
            </a:r>
            <a:endParaRPr sz="2800">
              <a:latin typeface="华文楷体"/>
              <a:cs typeface="华文楷体"/>
            </a:endParaRPr>
          </a:p>
          <a:p>
            <a:pPr marL="241300" indent="-228600">
              <a:lnSpc>
                <a:spcPct val="100000"/>
              </a:lnSpc>
              <a:spcBef>
                <a:spcPts val="26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CC"/>
                </a:solidFill>
                <a:latin typeface="华文楷体"/>
                <a:cs typeface="华文楷体"/>
              </a:rPr>
              <a:t>传感器由哪些基本部件组成</a:t>
            </a:r>
            <a:r>
              <a:rPr dirty="0" sz="2800" spc="-5" b="1" i="1">
                <a:solidFill>
                  <a:srgbClr val="0000CC"/>
                </a:solidFill>
                <a:latin typeface="华文楷体"/>
                <a:cs typeface="华文楷体"/>
              </a:rPr>
              <a:t>?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9808" y="1462458"/>
            <a:ext cx="6483350" cy="1460500"/>
          </a:xfrm>
          <a:custGeom>
            <a:avLst/>
            <a:gdLst/>
            <a:ahLst/>
            <a:cxnLst/>
            <a:rect l="l" t="t" r="r" b="b"/>
            <a:pathLst>
              <a:path w="6483350" h="1460500">
                <a:moveTo>
                  <a:pt x="1033229" y="12700"/>
                </a:moveTo>
                <a:lnTo>
                  <a:pt x="375688" y="12700"/>
                </a:lnTo>
                <a:lnTo>
                  <a:pt x="422652" y="0"/>
                </a:lnTo>
                <a:lnTo>
                  <a:pt x="986258" y="0"/>
                </a:lnTo>
                <a:lnTo>
                  <a:pt x="1033229" y="12700"/>
                </a:lnTo>
                <a:close/>
              </a:path>
              <a:path w="6483350" h="1460500">
                <a:moveTo>
                  <a:pt x="4274751" y="12700"/>
                </a:moveTo>
                <a:lnTo>
                  <a:pt x="3617012" y="12700"/>
                </a:lnTo>
                <a:lnTo>
                  <a:pt x="3663993" y="0"/>
                </a:lnTo>
                <a:lnTo>
                  <a:pt x="4227769" y="0"/>
                </a:lnTo>
                <a:lnTo>
                  <a:pt x="4274751" y="12700"/>
                </a:lnTo>
                <a:close/>
              </a:path>
              <a:path w="6483350" h="1460500">
                <a:moveTo>
                  <a:pt x="1174142" y="25400"/>
                </a:moveTo>
                <a:lnTo>
                  <a:pt x="281762" y="25400"/>
                </a:lnTo>
                <a:lnTo>
                  <a:pt x="328725" y="12700"/>
                </a:lnTo>
                <a:lnTo>
                  <a:pt x="1127171" y="12700"/>
                </a:lnTo>
                <a:lnTo>
                  <a:pt x="1174142" y="25400"/>
                </a:lnTo>
                <a:close/>
              </a:path>
              <a:path w="6483350" h="1460500">
                <a:moveTo>
                  <a:pt x="4415698" y="25400"/>
                </a:moveTo>
                <a:lnTo>
                  <a:pt x="3523051" y="25400"/>
                </a:lnTo>
                <a:lnTo>
                  <a:pt x="3570031" y="12700"/>
                </a:lnTo>
                <a:lnTo>
                  <a:pt x="4368715" y="12700"/>
                </a:lnTo>
                <a:lnTo>
                  <a:pt x="4415698" y="25400"/>
                </a:lnTo>
                <a:close/>
              </a:path>
              <a:path w="6483350" h="1460500">
                <a:moveTo>
                  <a:pt x="1455981" y="63500"/>
                </a:moveTo>
                <a:lnTo>
                  <a:pt x="93918" y="63500"/>
                </a:lnTo>
                <a:lnTo>
                  <a:pt x="234800" y="25400"/>
                </a:lnTo>
                <a:lnTo>
                  <a:pt x="1221114" y="25400"/>
                </a:lnTo>
                <a:lnTo>
                  <a:pt x="1268087" y="38100"/>
                </a:lnTo>
                <a:lnTo>
                  <a:pt x="1315060" y="38100"/>
                </a:lnTo>
                <a:lnTo>
                  <a:pt x="1362033" y="50800"/>
                </a:lnTo>
                <a:lnTo>
                  <a:pt x="1409007" y="50800"/>
                </a:lnTo>
                <a:lnTo>
                  <a:pt x="1455981" y="63500"/>
                </a:lnTo>
                <a:close/>
              </a:path>
              <a:path w="6483350" h="1460500">
                <a:moveTo>
                  <a:pt x="4697594" y="63500"/>
                </a:moveTo>
                <a:lnTo>
                  <a:pt x="3335128" y="63500"/>
                </a:lnTo>
                <a:lnTo>
                  <a:pt x="3476070" y="25400"/>
                </a:lnTo>
                <a:lnTo>
                  <a:pt x="4462680" y="25400"/>
                </a:lnTo>
                <a:lnTo>
                  <a:pt x="4509663" y="38100"/>
                </a:lnTo>
                <a:lnTo>
                  <a:pt x="4556645" y="38100"/>
                </a:lnTo>
                <a:lnTo>
                  <a:pt x="4603628" y="50800"/>
                </a:lnTo>
                <a:lnTo>
                  <a:pt x="4650611" y="50800"/>
                </a:lnTo>
                <a:lnTo>
                  <a:pt x="4697594" y="63500"/>
                </a:lnTo>
                <a:close/>
              </a:path>
              <a:path w="6483350" h="1460500">
                <a:moveTo>
                  <a:pt x="0" y="1371600"/>
                </a:moveTo>
                <a:lnTo>
                  <a:pt x="0" y="88900"/>
                </a:lnTo>
                <a:lnTo>
                  <a:pt x="46958" y="63500"/>
                </a:lnTo>
                <a:lnTo>
                  <a:pt x="1502955" y="63500"/>
                </a:lnTo>
                <a:lnTo>
                  <a:pt x="1549930" y="76200"/>
                </a:lnTo>
                <a:lnTo>
                  <a:pt x="1690856" y="88900"/>
                </a:lnTo>
                <a:lnTo>
                  <a:pt x="1737832" y="101600"/>
                </a:lnTo>
                <a:lnTo>
                  <a:pt x="1784808" y="101600"/>
                </a:lnTo>
                <a:lnTo>
                  <a:pt x="1831785" y="114300"/>
                </a:lnTo>
                <a:lnTo>
                  <a:pt x="1878762" y="114300"/>
                </a:lnTo>
                <a:lnTo>
                  <a:pt x="1925739" y="127000"/>
                </a:lnTo>
                <a:lnTo>
                  <a:pt x="1972716" y="127000"/>
                </a:lnTo>
                <a:lnTo>
                  <a:pt x="2019694" y="139700"/>
                </a:lnTo>
                <a:lnTo>
                  <a:pt x="2066672" y="139700"/>
                </a:lnTo>
                <a:lnTo>
                  <a:pt x="2113650" y="152400"/>
                </a:lnTo>
                <a:lnTo>
                  <a:pt x="2207606" y="152400"/>
                </a:lnTo>
                <a:lnTo>
                  <a:pt x="2254585" y="165100"/>
                </a:lnTo>
                <a:lnTo>
                  <a:pt x="2489481" y="165100"/>
                </a:lnTo>
                <a:lnTo>
                  <a:pt x="2536461" y="177800"/>
                </a:lnTo>
                <a:lnTo>
                  <a:pt x="6483095" y="177800"/>
                </a:lnTo>
                <a:lnTo>
                  <a:pt x="6483095" y="1282700"/>
                </a:lnTo>
                <a:lnTo>
                  <a:pt x="610512" y="1282700"/>
                </a:lnTo>
                <a:lnTo>
                  <a:pt x="563546" y="1295400"/>
                </a:lnTo>
                <a:lnTo>
                  <a:pt x="422652" y="1295400"/>
                </a:lnTo>
                <a:lnTo>
                  <a:pt x="375688" y="1308100"/>
                </a:lnTo>
                <a:lnTo>
                  <a:pt x="328725" y="1308100"/>
                </a:lnTo>
                <a:lnTo>
                  <a:pt x="281762" y="1320800"/>
                </a:lnTo>
                <a:lnTo>
                  <a:pt x="234800" y="1320800"/>
                </a:lnTo>
                <a:lnTo>
                  <a:pt x="140878" y="1346200"/>
                </a:lnTo>
                <a:lnTo>
                  <a:pt x="93918" y="1346200"/>
                </a:lnTo>
                <a:lnTo>
                  <a:pt x="0" y="1371600"/>
                </a:lnTo>
                <a:close/>
              </a:path>
              <a:path w="6483350" h="1460500">
                <a:moveTo>
                  <a:pt x="4979495" y="101600"/>
                </a:moveTo>
                <a:lnTo>
                  <a:pt x="3194186" y="101600"/>
                </a:lnTo>
                <a:lnTo>
                  <a:pt x="3288147" y="63500"/>
                </a:lnTo>
                <a:lnTo>
                  <a:pt x="4744577" y="63500"/>
                </a:lnTo>
                <a:lnTo>
                  <a:pt x="4791560" y="76200"/>
                </a:lnTo>
                <a:lnTo>
                  <a:pt x="4932511" y="88900"/>
                </a:lnTo>
                <a:lnTo>
                  <a:pt x="4979495" y="101600"/>
                </a:lnTo>
                <a:close/>
              </a:path>
              <a:path w="6483350" h="1460500">
                <a:moveTo>
                  <a:pt x="6483095" y="177800"/>
                </a:moveTo>
                <a:lnTo>
                  <a:pt x="5825240" y="177800"/>
                </a:lnTo>
                <a:lnTo>
                  <a:pt x="5872228" y="165100"/>
                </a:lnTo>
                <a:lnTo>
                  <a:pt x="6060182" y="165100"/>
                </a:lnTo>
                <a:lnTo>
                  <a:pt x="6107172" y="152400"/>
                </a:lnTo>
                <a:lnTo>
                  <a:pt x="6154161" y="152400"/>
                </a:lnTo>
                <a:lnTo>
                  <a:pt x="6201151" y="139700"/>
                </a:lnTo>
                <a:lnTo>
                  <a:pt x="6248141" y="139700"/>
                </a:lnTo>
                <a:lnTo>
                  <a:pt x="6389113" y="101600"/>
                </a:lnTo>
                <a:lnTo>
                  <a:pt x="6436104" y="101600"/>
                </a:lnTo>
                <a:lnTo>
                  <a:pt x="6483095" y="88900"/>
                </a:lnTo>
                <a:lnTo>
                  <a:pt x="6483095" y="177800"/>
                </a:lnTo>
                <a:close/>
              </a:path>
              <a:path w="6483350" h="1460500">
                <a:moveTo>
                  <a:pt x="5261403" y="139700"/>
                </a:moveTo>
                <a:lnTo>
                  <a:pt x="3006263" y="139700"/>
                </a:lnTo>
                <a:lnTo>
                  <a:pt x="3147205" y="101600"/>
                </a:lnTo>
                <a:lnTo>
                  <a:pt x="5026480" y="101600"/>
                </a:lnTo>
                <a:lnTo>
                  <a:pt x="5073464" y="114300"/>
                </a:lnTo>
                <a:lnTo>
                  <a:pt x="5120448" y="114300"/>
                </a:lnTo>
                <a:lnTo>
                  <a:pt x="5167433" y="127000"/>
                </a:lnTo>
                <a:lnTo>
                  <a:pt x="5214418" y="127000"/>
                </a:lnTo>
                <a:lnTo>
                  <a:pt x="5261403" y="139700"/>
                </a:lnTo>
                <a:close/>
              </a:path>
              <a:path w="6483350" h="1460500">
                <a:moveTo>
                  <a:pt x="5355374" y="152400"/>
                </a:moveTo>
                <a:lnTo>
                  <a:pt x="2912302" y="152400"/>
                </a:lnTo>
                <a:lnTo>
                  <a:pt x="2959283" y="139700"/>
                </a:lnTo>
                <a:lnTo>
                  <a:pt x="5308388" y="139700"/>
                </a:lnTo>
                <a:lnTo>
                  <a:pt x="5355374" y="152400"/>
                </a:lnTo>
                <a:close/>
              </a:path>
              <a:path w="6483350" h="1460500">
                <a:moveTo>
                  <a:pt x="5496331" y="165100"/>
                </a:moveTo>
                <a:lnTo>
                  <a:pt x="2818342" y="165100"/>
                </a:lnTo>
                <a:lnTo>
                  <a:pt x="2865322" y="152400"/>
                </a:lnTo>
                <a:lnTo>
                  <a:pt x="5449345" y="152400"/>
                </a:lnTo>
                <a:lnTo>
                  <a:pt x="5496331" y="165100"/>
                </a:lnTo>
                <a:close/>
              </a:path>
              <a:path w="6483350" h="1460500">
                <a:moveTo>
                  <a:pt x="5778253" y="177800"/>
                </a:moveTo>
                <a:lnTo>
                  <a:pt x="2536461" y="177800"/>
                </a:lnTo>
                <a:lnTo>
                  <a:pt x="2583441" y="165100"/>
                </a:lnTo>
                <a:lnTo>
                  <a:pt x="5731265" y="165100"/>
                </a:lnTo>
                <a:lnTo>
                  <a:pt x="5778253" y="177800"/>
                </a:lnTo>
                <a:close/>
              </a:path>
              <a:path w="6483350" h="1460500">
                <a:moveTo>
                  <a:pt x="3851917" y="1295400"/>
                </a:moveTo>
                <a:lnTo>
                  <a:pt x="798381" y="1295400"/>
                </a:lnTo>
                <a:lnTo>
                  <a:pt x="751413" y="1282700"/>
                </a:lnTo>
                <a:lnTo>
                  <a:pt x="3898899" y="1282700"/>
                </a:lnTo>
                <a:lnTo>
                  <a:pt x="3851917" y="1295400"/>
                </a:lnTo>
                <a:close/>
              </a:path>
              <a:path w="6483350" h="1460500">
                <a:moveTo>
                  <a:pt x="6248141" y="1435100"/>
                </a:moveTo>
                <a:lnTo>
                  <a:pt x="5261403" y="1435100"/>
                </a:lnTo>
                <a:lnTo>
                  <a:pt x="5214418" y="1422400"/>
                </a:lnTo>
                <a:lnTo>
                  <a:pt x="5167433" y="1422400"/>
                </a:lnTo>
                <a:lnTo>
                  <a:pt x="5120448" y="1409700"/>
                </a:lnTo>
                <a:lnTo>
                  <a:pt x="5073464" y="1409700"/>
                </a:lnTo>
                <a:lnTo>
                  <a:pt x="5026480" y="1397000"/>
                </a:lnTo>
                <a:lnTo>
                  <a:pt x="4979495" y="1397000"/>
                </a:lnTo>
                <a:lnTo>
                  <a:pt x="4932511" y="1384300"/>
                </a:lnTo>
                <a:lnTo>
                  <a:pt x="4791560" y="1371600"/>
                </a:lnTo>
                <a:lnTo>
                  <a:pt x="4744577" y="1358900"/>
                </a:lnTo>
                <a:lnTo>
                  <a:pt x="4697594" y="1358900"/>
                </a:lnTo>
                <a:lnTo>
                  <a:pt x="4650611" y="1346200"/>
                </a:lnTo>
                <a:lnTo>
                  <a:pt x="4603628" y="1346200"/>
                </a:lnTo>
                <a:lnTo>
                  <a:pt x="4556645" y="1333500"/>
                </a:lnTo>
                <a:lnTo>
                  <a:pt x="4509663" y="1333500"/>
                </a:lnTo>
                <a:lnTo>
                  <a:pt x="4462680" y="1320800"/>
                </a:lnTo>
                <a:lnTo>
                  <a:pt x="4415698" y="1320800"/>
                </a:lnTo>
                <a:lnTo>
                  <a:pt x="4368715" y="1308100"/>
                </a:lnTo>
                <a:lnTo>
                  <a:pt x="4274751" y="1308100"/>
                </a:lnTo>
                <a:lnTo>
                  <a:pt x="4227769" y="1295400"/>
                </a:lnTo>
                <a:lnTo>
                  <a:pt x="4039843" y="1295400"/>
                </a:lnTo>
                <a:lnTo>
                  <a:pt x="3992861" y="1282700"/>
                </a:lnTo>
                <a:lnTo>
                  <a:pt x="6483095" y="1282700"/>
                </a:lnTo>
                <a:lnTo>
                  <a:pt x="6483095" y="1371600"/>
                </a:lnTo>
                <a:lnTo>
                  <a:pt x="6248141" y="1435100"/>
                </a:lnTo>
                <a:close/>
              </a:path>
              <a:path w="6483350" h="1460500">
                <a:moveTo>
                  <a:pt x="3617012" y="1308100"/>
                </a:moveTo>
                <a:lnTo>
                  <a:pt x="1033229" y="1308100"/>
                </a:lnTo>
                <a:lnTo>
                  <a:pt x="986258" y="1295400"/>
                </a:lnTo>
                <a:lnTo>
                  <a:pt x="3663993" y="1295400"/>
                </a:lnTo>
                <a:lnTo>
                  <a:pt x="3617012" y="1308100"/>
                </a:lnTo>
                <a:close/>
              </a:path>
              <a:path w="6483350" h="1460500">
                <a:moveTo>
                  <a:pt x="3523051" y="1320800"/>
                </a:moveTo>
                <a:lnTo>
                  <a:pt x="1174142" y="1320800"/>
                </a:lnTo>
                <a:lnTo>
                  <a:pt x="1127171" y="1308100"/>
                </a:lnTo>
                <a:lnTo>
                  <a:pt x="3570031" y="1308100"/>
                </a:lnTo>
                <a:lnTo>
                  <a:pt x="3523051" y="1320800"/>
                </a:lnTo>
                <a:close/>
              </a:path>
              <a:path w="6483350" h="1460500">
                <a:moveTo>
                  <a:pt x="3335128" y="1358900"/>
                </a:moveTo>
                <a:lnTo>
                  <a:pt x="1455981" y="1358900"/>
                </a:lnTo>
                <a:lnTo>
                  <a:pt x="1409007" y="1346200"/>
                </a:lnTo>
                <a:lnTo>
                  <a:pt x="1362033" y="1346200"/>
                </a:lnTo>
                <a:lnTo>
                  <a:pt x="1315060" y="1333500"/>
                </a:lnTo>
                <a:lnTo>
                  <a:pt x="1268087" y="1333500"/>
                </a:lnTo>
                <a:lnTo>
                  <a:pt x="1221114" y="1320800"/>
                </a:lnTo>
                <a:lnTo>
                  <a:pt x="3476070" y="1320800"/>
                </a:lnTo>
                <a:lnTo>
                  <a:pt x="3335128" y="1358900"/>
                </a:lnTo>
                <a:close/>
              </a:path>
              <a:path w="6483350" h="1460500">
                <a:moveTo>
                  <a:pt x="3006263" y="1435100"/>
                </a:moveTo>
                <a:lnTo>
                  <a:pt x="2019694" y="1435100"/>
                </a:lnTo>
                <a:lnTo>
                  <a:pt x="1972716" y="1422400"/>
                </a:lnTo>
                <a:lnTo>
                  <a:pt x="1925739" y="1422400"/>
                </a:lnTo>
                <a:lnTo>
                  <a:pt x="1878762" y="1409700"/>
                </a:lnTo>
                <a:lnTo>
                  <a:pt x="1831785" y="1409700"/>
                </a:lnTo>
                <a:lnTo>
                  <a:pt x="1784808" y="1397000"/>
                </a:lnTo>
                <a:lnTo>
                  <a:pt x="1737832" y="1397000"/>
                </a:lnTo>
                <a:lnTo>
                  <a:pt x="1690856" y="1384300"/>
                </a:lnTo>
                <a:lnTo>
                  <a:pt x="1549930" y="1371600"/>
                </a:lnTo>
                <a:lnTo>
                  <a:pt x="1502955" y="1358900"/>
                </a:lnTo>
                <a:lnTo>
                  <a:pt x="3288147" y="1358900"/>
                </a:lnTo>
                <a:lnTo>
                  <a:pt x="3006263" y="1435100"/>
                </a:lnTo>
                <a:close/>
              </a:path>
              <a:path w="6483350" h="1460500">
                <a:moveTo>
                  <a:pt x="2912302" y="1447800"/>
                </a:moveTo>
                <a:lnTo>
                  <a:pt x="2160628" y="1447800"/>
                </a:lnTo>
                <a:lnTo>
                  <a:pt x="2113650" y="1435100"/>
                </a:lnTo>
                <a:lnTo>
                  <a:pt x="2959283" y="1435100"/>
                </a:lnTo>
                <a:lnTo>
                  <a:pt x="2912302" y="1447800"/>
                </a:lnTo>
                <a:close/>
              </a:path>
              <a:path w="6483350" h="1460500">
                <a:moveTo>
                  <a:pt x="6154161" y="1447800"/>
                </a:moveTo>
                <a:lnTo>
                  <a:pt x="5402359" y="1447800"/>
                </a:lnTo>
                <a:lnTo>
                  <a:pt x="5355374" y="1435100"/>
                </a:lnTo>
                <a:lnTo>
                  <a:pt x="6201151" y="1435100"/>
                </a:lnTo>
                <a:lnTo>
                  <a:pt x="6154161" y="1447800"/>
                </a:lnTo>
                <a:close/>
              </a:path>
              <a:path w="6483350" h="1460500">
                <a:moveTo>
                  <a:pt x="2818342" y="1460500"/>
                </a:moveTo>
                <a:lnTo>
                  <a:pt x="2301564" y="1460500"/>
                </a:lnTo>
                <a:lnTo>
                  <a:pt x="2254585" y="1447800"/>
                </a:lnTo>
                <a:lnTo>
                  <a:pt x="2865322" y="1447800"/>
                </a:lnTo>
                <a:lnTo>
                  <a:pt x="2818342" y="1460500"/>
                </a:lnTo>
                <a:close/>
              </a:path>
              <a:path w="6483350" h="1460500">
                <a:moveTo>
                  <a:pt x="6060182" y="1460500"/>
                </a:moveTo>
                <a:lnTo>
                  <a:pt x="5543318" y="1460500"/>
                </a:lnTo>
                <a:lnTo>
                  <a:pt x="5496331" y="1447800"/>
                </a:lnTo>
                <a:lnTo>
                  <a:pt x="6107172" y="1447800"/>
                </a:lnTo>
                <a:lnTo>
                  <a:pt x="6060182" y="146050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68056" y="1978139"/>
            <a:ext cx="5533555" cy="525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577" y="1395412"/>
            <a:ext cx="7401559" cy="3692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指这样一类器件或装置：它能够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感受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诸如力</a:t>
            </a:r>
            <a:r>
              <a:rPr dirty="0" sz="2800" spc="-15" b="1">
                <a:solidFill>
                  <a:srgbClr val="0000CC"/>
                </a:solidFill>
                <a:latin typeface="宋体"/>
                <a:cs typeface="宋体"/>
              </a:rPr>
              <a:t>、 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温度、光、声、化学成分等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被测量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，并能把</a:t>
            </a:r>
            <a:r>
              <a:rPr dirty="0" sz="2800" spc="-15" b="1">
                <a:solidFill>
                  <a:srgbClr val="0000CC"/>
                </a:solidFill>
                <a:latin typeface="宋体"/>
                <a:cs typeface="宋体"/>
              </a:rPr>
              <a:t>它 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们按照一定的规律</a:t>
            </a: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转换为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便于传送和处理</a:t>
            </a:r>
            <a:r>
              <a:rPr dirty="0" sz="2800" spc="-10" b="1">
                <a:solidFill>
                  <a:srgbClr val="0000CC"/>
                </a:solidFill>
                <a:latin typeface="宋体"/>
                <a:cs typeface="宋体"/>
              </a:rPr>
              <a:t> 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的 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可用信号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输出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通常转换成的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可用信号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是电压、电流等电学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量</a:t>
            </a:r>
            <a:endParaRPr sz="2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</a:pP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，或转换为电路的通断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 marR="182880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把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非电学量</a:t>
            </a: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转换为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电学量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，</a:t>
            </a:r>
            <a:r>
              <a:rPr dirty="0" sz="2800" spc="-25" b="1">
                <a:solidFill>
                  <a:srgbClr val="0000CC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可以很方便地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进 </a:t>
            </a:r>
            <a:r>
              <a:rPr dirty="0" sz="2800" b="1">
                <a:solidFill>
                  <a:srgbClr val="0000CC"/>
                </a:solidFill>
                <a:latin typeface="宋体"/>
                <a:cs typeface="宋体"/>
              </a:rPr>
              <a:t>行测量、传输、处理和控制</a:t>
            </a:r>
            <a:r>
              <a:rPr dirty="0" sz="2800" spc="-20" b="1">
                <a:solidFill>
                  <a:srgbClr val="0000CC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3335" y="947635"/>
            <a:ext cx="181356" cy="181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39392" y="846518"/>
            <a:ext cx="330835" cy="384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3404" y="787577"/>
            <a:ext cx="1409661" cy="493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6385" y="947635"/>
            <a:ext cx="181356" cy="181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83867" y="848309"/>
            <a:ext cx="359410" cy="382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66454" y="787577"/>
            <a:ext cx="2327871" cy="493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0375" y="2894012"/>
            <a:ext cx="2022475" cy="787400"/>
          </a:xfrm>
          <a:custGeom>
            <a:avLst/>
            <a:gdLst/>
            <a:ahLst/>
            <a:cxnLst/>
            <a:rect l="l" t="t" r="r" b="b"/>
            <a:pathLst>
              <a:path w="2022475" h="787400">
                <a:moveTo>
                  <a:pt x="2022475" y="787400"/>
                </a:moveTo>
                <a:lnTo>
                  <a:pt x="0" y="787400"/>
                </a:lnTo>
                <a:lnTo>
                  <a:pt x="0" y="0"/>
                </a:lnTo>
                <a:lnTo>
                  <a:pt x="2022475" y="0"/>
                </a:lnTo>
                <a:lnTo>
                  <a:pt x="20224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758825"/>
                </a:lnTo>
                <a:lnTo>
                  <a:pt x="14287" y="758825"/>
                </a:lnTo>
                <a:lnTo>
                  <a:pt x="28575" y="773112"/>
                </a:lnTo>
                <a:lnTo>
                  <a:pt x="2022475" y="773112"/>
                </a:lnTo>
                <a:lnTo>
                  <a:pt x="2022475" y="787400"/>
                </a:lnTo>
                <a:close/>
              </a:path>
              <a:path w="2022475" h="787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022475" h="787400">
                <a:moveTo>
                  <a:pt x="19939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993900" y="14287"/>
                </a:lnTo>
                <a:lnTo>
                  <a:pt x="1993900" y="28575"/>
                </a:lnTo>
                <a:close/>
              </a:path>
              <a:path w="2022475" h="787400">
                <a:moveTo>
                  <a:pt x="1993900" y="773112"/>
                </a:moveTo>
                <a:lnTo>
                  <a:pt x="1993900" y="14287"/>
                </a:lnTo>
                <a:lnTo>
                  <a:pt x="2008187" y="28575"/>
                </a:lnTo>
                <a:lnTo>
                  <a:pt x="2022475" y="28575"/>
                </a:lnTo>
                <a:lnTo>
                  <a:pt x="2022475" y="758825"/>
                </a:lnTo>
                <a:lnTo>
                  <a:pt x="2008187" y="758825"/>
                </a:lnTo>
                <a:lnTo>
                  <a:pt x="1993900" y="773112"/>
                </a:lnTo>
                <a:close/>
              </a:path>
              <a:path w="2022475" h="787400">
                <a:moveTo>
                  <a:pt x="2022475" y="28575"/>
                </a:moveTo>
                <a:lnTo>
                  <a:pt x="2008187" y="28575"/>
                </a:lnTo>
                <a:lnTo>
                  <a:pt x="1993900" y="14287"/>
                </a:lnTo>
                <a:lnTo>
                  <a:pt x="2022475" y="14287"/>
                </a:lnTo>
                <a:lnTo>
                  <a:pt x="2022475" y="28575"/>
                </a:lnTo>
                <a:close/>
              </a:path>
              <a:path w="2022475" h="787400">
                <a:moveTo>
                  <a:pt x="28575" y="773112"/>
                </a:moveTo>
                <a:lnTo>
                  <a:pt x="14287" y="758825"/>
                </a:lnTo>
                <a:lnTo>
                  <a:pt x="28575" y="758825"/>
                </a:lnTo>
                <a:lnTo>
                  <a:pt x="28575" y="773112"/>
                </a:lnTo>
                <a:close/>
              </a:path>
              <a:path w="2022475" h="787400">
                <a:moveTo>
                  <a:pt x="1993900" y="773112"/>
                </a:moveTo>
                <a:lnTo>
                  <a:pt x="28575" y="773112"/>
                </a:lnTo>
                <a:lnTo>
                  <a:pt x="28575" y="758825"/>
                </a:lnTo>
                <a:lnTo>
                  <a:pt x="1993900" y="758825"/>
                </a:lnTo>
                <a:lnTo>
                  <a:pt x="1993900" y="773112"/>
                </a:lnTo>
                <a:close/>
              </a:path>
              <a:path w="2022475" h="787400">
                <a:moveTo>
                  <a:pt x="2022475" y="773112"/>
                </a:moveTo>
                <a:lnTo>
                  <a:pt x="1993900" y="773112"/>
                </a:lnTo>
                <a:lnTo>
                  <a:pt x="2008187" y="758825"/>
                </a:lnTo>
                <a:lnTo>
                  <a:pt x="2022475" y="758825"/>
                </a:lnTo>
                <a:lnTo>
                  <a:pt x="2022475" y="773112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93402" y="2866389"/>
            <a:ext cx="1707514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660033"/>
                </a:solidFill>
                <a:latin typeface="方正舒体"/>
                <a:cs typeface="方正舒体"/>
              </a:rPr>
              <a:t>传感</a:t>
            </a:r>
            <a:r>
              <a:rPr dirty="0" sz="4400" spc="-15" b="1">
                <a:solidFill>
                  <a:srgbClr val="660033"/>
                </a:solidFill>
                <a:latin typeface="方正舒体"/>
                <a:cs typeface="方正舒体"/>
              </a:rPr>
              <a:t>器</a:t>
            </a:r>
            <a:endParaRPr sz="4400">
              <a:latin typeface="方正舒体"/>
              <a:cs typeface="方正舒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71750" y="1652587"/>
            <a:ext cx="2024380" cy="895350"/>
          </a:xfrm>
          <a:custGeom>
            <a:avLst/>
            <a:gdLst/>
            <a:ahLst/>
            <a:cxnLst/>
            <a:rect l="l" t="t" r="r" b="b"/>
            <a:pathLst>
              <a:path w="2024379" h="895350">
                <a:moveTo>
                  <a:pt x="2024062" y="895350"/>
                </a:moveTo>
                <a:lnTo>
                  <a:pt x="0" y="895350"/>
                </a:lnTo>
                <a:lnTo>
                  <a:pt x="0" y="0"/>
                </a:lnTo>
                <a:lnTo>
                  <a:pt x="2024062" y="0"/>
                </a:lnTo>
                <a:lnTo>
                  <a:pt x="202406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76300"/>
                </a:lnTo>
                <a:lnTo>
                  <a:pt x="9525" y="876300"/>
                </a:lnTo>
                <a:lnTo>
                  <a:pt x="19050" y="885825"/>
                </a:lnTo>
                <a:lnTo>
                  <a:pt x="2024062" y="885825"/>
                </a:lnTo>
                <a:lnTo>
                  <a:pt x="2024062" y="895350"/>
                </a:lnTo>
                <a:close/>
              </a:path>
              <a:path w="2024379" h="89535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024379" h="895350">
                <a:moveTo>
                  <a:pt x="200501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005012" y="9525"/>
                </a:lnTo>
                <a:lnTo>
                  <a:pt x="2005012" y="19050"/>
                </a:lnTo>
                <a:close/>
              </a:path>
              <a:path w="2024379" h="895350">
                <a:moveTo>
                  <a:pt x="2005012" y="885825"/>
                </a:moveTo>
                <a:lnTo>
                  <a:pt x="2005012" y="9525"/>
                </a:lnTo>
                <a:lnTo>
                  <a:pt x="2014537" y="19050"/>
                </a:lnTo>
                <a:lnTo>
                  <a:pt x="2024062" y="19050"/>
                </a:lnTo>
                <a:lnTo>
                  <a:pt x="2024062" y="876300"/>
                </a:lnTo>
                <a:lnTo>
                  <a:pt x="2014537" y="876300"/>
                </a:lnTo>
                <a:lnTo>
                  <a:pt x="2005012" y="885825"/>
                </a:lnTo>
                <a:close/>
              </a:path>
              <a:path w="2024379" h="895350">
                <a:moveTo>
                  <a:pt x="2024062" y="19050"/>
                </a:moveTo>
                <a:lnTo>
                  <a:pt x="2014537" y="19050"/>
                </a:lnTo>
                <a:lnTo>
                  <a:pt x="2005012" y="9525"/>
                </a:lnTo>
                <a:lnTo>
                  <a:pt x="2024062" y="9525"/>
                </a:lnTo>
                <a:lnTo>
                  <a:pt x="2024062" y="19050"/>
                </a:lnTo>
                <a:close/>
              </a:path>
              <a:path w="2024379" h="895350">
                <a:moveTo>
                  <a:pt x="19050" y="885825"/>
                </a:moveTo>
                <a:lnTo>
                  <a:pt x="9525" y="876300"/>
                </a:lnTo>
                <a:lnTo>
                  <a:pt x="19050" y="876300"/>
                </a:lnTo>
                <a:lnTo>
                  <a:pt x="19050" y="885825"/>
                </a:lnTo>
                <a:close/>
              </a:path>
              <a:path w="2024379" h="895350">
                <a:moveTo>
                  <a:pt x="2005012" y="885825"/>
                </a:moveTo>
                <a:lnTo>
                  <a:pt x="19050" y="885825"/>
                </a:lnTo>
                <a:lnTo>
                  <a:pt x="19050" y="876300"/>
                </a:lnTo>
                <a:lnTo>
                  <a:pt x="2005012" y="876300"/>
                </a:lnTo>
                <a:lnTo>
                  <a:pt x="2005012" y="885825"/>
                </a:lnTo>
                <a:close/>
              </a:path>
              <a:path w="2024379" h="895350">
                <a:moveTo>
                  <a:pt x="2024062" y="885825"/>
                </a:moveTo>
                <a:lnTo>
                  <a:pt x="2005012" y="885825"/>
                </a:lnTo>
                <a:lnTo>
                  <a:pt x="2014537" y="876300"/>
                </a:lnTo>
                <a:lnTo>
                  <a:pt x="2024062" y="876300"/>
                </a:lnTo>
                <a:lnTo>
                  <a:pt x="2024062" y="88582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86240" y="1702993"/>
            <a:ext cx="1793621" cy="3829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14840" y="2090813"/>
            <a:ext cx="1417827" cy="372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1825" y="1831975"/>
            <a:ext cx="1510030" cy="1173480"/>
          </a:xfrm>
          <a:custGeom>
            <a:avLst/>
            <a:gdLst/>
            <a:ahLst/>
            <a:cxnLst/>
            <a:rect l="l" t="t" r="r" b="b"/>
            <a:pathLst>
              <a:path w="1510030" h="1173480">
                <a:moveTo>
                  <a:pt x="1509712" y="1173162"/>
                </a:moveTo>
                <a:lnTo>
                  <a:pt x="0" y="1173162"/>
                </a:lnTo>
                <a:lnTo>
                  <a:pt x="0" y="0"/>
                </a:lnTo>
                <a:lnTo>
                  <a:pt x="1509712" y="0"/>
                </a:lnTo>
                <a:lnTo>
                  <a:pt x="15097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63637"/>
                </a:lnTo>
                <a:lnTo>
                  <a:pt x="4762" y="1163637"/>
                </a:lnTo>
                <a:lnTo>
                  <a:pt x="9525" y="1168400"/>
                </a:lnTo>
                <a:lnTo>
                  <a:pt x="1509712" y="1168400"/>
                </a:lnTo>
                <a:lnTo>
                  <a:pt x="1509712" y="1173162"/>
                </a:lnTo>
                <a:close/>
              </a:path>
              <a:path w="1510030" h="11734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10030" h="1173480">
                <a:moveTo>
                  <a:pt x="15001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00187" y="4762"/>
                </a:lnTo>
                <a:lnTo>
                  <a:pt x="1500187" y="9525"/>
                </a:lnTo>
                <a:close/>
              </a:path>
              <a:path w="1510030" h="1173480">
                <a:moveTo>
                  <a:pt x="1500187" y="1168400"/>
                </a:moveTo>
                <a:lnTo>
                  <a:pt x="1500187" y="4762"/>
                </a:lnTo>
                <a:lnTo>
                  <a:pt x="1504950" y="9525"/>
                </a:lnTo>
                <a:lnTo>
                  <a:pt x="1509712" y="9525"/>
                </a:lnTo>
                <a:lnTo>
                  <a:pt x="1509712" y="1163637"/>
                </a:lnTo>
                <a:lnTo>
                  <a:pt x="1504950" y="1163637"/>
                </a:lnTo>
                <a:lnTo>
                  <a:pt x="1500187" y="1168400"/>
                </a:lnTo>
                <a:close/>
              </a:path>
              <a:path w="1510030" h="1173480">
                <a:moveTo>
                  <a:pt x="1509712" y="9525"/>
                </a:moveTo>
                <a:lnTo>
                  <a:pt x="1504950" y="9525"/>
                </a:lnTo>
                <a:lnTo>
                  <a:pt x="1500187" y="4762"/>
                </a:lnTo>
                <a:lnTo>
                  <a:pt x="1509712" y="4762"/>
                </a:lnTo>
                <a:lnTo>
                  <a:pt x="1509712" y="9525"/>
                </a:lnTo>
                <a:close/>
              </a:path>
              <a:path w="1510030" h="1173480">
                <a:moveTo>
                  <a:pt x="9525" y="1168400"/>
                </a:moveTo>
                <a:lnTo>
                  <a:pt x="4762" y="1163637"/>
                </a:lnTo>
                <a:lnTo>
                  <a:pt x="9525" y="1163637"/>
                </a:lnTo>
                <a:lnTo>
                  <a:pt x="9525" y="1168400"/>
                </a:lnTo>
                <a:close/>
              </a:path>
              <a:path w="1510030" h="1173480">
                <a:moveTo>
                  <a:pt x="1500187" y="1168400"/>
                </a:moveTo>
                <a:lnTo>
                  <a:pt x="9525" y="1168400"/>
                </a:lnTo>
                <a:lnTo>
                  <a:pt x="9525" y="1163637"/>
                </a:lnTo>
                <a:lnTo>
                  <a:pt x="1500187" y="1163637"/>
                </a:lnTo>
                <a:lnTo>
                  <a:pt x="1500187" y="1168400"/>
                </a:lnTo>
                <a:close/>
              </a:path>
              <a:path w="1510030" h="1173480">
                <a:moveTo>
                  <a:pt x="1509712" y="1168400"/>
                </a:moveTo>
                <a:lnTo>
                  <a:pt x="1500187" y="1168400"/>
                </a:lnTo>
                <a:lnTo>
                  <a:pt x="1504950" y="1163637"/>
                </a:lnTo>
                <a:lnTo>
                  <a:pt x="1509712" y="1163637"/>
                </a:lnTo>
                <a:lnTo>
                  <a:pt x="1509712" y="116840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5327" y="1803082"/>
            <a:ext cx="1246505" cy="10490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力传感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磁传感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声传感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03875" y="2794000"/>
            <a:ext cx="1787525" cy="894080"/>
          </a:xfrm>
          <a:custGeom>
            <a:avLst/>
            <a:gdLst/>
            <a:ahLst/>
            <a:cxnLst/>
            <a:rect l="l" t="t" r="r" b="b"/>
            <a:pathLst>
              <a:path w="1787525" h="894079">
                <a:moveTo>
                  <a:pt x="1787525" y="893762"/>
                </a:moveTo>
                <a:lnTo>
                  <a:pt x="0" y="893762"/>
                </a:lnTo>
                <a:lnTo>
                  <a:pt x="0" y="0"/>
                </a:lnTo>
                <a:lnTo>
                  <a:pt x="1787525" y="0"/>
                </a:lnTo>
                <a:lnTo>
                  <a:pt x="178752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74712"/>
                </a:lnTo>
                <a:lnTo>
                  <a:pt x="9525" y="874712"/>
                </a:lnTo>
                <a:lnTo>
                  <a:pt x="19050" y="884237"/>
                </a:lnTo>
                <a:lnTo>
                  <a:pt x="1787525" y="884237"/>
                </a:lnTo>
                <a:lnTo>
                  <a:pt x="1787525" y="893762"/>
                </a:lnTo>
                <a:close/>
              </a:path>
              <a:path w="1787525" h="8940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787525" h="894079">
                <a:moveTo>
                  <a:pt x="176847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768475" y="9525"/>
                </a:lnTo>
                <a:lnTo>
                  <a:pt x="1768475" y="19050"/>
                </a:lnTo>
                <a:close/>
              </a:path>
              <a:path w="1787525" h="894079">
                <a:moveTo>
                  <a:pt x="1768475" y="884237"/>
                </a:moveTo>
                <a:lnTo>
                  <a:pt x="1768475" y="9525"/>
                </a:lnTo>
                <a:lnTo>
                  <a:pt x="1778000" y="19050"/>
                </a:lnTo>
                <a:lnTo>
                  <a:pt x="1787525" y="19050"/>
                </a:lnTo>
                <a:lnTo>
                  <a:pt x="1787525" y="874712"/>
                </a:lnTo>
                <a:lnTo>
                  <a:pt x="1778000" y="874712"/>
                </a:lnTo>
                <a:lnTo>
                  <a:pt x="1768475" y="884237"/>
                </a:lnTo>
                <a:close/>
              </a:path>
              <a:path w="1787525" h="894079">
                <a:moveTo>
                  <a:pt x="1787525" y="19050"/>
                </a:moveTo>
                <a:lnTo>
                  <a:pt x="1778000" y="19050"/>
                </a:lnTo>
                <a:lnTo>
                  <a:pt x="1768475" y="9525"/>
                </a:lnTo>
                <a:lnTo>
                  <a:pt x="1787525" y="9525"/>
                </a:lnTo>
                <a:lnTo>
                  <a:pt x="1787525" y="19050"/>
                </a:lnTo>
                <a:close/>
              </a:path>
              <a:path w="1787525" h="894079">
                <a:moveTo>
                  <a:pt x="19050" y="884237"/>
                </a:moveTo>
                <a:lnTo>
                  <a:pt x="9525" y="874712"/>
                </a:lnTo>
                <a:lnTo>
                  <a:pt x="19050" y="874712"/>
                </a:lnTo>
                <a:lnTo>
                  <a:pt x="19050" y="884237"/>
                </a:lnTo>
                <a:close/>
              </a:path>
              <a:path w="1787525" h="894079">
                <a:moveTo>
                  <a:pt x="1768475" y="884237"/>
                </a:moveTo>
                <a:lnTo>
                  <a:pt x="19050" y="884237"/>
                </a:lnTo>
                <a:lnTo>
                  <a:pt x="19050" y="874712"/>
                </a:lnTo>
                <a:lnTo>
                  <a:pt x="1768475" y="874712"/>
                </a:lnTo>
                <a:lnTo>
                  <a:pt x="1768475" y="884237"/>
                </a:lnTo>
                <a:close/>
              </a:path>
              <a:path w="1787525" h="894079">
                <a:moveTo>
                  <a:pt x="1787525" y="884237"/>
                </a:moveTo>
                <a:lnTo>
                  <a:pt x="1768475" y="884237"/>
                </a:lnTo>
                <a:lnTo>
                  <a:pt x="1778000" y="874712"/>
                </a:lnTo>
                <a:lnTo>
                  <a:pt x="1787525" y="874712"/>
                </a:lnTo>
                <a:lnTo>
                  <a:pt x="1787525" y="88423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62104" y="2844774"/>
            <a:ext cx="1411427" cy="3836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30252" y="3240747"/>
            <a:ext cx="1099997" cy="3672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56550" y="2757487"/>
            <a:ext cx="1819275" cy="822325"/>
          </a:xfrm>
          <a:custGeom>
            <a:avLst/>
            <a:gdLst/>
            <a:ahLst/>
            <a:cxnLst/>
            <a:rect l="l" t="t" r="r" b="b"/>
            <a:pathLst>
              <a:path w="1819275" h="822325">
                <a:moveTo>
                  <a:pt x="1819275" y="822325"/>
                </a:moveTo>
                <a:lnTo>
                  <a:pt x="0" y="822325"/>
                </a:lnTo>
                <a:lnTo>
                  <a:pt x="0" y="0"/>
                </a:lnTo>
                <a:lnTo>
                  <a:pt x="1819275" y="0"/>
                </a:lnTo>
                <a:lnTo>
                  <a:pt x="18192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12800"/>
                </a:lnTo>
                <a:lnTo>
                  <a:pt x="4762" y="812800"/>
                </a:lnTo>
                <a:lnTo>
                  <a:pt x="9525" y="817562"/>
                </a:lnTo>
                <a:lnTo>
                  <a:pt x="1819275" y="817562"/>
                </a:lnTo>
                <a:lnTo>
                  <a:pt x="1819275" y="822325"/>
                </a:lnTo>
                <a:close/>
              </a:path>
              <a:path w="1819275" h="822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19275" h="822325">
                <a:moveTo>
                  <a:pt x="18097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09750" y="4762"/>
                </a:lnTo>
                <a:lnTo>
                  <a:pt x="1809750" y="9525"/>
                </a:lnTo>
                <a:close/>
              </a:path>
              <a:path w="1819275" h="822325">
                <a:moveTo>
                  <a:pt x="1809750" y="817562"/>
                </a:moveTo>
                <a:lnTo>
                  <a:pt x="1809750" y="4762"/>
                </a:lnTo>
                <a:lnTo>
                  <a:pt x="1814512" y="9525"/>
                </a:lnTo>
                <a:lnTo>
                  <a:pt x="1819275" y="9525"/>
                </a:lnTo>
                <a:lnTo>
                  <a:pt x="1819275" y="812800"/>
                </a:lnTo>
                <a:lnTo>
                  <a:pt x="1814512" y="812800"/>
                </a:lnTo>
                <a:lnTo>
                  <a:pt x="1809750" y="817562"/>
                </a:lnTo>
                <a:close/>
              </a:path>
              <a:path w="1819275" h="822325">
                <a:moveTo>
                  <a:pt x="1819275" y="9525"/>
                </a:moveTo>
                <a:lnTo>
                  <a:pt x="1814512" y="9525"/>
                </a:lnTo>
                <a:lnTo>
                  <a:pt x="1809750" y="4762"/>
                </a:lnTo>
                <a:lnTo>
                  <a:pt x="1819275" y="4762"/>
                </a:lnTo>
                <a:lnTo>
                  <a:pt x="1819275" y="9525"/>
                </a:lnTo>
                <a:close/>
              </a:path>
              <a:path w="1819275" h="822325">
                <a:moveTo>
                  <a:pt x="9525" y="817562"/>
                </a:moveTo>
                <a:lnTo>
                  <a:pt x="4762" y="812800"/>
                </a:lnTo>
                <a:lnTo>
                  <a:pt x="9525" y="812800"/>
                </a:lnTo>
                <a:lnTo>
                  <a:pt x="9525" y="817562"/>
                </a:lnTo>
                <a:close/>
              </a:path>
              <a:path w="1819275" h="822325">
                <a:moveTo>
                  <a:pt x="1809750" y="817562"/>
                </a:moveTo>
                <a:lnTo>
                  <a:pt x="9525" y="817562"/>
                </a:lnTo>
                <a:lnTo>
                  <a:pt x="9525" y="812800"/>
                </a:lnTo>
                <a:lnTo>
                  <a:pt x="1809750" y="812800"/>
                </a:lnTo>
                <a:lnTo>
                  <a:pt x="1809750" y="817562"/>
                </a:lnTo>
                <a:close/>
              </a:path>
              <a:path w="1819275" h="822325">
                <a:moveTo>
                  <a:pt x="1819275" y="817562"/>
                </a:moveTo>
                <a:lnTo>
                  <a:pt x="1809750" y="817562"/>
                </a:lnTo>
                <a:lnTo>
                  <a:pt x="1814512" y="812800"/>
                </a:lnTo>
                <a:lnTo>
                  <a:pt x="1819275" y="812800"/>
                </a:lnTo>
                <a:lnTo>
                  <a:pt x="1819275" y="81756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040052" y="2728595"/>
            <a:ext cx="1551940" cy="7200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离子传感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气体传感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97450" y="1592262"/>
            <a:ext cx="2281555" cy="862330"/>
          </a:xfrm>
          <a:custGeom>
            <a:avLst/>
            <a:gdLst/>
            <a:ahLst/>
            <a:cxnLst/>
            <a:rect l="l" t="t" r="r" b="b"/>
            <a:pathLst>
              <a:path w="2281554" h="862330">
                <a:moveTo>
                  <a:pt x="2281237" y="862012"/>
                </a:moveTo>
                <a:lnTo>
                  <a:pt x="0" y="862012"/>
                </a:lnTo>
                <a:lnTo>
                  <a:pt x="0" y="0"/>
                </a:lnTo>
                <a:lnTo>
                  <a:pt x="2281237" y="0"/>
                </a:lnTo>
                <a:lnTo>
                  <a:pt x="228123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42962"/>
                </a:lnTo>
                <a:lnTo>
                  <a:pt x="9525" y="842962"/>
                </a:lnTo>
                <a:lnTo>
                  <a:pt x="19050" y="852487"/>
                </a:lnTo>
                <a:lnTo>
                  <a:pt x="2281237" y="852487"/>
                </a:lnTo>
                <a:lnTo>
                  <a:pt x="2281237" y="862012"/>
                </a:lnTo>
                <a:close/>
              </a:path>
              <a:path w="2281554" h="86233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281554" h="862330">
                <a:moveTo>
                  <a:pt x="226218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262187" y="9525"/>
                </a:lnTo>
                <a:lnTo>
                  <a:pt x="2262187" y="19050"/>
                </a:lnTo>
                <a:close/>
              </a:path>
              <a:path w="2281554" h="862330">
                <a:moveTo>
                  <a:pt x="2262187" y="852487"/>
                </a:moveTo>
                <a:lnTo>
                  <a:pt x="2262187" y="9525"/>
                </a:lnTo>
                <a:lnTo>
                  <a:pt x="2271712" y="19050"/>
                </a:lnTo>
                <a:lnTo>
                  <a:pt x="2281237" y="19050"/>
                </a:lnTo>
                <a:lnTo>
                  <a:pt x="2281237" y="842962"/>
                </a:lnTo>
                <a:lnTo>
                  <a:pt x="2271712" y="842962"/>
                </a:lnTo>
                <a:lnTo>
                  <a:pt x="2262187" y="852487"/>
                </a:lnTo>
                <a:close/>
              </a:path>
              <a:path w="2281554" h="862330">
                <a:moveTo>
                  <a:pt x="2281237" y="19050"/>
                </a:moveTo>
                <a:lnTo>
                  <a:pt x="2271712" y="19050"/>
                </a:lnTo>
                <a:lnTo>
                  <a:pt x="2262187" y="9525"/>
                </a:lnTo>
                <a:lnTo>
                  <a:pt x="2281237" y="9525"/>
                </a:lnTo>
                <a:lnTo>
                  <a:pt x="2281237" y="19050"/>
                </a:lnTo>
                <a:close/>
              </a:path>
              <a:path w="2281554" h="862330">
                <a:moveTo>
                  <a:pt x="19050" y="852487"/>
                </a:moveTo>
                <a:lnTo>
                  <a:pt x="9525" y="842962"/>
                </a:lnTo>
                <a:lnTo>
                  <a:pt x="19050" y="842962"/>
                </a:lnTo>
                <a:lnTo>
                  <a:pt x="19050" y="852487"/>
                </a:lnTo>
                <a:close/>
              </a:path>
              <a:path w="2281554" h="862330">
                <a:moveTo>
                  <a:pt x="2262187" y="852487"/>
                </a:moveTo>
                <a:lnTo>
                  <a:pt x="19050" y="852487"/>
                </a:lnTo>
                <a:lnTo>
                  <a:pt x="19050" y="842962"/>
                </a:lnTo>
                <a:lnTo>
                  <a:pt x="2262187" y="842962"/>
                </a:lnTo>
                <a:lnTo>
                  <a:pt x="2262187" y="852487"/>
                </a:lnTo>
                <a:close/>
              </a:path>
              <a:path w="2281554" h="862330">
                <a:moveTo>
                  <a:pt x="2281237" y="852487"/>
                </a:moveTo>
                <a:lnTo>
                  <a:pt x="2262187" y="852487"/>
                </a:lnTo>
                <a:lnTo>
                  <a:pt x="2271712" y="842962"/>
                </a:lnTo>
                <a:lnTo>
                  <a:pt x="2281237" y="842962"/>
                </a:lnTo>
                <a:lnTo>
                  <a:pt x="2281237" y="85248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26177" y="1645513"/>
            <a:ext cx="1772627" cy="3647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23827" y="2028342"/>
            <a:ext cx="1807133" cy="3878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747000" y="1266825"/>
            <a:ext cx="2035175" cy="1090930"/>
          </a:xfrm>
          <a:custGeom>
            <a:avLst/>
            <a:gdLst/>
            <a:ahLst/>
            <a:cxnLst/>
            <a:rect l="l" t="t" r="r" b="b"/>
            <a:pathLst>
              <a:path w="2035175" h="1090930">
                <a:moveTo>
                  <a:pt x="2035175" y="1090612"/>
                </a:moveTo>
                <a:lnTo>
                  <a:pt x="0" y="1090612"/>
                </a:lnTo>
                <a:lnTo>
                  <a:pt x="0" y="0"/>
                </a:lnTo>
                <a:lnTo>
                  <a:pt x="2035175" y="0"/>
                </a:lnTo>
                <a:lnTo>
                  <a:pt x="20351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81087"/>
                </a:lnTo>
                <a:lnTo>
                  <a:pt x="4762" y="1081087"/>
                </a:lnTo>
                <a:lnTo>
                  <a:pt x="9525" y="1085850"/>
                </a:lnTo>
                <a:lnTo>
                  <a:pt x="2035175" y="1085850"/>
                </a:lnTo>
                <a:lnTo>
                  <a:pt x="2035175" y="1090612"/>
                </a:lnTo>
                <a:close/>
              </a:path>
              <a:path w="2035175" h="109093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35175" h="1090930">
                <a:moveTo>
                  <a:pt x="20256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25650" y="4762"/>
                </a:lnTo>
                <a:lnTo>
                  <a:pt x="2025650" y="9525"/>
                </a:lnTo>
                <a:close/>
              </a:path>
              <a:path w="2035175" h="1090930">
                <a:moveTo>
                  <a:pt x="2025650" y="1085850"/>
                </a:moveTo>
                <a:lnTo>
                  <a:pt x="2025650" y="4762"/>
                </a:lnTo>
                <a:lnTo>
                  <a:pt x="2030412" y="9525"/>
                </a:lnTo>
                <a:lnTo>
                  <a:pt x="2035175" y="9525"/>
                </a:lnTo>
                <a:lnTo>
                  <a:pt x="2035175" y="1081087"/>
                </a:lnTo>
                <a:lnTo>
                  <a:pt x="2030412" y="1081087"/>
                </a:lnTo>
                <a:lnTo>
                  <a:pt x="2025650" y="1085850"/>
                </a:lnTo>
                <a:close/>
              </a:path>
              <a:path w="2035175" h="1090930">
                <a:moveTo>
                  <a:pt x="2035175" y="9525"/>
                </a:moveTo>
                <a:lnTo>
                  <a:pt x="2030412" y="9525"/>
                </a:lnTo>
                <a:lnTo>
                  <a:pt x="2025650" y="4762"/>
                </a:lnTo>
                <a:lnTo>
                  <a:pt x="2035175" y="4762"/>
                </a:lnTo>
                <a:lnTo>
                  <a:pt x="2035175" y="9525"/>
                </a:lnTo>
                <a:close/>
              </a:path>
              <a:path w="2035175" h="1090930">
                <a:moveTo>
                  <a:pt x="9525" y="1085850"/>
                </a:moveTo>
                <a:lnTo>
                  <a:pt x="4762" y="1081087"/>
                </a:lnTo>
                <a:lnTo>
                  <a:pt x="9525" y="1081087"/>
                </a:lnTo>
                <a:lnTo>
                  <a:pt x="9525" y="1085850"/>
                </a:lnTo>
                <a:close/>
              </a:path>
              <a:path w="2035175" h="1090930">
                <a:moveTo>
                  <a:pt x="2025650" y="1085850"/>
                </a:moveTo>
                <a:lnTo>
                  <a:pt x="9525" y="1085850"/>
                </a:lnTo>
                <a:lnTo>
                  <a:pt x="9525" y="1081087"/>
                </a:lnTo>
                <a:lnTo>
                  <a:pt x="2025650" y="1081087"/>
                </a:lnTo>
                <a:lnTo>
                  <a:pt x="2025650" y="1085850"/>
                </a:lnTo>
                <a:close/>
              </a:path>
              <a:path w="2035175" h="1090930">
                <a:moveTo>
                  <a:pt x="2035175" y="1085850"/>
                </a:moveTo>
                <a:lnTo>
                  <a:pt x="2025650" y="1085850"/>
                </a:lnTo>
                <a:lnTo>
                  <a:pt x="2030412" y="1081087"/>
                </a:lnTo>
                <a:lnTo>
                  <a:pt x="2035175" y="1081087"/>
                </a:lnTo>
                <a:lnTo>
                  <a:pt x="2035175" y="108585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30502" y="1237932"/>
            <a:ext cx="1857375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酶传感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2590"/>
              </a:lnSpc>
              <a:spcBef>
                <a:spcPts val="180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微生物传感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细胞传感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6762" y="5326062"/>
            <a:ext cx="3805554" cy="841375"/>
          </a:xfrm>
          <a:custGeom>
            <a:avLst/>
            <a:gdLst/>
            <a:ahLst/>
            <a:cxnLst/>
            <a:rect l="l" t="t" r="r" b="b"/>
            <a:pathLst>
              <a:path w="3805554" h="841375">
                <a:moveTo>
                  <a:pt x="3805237" y="841375"/>
                </a:moveTo>
                <a:lnTo>
                  <a:pt x="0" y="841375"/>
                </a:lnTo>
                <a:lnTo>
                  <a:pt x="0" y="0"/>
                </a:lnTo>
                <a:lnTo>
                  <a:pt x="3805237" y="0"/>
                </a:lnTo>
                <a:lnTo>
                  <a:pt x="38052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1850"/>
                </a:lnTo>
                <a:lnTo>
                  <a:pt x="4762" y="831850"/>
                </a:lnTo>
                <a:lnTo>
                  <a:pt x="9525" y="836612"/>
                </a:lnTo>
                <a:lnTo>
                  <a:pt x="3805237" y="836612"/>
                </a:lnTo>
                <a:lnTo>
                  <a:pt x="3805237" y="841375"/>
                </a:lnTo>
                <a:close/>
              </a:path>
              <a:path w="3805554" h="8413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805554" h="841375">
                <a:moveTo>
                  <a:pt x="37957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795712" y="4762"/>
                </a:lnTo>
                <a:lnTo>
                  <a:pt x="3795712" y="9525"/>
                </a:lnTo>
                <a:close/>
              </a:path>
              <a:path w="3805554" h="841375">
                <a:moveTo>
                  <a:pt x="3795712" y="836612"/>
                </a:moveTo>
                <a:lnTo>
                  <a:pt x="3795712" y="4762"/>
                </a:lnTo>
                <a:lnTo>
                  <a:pt x="3800475" y="9525"/>
                </a:lnTo>
                <a:lnTo>
                  <a:pt x="3805237" y="9525"/>
                </a:lnTo>
                <a:lnTo>
                  <a:pt x="3805237" y="831850"/>
                </a:lnTo>
                <a:lnTo>
                  <a:pt x="3800475" y="831850"/>
                </a:lnTo>
                <a:lnTo>
                  <a:pt x="3795712" y="836612"/>
                </a:lnTo>
                <a:close/>
              </a:path>
              <a:path w="3805554" h="841375">
                <a:moveTo>
                  <a:pt x="3805237" y="9525"/>
                </a:moveTo>
                <a:lnTo>
                  <a:pt x="3800475" y="9525"/>
                </a:lnTo>
                <a:lnTo>
                  <a:pt x="3795712" y="4762"/>
                </a:lnTo>
                <a:lnTo>
                  <a:pt x="3805237" y="4762"/>
                </a:lnTo>
                <a:lnTo>
                  <a:pt x="3805237" y="9525"/>
                </a:lnTo>
                <a:close/>
              </a:path>
              <a:path w="3805554" h="841375">
                <a:moveTo>
                  <a:pt x="9525" y="836612"/>
                </a:moveTo>
                <a:lnTo>
                  <a:pt x="4762" y="831850"/>
                </a:lnTo>
                <a:lnTo>
                  <a:pt x="9525" y="831850"/>
                </a:lnTo>
                <a:lnTo>
                  <a:pt x="9525" y="836612"/>
                </a:lnTo>
                <a:close/>
              </a:path>
              <a:path w="3805554" h="841375">
                <a:moveTo>
                  <a:pt x="3795712" y="836612"/>
                </a:moveTo>
                <a:lnTo>
                  <a:pt x="9525" y="836612"/>
                </a:lnTo>
                <a:lnTo>
                  <a:pt x="9525" y="831850"/>
                </a:lnTo>
                <a:lnTo>
                  <a:pt x="3795712" y="831850"/>
                </a:lnTo>
                <a:lnTo>
                  <a:pt x="3795712" y="836612"/>
                </a:lnTo>
                <a:close/>
              </a:path>
              <a:path w="3805554" h="841375">
                <a:moveTo>
                  <a:pt x="3805237" y="836612"/>
                </a:moveTo>
                <a:lnTo>
                  <a:pt x="3795712" y="836612"/>
                </a:lnTo>
                <a:lnTo>
                  <a:pt x="3800475" y="831850"/>
                </a:lnTo>
                <a:lnTo>
                  <a:pt x="3805237" y="831850"/>
                </a:lnTo>
                <a:lnTo>
                  <a:pt x="3805237" y="83661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76630" y="5327650"/>
            <a:ext cx="33845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声、光、压力、位移、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加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速度、温度等传感器</a:t>
            </a:r>
            <a:r>
              <a:rPr dirty="0" sz="2400" spc="-10" b="1">
                <a:solidFill>
                  <a:srgbClr val="0000CC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50950" y="4044950"/>
            <a:ext cx="1910080" cy="894080"/>
          </a:xfrm>
          <a:custGeom>
            <a:avLst/>
            <a:gdLst/>
            <a:ahLst/>
            <a:cxnLst/>
            <a:rect l="l" t="t" r="r" b="b"/>
            <a:pathLst>
              <a:path w="1910080" h="894079">
                <a:moveTo>
                  <a:pt x="1909762" y="893762"/>
                </a:moveTo>
                <a:lnTo>
                  <a:pt x="0" y="893762"/>
                </a:lnTo>
                <a:lnTo>
                  <a:pt x="0" y="0"/>
                </a:lnTo>
                <a:lnTo>
                  <a:pt x="1909762" y="0"/>
                </a:lnTo>
                <a:lnTo>
                  <a:pt x="190976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74712"/>
                </a:lnTo>
                <a:lnTo>
                  <a:pt x="9525" y="874712"/>
                </a:lnTo>
                <a:lnTo>
                  <a:pt x="19050" y="884237"/>
                </a:lnTo>
                <a:lnTo>
                  <a:pt x="1909762" y="884237"/>
                </a:lnTo>
                <a:lnTo>
                  <a:pt x="1909762" y="893762"/>
                </a:lnTo>
                <a:close/>
              </a:path>
              <a:path w="1910080" h="8940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910080" h="894079">
                <a:moveTo>
                  <a:pt x="189071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890712" y="9525"/>
                </a:lnTo>
                <a:lnTo>
                  <a:pt x="1890712" y="19050"/>
                </a:lnTo>
                <a:close/>
              </a:path>
              <a:path w="1910080" h="894079">
                <a:moveTo>
                  <a:pt x="1890712" y="884237"/>
                </a:moveTo>
                <a:lnTo>
                  <a:pt x="1890712" y="9525"/>
                </a:lnTo>
                <a:lnTo>
                  <a:pt x="1900237" y="19050"/>
                </a:lnTo>
                <a:lnTo>
                  <a:pt x="1909762" y="19050"/>
                </a:lnTo>
                <a:lnTo>
                  <a:pt x="1909762" y="874712"/>
                </a:lnTo>
                <a:lnTo>
                  <a:pt x="1900237" y="874712"/>
                </a:lnTo>
                <a:lnTo>
                  <a:pt x="1890712" y="884237"/>
                </a:lnTo>
                <a:close/>
              </a:path>
              <a:path w="1910080" h="894079">
                <a:moveTo>
                  <a:pt x="1909762" y="19050"/>
                </a:moveTo>
                <a:lnTo>
                  <a:pt x="1900237" y="19050"/>
                </a:lnTo>
                <a:lnTo>
                  <a:pt x="1890712" y="9525"/>
                </a:lnTo>
                <a:lnTo>
                  <a:pt x="1909762" y="9525"/>
                </a:lnTo>
                <a:lnTo>
                  <a:pt x="1909762" y="19050"/>
                </a:lnTo>
                <a:close/>
              </a:path>
              <a:path w="1910080" h="894079">
                <a:moveTo>
                  <a:pt x="19050" y="884237"/>
                </a:moveTo>
                <a:lnTo>
                  <a:pt x="9525" y="874712"/>
                </a:lnTo>
                <a:lnTo>
                  <a:pt x="19050" y="874712"/>
                </a:lnTo>
                <a:lnTo>
                  <a:pt x="19050" y="884237"/>
                </a:lnTo>
                <a:close/>
              </a:path>
              <a:path w="1910080" h="894079">
                <a:moveTo>
                  <a:pt x="1890712" y="884237"/>
                </a:moveTo>
                <a:lnTo>
                  <a:pt x="19050" y="884237"/>
                </a:lnTo>
                <a:lnTo>
                  <a:pt x="19050" y="874712"/>
                </a:lnTo>
                <a:lnTo>
                  <a:pt x="1890712" y="874712"/>
                </a:lnTo>
                <a:lnTo>
                  <a:pt x="1890712" y="884237"/>
                </a:lnTo>
                <a:close/>
              </a:path>
              <a:path w="1910080" h="894079">
                <a:moveTo>
                  <a:pt x="1909762" y="884237"/>
                </a:moveTo>
                <a:lnTo>
                  <a:pt x="1890712" y="884237"/>
                </a:lnTo>
                <a:lnTo>
                  <a:pt x="1900237" y="874712"/>
                </a:lnTo>
                <a:lnTo>
                  <a:pt x="1909762" y="874712"/>
                </a:lnTo>
                <a:lnTo>
                  <a:pt x="1909762" y="88423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54416" y="4096791"/>
            <a:ext cx="1413903" cy="36760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99387" y="4488141"/>
            <a:ext cx="1395412" cy="3597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81900" y="4652962"/>
            <a:ext cx="2580005" cy="1579880"/>
          </a:xfrm>
          <a:custGeom>
            <a:avLst/>
            <a:gdLst/>
            <a:ahLst/>
            <a:cxnLst/>
            <a:rect l="l" t="t" r="r" b="b"/>
            <a:pathLst>
              <a:path w="2580004" h="1579879">
                <a:moveTo>
                  <a:pt x="2579687" y="1579562"/>
                </a:moveTo>
                <a:lnTo>
                  <a:pt x="0" y="1579562"/>
                </a:lnTo>
                <a:lnTo>
                  <a:pt x="0" y="0"/>
                </a:lnTo>
                <a:lnTo>
                  <a:pt x="2579687" y="0"/>
                </a:lnTo>
                <a:lnTo>
                  <a:pt x="25796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70037"/>
                </a:lnTo>
                <a:lnTo>
                  <a:pt x="4762" y="1570037"/>
                </a:lnTo>
                <a:lnTo>
                  <a:pt x="9525" y="1574800"/>
                </a:lnTo>
                <a:lnTo>
                  <a:pt x="2579687" y="1574800"/>
                </a:lnTo>
                <a:lnTo>
                  <a:pt x="2579687" y="1579562"/>
                </a:lnTo>
                <a:close/>
              </a:path>
              <a:path w="2580004" h="157987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80004" h="1579879">
                <a:moveTo>
                  <a:pt x="25701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70162" y="4762"/>
                </a:lnTo>
                <a:lnTo>
                  <a:pt x="2570162" y="9525"/>
                </a:lnTo>
                <a:close/>
              </a:path>
              <a:path w="2580004" h="1579879">
                <a:moveTo>
                  <a:pt x="2570162" y="1574800"/>
                </a:moveTo>
                <a:lnTo>
                  <a:pt x="2570162" y="4762"/>
                </a:lnTo>
                <a:lnTo>
                  <a:pt x="2574925" y="9525"/>
                </a:lnTo>
                <a:lnTo>
                  <a:pt x="2579687" y="9525"/>
                </a:lnTo>
                <a:lnTo>
                  <a:pt x="2579687" y="1570037"/>
                </a:lnTo>
                <a:lnTo>
                  <a:pt x="2574925" y="1570037"/>
                </a:lnTo>
                <a:lnTo>
                  <a:pt x="2570162" y="1574800"/>
                </a:lnTo>
                <a:close/>
              </a:path>
              <a:path w="2580004" h="1579879">
                <a:moveTo>
                  <a:pt x="2579687" y="9525"/>
                </a:moveTo>
                <a:lnTo>
                  <a:pt x="2574925" y="9525"/>
                </a:lnTo>
                <a:lnTo>
                  <a:pt x="2570162" y="4762"/>
                </a:lnTo>
                <a:lnTo>
                  <a:pt x="2579687" y="4762"/>
                </a:lnTo>
                <a:lnTo>
                  <a:pt x="2579687" y="9525"/>
                </a:lnTo>
                <a:close/>
              </a:path>
              <a:path w="2580004" h="1579879">
                <a:moveTo>
                  <a:pt x="9525" y="1574800"/>
                </a:moveTo>
                <a:lnTo>
                  <a:pt x="4762" y="1570037"/>
                </a:lnTo>
                <a:lnTo>
                  <a:pt x="9525" y="1570037"/>
                </a:lnTo>
                <a:lnTo>
                  <a:pt x="9525" y="1574800"/>
                </a:lnTo>
                <a:close/>
              </a:path>
              <a:path w="2580004" h="1579879">
                <a:moveTo>
                  <a:pt x="2570162" y="1574800"/>
                </a:moveTo>
                <a:lnTo>
                  <a:pt x="9525" y="1574800"/>
                </a:lnTo>
                <a:lnTo>
                  <a:pt x="9525" y="1570037"/>
                </a:lnTo>
                <a:lnTo>
                  <a:pt x="2570162" y="1570037"/>
                </a:lnTo>
                <a:lnTo>
                  <a:pt x="2570162" y="1574800"/>
                </a:lnTo>
                <a:close/>
              </a:path>
              <a:path w="2580004" h="1579879">
                <a:moveTo>
                  <a:pt x="2579687" y="1574800"/>
                </a:moveTo>
                <a:lnTo>
                  <a:pt x="2570162" y="1574800"/>
                </a:lnTo>
                <a:lnTo>
                  <a:pt x="2574925" y="1570037"/>
                </a:lnTo>
                <a:lnTo>
                  <a:pt x="2579687" y="1570037"/>
                </a:lnTo>
                <a:lnTo>
                  <a:pt x="2579687" y="157480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598727" y="4654550"/>
            <a:ext cx="2545080" cy="14954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50800" marR="5080" indent="-38100">
              <a:lnSpc>
                <a:spcPct val="100600"/>
              </a:lnSpc>
              <a:spcBef>
                <a:spcPts val="80"/>
              </a:spcBef>
            </a:pP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电阻式、电</a:t>
            </a:r>
            <a:r>
              <a:rPr dirty="0" sz="2400" spc="605" b="1" i="1">
                <a:solidFill>
                  <a:srgbClr val="0000CC"/>
                </a:solidFill>
                <a:latin typeface="华文楷体"/>
                <a:cs typeface="华文楷体"/>
              </a:rPr>
              <a:t>容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式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、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电感式、光电式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、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热电式、压电式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、 </a:t>
            </a:r>
            <a:r>
              <a:rPr dirty="0" sz="2400" b="1" i="1">
                <a:solidFill>
                  <a:srgbClr val="0000CC"/>
                </a:solidFill>
                <a:latin typeface="华文楷体"/>
                <a:cs typeface="华文楷体"/>
              </a:rPr>
              <a:t>磁电式等传感器</a:t>
            </a:r>
            <a:r>
              <a:rPr dirty="0" sz="2400" spc="-5" b="1" i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87875" y="4024312"/>
            <a:ext cx="2413000" cy="894080"/>
          </a:xfrm>
          <a:custGeom>
            <a:avLst/>
            <a:gdLst/>
            <a:ahLst/>
            <a:cxnLst/>
            <a:rect l="l" t="t" r="r" b="b"/>
            <a:pathLst>
              <a:path w="2413000" h="894079">
                <a:moveTo>
                  <a:pt x="2413000" y="893762"/>
                </a:moveTo>
                <a:lnTo>
                  <a:pt x="0" y="893762"/>
                </a:lnTo>
                <a:lnTo>
                  <a:pt x="0" y="0"/>
                </a:lnTo>
                <a:lnTo>
                  <a:pt x="2413000" y="0"/>
                </a:lnTo>
                <a:lnTo>
                  <a:pt x="241300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74712"/>
                </a:lnTo>
                <a:lnTo>
                  <a:pt x="9525" y="874712"/>
                </a:lnTo>
                <a:lnTo>
                  <a:pt x="19050" y="884237"/>
                </a:lnTo>
                <a:lnTo>
                  <a:pt x="2413000" y="884237"/>
                </a:lnTo>
                <a:lnTo>
                  <a:pt x="2413000" y="893762"/>
                </a:lnTo>
                <a:close/>
              </a:path>
              <a:path w="2413000" h="8940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413000" h="894079">
                <a:moveTo>
                  <a:pt x="239395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393950" y="9525"/>
                </a:lnTo>
                <a:lnTo>
                  <a:pt x="2393950" y="19050"/>
                </a:lnTo>
                <a:close/>
              </a:path>
              <a:path w="2413000" h="894079">
                <a:moveTo>
                  <a:pt x="2393950" y="884237"/>
                </a:moveTo>
                <a:lnTo>
                  <a:pt x="2393950" y="9525"/>
                </a:lnTo>
                <a:lnTo>
                  <a:pt x="2403475" y="19050"/>
                </a:lnTo>
                <a:lnTo>
                  <a:pt x="2413000" y="19050"/>
                </a:lnTo>
                <a:lnTo>
                  <a:pt x="2413000" y="874712"/>
                </a:lnTo>
                <a:lnTo>
                  <a:pt x="2403475" y="874712"/>
                </a:lnTo>
                <a:lnTo>
                  <a:pt x="2393950" y="884237"/>
                </a:lnTo>
                <a:close/>
              </a:path>
              <a:path w="2413000" h="894079">
                <a:moveTo>
                  <a:pt x="2413000" y="19050"/>
                </a:moveTo>
                <a:lnTo>
                  <a:pt x="2403475" y="19050"/>
                </a:lnTo>
                <a:lnTo>
                  <a:pt x="2393950" y="9525"/>
                </a:lnTo>
                <a:lnTo>
                  <a:pt x="2413000" y="9525"/>
                </a:lnTo>
                <a:lnTo>
                  <a:pt x="2413000" y="19050"/>
                </a:lnTo>
                <a:close/>
              </a:path>
              <a:path w="2413000" h="894079">
                <a:moveTo>
                  <a:pt x="19050" y="884237"/>
                </a:moveTo>
                <a:lnTo>
                  <a:pt x="9525" y="874712"/>
                </a:lnTo>
                <a:lnTo>
                  <a:pt x="19050" y="874712"/>
                </a:lnTo>
                <a:lnTo>
                  <a:pt x="19050" y="884237"/>
                </a:lnTo>
                <a:close/>
              </a:path>
              <a:path w="2413000" h="894079">
                <a:moveTo>
                  <a:pt x="2393950" y="884237"/>
                </a:moveTo>
                <a:lnTo>
                  <a:pt x="19050" y="884237"/>
                </a:lnTo>
                <a:lnTo>
                  <a:pt x="19050" y="874712"/>
                </a:lnTo>
                <a:lnTo>
                  <a:pt x="2393950" y="874712"/>
                </a:lnTo>
                <a:lnTo>
                  <a:pt x="2393950" y="884237"/>
                </a:lnTo>
                <a:close/>
              </a:path>
              <a:path w="2413000" h="894079">
                <a:moveTo>
                  <a:pt x="2413000" y="884237"/>
                </a:moveTo>
                <a:lnTo>
                  <a:pt x="2393950" y="884237"/>
                </a:lnTo>
                <a:lnTo>
                  <a:pt x="2403475" y="874712"/>
                </a:lnTo>
                <a:lnTo>
                  <a:pt x="2413000" y="874712"/>
                </a:lnTo>
                <a:lnTo>
                  <a:pt x="2413000" y="88423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91341" y="4076141"/>
            <a:ext cx="2143798" cy="38822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14607" y="4467504"/>
            <a:ext cx="1773339" cy="3708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44531" y="2517775"/>
            <a:ext cx="85725" cy="381635"/>
          </a:xfrm>
          <a:custGeom>
            <a:avLst/>
            <a:gdLst/>
            <a:ahLst/>
            <a:cxnLst/>
            <a:rect l="l" t="t" r="r" b="b"/>
            <a:pathLst>
              <a:path w="85725" h="381635">
                <a:moveTo>
                  <a:pt x="28574" y="85665"/>
                </a:moveTo>
                <a:lnTo>
                  <a:pt x="0" y="85547"/>
                </a:lnTo>
                <a:lnTo>
                  <a:pt x="43218" y="0"/>
                </a:lnTo>
                <a:lnTo>
                  <a:pt x="75004" y="64236"/>
                </a:lnTo>
                <a:lnTo>
                  <a:pt x="28663" y="64236"/>
                </a:lnTo>
                <a:lnTo>
                  <a:pt x="28574" y="85665"/>
                </a:lnTo>
                <a:close/>
              </a:path>
              <a:path w="85725" h="381635">
                <a:moveTo>
                  <a:pt x="57149" y="85784"/>
                </a:moveTo>
                <a:lnTo>
                  <a:pt x="28574" y="85665"/>
                </a:lnTo>
                <a:lnTo>
                  <a:pt x="28663" y="64236"/>
                </a:lnTo>
                <a:lnTo>
                  <a:pt x="57238" y="64350"/>
                </a:lnTo>
                <a:lnTo>
                  <a:pt x="57149" y="85784"/>
                </a:lnTo>
                <a:close/>
              </a:path>
              <a:path w="85725" h="381635">
                <a:moveTo>
                  <a:pt x="85725" y="85902"/>
                </a:moveTo>
                <a:lnTo>
                  <a:pt x="57149" y="85784"/>
                </a:lnTo>
                <a:lnTo>
                  <a:pt x="57238" y="64350"/>
                </a:lnTo>
                <a:lnTo>
                  <a:pt x="28663" y="64236"/>
                </a:lnTo>
                <a:lnTo>
                  <a:pt x="75004" y="64236"/>
                </a:lnTo>
                <a:lnTo>
                  <a:pt x="85725" y="85902"/>
                </a:lnTo>
                <a:close/>
              </a:path>
              <a:path w="85725" h="381635">
                <a:moveTo>
                  <a:pt x="55918" y="381063"/>
                </a:moveTo>
                <a:lnTo>
                  <a:pt x="27343" y="380936"/>
                </a:lnTo>
                <a:lnTo>
                  <a:pt x="28574" y="85665"/>
                </a:lnTo>
                <a:lnTo>
                  <a:pt x="57149" y="85784"/>
                </a:lnTo>
                <a:lnTo>
                  <a:pt x="55918" y="38106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06327" y="2437536"/>
            <a:ext cx="1131570" cy="481330"/>
          </a:xfrm>
          <a:custGeom>
            <a:avLst/>
            <a:gdLst/>
            <a:ahLst/>
            <a:cxnLst/>
            <a:rect l="l" t="t" r="r" b="b"/>
            <a:pathLst>
              <a:path w="1131570" h="481330">
                <a:moveTo>
                  <a:pt x="1046193" y="26438"/>
                </a:moveTo>
                <a:lnTo>
                  <a:pt x="1035380" y="0"/>
                </a:lnTo>
                <a:lnTo>
                  <a:pt x="1130947" y="7213"/>
                </a:lnTo>
                <a:lnTo>
                  <a:pt x="1121222" y="18326"/>
                </a:lnTo>
                <a:lnTo>
                  <a:pt x="1066025" y="18326"/>
                </a:lnTo>
                <a:lnTo>
                  <a:pt x="1046193" y="26438"/>
                </a:lnTo>
                <a:close/>
              </a:path>
              <a:path w="1131570" h="481330">
                <a:moveTo>
                  <a:pt x="1057012" y="52892"/>
                </a:moveTo>
                <a:lnTo>
                  <a:pt x="1046193" y="26438"/>
                </a:lnTo>
                <a:lnTo>
                  <a:pt x="1066025" y="18326"/>
                </a:lnTo>
                <a:lnTo>
                  <a:pt x="1076845" y="44780"/>
                </a:lnTo>
                <a:lnTo>
                  <a:pt x="1057012" y="52892"/>
                </a:lnTo>
                <a:close/>
              </a:path>
              <a:path w="1131570" h="481330">
                <a:moveTo>
                  <a:pt x="1067828" y="79336"/>
                </a:moveTo>
                <a:lnTo>
                  <a:pt x="1057012" y="52892"/>
                </a:lnTo>
                <a:lnTo>
                  <a:pt x="1076845" y="44780"/>
                </a:lnTo>
                <a:lnTo>
                  <a:pt x="1066025" y="18326"/>
                </a:lnTo>
                <a:lnTo>
                  <a:pt x="1121222" y="18326"/>
                </a:lnTo>
                <a:lnTo>
                  <a:pt x="1067828" y="79336"/>
                </a:lnTo>
                <a:close/>
              </a:path>
              <a:path w="1131570" h="481330">
                <a:moveTo>
                  <a:pt x="10820" y="480809"/>
                </a:moveTo>
                <a:lnTo>
                  <a:pt x="0" y="454367"/>
                </a:lnTo>
                <a:lnTo>
                  <a:pt x="1046193" y="26438"/>
                </a:lnTo>
                <a:lnTo>
                  <a:pt x="1057012" y="52892"/>
                </a:lnTo>
                <a:lnTo>
                  <a:pt x="10820" y="480809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10150" y="3211512"/>
            <a:ext cx="606425" cy="85725"/>
          </a:xfrm>
          <a:custGeom>
            <a:avLst/>
            <a:gdLst/>
            <a:ahLst/>
            <a:cxnLst/>
            <a:rect l="l" t="t" r="r" b="b"/>
            <a:pathLst>
              <a:path w="606425" h="85725">
                <a:moveTo>
                  <a:pt x="520700" y="85725"/>
                </a:moveTo>
                <a:lnTo>
                  <a:pt x="520700" y="0"/>
                </a:lnTo>
                <a:lnTo>
                  <a:pt x="577850" y="28575"/>
                </a:lnTo>
                <a:lnTo>
                  <a:pt x="542137" y="28575"/>
                </a:lnTo>
                <a:lnTo>
                  <a:pt x="542137" y="57150"/>
                </a:lnTo>
                <a:lnTo>
                  <a:pt x="577850" y="57150"/>
                </a:lnTo>
                <a:lnTo>
                  <a:pt x="520700" y="85725"/>
                </a:lnTo>
                <a:close/>
              </a:path>
              <a:path w="606425" h="85725">
                <a:moveTo>
                  <a:pt x="52070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520700" y="28575"/>
                </a:lnTo>
                <a:lnTo>
                  <a:pt x="520700" y="57150"/>
                </a:lnTo>
                <a:close/>
              </a:path>
              <a:path w="606425" h="85725">
                <a:moveTo>
                  <a:pt x="577850" y="57150"/>
                </a:moveTo>
                <a:lnTo>
                  <a:pt x="542137" y="57150"/>
                </a:lnTo>
                <a:lnTo>
                  <a:pt x="542137" y="28575"/>
                </a:lnTo>
                <a:lnTo>
                  <a:pt x="577850" y="28575"/>
                </a:lnTo>
                <a:lnTo>
                  <a:pt x="606425" y="42862"/>
                </a:lnTo>
                <a:lnTo>
                  <a:pt x="577850" y="5715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205037" y="3671570"/>
            <a:ext cx="822325" cy="386715"/>
          </a:xfrm>
          <a:custGeom>
            <a:avLst/>
            <a:gdLst/>
            <a:ahLst/>
            <a:cxnLst/>
            <a:rect l="l" t="t" r="r" b="b"/>
            <a:pathLst>
              <a:path w="822325" h="386714">
                <a:moveTo>
                  <a:pt x="83970" y="360519"/>
                </a:moveTo>
                <a:lnTo>
                  <a:pt x="72173" y="334496"/>
                </a:lnTo>
                <a:lnTo>
                  <a:pt x="810082" y="0"/>
                </a:lnTo>
                <a:lnTo>
                  <a:pt x="821867" y="26034"/>
                </a:lnTo>
                <a:lnTo>
                  <a:pt x="83970" y="360519"/>
                </a:lnTo>
                <a:close/>
              </a:path>
              <a:path w="822325" h="386714">
                <a:moveTo>
                  <a:pt x="95770" y="386549"/>
                </a:moveTo>
                <a:lnTo>
                  <a:pt x="0" y="382904"/>
                </a:lnTo>
                <a:lnTo>
                  <a:pt x="60375" y="308470"/>
                </a:lnTo>
                <a:lnTo>
                  <a:pt x="72173" y="334496"/>
                </a:lnTo>
                <a:lnTo>
                  <a:pt x="52654" y="343344"/>
                </a:lnTo>
                <a:lnTo>
                  <a:pt x="64452" y="369366"/>
                </a:lnTo>
                <a:lnTo>
                  <a:pt x="87981" y="369366"/>
                </a:lnTo>
                <a:lnTo>
                  <a:pt x="95770" y="386549"/>
                </a:lnTo>
                <a:close/>
              </a:path>
              <a:path w="822325" h="386714">
                <a:moveTo>
                  <a:pt x="64452" y="369366"/>
                </a:moveTo>
                <a:lnTo>
                  <a:pt x="52654" y="343344"/>
                </a:lnTo>
                <a:lnTo>
                  <a:pt x="72173" y="334496"/>
                </a:lnTo>
                <a:lnTo>
                  <a:pt x="83970" y="360519"/>
                </a:lnTo>
                <a:lnTo>
                  <a:pt x="64452" y="369366"/>
                </a:lnTo>
                <a:close/>
              </a:path>
              <a:path w="822325" h="386714">
                <a:moveTo>
                  <a:pt x="87981" y="369366"/>
                </a:moveTo>
                <a:lnTo>
                  <a:pt x="64452" y="369366"/>
                </a:lnTo>
                <a:lnTo>
                  <a:pt x="83970" y="360519"/>
                </a:lnTo>
                <a:lnTo>
                  <a:pt x="87981" y="36936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07343" y="3660495"/>
            <a:ext cx="787400" cy="376555"/>
          </a:xfrm>
          <a:custGeom>
            <a:avLst/>
            <a:gdLst/>
            <a:ahLst/>
            <a:cxnLst/>
            <a:rect l="l" t="t" r="r" b="b"/>
            <a:pathLst>
              <a:path w="787400" h="376554">
                <a:moveTo>
                  <a:pt x="703207" y="350405"/>
                </a:moveTo>
                <a:lnTo>
                  <a:pt x="0" y="25958"/>
                </a:lnTo>
                <a:lnTo>
                  <a:pt x="11963" y="0"/>
                </a:lnTo>
                <a:lnTo>
                  <a:pt x="715177" y="324462"/>
                </a:lnTo>
                <a:lnTo>
                  <a:pt x="703207" y="350405"/>
                </a:lnTo>
                <a:close/>
              </a:path>
              <a:path w="787400" h="376554">
                <a:moveTo>
                  <a:pt x="775862" y="359384"/>
                </a:moveTo>
                <a:lnTo>
                  <a:pt x="722668" y="359384"/>
                </a:lnTo>
                <a:lnTo>
                  <a:pt x="734631" y="333438"/>
                </a:lnTo>
                <a:lnTo>
                  <a:pt x="715177" y="324462"/>
                </a:lnTo>
                <a:lnTo>
                  <a:pt x="727151" y="298513"/>
                </a:lnTo>
                <a:lnTo>
                  <a:pt x="775862" y="359384"/>
                </a:lnTo>
                <a:close/>
              </a:path>
              <a:path w="787400" h="376554">
                <a:moveTo>
                  <a:pt x="722668" y="359384"/>
                </a:moveTo>
                <a:lnTo>
                  <a:pt x="703207" y="350405"/>
                </a:lnTo>
                <a:lnTo>
                  <a:pt x="715177" y="324462"/>
                </a:lnTo>
                <a:lnTo>
                  <a:pt x="734631" y="333438"/>
                </a:lnTo>
                <a:lnTo>
                  <a:pt x="722668" y="359384"/>
                </a:lnTo>
                <a:close/>
              </a:path>
              <a:path w="787400" h="376554">
                <a:moveTo>
                  <a:pt x="691235" y="376351"/>
                </a:moveTo>
                <a:lnTo>
                  <a:pt x="703207" y="350405"/>
                </a:lnTo>
                <a:lnTo>
                  <a:pt x="722668" y="359384"/>
                </a:lnTo>
                <a:lnTo>
                  <a:pt x="775862" y="359384"/>
                </a:lnTo>
                <a:lnTo>
                  <a:pt x="787031" y="373341"/>
                </a:lnTo>
                <a:lnTo>
                  <a:pt x="691235" y="376351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275461" y="1957692"/>
            <a:ext cx="455930" cy="85725"/>
          </a:xfrm>
          <a:custGeom>
            <a:avLst/>
            <a:gdLst/>
            <a:ahLst/>
            <a:cxnLst/>
            <a:rect l="l" t="t" r="r" b="b"/>
            <a:pathLst>
              <a:path w="455929" h="85725">
                <a:moveTo>
                  <a:pt x="369887" y="28573"/>
                </a:moveTo>
                <a:lnTo>
                  <a:pt x="369785" y="0"/>
                </a:lnTo>
                <a:lnTo>
                  <a:pt x="427293" y="28498"/>
                </a:lnTo>
                <a:lnTo>
                  <a:pt x="391325" y="28498"/>
                </a:lnTo>
                <a:lnTo>
                  <a:pt x="369887" y="28573"/>
                </a:lnTo>
                <a:close/>
              </a:path>
              <a:path w="455929" h="85725">
                <a:moveTo>
                  <a:pt x="369989" y="57148"/>
                </a:moveTo>
                <a:lnTo>
                  <a:pt x="369887" y="28573"/>
                </a:lnTo>
                <a:lnTo>
                  <a:pt x="391325" y="28498"/>
                </a:lnTo>
                <a:lnTo>
                  <a:pt x="391414" y="57073"/>
                </a:lnTo>
                <a:lnTo>
                  <a:pt x="369989" y="57148"/>
                </a:lnTo>
                <a:close/>
              </a:path>
              <a:path w="455929" h="85725">
                <a:moveTo>
                  <a:pt x="370090" y="85712"/>
                </a:moveTo>
                <a:lnTo>
                  <a:pt x="369989" y="57148"/>
                </a:lnTo>
                <a:lnTo>
                  <a:pt x="391414" y="57073"/>
                </a:lnTo>
                <a:lnTo>
                  <a:pt x="391325" y="28498"/>
                </a:lnTo>
                <a:lnTo>
                  <a:pt x="427293" y="28498"/>
                </a:lnTo>
                <a:lnTo>
                  <a:pt x="455663" y="42557"/>
                </a:lnTo>
                <a:lnTo>
                  <a:pt x="370090" y="85712"/>
                </a:lnTo>
                <a:close/>
              </a:path>
              <a:path w="455929" h="85725">
                <a:moveTo>
                  <a:pt x="101" y="58432"/>
                </a:moveTo>
                <a:lnTo>
                  <a:pt x="0" y="29857"/>
                </a:lnTo>
                <a:lnTo>
                  <a:pt x="369887" y="28573"/>
                </a:lnTo>
                <a:lnTo>
                  <a:pt x="369989" y="57148"/>
                </a:lnTo>
                <a:lnTo>
                  <a:pt x="101" y="58432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89736" y="3105619"/>
            <a:ext cx="579755" cy="85725"/>
          </a:xfrm>
          <a:custGeom>
            <a:avLst/>
            <a:gdLst/>
            <a:ahLst/>
            <a:cxnLst/>
            <a:rect l="l" t="t" r="r" b="b"/>
            <a:pathLst>
              <a:path w="579754" h="85725">
                <a:moveTo>
                  <a:pt x="494029" y="85724"/>
                </a:moveTo>
                <a:lnTo>
                  <a:pt x="493873" y="57152"/>
                </a:lnTo>
                <a:lnTo>
                  <a:pt x="515302" y="57035"/>
                </a:lnTo>
                <a:lnTo>
                  <a:pt x="515137" y="28460"/>
                </a:lnTo>
                <a:lnTo>
                  <a:pt x="493716" y="28460"/>
                </a:lnTo>
                <a:lnTo>
                  <a:pt x="493560" y="0"/>
                </a:lnTo>
                <a:lnTo>
                  <a:pt x="551265" y="28460"/>
                </a:lnTo>
                <a:lnTo>
                  <a:pt x="515137" y="28460"/>
                </a:lnTo>
                <a:lnTo>
                  <a:pt x="551503" y="28577"/>
                </a:lnTo>
                <a:lnTo>
                  <a:pt x="579513" y="42392"/>
                </a:lnTo>
                <a:lnTo>
                  <a:pt x="494029" y="85724"/>
                </a:lnTo>
                <a:close/>
              </a:path>
              <a:path w="579754" h="85725">
                <a:moveTo>
                  <a:pt x="493873" y="57152"/>
                </a:moveTo>
                <a:lnTo>
                  <a:pt x="493716" y="28577"/>
                </a:lnTo>
                <a:lnTo>
                  <a:pt x="515137" y="28460"/>
                </a:lnTo>
                <a:lnTo>
                  <a:pt x="515302" y="57035"/>
                </a:lnTo>
                <a:lnTo>
                  <a:pt x="493873" y="57152"/>
                </a:lnTo>
                <a:close/>
              </a:path>
              <a:path w="579754" h="85725">
                <a:moveTo>
                  <a:pt x="152" y="59855"/>
                </a:moveTo>
                <a:lnTo>
                  <a:pt x="0" y="31280"/>
                </a:lnTo>
                <a:lnTo>
                  <a:pt x="493716" y="28577"/>
                </a:lnTo>
                <a:lnTo>
                  <a:pt x="493873" y="57152"/>
                </a:lnTo>
                <a:lnTo>
                  <a:pt x="152" y="59855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985113" y="4721631"/>
            <a:ext cx="601980" cy="721995"/>
          </a:xfrm>
          <a:custGeom>
            <a:avLst/>
            <a:gdLst/>
            <a:ahLst/>
            <a:cxnLst/>
            <a:rect l="l" t="t" r="r" b="b"/>
            <a:pathLst>
              <a:path w="601979" h="721995">
                <a:moveTo>
                  <a:pt x="535856" y="665004"/>
                </a:moveTo>
                <a:lnTo>
                  <a:pt x="0" y="18237"/>
                </a:lnTo>
                <a:lnTo>
                  <a:pt x="21996" y="0"/>
                </a:lnTo>
                <a:lnTo>
                  <a:pt x="557852" y="646779"/>
                </a:lnTo>
                <a:lnTo>
                  <a:pt x="535856" y="665004"/>
                </a:lnTo>
                <a:close/>
              </a:path>
              <a:path w="601979" h="721995">
                <a:moveTo>
                  <a:pt x="592161" y="681507"/>
                </a:moveTo>
                <a:lnTo>
                  <a:pt x="549528" y="681507"/>
                </a:lnTo>
                <a:lnTo>
                  <a:pt x="571525" y="663282"/>
                </a:lnTo>
                <a:lnTo>
                  <a:pt x="557852" y="646779"/>
                </a:lnTo>
                <a:lnTo>
                  <a:pt x="579856" y="628548"/>
                </a:lnTo>
                <a:lnTo>
                  <a:pt x="592161" y="681507"/>
                </a:lnTo>
                <a:close/>
              </a:path>
              <a:path w="601979" h="721995">
                <a:moveTo>
                  <a:pt x="549528" y="681507"/>
                </a:moveTo>
                <a:lnTo>
                  <a:pt x="535856" y="665004"/>
                </a:lnTo>
                <a:lnTo>
                  <a:pt x="557852" y="646779"/>
                </a:lnTo>
                <a:lnTo>
                  <a:pt x="571525" y="663282"/>
                </a:lnTo>
                <a:lnTo>
                  <a:pt x="549528" y="681507"/>
                </a:lnTo>
                <a:close/>
              </a:path>
              <a:path w="601979" h="721995">
                <a:moveTo>
                  <a:pt x="601548" y="721906"/>
                </a:moveTo>
                <a:lnTo>
                  <a:pt x="513854" y="683234"/>
                </a:lnTo>
                <a:lnTo>
                  <a:pt x="535856" y="665004"/>
                </a:lnTo>
                <a:lnTo>
                  <a:pt x="549528" y="681507"/>
                </a:lnTo>
                <a:lnTo>
                  <a:pt x="592161" y="681507"/>
                </a:lnTo>
                <a:lnTo>
                  <a:pt x="601548" y="721906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52967" y="4930724"/>
            <a:ext cx="85725" cy="407034"/>
          </a:xfrm>
          <a:custGeom>
            <a:avLst/>
            <a:gdLst/>
            <a:ahLst/>
            <a:cxnLst/>
            <a:rect l="l" t="t" r="r" b="b"/>
            <a:pathLst>
              <a:path w="85725" h="407035">
                <a:moveTo>
                  <a:pt x="57157" y="320780"/>
                </a:moveTo>
                <a:lnTo>
                  <a:pt x="28582" y="320670"/>
                </a:lnTo>
                <a:lnTo>
                  <a:pt x="29832" y="0"/>
                </a:lnTo>
                <a:lnTo>
                  <a:pt x="58407" y="101"/>
                </a:lnTo>
                <a:lnTo>
                  <a:pt x="57157" y="320780"/>
                </a:lnTo>
                <a:close/>
              </a:path>
              <a:path w="85725" h="407035">
                <a:moveTo>
                  <a:pt x="42532" y="406450"/>
                </a:moveTo>
                <a:lnTo>
                  <a:pt x="0" y="320560"/>
                </a:lnTo>
                <a:lnTo>
                  <a:pt x="28582" y="320670"/>
                </a:lnTo>
                <a:lnTo>
                  <a:pt x="28498" y="342099"/>
                </a:lnTo>
                <a:lnTo>
                  <a:pt x="74960" y="342214"/>
                </a:lnTo>
                <a:lnTo>
                  <a:pt x="42532" y="406450"/>
                </a:lnTo>
                <a:close/>
              </a:path>
              <a:path w="85725" h="407035">
                <a:moveTo>
                  <a:pt x="57073" y="342214"/>
                </a:moveTo>
                <a:lnTo>
                  <a:pt x="28498" y="342099"/>
                </a:lnTo>
                <a:lnTo>
                  <a:pt x="28582" y="320670"/>
                </a:lnTo>
                <a:lnTo>
                  <a:pt x="57157" y="320780"/>
                </a:lnTo>
                <a:lnTo>
                  <a:pt x="57073" y="342214"/>
                </a:lnTo>
                <a:close/>
              </a:path>
              <a:path w="85725" h="407035">
                <a:moveTo>
                  <a:pt x="74960" y="342214"/>
                </a:moveTo>
                <a:lnTo>
                  <a:pt x="57073" y="342214"/>
                </a:lnTo>
                <a:lnTo>
                  <a:pt x="57157" y="320780"/>
                </a:lnTo>
                <a:lnTo>
                  <a:pt x="85725" y="320890"/>
                </a:lnTo>
                <a:lnTo>
                  <a:pt x="74960" y="34221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136775" y="2091867"/>
            <a:ext cx="445134" cy="327660"/>
          </a:xfrm>
          <a:custGeom>
            <a:avLst/>
            <a:gdLst/>
            <a:ahLst/>
            <a:cxnLst/>
            <a:rect l="l" t="t" r="r" b="b"/>
            <a:pathLst>
              <a:path w="445135" h="327660">
                <a:moveTo>
                  <a:pt x="77828" y="288805"/>
                </a:moveTo>
                <a:lnTo>
                  <a:pt x="61074" y="265655"/>
                </a:lnTo>
                <a:lnTo>
                  <a:pt x="428180" y="0"/>
                </a:lnTo>
                <a:lnTo>
                  <a:pt x="444944" y="23139"/>
                </a:lnTo>
                <a:lnTo>
                  <a:pt x="77828" y="288805"/>
                </a:lnTo>
                <a:close/>
              </a:path>
              <a:path w="445135" h="327660">
                <a:moveTo>
                  <a:pt x="0" y="327482"/>
                </a:moveTo>
                <a:lnTo>
                  <a:pt x="44323" y="242506"/>
                </a:lnTo>
                <a:lnTo>
                  <a:pt x="61074" y="265655"/>
                </a:lnTo>
                <a:lnTo>
                  <a:pt x="43713" y="278218"/>
                </a:lnTo>
                <a:lnTo>
                  <a:pt x="60464" y="301370"/>
                </a:lnTo>
                <a:lnTo>
                  <a:pt x="86921" y="301370"/>
                </a:lnTo>
                <a:lnTo>
                  <a:pt x="94576" y="311950"/>
                </a:lnTo>
                <a:lnTo>
                  <a:pt x="0" y="327482"/>
                </a:lnTo>
                <a:close/>
              </a:path>
              <a:path w="445135" h="327660">
                <a:moveTo>
                  <a:pt x="60464" y="301370"/>
                </a:moveTo>
                <a:lnTo>
                  <a:pt x="43713" y="278218"/>
                </a:lnTo>
                <a:lnTo>
                  <a:pt x="61074" y="265655"/>
                </a:lnTo>
                <a:lnTo>
                  <a:pt x="77828" y="288805"/>
                </a:lnTo>
                <a:lnTo>
                  <a:pt x="60464" y="301370"/>
                </a:lnTo>
                <a:close/>
              </a:path>
              <a:path w="445135" h="327660">
                <a:moveTo>
                  <a:pt x="86921" y="301370"/>
                </a:moveTo>
                <a:lnTo>
                  <a:pt x="60464" y="301370"/>
                </a:lnTo>
                <a:lnTo>
                  <a:pt x="77828" y="288805"/>
                </a:lnTo>
                <a:lnTo>
                  <a:pt x="86921" y="30137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252" y="1059179"/>
            <a:ext cx="10012680" cy="1638935"/>
          </a:xfrm>
          <a:prstGeom prst="rect">
            <a:avLst/>
          </a:prstGeom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传感器的基本部分一般由</a:t>
            </a:r>
            <a:r>
              <a:rPr dirty="0" sz="3200" b="1">
                <a:solidFill>
                  <a:srgbClr val="FF0066"/>
                </a:solidFill>
                <a:latin typeface="宋体"/>
                <a:cs typeface="宋体"/>
              </a:rPr>
              <a:t>敏感元件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、</a:t>
            </a:r>
            <a:r>
              <a:rPr dirty="0" sz="3200" b="1">
                <a:solidFill>
                  <a:srgbClr val="FF0066"/>
                </a:solidFill>
                <a:latin typeface="宋体"/>
                <a:cs typeface="宋体"/>
              </a:rPr>
              <a:t>转换元件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组成。</a:t>
            </a:r>
            <a:r>
              <a:rPr dirty="0" sz="3600" spc="-15" b="1">
                <a:solidFill>
                  <a:srgbClr val="0000CC"/>
                </a:solidFill>
                <a:latin typeface="宋体"/>
                <a:cs typeface="宋体"/>
              </a:rPr>
              <a:t> </a:t>
            </a:r>
            <a:endParaRPr sz="3600">
              <a:latin typeface="宋体"/>
              <a:cs typeface="宋体"/>
            </a:endParaRPr>
          </a:p>
          <a:p>
            <a:pPr marL="241300" marR="5080" indent="-228600">
              <a:lnSpc>
                <a:spcPct val="10990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b="1">
                <a:solidFill>
                  <a:srgbClr val="FF0066"/>
                </a:solidFill>
                <a:latin typeface="华文行楷"/>
                <a:cs typeface="华文行楷"/>
              </a:rPr>
              <a:t>敏感元件</a:t>
            </a:r>
            <a:r>
              <a:rPr dirty="0" sz="2400">
                <a:solidFill>
                  <a:srgbClr val="000099"/>
                </a:solidFill>
                <a:latin typeface="华文行楷"/>
                <a:cs typeface="华文行楷"/>
              </a:rPr>
              <a:t>是指能直接感受或响应外界被测非电学量的部分；</a:t>
            </a:r>
            <a:r>
              <a:rPr dirty="0" sz="2400" b="1">
                <a:solidFill>
                  <a:srgbClr val="FF0066"/>
                </a:solidFill>
                <a:latin typeface="华文行楷"/>
                <a:cs typeface="华文行楷"/>
              </a:rPr>
              <a:t>转换元件</a:t>
            </a:r>
            <a:r>
              <a:rPr dirty="0" sz="2400">
                <a:solidFill>
                  <a:srgbClr val="000099"/>
                </a:solidFill>
                <a:latin typeface="华文行楷"/>
                <a:cs typeface="华文行楷"/>
              </a:rPr>
              <a:t>是指 能将敏感元件输出的信号直接转换成电信号的部分.</a:t>
            </a:r>
            <a:endParaRPr sz="2400">
              <a:latin typeface="华文行楷"/>
              <a:cs typeface="华文行楷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3010" y="851115"/>
            <a:ext cx="181356" cy="181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4061" y="751789"/>
            <a:ext cx="355828" cy="382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33079" y="691057"/>
            <a:ext cx="5081879" cy="493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6823" y="4148670"/>
            <a:ext cx="1365885" cy="114300"/>
          </a:xfrm>
          <a:custGeom>
            <a:avLst/>
            <a:gdLst/>
            <a:ahLst/>
            <a:cxnLst/>
            <a:rect l="l" t="t" r="r" b="b"/>
            <a:pathLst>
              <a:path w="1365885" h="114300">
                <a:moveTo>
                  <a:pt x="1251305" y="114300"/>
                </a:moveTo>
                <a:lnTo>
                  <a:pt x="1251127" y="76193"/>
                </a:lnTo>
                <a:lnTo>
                  <a:pt x="1279702" y="76060"/>
                </a:lnTo>
                <a:lnTo>
                  <a:pt x="1279525" y="37960"/>
                </a:lnTo>
                <a:lnTo>
                  <a:pt x="1250949" y="37960"/>
                </a:lnTo>
                <a:lnTo>
                  <a:pt x="1250772" y="0"/>
                </a:lnTo>
                <a:lnTo>
                  <a:pt x="1327586" y="37960"/>
                </a:lnTo>
                <a:lnTo>
                  <a:pt x="1279525" y="37960"/>
                </a:lnTo>
                <a:lnTo>
                  <a:pt x="1327856" y="38093"/>
                </a:lnTo>
                <a:lnTo>
                  <a:pt x="1365338" y="56616"/>
                </a:lnTo>
                <a:lnTo>
                  <a:pt x="1251305" y="114300"/>
                </a:lnTo>
                <a:close/>
              </a:path>
              <a:path w="1365885" h="114300">
                <a:moveTo>
                  <a:pt x="1251127" y="76193"/>
                </a:moveTo>
                <a:lnTo>
                  <a:pt x="1250949" y="38093"/>
                </a:lnTo>
                <a:lnTo>
                  <a:pt x="1279525" y="37960"/>
                </a:lnTo>
                <a:lnTo>
                  <a:pt x="1279702" y="76060"/>
                </a:lnTo>
                <a:lnTo>
                  <a:pt x="1251127" y="76193"/>
                </a:lnTo>
                <a:close/>
              </a:path>
              <a:path w="1365885" h="114300">
                <a:moveTo>
                  <a:pt x="177" y="82016"/>
                </a:moveTo>
                <a:lnTo>
                  <a:pt x="0" y="43916"/>
                </a:lnTo>
                <a:lnTo>
                  <a:pt x="1250949" y="38093"/>
                </a:lnTo>
                <a:lnTo>
                  <a:pt x="1251127" y="76193"/>
                </a:lnTo>
                <a:lnTo>
                  <a:pt x="177" y="8201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1893" y="3719855"/>
            <a:ext cx="1097153" cy="3651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10155" y="3320796"/>
            <a:ext cx="4131945" cy="1542415"/>
          </a:xfrm>
          <a:custGeom>
            <a:avLst/>
            <a:gdLst/>
            <a:ahLst/>
            <a:cxnLst/>
            <a:rect l="l" t="t" r="r" b="b"/>
            <a:pathLst>
              <a:path w="4131945" h="1542414">
                <a:moveTo>
                  <a:pt x="0" y="0"/>
                </a:moveTo>
                <a:lnTo>
                  <a:pt x="4131564" y="0"/>
                </a:lnTo>
                <a:lnTo>
                  <a:pt x="4131564" y="1542288"/>
                </a:lnTo>
                <a:lnTo>
                  <a:pt x="0" y="1542288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34284" y="3356952"/>
            <a:ext cx="2522791" cy="3953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27250" y="3943350"/>
            <a:ext cx="1773555" cy="568325"/>
          </a:xfrm>
          <a:custGeom>
            <a:avLst/>
            <a:gdLst/>
            <a:ahLst/>
            <a:cxnLst/>
            <a:rect l="l" t="t" r="r" b="b"/>
            <a:pathLst>
              <a:path w="1773554" h="568325">
                <a:moveTo>
                  <a:pt x="1773237" y="568325"/>
                </a:moveTo>
                <a:lnTo>
                  <a:pt x="0" y="568325"/>
                </a:lnTo>
                <a:lnTo>
                  <a:pt x="0" y="0"/>
                </a:lnTo>
                <a:lnTo>
                  <a:pt x="1773237" y="0"/>
                </a:lnTo>
                <a:lnTo>
                  <a:pt x="177323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549275"/>
                </a:lnTo>
                <a:lnTo>
                  <a:pt x="9525" y="549275"/>
                </a:lnTo>
                <a:lnTo>
                  <a:pt x="19050" y="558800"/>
                </a:lnTo>
                <a:lnTo>
                  <a:pt x="1773237" y="558800"/>
                </a:lnTo>
                <a:lnTo>
                  <a:pt x="1773237" y="568325"/>
                </a:lnTo>
                <a:close/>
              </a:path>
              <a:path w="1773554" h="56832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773554" h="568325">
                <a:moveTo>
                  <a:pt x="175418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754187" y="9525"/>
                </a:lnTo>
                <a:lnTo>
                  <a:pt x="1754187" y="19050"/>
                </a:lnTo>
                <a:close/>
              </a:path>
              <a:path w="1773554" h="568325">
                <a:moveTo>
                  <a:pt x="1754187" y="558800"/>
                </a:moveTo>
                <a:lnTo>
                  <a:pt x="1754187" y="9525"/>
                </a:lnTo>
                <a:lnTo>
                  <a:pt x="1763712" y="19050"/>
                </a:lnTo>
                <a:lnTo>
                  <a:pt x="1773237" y="19050"/>
                </a:lnTo>
                <a:lnTo>
                  <a:pt x="1773237" y="549275"/>
                </a:lnTo>
                <a:lnTo>
                  <a:pt x="1763712" y="549275"/>
                </a:lnTo>
                <a:lnTo>
                  <a:pt x="1754187" y="558800"/>
                </a:lnTo>
                <a:close/>
              </a:path>
              <a:path w="1773554" h="568325">
                <a:moveTo>
                  <a:pt x="1773237" y="19050"/>
                </a:moveTo>
                <a:lnTo>
                  <a:pt x="1763712" y="19050"/>
                </a:lnTo>
                <a:lnTo>
                  <a:pt x="1754187" y="9525"/>
                </a:lnTo>
                <a:lnTo>
                  <a:pt x="1773237" y="9525"/>
                </a:lnTo>
                <a:lnTo>
                  <a:pt x="1773237" y="19050"/>
                </a:lnTo>
                <a:close/>
              </a:path>
              <a:path w="1773554" h="568325">
                <a:moveTo>
                  <a:pt x="19050" y="558800"/>
                </a:moveTo>
                <a:lnTo>
                  <a:pt x="9525" y="549275"/>
                </a:lnTo>
                <a:lnTo>
                  <a:pt x="19050" y="549275"/>
                </a:lnTo>
                <a:lnTo>
                  <a:pt x="19050" y="558800"/>
                </a:lnTo>
                <a:close/>
              </a:path>
              <a:path w="1773554" h="568325">
                <a:moveTo>
                  <a:pt x="1754187" y="558800"/>
                </a:moveTo>
                <a:lnTo>
                  <a:pt x="19050" y="558800"/>
                </a:lnTo>
                <a:lnTo>
                  <a:pt x="19050" y="549275"/>
                </a:lnTo>
                <a:lnTo>
                  <a:pt x="1754187" y="549275"/>
                </a:lnTo>
                <a:lnTo>
                  <a:pt x="1754187" y="558800"/>
                </a:lnTo>
                <a:close/>
              </a:path>
              <a:path w="1773554" h="568325">
                <a:moveTo>
                  <a:pt x="1773237" y="558800"/>
                </a:moveTo>
                <a:lnTo>
                  <a:pt x="1754187" y="558800"/>
                </a:lnTo>
                <a:lnTo>
                  <a:pt x="1763712" y="549275"/>
                </a:lnTo>
                <a:lnTo>
                  <a:pt x="1773237" y="549275"/>
                </a:lnTo>
                <a:lnTo>
                  <a:pt x="1773237" y="55880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98763" y="4032872"/>
            <a:ext cx="1451952" cy="3839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92600" y="3948112"/>
            <a:ext cx="1774825" cy="568325"/>
          </a:xfrm>
          <a:custGeom>
            <a:avLst/>
            <a:gdLst/>
            <a:ahLst/>
            <a:cxnLst/>
            <a:rect l="l" t="t" r="r" b="b"/>
            <a:pathLst>
              <a:path w="1774825" h="568325">
                <a:moveTo>
                  <a:pt x="9525" y="558800"/>
                </a:moveTo>
                <a:lnTo>
                  <a:pt x="0" y="558800"/>
                </a:lnTo>
                <a:lnTo>
                  <a:pt x="0" y="482600"/>
                </a:lnTo>
                <a:lnTo>
                  <a:pt x="19050" y="482600"/>
                </a:lnTo>
                <a:lnTo>
                  <a:pt x="19050" y="549275"/>
                </a:lnTo>
                <a:lnTo>
                  <a:pt x="9525" y="549275"/>
                </a:lnTo>
                <a:lnTo>
                  <a:pt x="9525" y="558800"/>
                </a:lnTo>
                <a:close/>
              </a:path>
              <a:path w="1774825" h="568325">
                <a:moveTo>
                  <a:pt x="85725" y="568325"/>
                </a:moveTo>
                <a:lnTo>
                  <a:pt x="9525" y="568325"/>
                </a:lnTo>
                <a:lnTo>
                  <a:pt x="9525" y="549275"/>
                </a:lnTo>
                <a:lnTo>
                  <a:pt x="19050" y="549275"/>
                </a:lnTo>
                <a:lnTo>
                  <a:pt x="19050" y="558800"/>
                </a:lnTo>
                <a:lnTo>
                  <a:pt x="85725" y="558800"/>
                </a:lnTo>
                <a:lnTo>
                  <a:pt x="85725" y="568325"/>
                </a:lnTo>
                <a:close/>
              </a:path>
              <a:path w="1774825" h="568325">
                <a:moveTo>
                  <a:pt x="85725" y="558800"/>
                </a:moveTo>
                <a:lnTo>
                  <a:pt x="19050" y="558800"/>
                </a:lnTo>
                <a:lnTo>
                  <a:pt x="19050" y="549275"/>
                </a:lnTo>
                <a:lnTo>
                  <a:pt x="85725" y="549275"/>
                </a:lnTo>
                <a:lnTo>
                  <a:pt x="85725" y="558800"/>
                </a:lnTo>
                <a:close/>
              </a:path>
              <a:path w="1774825" h="568325">
                <a:moveTo>
                  <a:pt x="19050" y="425450"/>
                </a:moveTo>
                <a:lnTo>
                  <a:pt x="0" y="425450"/>
                </a:lnTo>
                <a:lnTo>
                  <a:pt x="0" y="349250"/>
                </a:lnTo>
                <a:lnTo>
                  <a:pt x="19050" y="349250"/>
                </a:lnTo>
                <a:lnTo>
                  <a:pt x="19050" y="425450"/>
                </a:lnTo>
                <a:close/>
              </a:path>
              <a:path w="1774825" h="568325">
                <a:moveTo>
                  <a:pt x="19050" y="292100"/>
                </a:moveTo>
                <a:lnTo>
                  <a:pt x="0" y="292100"/>
                </a:lnTo>
                <a:lnTo>
                  <a:pt x="0" y="215900"/>
                </a:lnTo>
                <a:lnTo>
                  <a:pt x="19050" y="215900"/>
                </a:lnTo>
                <a:lnTo>
                  <a:pt x="19050" y="292100"/>
                </a:lnTo>
                <a:close/>
              </a:path>
              <a:path w="1774825" h="568325">
                <a:moveTo>
                  <a:pt x="19050" y="158750"/>
                </a:moveTo>
                <a:lnTo>
                  <a:pt x="0" y="158750"/>
                </a:lnTo>
                <a:lnTo>
                  <a:pt x="0" y="82550"/>
                </a:lnTo>
                <a:lnTo>
                  <a:pt x="19050" y="82550"/>
                </a:lnTo>
                <a:lnTo>
                  <a:pt x="19050" y="158750"/>
                </a:lnTo>
                <a:close/>
              </a:path>
              <a:path w="1774825" h="568325">
                <a:moveTo>
                  <a:pt x="19050" y="25400"/>
                </a:moveTo>
                <a:lnTo>
                  <a:pt x="0" y="25400"/>
                </a:lnTo>
                <a:lnTo>
                  <a:pt x="0" y="0"/>
                </a:lnTo>
                <a:lnTo>
                  <a:pt x="69850" y="0"/>
                </a:lnTo>
                <a:lnTo>
                  <a:pt x="698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5400"/>
                </a:lnTo>
                <a:close/>
              </a:path>
              <a:path w="1774825" h="56832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774825" h="568325">
                <a:moveTo>
                  <a:pt x="6985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69850" y="9525"/>
                </a:lnTo>
                <a:lnTo>
                  <a:pt x="69850" y="19050"/>
                </a:lnTo>
                <a:close/>
              </a:path>
              <a:path w="1774825" h="568325">
                <a:moveTo>
                  <a:pt x="203200" y="19050"/>
                </a:moveTo>
                <a:lnTo>
                  <a:pt x="127000" y="19050"/>
                </a:lnTo>
                <a:lnTo>
                  <a:pt x="127000" y="0"/>
                </a:lnTo>
                <a:lnTo>
                  <a:pt x="203200" y="0"/>
                </a:lnTo>
                <a:lnTo>
                  <a:pt x="203200" y="19050"/>
                </a:lnTo>
                <a:close/>
              </a:path>
              <a:path w="1774825" h="568325">
                <a:moveTo>
                  <a:pt x="336550" y="19050"/>
                </a:moveTo>
                <a:lnTo>
                  <a:pt x="260350" y="19050"/>
                </a:lnTo>
                <a:lnTo>
                  <a:pt x="260350" y="0"/>
                </a:lnTo>
                <a:lnTo>
                  <a:pt x="336550" y="0"/>
                </a:lnTo>
                <a:lnTo>
                  <a:pt x="336550" y="19050"/>
                </a:lnTo>
                <a:close/>
              </a:path>
              <a:path w="1774825" h="568325">
                <a:moveTo>
                  <a:pt x="469900" y="19050"/>
                </a:moveTo>
                <a:lnTo>
                  <a:pt x="393700" y="19050"/>
                </a:lnTo>
                <a:lnTo>
                  <a:pt x="393700" y="0"/>
                </a:lnTo>
                <a:lnTo>
                  <a:pt x="469900" y="0"/>
                </a:lnTo>
                <a:lnTo>
                  <a:pt x="469900" y="19050"/>
                </a:lnTo>
                <a:close/>
              </a:path>
              <a:path w="1774825" h="568325">
                <a:moveTo>
                  <a:pt x="603250" y="19050"/>
                </a:moveTo>
                <a:lnTo>
                  <a:pt x="527050" y="19050"/>
                </a:lnTo>
                <a:lnTo>
                  <a:pt x="527050" y="0"/>
                </a:lnTo>
                <a:lnTo>
                  <a:pt x="603250" y="0"/>
                </a:lnTo>
                <a:lnTo>
                  <a:pt x="603250" y="19050"/>
                </a:lnTo>
                <a:close/>
              </a:path>
              <a:path w="1774825" h="568325">
                <a:moveTo>
                  <a:pt x="736600" y="19050"/>
                </a:moveTo>
                <a:lnTo>
                  <a:pt x="660400" y="19050"/>
                </a:lnTo>
                <a:lnTo>
                  <a:pt x="660400" y="0"/>
                </a:lnTo>
                <a:lnTo>
                  <a:pt x="736600" y="0"/>
                </a:lnTo>
                <a:lnTo>
                  <a:pt x="736600" y="19050"/>
                </a:lnTo>
                <a:close/>
              </a:path>
              <a:path w="1774825" h="568325">
                <a:moveTo>
                  <a:pt x="869950" y="19050"/>
                </a:moveTo>
                <a:lnTo>
                  <a:pt x="793750" y="19050"/>
                </a:lnTo>
                <a:lnTo>
                  <a:pt x="793750" y="0"/>
                </a:lnTo>
                <a:lnTo>
                  <a:pt x="869950" y="0"/>
                </a:lnTo>
                <a:lnTo>
                  <a:pt x="869950" y="19050"/>
                </a:lnTo>
                <a:close/>
              </a:path>
              <a:path w="1774825" h="568325">
                <a:moveTo>
                  <a:pt x="1003300" y="19050"/>
                </a:moveTo>
                <a:lnTo>
                  <a:pt x="927100" y="19050"/>
                </a:lnTo>
                <a:lnTo>
                  <a:pt x="927100" y="0"/>
                </a:lnTo>
                <a:lnTo>
                  <a:pt x="1003300" y="0"/>
                </a:lnTo>
                <a:lnTo>
                  <a:pt x="1003300" y="19050"/>
                </a:lnTo>
                <a:close/>
              </a:path>
              <a:path w="1774825" h="568325">
                <a:moveTo>
                  <a:pt x="1136650" y="19050"/>
                </a:moveTo>
                <a:lnTo>
                  <a:pt x="1060450" y="19050"/>
                </a:lnTo>
                <a:lnTo>
                  <a:pt x="1060450" y="0"/>
                </a:lnTo>
                <a:lnTo>
                  <a:pt x="1136650" y="0"/>
                </a:lnTo>
                <a:lnTo>
                  <a:pt x="1136650" y="19050"/>
                </a:lnTo>
                <a:close/>
              </a:path>
              <a:path w="1774825" h="568325">
                <a:moveTo>
                  <a:pt x="1270000" y="19050"/>
                </a:moveTo>
                <a:lnTo>
                  <a:pt x="1193800" y="19050"/>
                </a:lnTo>
                <a:lnTo>
                  <a:pt x="1193800" y="0"/>
                </a:lnTo>
                <a:lnTo>
                  <a:pt x="1270000" y="0"/>
                </a:lnTo>
                <a:lnTo>
                  <a:pt x="1270000" y="19050"/>
                </a:lnTo>
                <a:close/>
              </a:path>
              <a:path w="1774825" h="568325">
                <a:moveTo>
                  <a:pt x="1403350" y="19050"/>
                </a:moveTo>
                <a:lnTo>
                  <a:pt x="1327150" y="19050"/>
                </a:lnTo>
                <a:lnTo>
                  <a:pt x="1327150" y="0"/>
                </a:lnTo>
                <a:lnTo>
                  <a:pt x="1403350" y="0"/>
                </a:lnTo>
                <a:lnTo>
                  <a:pt x="1403350" y="19050"/>
                </a:lnTo>
                <a:close/>
              </a:path>
              <a:path w="1774825" h="568325">
                <a:moveTo>
                  <a:pt x="1536700" y="19050"/>
                </a:moveTo>
                <a:lnTo>
                  <a:pt x="1460500" y="19050"/>
                </a:lnTo>
                <a:lnTo>
                  <a:pt x="1460500" y="0"/>
                </a:lnTo>
                <a:lnTo>
                  <a:pt x="1536700" y="0"/>
                </a:lnTo>
                <a:lnTo>
                  <a:pt x="1536700" y="19050"/>
                </a:lnTo>
                <a:close/>
              </a:path>
              <a:path w="1774825" h="568325">
                <a:moveTo>
                  <a:pt x="1670050" y="19050"/>
                </a:moveTo>
                <a:lnTo>
                  <a:pt x="1593850" y="19050"/>
                </a:lnTo>
                <a:lnTo>
                  <a:pt x="1593850" y="0"/>
                </a:lnTo>
                <a:lnTo>
                  <a:pt x="1670050" y="0"/>
                </a:lnTo>
                <a:lnTo>
                  <a:pt x="1670050" y="19050"/>
                </a:lnTo>
                <a:close/>
              </a:path>
              <a:path w="1774825" h="568325">
                <a:moveTo>
                  <a:pt x="1755775" y="19050"/>
                </a:moveTo>
                <a:lnTo>
                  <a:pt x="1727200" y="19050"/>
                </a:lnTo>
                <a:lnTo>
                  <a:pt x="1727200" y="0"/>
                </a:lnTo>
                <a:lnTo>
                  <a:pt x="1774825" y="0"/>
                </a:lnTo>
                <a:lnTo>
                  <a:pt x="1774825" y="9525"/>
                </a:lnTo>
                <a:lnTo>
                  <a:pt x="1755775" y="9525"/>
                </a:lnTo>
                <a:lnTo>
                  <a:pt x="1755775" y="19050"/>
                </a:lnTo>
                <a:close/>
              </a:path>
              <a:path w="1774825" h="568325">
                <a:moveTo>
                  <a:pt x="1774825" y="47625"/>
                </a:moveTo>
                <a:lnTo>
                  <a:pt x="1755775" y="47625"/>
                </a:lnTo>
                <a:lnTo>
                  <a:pt x="1755775" y="9525"/>
                </a:lnTo>
                <a:lnTo>
                  <a:pt x="1765300" y="19050"/>
                </a:lnTo>
                <a:lnTo>
                  <a:pt x="1774825" y="19050"/>
                </a:lnTo>
                <a:lnTo>
                  <a:pt x="1774825" y="47625"/>
                </a:lnTo>
                <a:close/>
              </a:path>
              <a:path w="1774825" h="568325">
                <a:moveTo>
                  <a:pt x="1774825" y="19050"/>
                </a:moveTo>
                <a:lnTo>
                  <a:pt x="1765300" y="19050"/>
                </a:lnTo>
                <a:lnTo>
                  <a:pt x="1755775" y="9525"/>
                </a:lnTo>
                <a:lnTo>
                  <a:pt x="1774825" y="9525"/>
                </a:lnTo>
                <a:lnTo>
                  <a:pt x="1774825" y="19050"/>
                </a:lnTo>
                <a:close/>
              </a:path>
              <a:path w="1774825" h="568325">
                <a:moveTo>
                  <a:pt x="1774825" y="180975"/>
                </a:moveTo>
                <a:lnTo>
                  <a:pt x="1755775" y="180975"/>
                </a:lnTo>
                <a:lnTo>
                  <a:pt x="1755775" y="104775"/>
                </a:lnTo>
                <a:lnTo>
                  <a:pt x="1774825" y="104775"/>
                </a:lnTo>
                <a:lnTo>
                  <a:pt x="1774825" y="180975"/>
                </a:lnTo>
                <a:close/>
              </a:path>
              <a:path w="1774825" h="568325">
                <a:moveTo>
                  <a:pt x="1774825" y="314325"/>
                </a:moveTo>
                <a:lnTo>
                  <a:pt x="1755775" y="314325"/>
                </a:lnTo>
                <a:lnTo>
                  <a:pt x="1755775" y="238125"/>
                </a:lnTo>
                <a:lnTo>
                  <a:pt x="1774825" y="238125"/>
                </a:lnTo>
                <a:lnTo>
                  <a:pt x="1774825" y="314325"/>
                </a:lnTo>
                <a:close/>
              </a:path>
              <a:path w="1774825" h="568325">
                <a:moveTo>
                  <a:pt x="1774825" y="447675"/>
                </a:moveTo>
                <a:lnTo>
                  <a:pt x="1755775" y="447675"/>
                </a:lnTo>
                <a:lnTo>
                  <a:pt x="1755775" y="371475"/>
                </a:lnTo>
                <a:lnTo>
                  <a:pt x="1774825" y="371475"/>
                </a:lnTo>
                <a:lnTo>
                  <a:pt x="1774825" y="447675"/>
                </a:lnTo>
                <a:close/>
              </a:path>
              <a:path w="1774825" h="568325">
                <a:moveTo>
                  <a:pt x="1755775" y="558800"/>
                </a:moveTo>
                <a:lnTo>
                  <a:pt x="1755775" y="504825"/>
                </a:lnTo>
                <a:lnTo>
                  <a:pt x="1774825" y="504825"/>
                </a:lnTo>
                <a:lnTo>
                  <a:pt x="1774825" y="549275"/>
                </a:lnTo>
                <a:lnTo>
                  <a:pt x="1765300" y="549275"/>
                </a:lnTo>
                <a:lnTo>
                  <a:pt x="1755775" y="558800"/>
                </a:lnTo>
                <a:close/>
              </a:path>
              <a:path w="1774825" h="568325">
                <a:moveTo>
                  <a:pt x="1774825" y="568325"/>
                </a:moveTo>
                <a:lnTo>
                  <a:pt x="1743075" y="568325"/>
                </a:lnTo>
                <a:lnTo>
                  <a:pt x="1743075" y="549275"/>
                </a:lnTo>
                <a:lnTo>
                  <a:pt x="1755775" y="549275"/>
                </a:lnTo>
                <a:lnTo>
                  <a:pt x="1755775" y="558800"/>
                </a:lnTo>
                <a:lnTo>
                  <a:pt x="1774825" y="558800"/>
                </a:lnTo>
                <a:lnTo>
                  <a:pt x="1774825" y="568325"/>
                </a:lnTo>
                <a:close/>
              </a:path>
              <a:path w="1774825" h="568325">
                <a:moveTo>
                  <a:pt x="1774825" y="558800"/>
                </a:moveTo>
                <a:lnTo>
                  <a:pt x="1755775" y="558800"/>
                </a:lnTo>
                <a:lnTo>
                  <a:pt x="1765300" y="549275"/>
                </a:lnTo>
                <a:lnTo>
                  <a:pt x="1774825" y="549275"/>
                </a:lnTo>
                <a:lnTo>
                  <a:pt x="1774825" y="558800"/>
                </a:lnTo>
                <a:close/>
              </a:path>
              <a:path w="1774825" h="568325">
                <a:moveTo>
                  <a:pt x="1685925" y="568325"/>
                </a:moveTo>
                <a:lnTo>
                  <a:pt x="1609725" y="568325"/>
                </a:lnTo>
                <a:lnTo>
                  <a:pt x="1609725" y="549275"/>
                </a:lnTo>
                <a:lnTo>
                  <a:pt x="1685925" y="549275"/>
                </a:lnTo>
                <a:lnTo>
                  <a:pt x="1685925" y="568325"/>
                </a:lnTo>
                <a:close/>
              </a:path>
              <a:path w="1774825" h="568325">
                <a:moveTo>
                  <a:pt x="1552575" y="568325"/>
                </a:moveTo>
                <a:lnTo>
                  <a:pt x="1476375" y="568325"/>
                </a:lnTo>
                <a:lnTo>
                  <a:pt x="1476375" y="549275"/>
                </a:lnTo>
                <a:lnTo>
                  <a:pt x="1552575" y="549275"/>
                </a:lnTo>
                <a:lnTo>
                  <a:pt x="1552575" y="568325"/>
                </a:lnTo>
                <a:close/>
              </a:path>
              <a:path w="1774825" h="568325">
                <a:moveTo>
                  <a:pt x="1419225" y="568325"/>
                </a:moveTo>
                <a:lnTo>
                  <a:pt x="1343025" y="568325"/>
                </a:lnTo>
                <a:lnTo>
                  <a:pt x="1343025" y="549275"/>
                </a:lnTo>
                <a:lnTo>
                  <a:pt x="1419225" y="549275"/>
                </a:lnTo>
                <a:lnTo>
                  <a:pt x="1419225" y="568325"/>
                </a:lnTo>
                <a:close/>
              </a:path>
              <a:path w="1774825" h="568325">
                <a:moveTo>
                  <a:pt x="1285875" y="568325"/>
                </a:moveTo>
                <a:lnTo>
                  <a:pt x="1209675" y="568325"/>
                </a:lnTo>
                <a:lnTo>
                  <a:pt x="1209675" y="549275"/>
                </a:lnTo>
                <a:lnTo>
                  <a:pt x="1285875" y="549275"/>
                </a:lnTo>
                <a:lnTo>
                  <a:pt x="1285875" y="568325"/>
                </a:lnTo>
                <a:close/>
              </a:path>
              <a:path w="1774825" h="568325">
                <a:moveTo>
                  <a:pt x="1152525" y="568325"/>
                </a:moveTo>
                <a:lnTo>
                  <a:pt x="1076325" y="568325"/>
                </a:lnTo>
                <a:lnTo>
                  <a:pt x="1076325" y="549275"/>
                </a:lnTo>
                <a:lnTo>
                  <a:pt x="1152525" y="549275"/>
                </a:lnTo>
                <a:lnTo>
                  <a:pt x="1152525" y="568325"/>
                </a:lnTo>
                <a:close/>
              </a:path>
              <a:path w="1774825" h="568325">
                <a:moveTo>
                  <a:pt x="1019175" y="568325"/>
                </a:moveTo>
                <a:lnTo>
                  <a:pt x="942975" y="568325"/>
                </a:lnTo>
                <a:lnTo>
                  <a:pt x="942975" y="549275"/>
                </a:lnTo>
                <a:lnTo>
                  <a:pt x="1019175" y="549275"/>
                </a:lnTo>
                <a:lnTo>
                  <a:pt x="1019175" y="568325"/>
                </a:lnTo>
                <a:close/>
              </a:path>
              <a:path w="1774825" h="568325">
                <a:moveTo>
                  <a:pt x="885825" y="568325"/>
                </a:moveTo>
                <a:lnTo>
                  <a:pt x="809625" y="568325"/>
                </a:lnTo>
                <a:lnTo>
                  <a:pt x="809625" y="549275"/>
                </a:lnTo>
                <a:lnTo>
                  <a:pt x="885825" y="549275"/>
                </a:lnTo>
                <a:lnTo>
                  <a:pt x="885825" y="568325"/>
                </a:lnTo>
                <a:close/>
              </a:path>
              <a:path w="1774825" h="568325">
                <a:moveTo>
                  <a:pt x="752475" y="568325"/>
                </a:moveTo>
                <a:lnTo>
                  <a:pt x="676275" y="568325"/>
                </a:lnTo>
                <a:lnTo>
                  <a:pt x="676275" y="549275"/>
                </a:lnTo>
                <a:lnTo>
                  <a:pt x="752475" y="549275"/>
                </a:lnTo>
                <a:lnTo>
                  <a:pt x="752475" y="568325"/>
                </a:lnTo>
                <a:close/>
              </a:path>
              <a:path w="1774825" h="568325">
                <a:moveTo>
                  <a:pt x="619125" y="568325"/>
                </a:moveTo>
                <a:lnTo>
                  <a:pt x="542925" y="568325"/>
                </a:lnTo>
                <a:lnTo>
                  <a:pt x="542925" y="549275"/>
                </a:lnTo>
                <a:lnTo>
                  <a:pt x="619125" y="549275"/>
                </a:lnTo>
                <a:lnTo>
                  <a:pt x="619125" y="568325"/>
                </a:lnTo>
                <a:close/>
              </a:path>
              <a:path w="1774825" h="568325">
                <a:moveTo>
                  <a:pt x="485775" y="568325"/>
                </a:moveTo>
                <a:lnTo>
                  <a:pt x="409575" y="568325"/>
                </a:lnTo>
                <a:lnTo>
                  <a:pt x="409575" y="549275"/>
                </a:lnTo>
                <a:lnTo>
                  <a:pt x="485775" y="549275"/>
                </a:lnTo>
                <a:lnTo>
                  <a:pt x="485775" y="568325"/>
                </a:lnTo>
                <a:close/>
              </a:path>
              <a:path w="1774825" h="568325">
                <a:moveTo>
                  <a:pt x="352425" y="568325"/>
                </a:moveTo>
                <a:lnTo>
                  <a:pt x="276225" y="568325"/>
                </a:lnTo>
                <a:lnTo>
                  <a:pt x="276225" y="549275"/>
                </a:lnTo>
                <a:lnTo>
                  <a:pt x="352425" y="549275"/>
                </a:lnTo>
                <a:lnTo>
                  <a:pt x="352425" y="568325"/>
                </a:lnTo>
                <a:close/>
              </a:path>
              <a:path w="1774825" h="568325">
                <a:moveTo>
                  <a:pt x="219075" y="568325"/>
                </a:moveTo>
                <a:lnTo>
                  <a:pt x="142875" y="568325"/>
                </a:lnTo>
                <a:lnTo>
                  <a:pt x="142875" y="549275"/>
                </a:lnTo>
                <a:lnTo>
                  <a:pt x="219075" y="549275"/>
                </a:lnTo>
                <a:lnTo>
                  <a:pt x="219075" y="56832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75416" y="4045813"/>
            <a:ext cx="1441284" cy="3757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90962" y="4173537"/>
            <a:ext cx="401955" cy="114300"/>
          </a:xfrm>
          <a:custGeom>
            <a:avLst/>
            <a:gdLst/>
            <a:ahLst/>
            <a:cxnLst/>
            <a:rect l="l" t="t" r="r" b="b"/>
            <a:pathLst>
              <a:path w="401954" h="114300">
                <a:moveTo>
                  <a:pt x="287337" y="114300"/>
                </a:moveTo>
                <a:lnTo>
                  <a:pt x="287337" y="0"/>
                </a:lnTo>
                <a:lnTo>
                  <a:pt x="363537" y="38100"/>
                </a:lnTo>
                <a:lnTo>
                  <a:pt x="315912" y="38100"/>
                </a:lnTo>
                <a:lnTo>
                  <a:pt x="315912" y="76200"/>
                </a:lnTo>
                <a:lnTo>
                  <a:pt x="363537" y="76200"/>
                </a:lnTo>
                <a:lnTo>
                  <a:pt x="287337" y="114300"/>
                </a:lnTo>
                <a:close/>
              </a:path>
              <a:path w="401954" h="114300">
                <a:moveTo>
                  <a:pt x="28733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87337" y="38100"/>
                </a:lnTo>
                <a:lnTo>
                  <a:pt x="287337" y="76200"/>
                </a:lnTo>
                <a:close/>
              </a:path>
              <a:path w="401954" h="114300">
                <a:moveTo>
                  <a:pt x="363537" y="76200"/>
                </a:moveTo>
                <a:lnTo>
                  <a:pt x="315912" y="76200"/>
                </a:lnTo>
                <a:lnTo>
                  <a:pt x="315912" y="38100"/>
                </a:lnTo>
                <a:lnTo>
                  <a:pt x="363537" y="38100"/>
                </a:lnTo>
                <a:lnTo>
                  <a:pt x="401637" y="57150"/>
                </a:lnTo>
                <a:lnTo>
                  <a:pt x="363537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53225" y="3524250"/>
            <a:ext cx="1395730" cy="1389380"/>
          </a:xfrm>
          <a:custGeom>
            <a:avLst/>
            <a:gdLst/>
            <a:ahLst/>
            <a:cxnLst/>
            <a:rect l="l" t="t" r="r" b="b"/>
            <a:pathLst>
              <a:path w="1395729" h="1389379">
                <a:moveTo>
                  <a:pt x="1395412" y="1389062"/>
                </a:moveTo>
                <a:lnTo>
                  <a:pt x="0" y="1389062"/>
                </a:lnTo>
                <a:lnTo>
                  <a:pt x="0" y="0"/>
                </a:lnTo>
                <a:lnTo>
                  <a:pt x="1395412" y="0"/>
                </a:lnTo>
                <a:lnTo>
                  <a:pt x="139541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70012"/>
                </a:lnTo>
                <a:lnTo>
                  <a:pt x="9525" y="1370012"/>
                </a:lnTo>
                <a:lnTo>
                  <a:pt x="19050" y="1379537"/>
                </a:lnTo>
                <a:lnTo>
                  <a:pt x="1395412" y="1379537"/>
                </a:lnTo>
                <a:lnTo>
                  <a:pt x="1395412" y="1389062"/>
                </a:lnTo>
                <a:close/>
              </a:path>
              <a:path w="1395729" h="13893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95729" h="1389379">
                <a:moveTo>
                  <a:pt x="137636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376362" y="9525"/>
                </a:lnTo>
                <a:lnTo>
                  <a:pt x="1376362" y="19050"/>
                </a:lnTo>
                <a:close/>
              </a:path>
              <a:path w="1395729" h="1389379">
                <a:moveTo>
                  <a:pt x="1376362" y="1379537"/>
                </a:moveTo>
                <a:lnTo>
                  <a:pt x="1376362" y="9525"/>
                </a:lnTo>
                <a:lnTo>
                  <a:pt x="1385887" y="19050"/>
                </a:lnTo>
                <a:lnTo>
                  <a:pt x="1395412" y="19050"/>
                </a:lnTo>
                <a:lnTo>
                  <a:pt x="1395412" y="1370012"/>
                </a:lnTo>
                <a:lnTo>
                  <a:pt x="1385887" y="1370012"/>
                </a:lnTo>
                <a:lnTo>
                  <a:pt x="1376362" y="1379537"/>
                </a:lnTo>
                <a:close/>
              </a:path>
              <a:path w="1395729" h="1389379">
                <a:moveTo>
                  <a:pt x="1395412" y="19050"/>
                </a:moveTo>
                <a:lnTo>
                  <a:pt x="1385887" y="19050"/>
                </a:lnTo>
                <a:lnTo>
                  <a:pt x="1376362" y="9525"/>
                </a:lnTo>
                <a:lnTo>
                  <a:pt x="1395412" y="9525"/>
                </a:lnTo>
                <a:lnTo>
                  <a:pt x="1395412" y="19050"/>
                </a:lnTo>
                <a:close/>
              </a:path>
              <a:path w="1395729" h="1389379">
                <a:moveTo>
                  <a:pt x="19050" y="1379537"/>
                </a:moveTo>
                <a:lnTo>
                  <a:pt x="9525" y="1370012"/>
                </a:lnTo>
                <a:lnTo>
                  <a:pt x="19050" y="1370012"/>
                </a:lnTo>
                <a:lnTo>
                  <a:pt x="19050" y="1379537"/>
                </a:lnTo>
                <a:close/>
              </a:path>
              <a:path w="1395729" h="1389379">
                <a:moveTo>
                  <a:pt x="1376362" y="1379537"/>
                </a:moveTo>
                <a:lnTo>
                  <a:pt x="19050" y="1379537"/>
                </a:lnTo>
                <a:lnTo>
                  <a:pt x="19050" y="1370012"/>
                </a:lnTo>
                <a:lnTo>
                  <a:pt x="1376362" y="1370012"/>
                </a:lnTo>
                <a:lnTo>
                  <a:pt x="1376362" y="1379537"/>
                </a:lnTo>
                <a:close/>
              </a:path>
              <a:path w="1395729" h="1389379">
                <a:moveTo>
                  <a:pt x="1395412" y="1379537"/>
                </a:moveTo>
                <a:lnTo>
                  <a:pt x="1376362" y="1379537"/>
                </a:lnTo>
                <a:lnTo>
                  <a:pt x="1385887" y="1370012"/>
                </a:lnTo>
                <a:lnTo>
                  <a:pt x="1395412" y="1370012"/>
                </a:lnTo>
                <a:lnTo>
                  <a:pt x="1395412" y="137953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15721" y="3627640"/>
            <a:ext cx="1082560" cy="3576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41693" y="4043349"/>
            <a:ext cx="1072248" cy="3729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25678" y="4472914"/>
            <a:ext cx="1106741" cy="35657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72187" y="4179887"/>
            <a:ext cx="666750" cy="114300"/>
          </a:xfrm>
          <a:custGeom>
            <a:avLst/>
            <a:gdLst/>
            <a:ahLst/>
            <a:cxnLst/>
            <a:rect l="l" t="t" r="r" b="b"/>
            <a:pathLst>
              <a:path w="666750" h="114300">
                <a:moveTo>
                  <a:pt x="552450" y="114300"/>
                </a:moveTo>
                <a:lnTo>
                  <a:pt x="552450" y="0"/>
                </a:lnTo>
                <a:lnTo>
                  <a:pt x="628650" y="38100"/>
                </a:lnTo>
                <a:lnTo>
                  <a:pt x="581025" y="38100"/>
                </a:lnTo>
                <a:lnTo>
                  <a:pt x="581025" y="76200"/>
                </a:lnTo>
                <a:lnTo>
                  <a:pt x="628650" y="76200"/>
                </a:lnTo>
                <a:lnTo>
                  <a:pt x="552450" y="114300"/>
                </a:lnTo>
                <a:close/>
              </a:path>
              <a:path w="666750" h="114300">
                <a:moveTo>
                  <a:pt x="55245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552450" y="38100"/>
                </a:lnTo>
                <a:lnTo>
                  <a:pt x="552450" y="76200"/>
                </a:lnTo>
                <a:close/>
              </a:path>
              <a:path w="666750" h="114300">
                <a:moveTo>
                  <a:pt x="628650" y="76200"/>
                </a:moveTo>
                <a:lnTo>
                  <a:pt x="581025" y="76200"/>
                </a:lnTo>
                <a:lnTo>
                  <a:pt x="581025" y="38100"/>
                </a:lnTo>
                <a:lnTo>
                  <a:pt x="628650" y="38100"/>
                </a:lnTo>
                <a:lnTo>
                  <a:pt x="666750" y="57150"/>
                </a:lnTo>
                <a:lnTo>
                  <a:pt x="62865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845550" y="3262312"/>
            <a:ext cx="1913255" cy="501650"/>
          </a:xfrm>
          <a:custGeom>
            <a:avLst/>
            <a:gdLst/>
            <a:ahLst/>
            <a:cxnLst/>
            <a:rect l="l" t="t" r="r" b="b"/>
            <a:pathLst>
              <a:path w="1913254" h="501650">
                <a:moveTo>
                  <a:pt x="1912937" y="501650"/>
                </a:moveTo>
                <a:lnTo>
                  <a:pt x="0" y="501650"/>
                </a:lnTo>
                <a:lnTo>
                  <a:pt x="0" y="0"/>
                </a:lnTo>
                <a:lnTo>
                  <a:pt x="1912937" y="0"/>
                </a:lnTo>
                <a:lnTo>
                  <a:pt x="191293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82600"/>
                </a:lnTo>
                <a:lnTo>
                  <a:pt x="9525" y="482600"/>
                </a:lnTo>
                <a:lnTo>
                  <a:pt x="19050" y="492125"/>
                </a:lnTo>
                <a:lnTo>
                  <a:pt x="1912937" y="492125"/>
                </a:lnTo>
                <a:lnTo>
                  <a:pt x="1912937" y="501650"/>
                </a:lnTo>
                <a:close/>
              </a:path>
              <a:path w="1913254" h="50165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913254" h="501650">
                <a:moveTo>
                  <a:pt x="189388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893887" y="9525"/>
                </a:lnTo>
                <a:lnTo>
                  <a:pt x="1893887" y="19050"/>
                </a:lnTo>
                <a:close/>
              </a:path>
              <a:path w="1913254" h="501650">
                <a:moveTo>
                  <a:pt x="1893887" y="492125"/>
                </a:moveTo>
                <a:lnTo>
                  <a:pt x="1893887" y="9525"/>
                </a:lnTo>
                <a:lnTo>
                  <a:pt x="1903412" y="19050"/>
                </a:lnTo>
                <a:lnTo>
                  <a:pt x="1912937" y="19050"/>
                </a:lnTo>
                <a:lnTo>
                  <a:pt x="1912937" y="482600"/>
                </a:lnTo>
                <a:lnTo>
                  <a:pt x="1903412" y="482600"/>
                </a:lnTo>
                <a:lnTo>
                  <a:pt x="1893887" y="492125"/>
                </a:lnTo>
                <a:close/>
              </a:path>
              <a:path w="1913254" h="501650">
                <a:moveTo>
                  <a:pt x="1912937" y="19050"/>
                </a:moveTo>
                <a:lnTo>
                  <a:pt x="1903412" y="19050"/>
                </a:lnTo>
                <a:lnTo>
                  <a:pt x="1893887" y="9525"/>
                </a:lnTo>
                <a:lnTo>
                  <a:pt x="1912937" y="9525"/>
                </a:lnTo>
                <a:lnTo>
                  <a:pt x="1912937" y="19050"/>
                </a:lnTo>
                <a:close/>
              </a:path>
              <a:path w="1913254" h="501650">
                <a:moveTo>
                  <a:pt x="19050" y="492125"/>
                </a:moveTo>
                <a:lnTo>
                  <a:pt x="9525" y="482600"/>
                </a:lnTo>
                <a:lnTo>
                  <a:pt x="19050" y="482600"/>
                </a:lnTo>
                <a:lnTo>
                  <a:pt x="19050" y="492125"/>
                </a:lnTo>
                <a:close/>
              </a:path>
              <a:path w="1913254" h="501650">
                <a:moveTo>
                  <a:pt x="1893887" y="492125"/>
                </a:moveTo>
                <a:lnTo>
                  <a:pt x="19050" y="492125"/>
                </a:lnTo>
                <a:lnTo>
                  <a:pt x="19050" y="482600"/>
                </a:lnTo>
                <a:lnTo>
                  <a:pt x="1893887" y="482600"/>
                </a:lnTo>
                <a:lnTo>
                  <a:pt x="1893887" y="492125"/>
                </a:lnTo>
                <a:close/>
              </a:path>
              <a:path w="1913254" h="501650">
                <a:moveTo>
                  <a:pt x="1912937" y="492125"/>
                </a:moveTo>
                <a:lnTo>
                  <a:pt x="1893887" y="492125"/>
                </a:lnTo>
                <a:lnTo>
                  <a:pt x="1903412" y="482600"/>
                </a:lnTo>
                <a:lnTo>
                  <a:pt x="1912937" y="482600"/>
                </a:lnTo>
                <a:lnTo>
                  <a:pt x="1912937" y="49212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094025" y="3349713"/>
            <a:ext cx="1424228" cy="3761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47050" y="4175125"/>
            <a:ext cx="668655" cy="114300"/>
          </a:xfrm>
          <a:custGeom>
            <a:avLst/>
            <a:gdLst/>
            <a:ahLst/>
            <a:cxnLst/>
            <a:rect l="l" t="t" r="r" b="b"/>
            <a:pathLst>
              <a:path w="668654" h="114300">
                <a:moveTo>
                  <a:pt x="554037" y="114300"/>
                </a:moveTo>
                <a:lnTo>
                  <a:pt x="554037" y="0"/>
                </a:lnTo>
                <a:lnTo>
                  <a:pt x="630237" y="38100"/>
                </a:lnTo>
                <a:lnTo>
                  <a:pt x="582612" y="38100"/>
                </a:lnTo>
                <a:lnTo>
                  <a:pt x="582612" y="76200"/>
                </a:lnTo>
                <a:lnTo>
                  <a:pt x="630237" y="76200"/>
                </a:lnTo>
                <a:lnTo>
                  <a:pt x="554037" y="114300"/>
                </a:lnTo>
                <a:close/>
              </a:path>
              <a:path w="668654" h="114300">
                <a:moveTo>
                  <a:pt x="55403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554037" y="38100"/>
                </a:lnTo>
                <a:lnTo>
                  <a:pt x="554037" y="76200"/>
                </a:lnTo>
                <a:close/>
              </a:path>
              <a:path w="668654" h="114300">
                <a:moveTo>
                  <a:pt x="630237" y="76200"/>
                </a:moveTo>
                <a:lnTo>
                  <a:pt x="582612" y="76200"/>
                </a:lnTo>
                <a:lnTo>
                  <a:pt x="582612" y="38100"/>
                </a:lnTo>
                <a:lnTo>
                  <a:pt x="630237" y="38100"/>
                </a:lnTo>
                <a:lnTo>
                  <a:pt x="668337" y="57150"/>
                </a:lnTo>
                <a:lnTo>
                  <a:pt x="630237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25666" y="2978937"/>
            <a:ext cx="321017" cy="34093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67703" y="3368878"/>
            <a:ext cx="374713" cy="3459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290106" y="3749560"/>
            <a:ext cx="354101" cy="35765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383587" y="3497021"/>
            <a:ext cx="57150" cy="1510665"/>
          </a:xfrm>
          <a:custGeom>
            <a:avLst/>
            <a:gdLst/>
            <a:ahLst/>
            <a:cxnLst/>
            <a:rect l="l" t="t" r="r" b="b"/>
            <a:pathLst>
              <a:path w="57150" h="1510664">
                <a:moveTo>
                  <a:pt x="38100" y="1510195"/>
                </a:moveTo>
                <a:lnTo>
                  <a:pt x="0" y="1509712"/>
                </a:lnTo>
                <a:lnTo>
                  <a:pt x="19050" y="0"/>
                </a:lnTo>
                <a:lnTo>
                  <a:pt x="57150" y="482"/>
                </a:lnTo>
                <a:lnTo>
                  <a:pt x="38100" y="1510195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07400" y="3459162"/>
            <a:ext cx="400050" cy="114300"/>
          </a:xfrm>
          <a:custGeom>
            <a:avLst/>
            <a:gdLst/>
            <a:ahLst/>
            <a:cxnLst/>
            <a:rect l="l" t="t" r="r" b="b"/>
            <a:pathLst>
              <a:path w="400050" h="114300">
                <a:moveTo>
                  <a:pt x="285750" y="114300"/>
                </a:moveTo>
                <a:lnTo>
                  <a:pt x="285750" y="0"/>
                </a:lnTo>
                <a:lnTo>
                  <a:pt x="361950" y="38100"/>
                </a:lnTo>
                <a:lnTo>
                  <a:pt x="314325" y="38100"/>
                </a:lnTo>
                <a:lnTo>
                  <a:pt x="314325" y="76200"/>
                </a:lnTo>
                <a:lnTo>
                  <a:pt x="361950" y="76200"/>
                </a:lnTo>
                <a:lnTo>
                  <a:pt x="285750" y="114300"/>
                </a:lnTo>
                <a:close/>
              </a:path>
              <a:path w="400050" h="114300">
                <a:moveTo>
                  <a:pt x="28575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85750" y="38100"/>
                </a:lnTo>
                <a:lnTo>
                  <a:pt x="285750" y="76200"/>
                </a:lnTo>
                <a:close/>
              </a:path>
              <a:path w="400050" h="114300">
                <a:moveTo>
                  <a:pt x="361950" y="76200"/>
                </a:moveTo>
                <a:lnTo>
                  <a:pt x="314325" y="76200"/>
                </a:lnTo>
                <a:lnTo>
                  <a:pt x="314325" y="38100"/>
                </a:lnTo>
                <a:lnTo>
                  <a:pt x="361950" y="38100"/>
                </a:lnTo>
                <a:lnTo>
                  <a:pt x="400050" y="57150"/>
                </a:lnTo>
                <a:lnTo>
                  <a:pt x="36195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391525" y="4951412"/>
            <a:ext cx="400050" cy="114300"/>
          </a:xfrm>
          <a:custGeom>
            <a:avLst/>
            <a:gdLst/>
            <a:ahLst/>
            <a:cxnLst/>
            <a:rect l="l" t="t" r="r" b="b"/>
            <a:pathLst>
              <a:path w="400050" h="114300">
                <a:moveTo>
                  <a:pt x="285750" y="114300"/>
                </a:moveTo>
                <a:lnTo>
                  <a:pt x="285750" y="0"/>
                </a:lnTo>
                <a:lnTo>
                  <a:pt x="361950" y="38100"/>
                </a:lnTo>
                <a:lnTo>
                  <a:pt x="314325" y="38100"/>
                </a:lnTo>
                <a:lnTo>
                  <a:pt x="314325" y="76200"/>
                </a:lnTo>
                <a:lnTo>
                  <a:pt x="361950" y="76200"/>
                </a:lnTo>
                <a:lnTo>
                  <a:pt x="285750" y="114300"/>
                </a:lnTo>
                <a:close/>
              </a:path>
              <a:path w="400050" h="114300">
                <a:moveTo>
                  <a:pt x="285750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85750" y="38100"/>
                </a:lnTo>
                <a:lnTo>
                  <a:pt x="285750" y="76200"/>
                </a:lnTo>
                <a:close/>
              </a:path>
              <a:path w="400050" h="114300">
                <a:moveTo>
                  <a:pt x="361950" y="76200"/>
                </a:moveTo>
                <a:lnTo>
                  <a:pt x="314325" y="76200"/>
                </a:lnTo>
                <a:lnTo>
                  <a:pt x="314325" y="38100"/>
                </a:lnTo>
                <a:lnTo>
                  <a:pt x="361950" y="38100"/>
                </a:lnTo>
                <a:lnTo>
                  <a:pt x="400050" y="57150"/>
                </a:lnTo>
                <a:lnTo>
                  <a:pt x="36195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821737" y="3992562"/>
            <a:ext cx="1911350" cy="492125"/>
          </a:xfrm>
          <a:custGeom>
            <a:avLst/>
            <a:gdLst/>
            <a:ahLst/>
            <a:cxnLst/>
            <a:rect l="l" t="t" r="r" b="b"/>
            <a:pathLst>
              <a:path w="1911350" h="492125">
                <a:moveTo>
                  <a:pt x="1911350" y="492125"/>
                </a:moveTo>
                <a:lnTo>
                  <a:pt x="0" y="492125"/>
                </a:lnTo>
                <a:lnTo>
                  <a:pt x="0" y="0"/>
                </a:lnTo>
                <a:lnTo>
                  <a:pt x="1911350" y="0"/>
                </a:lnTo>
                <a:lnTo>
                  <a:pt x="19113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73075"/>
                </a:lnTo>
                <a:lnTo>
                  <a:pt x="9525" y="473075"/>
                </a:lnTo>
                <a:lnTo>
                  <a:pt x="19050" y="482600"/>
                </a:lnTo>
                <a:lnTo>
                  <a:pt x="1911350" y="482600"/>
                </a:lnTo>
                <a:lnTo>
                  <a:pt x="1911350" y="492125"/>
                </a:lnTo>
                <a:close/>
              </a:path>
              <a:path w="1911350" h="49212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911350" h="492125">
                <a:moveTo>
                  <a:pt x="189230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892300" y="9525"/>
                </a:lnTo>
                <a:lnTo>
                  <a:pt x="1892300" y="19050"/>
                </a:lnTo>
                <a:close/>
              </a:path>
              <a:path w="1911350" h="492125">
                <a:moveTo>
                  <a:pt x="1892300" y="482600"/>
                </a:moveTo>
                <a:lnTo>
                  <a:pt x="1892300" y="9525"/>
                </a:lnTo>
                <a:lnTo>
                  <a:pt x="1901825" y="19050"/>
                </a:lnTo>
                <a:lnTo>
                  <a:pt x="1911350" y="19050"/>
                </a:lnTo>
                <a:lnTo>
                  <a:pt x="1911350" y="473075"/>
                </a:lnTo>
                <a:lnTo>
                  <a:pt x="1901825" y="473075"/>
                </a:lnTo>
                <a:lnTo>
                  <a:pt x="1892300" y="482600"/>
                </a:lnTo>
                <a:close/>
              </a:path>
              <a:path w="1911350" h="492125">
                <a:moveTo>
                  <a:pt x="1911350" y="19050"/>
                </a:moveTo>
                <a:lnTo>
                  <a:pt x="1901825" y="19050"/>
                </a:lnTo>
                <a:lnTo>
                  <a:pt x="1892300" y="9525"/>
                </a:lnTo>
                <a:lnTo>
                  <a:pt x="1911350" y="9525"/>
                </a:lnTo>
                <a:lnTo>
                  <a:pt x="1911350" y="19050"/>
                </a:lnTo>
                <a:close/>
              </a:path>
              <a:path w="1911350" h="492125">
                <a:moveTo>
                  <a:pt x="19050" y="482600"/>
                </a:moveTo>
                <a:lnTo>
                  <a:pt x="9525" y="473075"/>
                </a:lnTo>
                <a:lnTo>
                  <a:pt x="19050" y="473075"/>
                </a:lnTo>
                <a:lnTo>
                  <a:pt x="19050" y="482600"/>
                </a:lnTo>
                <a:close/>
              </a:path>
              <a:path w="1911350" h="492125">
                <a:moveTo>
                  <a:pt x="1892300" y="482600"/>
                </a:moveTo>
                <a:lnTo>
                  <a:pt x="19050" y="482600"/>
                </a:lnTo>
                <a:lnTo>
                  <a:pt x="19050" y="473075"/>
                </a:lnTo>
                <a:lnTo>
                  <a:pt x="1892300" y="473075"/>
                </a:lnTo>
                <a:lnTo>
                  <a:pt x="1892300" y="482600"/>
                </a:lnTo>
                <a:close/>
              </a:path>
              <a:path w="1911350" h="492125">
                <a:moveTo>
                  <a:pt x="1911350" y="482600"/>
                </a:moveTo>
                <a:lnTo>
                  <a:pt x="1892300" y="482600"/>
                </a:lnTo>
                <a:lnTo>
                  <a:pt x="1901825" y="473075"/>
                </a:lnTo>
                <a:lnTo>
                  <a:pt x="1911350" y="473075"/>
                </a:lnTo>
                <a:lnTo>
                  <a:pt x="1911350" y="48260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257690" y="4099877"/>
            <a:ext cx="1079373" cy="34448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837612" y="4699000"/>
            <a:ext cx="2129155" cy="500380"/>
          </a:xfrm>
          <a:custGeom>
            <a:avLst/>
            <a:gdLst/>
            <a:ahLst/>
            <a:cxnLst/>
            <a:rect l="l" t="t" r="r" b="b"/>
            <a:pathLst>
              <a:path w="2129154" h="500379">
                <a:moveTo>
                  <a:pt x="2128837" y="500062"/>
                </a:moveTo>
                <a:lnTo>
                  <a:pt x="0" y="500062"/>
                </a:lnTo>
                <a:lnTo>
                  <a:pt x="0" y="0"/>
                </a:lnTo>
                <a:lnTo>
                  <a:pt x="2128837" y="0"/>
                </a:lnTo>
                <a:lnTo>
                  <a:pt x="212883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481012"/>
                </a:lnTo>
                <a:lnTo>
                  <a:pt x="9525" y="481012"/>
                </a:lnTo>
                <a:lnTo>
                  <a:pt x="19050" y="490537"/>
                </a:lnTo>
                <a:lnTo>
                  <a:pt x="2128837" y="490537"/>
                </a:lnTo>
                <a:lnTo>
                  <a:pt x="2128837" y="500062"/>
                </a:lnTo>
                <a:close/>
              </a:path>
              <a:path w="2129154" h="50037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129154" h="500379">
                <a:moveTo>
                  <a:pt x="210978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109787" y="9525"/>
                </a:lnTo>
                <a:lnTo>
                  <a:pt x="2109787" y="19050"/>
                </a:lnTo>
                <a:close/>
              </a:path>
              <a:path w="2129154" h="500379">
                <a:moveTo>
                  <a:pt x="2109787" y="490537"/>
                </a:moveTo>
                <a:lnTo>
                  <a:pt x="2109787" y="9525"/>
                </a:lnTo>
                <a:lnTo>
                  <a:pt x="2119312" y="19050"/>
                </a:lnTo>
                <a:lnTo>
                  <a:pt x="2128837" y="19050"/>
                </a:lnTo>
                <a:lnTo>
                  <a:pt x="2128837" y="481012"/>
                </a:lnTo>
                <a:lnTo>
                  <a:pt x="2119312" y="481012"/>
                </a:lnTo>
                <a:lnTo>
                  <a:pt x="2109787" y="490537"/>
                </a:lnTo>
                <a:close/>
              </a:path>
              <a:path w="2129154" h="500379">
                <a:moveTo>
                  <a:pt x="2128837" y="19050"/>
                </a:moveTo>
                <a:lnTo>
                  <a:pt x="2119312" y="19050"/>
                </a:lnTo>
                <a:lnTo>
                  <a:pt x="2109787" y="9525"/>
                </a:lnTo>
                <a:lnTo>
                  <a:pt x="2128837" y="9525"/>
                </a:lnTo>
                <a:lnTo>
                  <a:pt x="2128837" y="19050"/>
                </a:lnTo>
                <a:close/>
              </a:path>
              <a:path w="2129154" h="500379">
                <a:moveTo>
                  <a:pt x="19050" y="490537"/>
                </a:moveTo>
                <a:lnTo>
                  <a:pt x="9525" y="481012"/>
                </a:lnTo>
                <a:lnTo>
                  <a:pt x="19050" y="481012"/>
                </a:lnTo>
                <a:lnTo>
                  <a:pt x="19050" y="490537"/>
                </a:lnTo>
                <a:close/>
              </a:path>
              <a:path w="2129154" h="500379">
                <a:moveTo>
                  <a:pt x="2109787" y="490537"/>
                </a:moveTo>
                <a:lnTo>
                  <a:pt x="19050" y="490537"/>
                </a:lnTo>
                <a:lnTo>
                  <a:pt x="19050" y="481012"/>
                </a:lnTo>
                <a:lnTo>
                  <a:pt x="2109787" y="481012"/>
                </a:lnTo>
                <a:lnTo>
                  <a:pt x="2109787" y="490537"/>
                </a:lnTo>
                <a:close/>
              </a:path>
              <a:path w="2129154" h="500379">
                <a:moveTo>
                  <a:pt x="2128837" y="490537"/>
                </a:moveTo>
                <a:lnTo>
                  <a:pt x="2109787" y="490537"/>
                </a:lnTo>
                <a:lnTo>
                  <a:pt x="2119312" y="481012"/>
                </a:lnTo>
                <a:lnTo>
                  <a:pt x="2128837" y="481012"/>
                </a:lnTo>
                <a:lnTo>
                  <a:pt x="2128837" y="49053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023425" y="4784610"/>
            <a:ext cx="1809978" cy="3797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49400" y="5423827"/>
            <a:ext cx="8360816" cy="60717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9991" y="1441703"/>
            <a:ext cx="6352032" cy="2874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7545705" cy="1330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826769">
              <a:lnSpc>
                <a:spcPct val="100000"/>
              </a:lnSpc>
              <a:spcBef>
                <a:spcPts val="200"/>
              </a:spcBef>
            </a:pPr>
            <a:r>
              <a:rPr dirty="0" sz="4400" b="1">
                <a:solidFill>
                  <a:srgbClr val="C00000"/>
                </a:solidFill>
                <a:latin typeface="微软雅黑"/>
                <a:cs typeface="微软雅黑"/>
              </a:rPr>
              <a:t>二、常见传感器的工作原</a:t>
            </a:r>
            <a:r>
              <a:rPr dirty="0" sz="4400" spc="5" b="1">
                <a:solidFill>
                  <a:srgbClr val="C00000"/>
                </a:solidFill>
                <a:latin typeface="微软雅黑"/>
                <a:cs typeface="微软雅黑"/>
              </a:rPr>
              <a:t>理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5964" y="2091232"/>
            <a:ext cx="2605011" cy="623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50735" y="3837432"/>
            <a:ext cx="1306195" cy="285115"/>
          </a:xfrm>
          <a:custGeom>
            <a:avLst/>
            <a:gdLst/>
            <a:ahLst/>
            <a:cxnLst/>
            <a:rect l="l" t="t" r="r" b="b"/>
            <a:pathLst>
              <a:path w="1306195" h="285114">
                <a:moveTo>
                  <a:pt x="0" y="0"/>
                </a:moveTo>
                <a:lnTo>
                  <a:pt x="1306068" y="0"/>
                </a:lnTo>
                <a:lnTo>
                  <a:pt x="1306068" y="284988"/>
                </a:lnTo>
                <a:lnTo>
                  <a:pt x="0" y="284988"/>
                </a:lnTo>
                <a:lnTo>
                  <a:pt x="0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71484" y="4436960"/>
            <a:ext cx="1633410" cy="645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26663" y="5142725"/>
            <a:ext cx="5997130" cy="493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11465" y="1985073"/>
            <a:ext cx="1605279" cy="6398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04162" y="2737142"/>
            <a:ext cx="2429662" cy="5903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55026" y="3412172"/>
            <a:ext cx="2128380" cy="5501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2583" y="888491"/>
            <a:ext cx="6406895" cy="2929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29688" y="2492870"/>
            <a:ext cx="2669438" cy="6077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71484" y="4179785"/>
            <a:ext cx="1633410" cy="645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26663" y="4885550"/>
            <a:ext cx="5078920" cy="493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11465" y="1727898"/>
            <a:ext cx="1605279" cy="6398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12544" y="2481643"/>
            <a:ext cx="2421280" cy="5886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55026" y="3154997"/>
            <a:ext cx="2128380" cy="5501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6718" y="813650"/>
            <a:ext cx="3363645" cy="645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98384" y="1822348"/>
            <a:ext cx="1633410" cy="645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39858" y="1935746"/>
            <a:ext cx="6924484" cy="5077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8239" y="2700401"/>
            <a:ext cx="1605280" cy="6398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25596" y="2801340"/>
            <a:ext cx="5037607" cy="5967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87812" y="6154077"/>
            <a:ext cx="3091180" cy="128905"/>
          </a:xfrm>
          <a:custGeom>
            <a:avLst/>
            <a:gdLst/>
            <a:ahLst/>
            <a:cxnLst/>
            <a:rect l="l" t="t" r="r" b="b"/>
            <a:pathLst>
              <a:path w="3091179" h="128904">
                <a:moveTo>
                  <a:pt x="2975394" y="128447"/>
                </a:moveTo>
                <a:lnTo>
                  <a:pt x="2962529" y="114300"/>
                </a:lnTo>
                <a:lnTo>
                  <a:pt x="2962833" y="111328"/>
                </a:lnTo>
                <a:lnTo>
                  <a:pt x="3009689" y="78487"/>
                </a:lnTo>
                <a:lnTo>
                  <a:pt x="3062528" y="78460"/>
                </a:lnTo>
                <a:lnTo>
                  <a:pt x="3062516" y="49885"/>
                </a:lnTo>
                <a:lnTo>
                  <a:pt x="3009619" y="49885"/>
                </a:lnTo>
                <a:lnTo>
                  <a:pt x="2969577" y="26555"/>
                </a:lnTo>
                <a:lnTo>
                  <a:pt x="2962478" y="14160"/>
                </a:lnTo>
                <a:lnTo>
                  <a:pt x="2962808" y="11188"/>
                </a:lnTo>
                <a:lnTo>
                  <a:pt x="2975330" y="0"/>
                </a:lnTo>
                <a:lnTo>
                  <a:pt x="2978315" y="12"/>
                </a:lnTo>
                <a:lnTo>
                  <a:pt x="2981236" y="647"/>
                </a:lnTo>
                <a:lnTo>
                  <a:pt x="2983966" y="1866"/>
                </a:lnTo>
                <a:lnTo>
                  <a:pt x="3066376" y="49885"/>
                </a:lnTo>
                <a:lnTo>
                  <a:pt x="3062516" y="49885"/>
                </a:lnTo>
                <a:lnTo>
                  <a:pt x="3066423" y="49912"/>
                </a:lnTo>
                <a:lnTo>
                  <a:pt x="3090875" y="64160"/>
                </a:lnTo>
                <a:lnTo>
                  <a:pt x="2984030" y="126568"/>
                </a:lnTo>
                <a:lnTo>
                  <a:pt x="2981299" y="127787"/>
                </a:lnTo>
                <a:lnTo>
                  <a:pt x="2978378" y="128422"/>
                </a:lnTo>
                <a:lnTo>
                  <a:pt x="2975394" y="128447"/>
                </a:lnTo>
                <a:close/>
              </a:path>
              <a:path w="3091179" h="128904">
                <a:moveTo>
                  <a:pt x="3034170" y="64190"/>
                </a:moveTo>
                <a:lnTo>
                  <a:pt x="3009665" y="49912"/>
                </a:lnTo>
                <a:lnTo>
                  <a:pt x="3062516" y="49885"/>
                </a:lnTo>
                <a:lnTo>
                  <a:pt x="3062516" y="51841"/>
                </a:lnTo>
                <a:lnTo>
                  <a:pt x="3055315" y="51841"/>
                </a:lnTo>
                <a:lnTo>
                  <a:pt x="3034170" y="64190"/>
                </a:lnTo>
                <a:close/>
              </a:path>
              <a:path w="3091179" h="128904">
                <a:moveTo>
                  <a:pt x="25" y="80035"/>
                </a:moveTo>
                <a:lnTo>
                  <a:pt x="0" y="51460"/>
                </a:lnTo>
                <a:lnTo>
                  <a:pt x="3009665" y="49912"/>
                </a:lnTo>
                <a:lnTo>
                  <a:pt x="3034170" y="64190"/>
                </a:lnTo>
                <a:lnTo>
                  <a:pt x="3009689" y="78487"/>
                </a:lnTo>
                <a:lnTo>
                  <a:pt x="25" y="80035"/>
                </a:lnTo>
                <a:close/>
              </a:path>
              <a:path w="3091179" h="128904">
                <a:moveTo>
                  <a:pt x="3055327" y="76517"/>
                </a:moveTo>
                <a:lnTo>
                  <a:pt x="3034170" y="64190"/>
                </a:lnTo>
                <a:lnTo>
                  <a:pt x="3055315" y="51841"/>
                </a:lnTo>
                <a:lnTo>
                  <a:pt x="3055327" y="76517"/>
                </a:lnTo>
                <a:close/>
              </a:path>
              <a:path w="3091179" h="128904">
                <a:moveTo>
                  <a:pt x="3062527" y="76517"/>
                </a:moveTo>
                <a:lnTo>
                  <a:pt x="3055327" y="76517"/>
                </a:lnTo>
                <a:lnTo>
                  <a:pt x="3055315" y="51841"/>
                </a:lnTo>
                <a:lnTo>
                  <a:pt x="3062516" y="51841"/>
                </a:lnTo>
                <a:lnTo>
                  <a:pt x="3062527" y="76517"/>
                </a:lnTo>
                <a:close/>
              </a:path>
              <a:path w="3091179" h="128904">
                <a:moveTo>
                  <a:pt x="3009689" y="78487"/>
                </a:moveTo>
                <a:lnTo>
                  <a:pt x="3034170" y="64190"/>
                </a:lnTo>
                <a:lnTo>
                  <a:pt x="3055327" y="76517"/>
                </a:lnTo>
                <a:lnTo>
                  <a:pt x="3062527" y="76517"/>
                </a:lnTo>
                <a:lnTo>
                  <a:pt x="3062528" y="78460"/>
                </a:lnTo>
                <a:lnTo>
                  <a:pt x="3009689" y="78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6915" y="3598862"/>
            <a:ext cx="128905" cy="2633980"/>
          </a:xfrm>
          <a:custGeom>
            <a:avLst/>
            <a:gdLst/>
            <a:ahLst/>
            <a:cxnLst/>
            <a:rect l="l" t="t" r="r" b="b"/>
            <a:pathLst>
              <a:path w="128904" h="2633979">
                <a:moveTo>
                  <a:pt x="14173" y="128422"/>
                </a:moveTo>
                <a:lnTo>
                  <a:pt x="0" y="115582"/>
                </a:lnTo>
                <a:lnTo>
                  <a:pt x="45" y="112445"/>
                </a:lnTo>
                <a:lnTo>
                  <a:pt x="635" y="109677"/>
                </a:lnTo>
                <a:lnTo>
                  <a:pt x="1866" y="106959"/>
                </a:lnTo>
                <a:lnTo>
                  <a:pt x="64084" y="0"/>
                </a:lnTo>
                <a:lnTo>
                  <a:pt x="80656" y="28333"/>
                </a:lnTo>
                <a:lnTo>
                  <a:pt x="49834" y="28371"/>
                </a:lnTo>
                <a:lnTo>
                  <a:pt x="49898" y="81212"/>
                </a:lnTo>
                <a:lnTo>
                  <a:pt x="26568" y="121323"/>
                </a:lnTo>
                <a:lnTo>
                  <a:pt x="17144" y="128130"/>
                </a:lnTo>
                <a:lnTo>
                  <a:pt x="14173" y="128422"/>
                </a:lnTo>
                <a:close/>
              </a:path>
              <a:path w="128904" h="2633979">
                <a:moveTo>
                  <a:pt x="49898" y="81212"/>
                </a:moveTo>
                <a:lnTo>
                  <a:pt x="49834" y="28371"/>
                </a:lnTo>
                <a:lnTo>
                  <a:pt x="78409" y="28333"/>
                </a:lnTo>
                <a:lnTo>
                  <a:pt x="78418" y="35534"/>
                </a:lnTo>
                <a:lnTo>
                  <a:pt x="51790" y="35572"/>
                </a:lnTo>
                <a:lnTo>
                  <a:pt x="64151" y="56707"/>
                </a:lnTo>
                <a:lnTo>
                  <a:pt x="49898" y="81212"/>
                </a:lnTo>
                <a:close/>
              </a:path>
              <a:path w="128904" h="2633979">
                <a:moveTo>
                  <a:pt x="114312" y="128308"/>
                </a:moveTo>
                <a:lnTo>
                  <a:pt x="78484" y="81212"/>
                </a:lnTo>
                <a:lnTo>
                  <a:pt x="78409" y="28333"/>
                </a:lnTo>
                <a:lnTo>
                  <a:pt x="80656" y="28333"/>
                </a:lnTo>
                <a:lnTo>
                  <a:pt x="126555" y="106807"/>
                </a:lnTo>
                <a:lnTo>
                  <a:pt x="127787" y="109524"/>
                </a:lnTo>
                <a:lnTo>
                  <a:pt x="128422" y="112445"/>
                </a:lnTo>
                <a:lnTo>
                  <a:pt x="128416" y="115582"/>
                </a:lnTo>
                <a:lnTo>
                  <a:pt x="114312" y="128308"/>
                </a:lnTo>
                <a:close/>
              </a:path>
              <a:path w="128904" h="2633979">
                <a:moveTo>
                  <a:pt x="64151" y="56707"/>
                </a:moveTo>
                <a:lnTo>
                  <a:pt x="51790" y="35572"/>
                </a:lnTo>
                <a:lnTo>
                  <a:pt x="76466" y="35534"/>
                </a:lnTo>
                <a:lnTo>
                  <a:pt x="64151" y="56707"/>
                </a:lnTo>
                <a:close/>
              </a:path>
              <a:path w="128904" h="2633979">
                <a:moveTo>
                  <a:pt x="78473" y="81193"/>
                </a:moveTo>
                <a:lnTo>
                  <a:pt x="64151" y="56707"/>
                </a:lnTo>
                <a:lnTo>
                  <a:pt x="76466" y="35534"/>
                </a:lnTo>
                <a:lnTo>
                  <a:pt x="78418" y="35534"/>
                </a:lnTo>
                <a:lnTo>
                  <a:pt x="78473" y="81193"/>
                </a:lnTo>
                <a:close/>
              </a:path>
              <a:path w="128904" h="2633979">
                <a:moveTo>
                  <a:pt x="52971" y="2633675"/>
                </a:moveTo>
                <a:lnTo>
                  <a:pt x="49909" y="81193"/>
                </a:lnTo>
                <a:lnTo>
                  <a:pt x="64151" y="56707"/>
                </a:lnTo>
                <a:lnTo>
                  <a:pt x="78473" y="81193"/>
                </a:lnTo>
                <a:lnTo>
                  <a:pt x="81546" y="2633649"/>
                </a:lnTo>
                <a:lnTo>
                  <a:pt x="52971" y="2633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39032" y="3530434"/>
            <a:ext cx="300367" cy="2972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56831" y="6324434"/>
            <a:ext cx="279869" cy="2972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27157" y="6094679"/>
            <a:ext cx="206870" cy="2932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84789" y="4576216"/>
            <a:ext cx="2472055" cy="883919"/>
          </a:xfrm>
          <a:custGeom>
            <a:avLst/>
            <a:gdLst/>
            <a:ahLst/>
            <a:cxnLst/>
            <a:rect l="l" t="t" r="r" b="b"/>
            <a:pathLst>
              <a:path w="2472054" h="883920">
                <a:moveTo>
                  <a:pt x="12420" y="883742"/>
                </a:moveTo>
                <a:lnTo>
                  <a:pt x="0" y="847725"/>
                </a:lnTo>
                <a:lnTo>
                  <a:pt x="2459037" y="0"/>
                </a:lnTo>
                <a:lnTo>
                  <a:pt x="2471458" y="36017"/>
                </a:lnTo>
                <a:lnTo>
                  <a:pt x="12420" y="883742"/>
                </a:lnTo>
                <a:close/>
              </a:path>
            </a:pathLst>
          </a:custGeom>
          <a:solidFill>
            <a:srgbClr val="66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77672" y="4290212"/>
            <a:ext cx="1797519" cy="3700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15700" y="3866375"/>
            <a:ext cx="1943735" cy="1981200"/>
          </a:xfrm>
          <a:custGeom>
            <a:avLst/>
            <a:gdLst/>
            <a:ahLst/>
            <a:cxnLst/>
            <a:rect l="l" t="t" r="r" b="b"/>
            <a:pathLst>
              <a:path w="1943735" h="1981200">
                <a:moveTo>
                  <a:pt x="1928190" y="1981200"/>
                </a:moveTo>
                <a:lnTo>
                  <a:pt x="1882495" y="1968500"/>
                </a:lnTo>
                <a:lnTo>
                  <a:pt x="1829231" y="1943100"/>
                </a:lnTo>
                <a:lnTo>
                  <a:pt x="1759229" y="1905000"/>
                </a:lnTo>
                <a:lnTo>
                  <a:pt x="1718741" y="1892300"/>
                </a:lnTo>
                <a:lnTo>
                  <a:pt x="1675041" y="1866900"/>
                </a:lnTo>
                <a:lnTo>
                  <a:pt x="1628457" y="1854200"/>
                </a:lnTo>
                <a:lnTo>
                  <a:pt x="1579295" y="1828800"/>
                </a:lnTo>
                <a:lnTo>
                  <a:pt x="1527898" y="1803400"/>
                </a:lnTo>
                <a:lnTo>
                  <a:pt x="1474584" y="1778000"/>
                </a:lnTo>
                <a:lnTo>
                  <a:pt x="1419669" y="1752600"/>
                </a:lnTo>
                <a:lnTo>
                  <a:pt x="1363484" y="1727200"/>
                </a:lnTo>
                <a:lnTo>
                  <a:pt x="1306360" y="1689100"/>
                </a:lnTo>
                <a:lnTo>
                  <a:pt x="1190561" y="1638300"/>
                </a:lnTo>
                <a:lnTo>
                  <a:pt x="1132560" y="1600200"/>
                </a:lnTo>
                <a:lnTo>
                  <a:pt x="1074864" y="1574800"/>
                </a:lnTo>
                <a:lnTo>
                  <a:pt x="1046264" y="1549400"/>
                </a:lnTo>
                <a:lnTo>
                  <a:pt x="989711" y="1524000"/>
                </a:lnTo>
                <a:lnTo>
                  <a:pt x="961859" y="1498600"/>
                </a:lnTo>
                <a:lnTo>
                  <a:pt x="880402" y="1460500"/>
                </a:lnTo>
                <a:lnTo>
                  <a:pt x="854087" y="1435100"/>
                </a:lnTo>
                <a:lnTo>
                  <a:pt x="828268" y="1422400"/>
                </a:lnTo>
                <a:lnTo>
                  <a:pt x="802982" y="1409700"/>
                </a:lnTo>
                <a:lnTo>
                  <a:pt x="778255" y="1384300"/>
                </a:lnTo>
                <a:lnTo>
                  <a:pt x="754151" y="1371600"/>
                </a:lnTo>
                <a:lnTo>
                  <a:pt x="730681" y="1358900"/>
                </a:lnTo>
                <a:lnTo>
                  <a:pt x="707898" y="1333500"/>
                </a:lnTo>
                <a:lnTo>
                  <a:pt x="685838" y="1320800"/>
                </a:lnTo>
                <a:lnTo>
                  <a:pt x="664552" y="1308100"/>
                </a:lnTo>
                <a:lnTo>
                  <a:pt x="644067" y="1295400"/>
                </a:lnTo>
                <a:lnTo>
                  <a:pt x="624420" y="1270000"/>
                </a:lnTo>
                <a:lnTo>
                  <a:pt x="605650" y="1257300"/>
                </a:lnTo>
                <a:lnTo>
                  <a:pt x="587806" y="1244600"/>
                </a:lnTo>
                <a:lnTo>
                  <a:pt x="570928" y="1231900"/>
                </a:lnTo>
                <a:lnTo>
                  <a:pt x="555091" y="1206500"/>
                </a:lnTo>
                <a:lnTo>
                  <a:pt x="540003" y="1193800"/>
                </a:lnTo>
                <a:lnTo>
                  <a:pt x="525284" y="1181100"/>
                </a:lnTo>
                <a:lnTo>
                  <a:pt x="510844" y="1168400"/>
                </a:lnTo>
                <a:lnTo>
                  <a:pt x="496697" y="1143000"/>
                </a:lnTo>
                <a:lnTo>
                  <a:pt x="482841" y="1130300"/>
                </a:lnTo>
                <a:lnTo>
                  <a:pt x="469264" y="1117600"/>
                </a:lnTo>
                <a:lnTo>
                  <a:pt x="455955" y="1092200"/>
                </a:lnTo>
                <a:lnTo>
                  <a:pt x="442925" y="1079500"/>
                </a:lnTo>
                <a:lnTo>
                  <a:pt x="430161" y="1066800"/>
                </a:lnTo>
                <a:lnTo>
                  <a:pt x="417652" y="1041400"/>
                </a:lnTo>
                <a:lnTo>
                  <a:pt x="405409" y="1028700"/>
                </a:lnTo>
                <a:lnTo>
                  <a:pt x="393420" y="1016000"/>
                </a:lnTo>
                <a:lnTo>
                  <a:pt x="381673" y="990600"/>
                </a:lnTo>
                <a:lnTo>
                  <a:pt x="370166" y="977900"/>
                </a:lnTo>
                <a:lnTo>
                  <a:pt x="358914" y="965200"/>
                </a:lnTo>
                <a:lnTo>
                  <a:pt x="347878" y="939800"/>
                </a:lnTo>
                <a:lnTo>
                  <a:pt x="337083" y="927100"/>
                </a:lnTo>
                <a:lnTo>
                  <a:pt x="326504" y="901700"/>
                </a:lnTo>
                <a:lnTo>
                  <a:pt x="316153" y="889000"/>
                </a:lnTo>
                <a:lnTo>
                  <a:pt x="306006" y="876300"/>
                </a:lnTo>
                <a:lnTo>
                  <a:pt x="296075" y="850900"/>
                </a:lnTo>
                <a:lnTo>
                  <a:pt x="286346" y="838200"/>
                </a:lnTo>
                <a:lnTo>
                  <a:pt x="276821" y="812800"/>
                </a:lnTo>
                <a:lnTo>
                  <a:pt x="267500" y="800100"/>
                </a:lnTo>
                <a:lnTo>
                  <a:pt x="258356" y="774700"/>
                </a:lnTo>
                <a:lnTo>
                  <a:pt x="249402" y="762000"/>
                </a:lnTo>
                <a:lnTo>
                  <a:pt x="240639" y="736600"/>
                </a:lnTo>
                <a:lnTo>
                  <a:pt x="232041" y="723900"/>
                </a:lnTo>
                <a:lnTo>
                  <a:pt x="223621" y="698500"/>
                </a:lnTo>
                <a:lnTo>
                  <a:pt x="215366" y="685800"/>
                </a:lnTo>
                <a:lnTo>
                  <a:pt x="207263" y="660400"/>
                </a:lnTo>
                <a:lnTo>
                  <a:pt x="199326" y="647700"/>
                </a:lnTo>
                <a:lnTo>
                  <a:pt x="191554" y="622300"/>
                </a:lnTo>
                <a:lnTo>
                  <a:pt x="183896" y="609600"/>
                </a:lnTo>
                <a:lnTo>
                  <a:pt x="169062" y="571500"/>
                </a:lnTo>
                <a:lnTo>
                  <a:pt x="154749" y="533400"/>
                </a:lnTo>
                <a:lnTo>
                  <a:pt x="140931" y="482600"/>
                </a:lnTo>
                <a:lnTo>
                  <a:pt x="127584" y="444500"/>
                </a:lnTo>
                <a:lnTo>
                  <a:pt x="114642" y="406400"/>
                </a:lnTo>
                <a:lnTo>
                  <a:pt x="102082" y="368300"/>
                </a:lnTo>
                <a:lnTo>
                  <a:pt x="89865" y="330200"/>
                </a:lnTo>
                <a:lnTo>
                  <a:pt x="77952" y="292100"/>
                </a:lnTo>
                <a:lnTo>
                  <a:pt x="66319" y="254000"/>
                </a:lnTo>
                <a:lnTo>
                  <a:pt x="54914" y="203200"/>
                </a:lnTo>
                <a:lnTo>
                  <a:pt x="43687" y="165100"/>
                </a:lnTo>
                <a:lnTo>
                  <a:pt x="21678" y="88900"/>
                </a:lnTo>
                <a:lnTo>
                  <a:pt x="0" y="0"/>
                </a:lnTo>
                <a:lnTo>
                  <a:pt x="36817" y="0"/>
                </a:lnTo>
                <a:lnTo>
                  <a:pt x="58496" y="76200"/>
                </a:lnTo>
                <a:lnTo>
                  <a:pt x="80454" y="152400"/>
                </a:lnTo>
                <a:lnTo>
                  <a:pt x="91630" y="203200"/>
                </a:lnTo>
                <a:lnTo>
                  <a:pt x="102984" y="241300"/>
                </a:lnTo>
                <a:lnTo>
                  <a:pt x="114553" y="279400"/>
                </a:lnTo>
                <a:lnTo>
                  <a:pt x="126390" y="317500"/>
                </a:lnTo>
                <a:lnTo>
                  <a:pt x="138518" y="355600"/>
                </a:lnTo>
                <a:lnTo>
                  <a:pt x="150964" y="393700"/>
                </a:lnTo>
                <a:lnTo>
                  <a:pt x="163791" y="431800"/>
                </a:lnTo>
                <a:lnTo>
                  <a:pt x="177012" y="482600"/>
                </a:lnTo>
                <a:lnTo>
                  <a:pt x="190677" y="520700"/>
                </a:lnTo>
                <a:lnTo>
                  <a:pt x="204812" y="558800"/>
                </a:lnTo>
                <a:lnTo>
                  <a:pt x="219468" y="596900"/>
                </a:lnTo>
                <a:lnTo>
                  <a:pt x="226974" y="609600"/>
                </a:lnTo>
                <a:lnTo>
                  <a:pt x="234645" y="635000"/>
                </a:lnTo>
                <a:lnTo>
                  <a:pt x="242455" y="647700"/>
                </a:lnTo>
                <a:lnTo>
                  <a:pt x="250431" y="673100"/>
                </a:lnTo>
                <a:lnTo>
                  <a:pt x="258559" y="685800"/>
                </a:lnTo>
                <a:lnTo>
                  <a:pt x="266839" y="711200"/>
                </a:lnTo>
                <a:lnTo>
                  <a:pt x="275285" y="723900"/>
                </a:lnTo>
                <a:lnTo>
                  <a:pt x="283908" y="749300"/>
                </a:lnTo>
                <a:lnTo>
                  <a:pt x="292696" y="762000"/>
                </a:lnTo>
                <a:lnTo>
                  <a:pt x="301663" y="774700"/>
                </a:lnTo>
                <a:lnTo>
                  <a:pt x="310819" y="800100"/>
                </a:lnTo>
                <a:lnTo>
                  <a:pt x="320166" y="812800"/>
                </a:lnTo>
                <a:lnTo>
                  <a:pt x="329691" y="838200"/>
                </a:lnTo>
                <a:lnTo>
                  <a:pt x="339432" y="850900"/>
                </a:lnTo>
                <a:lnTo>
                  <a:pt x="349364" y="876300"/>
                </a:lnTo>
                <a:lnTo>
                  <a:pt x="354374" y="876300"/>
                </a:lnTo>
                <a:lnTo>
                  <a:pt x="359498" y="889000"/>
                </a:lnTo>
                <a:lnTo>
                  <a:pt x="369849" y="901700"/>
                </a:lnTo>
                <a:lnTo>
                  <a:pt x="369722" y="901700"/>
                </a:lnTo>
                <a:lnTo>
                  <a:pt x="380403" y="927100"/>
                </a:lnTo>
                <a:lnTo>
                  <a:pt x="391185" y="939800"/>
                </a:lnTo>
                <a:lnTo>
                  <a:pt x="391058" y="939800"/>
                </a:lnTo>
                <a:lnTo>
                  <a:pt x="402196" y="952500"/>
                </a:lnTo>
                <a:lnTo>
                  <a:pt x="402056" y="952500"/>
                </a:lnTo>
                <a:lnTo>
                  <a:pt x="413423" y="977900"/>
                </a:lnTo>
                <a:lnTo>
                  <a:pt x="424891" y="990600"/>
                </a:lnTo>
                <a:lnTo>
                  <a:pt x="424751" y="990600"/>
                </a:lnTo>
                <a:lnTo>
                  <a:pt x="436600" y="1003300"/>
                </a:lnTo>
                <a:lnTo>
                  <a:pt x="436460" y="1003300"/>
                </a:lnTo>
                <a:lnTo>
                  <a:pt x="448551" y="1028700"/>
                </a:lnTo>
                <a:lnTo>
                  <a:pt x="448398" y="1028700"/>
                </a:lnTo>
                <a:lnTo>
                  <a:pt x="460743" y="1041400"/>
                </a:lnTo>
                <a:lnTo>
                  <a:pt x="460590" y="1041400"/>
                </a:lnTo>
                <a:lnTo>
                  <a:pt x="473201" y="1054100"/>
                </a:lnTo>
                <a:lnTo>
                  <a:pt x="473036" y="1054100"/>
                </a:lnTo>
                <a:lnTo>
                  <a:pt x="485901" y="1079500"/>
                </a:lnTo>
                <a:lnTo>
                  <a:pt x="485736" y="1079500"/>
                </a:lnTo>
                <a:lnTo>
                  <a:pt x="498868" y="1092200"/>
                </a:lnTo>
                <a:lnTo>
                  <a:pt x="498690" y="1092200"/>
                </a:lnTo>
                <a:lnTo>
                  <a:pt x="512102" y="1104900"/>
                </a:lnTo>
                <a:lnTo>
                  <a:pt x="511924" y="1104900"/>
                </a:lnTo>
                <a:lnTo>
                  <a:pt x="525602" y="1117600"/>
                </a:lnTo>
                <a:lnTo>
                  <a:pt x="525424" y="1117600"/>
                </a:lnTo>
                <a:lnTo>
                  <a:pt x="539381" y="1143000"/>
                </a:lnTo>
                <a:lnTo>
                  <a:pt x="539191" y="1143000"/>
                </a:lnTo>
                <a:lnTo>
                  <a:pt x="553440" y="1155700"/>
                </a:lnTo>
                <a:lnTo>
                  <a:pt x="553250" y="1155700"/>
                </a:lnTo>
                <a:lnTo>
                  <a:pt x="567791" y="1168400"/>
                </a:lnTo>
                <a:lnTo>
                  <a:pt x="567588" y="1168400"/>
                </a:lnTo>
                <a:lnTo>
                  <a:pt x="582422" y="1181100"/>
                </a:lnTo>
                <a:lnTo>
                  <a:pt x="582117" y="1181100"/>
                </a:lnTo>
                <a:lnTo>
                  <a:pt x="597623" y="1193800"/>
                </a:lnTo>
                <a:lnTo>
                  <a:pt x="597255" y="1193800"/>
                </a:lnTo>
                <a:lnTo>
                  <a:pt x="613790" y="1219200"/>
                </a:lnTo>
                <a:lnTo>
                  <a:pt x="613448" y="1219200"/>
                </a:lnTo>
                <a:lnTo>
                  <a:pt x="630961" y="1231900"/>
                </a:lnTo>
                <a:lnTo>
                  <a:pt x="630643" y="1231900"/>
                </a:lnTo>
                <a:lnTo>
                  <a:pt x="649109" y="1244600"/>
                </a:lnTo>
                <a:lnTo>
                  <a:pt x="648817" y="1244600"/>
                </a:lnTo>
                <a:lnTo>
                  <a:pt x="668185" y="1257300"/>
                </a:lnTo>
                <a:lnTo>
                  <a:pt x="667905" y="1257300"/>
                </a:lnTo>
                <a:lnTo>
                  <a:pt x="688136" y="1282700"/>
                </a:lnTo>
                <a:lnTo>
                  <a:pt x="687882" y="1282700"/>
                </a:lnTo>
                <a:lnTo>
                  <a:pt x="708939" y="1295400"/>
                </a:lnTo>
                <a:lnTo>
                  <a:pt x="708710" y="1295400"/>
                </a:lnTo>
                <a:lnTo>
                  <a:pt x="730542" y="1308100"/>
                </a:lnTo>
                <a:lnTo>
                  <a:pt x="730326" y="1308100"/>
                </a:lnTo>
                <a:lnTo>
                  <a:pt x="752894" y="1320800"/>
                </a:lnTo>
                <a:lnTo>
                  <a:pt x="752690" y="1320800"/>
                </a:lnTo>
                <a:lnTo>
                  <a:pt x="775969" y="1346200"/>
                </a:lnTo>
                <a:lnTo>
                  <a:pt x="775779" y="1346200"/>
                </a:lnTo>
                <a:lnTo>
                  <a:pt x="799706" y="1358900"/>
                </a:lnTo>
                <a:lnTo>
                  <a:pt x="799528" y="1358900"/>
                </a:lnTo>
                <a:lnTo>
                  <a:pt x="824090" y="1371600"/>
                </a:lnTo>
                <a:lnTo>
                  <a:pt x="823925" y="1371600"/>
                </a:lnTo>
                <a:lnTo>
                  <a:pt x="849058" y="1384300"/>
                </a:lnTo>
                <a:lnTo>
                  <a:pt x="848893" y="1384300"/>
                </a:lnTo>
                <a:lnTo>
                  <a:pt x="874572" y="1409700"/>
                </a:lnTo>
                <a:lnTo>
                  <a:pt x="874420" y="1409700"/>
                </a:lnTo>
                <a:lnTo>
                  <a:pt x="900595" y="1422400"/>
                </a:lnTo>
                <a:lnTo>
                  <a:pt x="900455" y="1422400"/>
                </a:lnTo>
                <a:lnTo>
                  <a:pt x="927074" y="1435100"/>
                </a:lnTo>
                <a:lnTo>
                  <a:pt x="953985" y="1460500"/>
                </a:lnTo>
                <a:lnTo>
                  <a:pt x="953858" y="1460500"/>
                </a:lnTo>
                <a:lnTo>
                  <a:pt x="981278" y="1473200"/>
                </a:lnTo>
                <a:lnTo>
                  <a:pt x="1008913" y="1485900"/>
                </a:lnTo>
                <a:lnTo>
                  <a:pt x="1036853" y="1498600"/>
                </a:lnTo>
                <a:lnTo>
                  <a:pt x="1065047" y="1524000"/>
                </a:lnTo>
                <a:lnTo>
                  <a:pt x="1093457" y="1536700"/>
                </a:lnTo>
                <a:lnTo>
                  <a:pt x="1122044" y="1549400"/>
                </a:lnTo>
                <a:lnTo>
                  <a:pt x="1150772" y="1562100"/>
                </a:lnTo>
                <a:lnTo>
                  <a:pt x="1208506" y="1600200"/>
                </a:lnTo>
                <a:lnTo>
                  <a:pt x="1208354" y="1600200"/>
                </a:lnTo>
                <a:lnTo>
                  <a:pt x="1266253" y="1625600"/>
                </a:lnTo>
                <a:lnTo>
                  <a:pt x="1266113" y="1625600"/>
                </a:lnTo>
                <a:lnTo>
                  <a:pt x="1323733" y="1663700"/>
                </a:lnTo>
                <a:lnTo>
                  <a:pt x="1380604" y="1689100"/>
                </a:lnTo>
                <a:lnTo>
                  <a:pt x="1436547" y="1714500"/>
                </a:lnTo>
                <a:lnTo>
                  <a:pt x="1491246" y="1739900"/>
                </a:lnTo>
                <a:lnTo>
                  <a:pt x="1544370" y="1765300"/>
                </a:lnTo>
                <a:lnTo>
                  <a:pt x="1595577" y="1790700"/>
                </a:lnTo>
                <a:lnTo>
                  <a:pt x="1644561" y="1816100"/>
                </a:lnTo>
                <a:lnTo>
                  <a:pt x="1690992" y="1841500"/>
                </a:lnTo>
                <a:lnTo>
                  <a:pt x="1734540" y="1854200"/>
                </a:lnTo>
                <a:lnTo>
                  <a:pt x="1774875" y="1879600"/>
                </a:lnTo>
                <a:lnTo>
                  <a:pt x="1844675" y="1905000"/>
                </a:lnTo>
                <a:lnTo>
                  <a:pt x="1897697" y="1930400"/>
                </a:lnTo>
                <a:lnTo>
                  <a:pt x="1943201" y="1943100"/>
                </a:lnTo>
                <a:lnTo>
                  <a:pt x="1928190" y="1981200"/>
                </a:lnTo>
                <a:close/>
              </a:path>
              <a:path w="1943735" h="1981200">
                <a:moveTo>
                  <a:pt x="354374" y="876300"/>
                </a:moveTo>
                <a:lnTo>
                  <a:pt x="349364" y="876300"/>
                </a:lnTo>
                <a:lnTo>
                  <a:pt x="349250" y="863600"/>
                </a:lnTo>
                <a:lnTo>
                  <a:pt x="354374" y="87630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87172" y="5489359"/>
            <a:ext cx="1420672" cy="3537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78151" y="963167"/>
            <a:ext cx="4878324" cy="3582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52458" y="2132622"/>
            <a:ext cx="3245764" cy="666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42834" y="4303610"/>
            <a:ext cx="1633410" cy="645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12189" y="5144642"/>
            <a:ext cx="1656816" cy="33958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48609" y="5144655"/>
            <a:ext cx="6457416" cy="3419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14564" y="5693283"/>
            <a:ext cx="1960499" cy="3395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57054" y="5693295"/>
            <a:ext cx="7373238" cy="3419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11465" y="1727898"/>
            <a:ext cx="1605279" cy="6398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94663" y="2479967"/>
            <a:ext cx="2439161" cy="5903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955026" y="3154997"/>
            <a:ext cx="2157437" cy="5501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7675" y="1013460"/>
            <a:ext cx="3810000" cy="285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65896" y="1853463"/>
            <a:ext cx="2567698" cy="683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71484" y="4179785"/>
            <a:ext cx="1633410" cy="645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32302" y="4898720"/>
            <a:ext cx="2269363" cy="587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31877" y="1653273"/>
            <a:ext cx="1605280" cy="6398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21780" y="2408707"/>
            <a:ext cx="5044579" cy="5746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86576" y="3075355"/>
            <a:ext cx="596480" cy="5361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77862" y="3097148"/>
            <a:ext cx="1876374" cy="5690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92723" y="3742563"/>
            <a:ext cx="3345611" cy="5836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22202" y="5055844"/>
            <a:ext cx="2134539" cy="595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37916" y="943355"/>
            <a:ext cx="5103876" cy="3893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55137" y="4202861"/>
            <a:ext cx="212902" cy="212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43402" y="4022432"/>
            <a:ext cx="3235528" cy="630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55137" y="4933111"/>
            <a:ext cx="212902" cy="212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9315" y="4771681"/>
            <a:ext cx="3269615" cy="5959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55137" y="5663361"/>
            <a:ext cx="212902" cy="2129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9315" y="5482932"/>
            <a:ext cx="4388472" cy="630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82139" y="740663"/>
            <a:ext cx="7792211" cy="31150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6383" y="2180127"/>
            <a:ext cx="9436735" cy="2273300"/>
          </a:xfrm>
          <a:custGeom>
            <a:avLst/>
            <a:gdLst/>
            <a:ahLst/>
            <a:cxnLst/>
            <a:rect l="l" t="t" r="r" b="b"/>
            <a:pathLst>
              <a:path w="9436735" h="2273300">
                <a:moveTo>
                  <a:pt x="1592742" y="12700"/>
                </a:moveTo>
                <a:lnTo>
                  <a:pt x="896590" y="12700"/>
                </a:lnTo>
                <a:lnTo>
                  <a:pt x="942999" y="0"/>
                </a:lnTo>
                <a:lnTo>
                  <a:pt x="1546330" y="0"/>
                </a:lnTo>
                <a:lnTo>
                  <a:pt x="1592742" y="12700"/>
                </a:lnTo>
                <a:close/>
              </a:path>
              <a:path w="9436735" h="2273300">
                <a:moveTo>
                  <a:pt x="6187899" y="12700"/>
                </a:moveTo>
                <a:lnTo>
                  <a:pt x="5491652" y="12700"/>
                </a:lnTo>
                <a:lnTo>
                  <a:pt x="5538069" y="0"/>
                </a:lnTo>
                <a:lnTo>
                  <a:pt x="6141483" y="0"/>
                </a:lnTo>
                <a:lnTo>
                  <a:pt x="6187899" y="12700"/>
                </a:lnTo>
                <a:close/>
              </a:path>
              <a:path w="9436735" h="2273300">
                <a:moveTo>
                  <a:pt x="1731977" y="25400"/>
                </a:moveTo>
                <a:lnTo>
                  <a:pt x="757364" y="25400"/>
                </a:lnTo>
                <a:lnTo>
                  <a:pt x="803773" y="12700"/>
                </a:lnTo>
                <a:lnTo>
                  <a:pt x="1685565" y="12700"/>
                </a:lnTo>
                <a:lnTo>
                  <a:pt x="1731977" y="25400"/>
                </a:lnTo>
                <a:close/>
              </a:path>
              <a:path w="9436735" h="2273300">
                <a:moveTo>
                  <a:pt x="6327146" y="25400"/>
                </a:moveTo>
                <a:lnTo>
                  <a:pt x="5352401" y="25400"/>
                </a:lnTo>
                <a:lnTo>
                  <a:pt x="5398818" y="12700"/>
                </a:lnTo>
                <a:lnTo>
                  <a:pt x="6280730" y="12700"/>
                </a:lnTo>
                <a:lnTo>
                  <a:pt x="6327146" y="25400"/>
                </a:lnTo>
                <a:close/>
              </a:path>
              <a:path w="9436735" h="2273300">
                <a:moveTo>
                  <a:pt x="1871213" y="38100"/>
                </a:moveTo>
                <a:lnTo>
                  <a:pt x="664549" y="38100"/>
                </a:lnTo>
                <a:lnTo>
                  <a:pt x="710956" y="25400"/>
                </a:lnTo>
                <a:lnTo>
                  <a:pt x="1824801" y="25400"/>
                </a:lnTo>
                <a:lnTo>
                  <a:pt x="1871213" y="38100"/>
                </a:lnTo>
                <a:close/>
              </a:path>
              <a:path w="9436735" h="2273300">
                <a:moveTo>
                  <a:pt x="6466392" y="38100"/>
                </a:moveTo>
                <a:lnTo>
                  <a:pt x="5259566" y="38100"/>
                </a:lnTo>
                <a:lnTo>
                  <a:pt x="5305984" y="25400"/>
                </a:lnTo>
                <a:lnTo>
                  <a:pt x="6419977" y="25400"/>
                </a:lnTo>
                <a:lnTo>
                  <a:pt x="6466392" y="38100"/>
                </a:lnTo>
                <a:close/>
              </a:path>
              <a:path w="9436735" h="2273300">
                <a:moveTo>
                  <a:pt x="2056863" y="63500"/>
                </a:moveTo>
                <a:lnTo>
                  <a:pt x="525326" y="63500"/>
                </a:lnTo>
                <a:lnTo>
                  <a:pt x="618141" y="38100"/>
                </a:lnTo>
                <a:lnTo>
                  <a:pt x="1917625" y="38100"/>
                </a:lnTo>
                <a:lnTo>
                  <a:pt x="1964038" y="50800"/>
                </a:lnTo>
                <a:lnTo>
                  <a:pt x="2010451" y="50800"/>
                </a:lnTo>
                <a:lnTo>
                  <a:pt x="2056863" y="63500"/>
                </a:lnTo>
                <a:close/>
              </a:path>
              <a:path w="9436735" h="2273300">
                <a:moveTo>
                  <a:pt x="6744881" y="76200"/>
                </a:moveTo>
                <a:lnTo>
                  <a:pt x="5073898" y="76200"/>
                </a:lnTo>
                <a:lnTo>
                  <a:pt x="5213149" y="38100"/>
                </a:lnTo>
                <a:lnTo>
                  <a:pt x="6512807" y="38100"/>
                </a:lnTo>
                <a:lnTo>
                  <a:pt x="6559222" y="50800"/>
                </a:lnTo>
                <a:lnTo>
                  <a:pt x="6605637" y="50800"/>
                </a:lnTo>
                <a:lnTo>
                  <a:pt x="6652052" y="63500"/>
                </a:lnTo>
                <a:lnTo>
                  <a:pt x="6698467" y="63500"/>
                </a:lnTo>
                <a:lnTo>
                  <a:pt x="6744881" y="76200"/>
                </a:lnTo>
                <a:close/>
              </a:path>
              <a:path w="9436735" h="2273300">
                <a:moveTo>
                  <a:pt x="0" y="2146300"/>
                </a:moveTo>
                <a:lnTo>
                  <a:pt x="246887" y="127000"/>
                </a:lnTo>
                <a:lnTo>
                  <a:pt x="478919" y="63500"/>
                </a:lnTo>
                <a:lnTo>
                  <a:pt x="2103276" y="63500"/>
                </a:lnTo>
                <a:lnTo>
                  <a:pt x="2149690" y="76200"/>
                </a:lnTo>
                <a:lnTo>
                  <a:pt x="2196103" y="76200"/>
                </a:lnTo>
                <a:lnTo>
                  <a:pt x="2242516" y="88900"/>
                </a:lnTo>
                <a:lnTo>
                  <a:pt x="2288930" y="88900"/>
                </a:lnTo>
                <a:lnTo>
                  <a:pt x="2335343" y="101600"/>
                </a:lnTo>
                <a:lnTo>
                  <a:pt x="2381757" y="101600"/>
                </a:lnTo>
                <a:lnTo>
                  <a:pt x="2474585" y="127000"/>
                </a:lnTo>
                <a:lnTo>
                  <a:pt x="2613828" y="139700"/>
                </a:lnTo>
                <a:lnTo>
                  <a:pt x="2660242" y="152400"/>
                </a:lnTo>
                <a:lnTo>
                  <a:pt x="2706657" y="152400"/>
                </a:lnTo>
                <a:lnTo>
                  <a:pt x="2753072" y="165100"/>
                </a:lnTo>
                <a:lnTo>
                  <a:pt x="2799487" y="165100"/>
                </a:lnTo>
                <a:lnTo>
                  <a:pt x="2892317" y="190500"/>
                </a:lnTo>
                <a:lnTo>
                  <a:pt x="2938732" y="190500"/>
                </a:lnTo>
                <a:lnTo>
                  <a:pt x="2985147" y="203200"/>
                </a:lnTo>
                <a:lnTo>
                  <a:pt x="3031562" y="203200"/>
                </a:lnTo>
                <a:lnTo>
                  <a:pt x="3077978" y="215900"/>
                </a:lnTo>
                <a:lnTo>
                  <a:pt x="3124393" y="215900"/>
                </a:lnTo>
                <a:lnTo>
                  <a:pt x="3170809" y="228600"/>
                </a:lnTo>
                <a:lnTo>
                  <a:pt x="3263640" y="228600"/>
                </a:lnTo>
                <a:lnTo>
                  <a:pt x="3310056" y="241300"/>
                </a:lnTo>
                <a:lnTo>
                  <a:pt x="3402888" y="241300"/>
                </a:lnTo>
                <a:lnTo>
                  <a:pt x="3449304" y="254000"/>
                </a:lnTo>
                <a:lnTo>
                  <a:pt x="3542136" y="254000"/>
                </a:lnTo>
                <a:lnTo>
                  <a:pt x="3588553" y="266700"/>
                </a:lnTo>
                <a:lnTo>
                  <a:pt x="9419527" y="266700"/>
                </a:lnTo>
                <a:lnTo>
                  <a:pt x="9206800" y="2006600"/>
                </a:lnTo>
                <a:lnTo>
                  <a:pt x="696036" y="2006600"/>
                </a:lnTo>
                <a:lnTo>
                  <a:pt x="649632" y="2019300"/>
                </a:lnTo>
                <a:lnTo>
                  <a:pt x="556823" y="2019300"/>
                </a:lnTo>
                <a:lnTo>
                  <a:pt x="510420" y="2032000"/>
                </a:lnTo>
                <a:lnTo>
                  <a:pt x="464016" y="2032000"/>
                </a:lnTo>
                <a:lnTo>
                  <a:pt x="417613" y="2044700"/>
                </a:lnTo>
                <a:lnTo>
                  <a:pt x="371210" y="2044700"/>
                </a:lnTo>
                <a:lnTo>
                  <a:pt x="232004" y="2082800"/>
                </a:lnTo>
                <a:lnTo>
                  <a:pt x="185602" y="2082800"/>
                </a:lnTo>
                <a:lnTo>
                  <a:pt x="46400" y="2120900"/>
                </a:lnTo>
                <a:lnTo>
                  <a:pt x="0" y="2146300"/>
                </a:lnTo>
                <a:close/>
              </a:path>
              <a:path w="9436735" h="2273300">
                <a:moveTo>
                  <a:pt x="7673142" y="215900"/>
                </a:moveTo>
                <a:lnTo>
                  <a:pt x="4516890" y="215900"/>
                </a:lnTo>
                <a:lnTo>
                  <a:pt x="4656142" y="177800"/>
                </a:lnTo>
                <a:lnTo>
                  <a:pt x="4702559" y="177800"/>
                </a:lnTo>
                <a:lnTo>
                  <a:pt x="4748976" y="165100"/>
                </a:lnTo>
                <a:lnTo>
                  <a:pt x="4795394" y="139700"/>
                </a:lnTo>
                <a:lnTo>
                  <a:pt x="5027480" y="76200"/>
                </a:lnTo>
                <a:lnTo>
                  <a:pt x="6791296" y="76200"/>
                </a:lnTo>
                <a:lnTo>
                  <a:pt x="6837710" y="88900"/>
                </a:lnTo>
                <a:lnTo>
                  <a:pt x="6884124" y="88900"/>
                </a:lnTo>
                <a:lnTo>
                  <a:pt x="6930538" y="101600"/>
                </a:lnTo>
                <a:lnTo>
                  <a:pt x="6976952" y="101600"/>
                </a:lnTo>
                <a:lnTo>
                  <a:pt x="7069780" y="127000"/>
                </a:lnTo>
                <a:lnTo>
                  <a:pt x="7209020" y="139700"/>
                </a:lnTo>
                <a:lnTo>
                  <a:pt x="7255433" y="152400"/>
                </a:lnTo>
                <a:lnTo>
                  <a:pt x="7301845" y="152400"/>
                </a:lnTo>
                <a:lnTo>
                  <a:pt x="7348258" y="165100"/>
                </a:lnTo>
                <a:lnTo>
                  <a:pt x="7394670" y="165100"/>
                </a:lnTo>
                <a:lnTo>
                  <a:pt x="7487495" y="190500"/>
                </a:lnTo>
                <a:lnTo>
                  <a:pt x="7533907" y="190500"/>
                </a:lnTo>
                <a:lnTo>
                  <a:pt x="7580319" y="203200"/>
                </a:lnTo>
                <a:lnTo>
                  <a:pt x="7626730" y="203200"/>
                </a:lnTo>
                <a:lnTo>
                  <a:pt x="7673142" y="215900"/>
                </a:lnTo>
                <a:close/>
              </a:path>
              <a:path w="9436735" h="2273300">
                <a:moveTo>
                  <a:pt x="9419527" y="266700"/>
                </a:moveTo>
                <a:lnTo>
                  <a:pt x="8694140" y="266700"/>
                </a:lnTo>
                <a:lnTo>
                  <a:pt x="8740546" y="254000"/>
                </a:lnTo>
                <a:lnTo>
                  <a:pt x="8833358" y="254000"/>
                </a:lnTo>
                <a:lnTo>
                  <a:pt x="8879763" y="241300"/>
                </a:lnTo>
                <a:lnTo>
                  <a:pt x="8972573" y="241300"/>
                </a:lnTo>
                <a:lnTo>
                  <a:pt x="9065382" y="215900"/>
                </a:lnTo>
                <a:lnTo>
                  <a:pt x="9111787" y="215900"/>
                </a:lnTo>
                <a:lnTo>
                  <a:pt x="9297400" y="165100"/>
                </a:lnTo>
                <a:lnTo>
                  <a:pt x="9343803" y="165100"/>
                </a:lnTo>
                <a:lnTo>
                  <a:pt x="9390205" y="139700"/>
                </a:lnTo>
                <a:lnTo>
                  <a:pt x="9436608" y="127000"/>
                </a:lnTo>
                <a:lnTo>
                  <a:pt x="9419527" y="266700"/>
                </a:lnTo>
                <a:close/>
              </a:path>
              <a:path w="9436735" h="2273300">
                <a:moveTo>
                  <a:pt x="7905196" y="241300"/>
                </a:moveTo>
                <a:lnTo>
                  <a:pt x="4377638" y="241300"/>
                </a:lnTo>
                <a:lnTo>
                  <a:pt x="4470473" y="215900"/>
                </a:lnTo>
                <a:lnTo>
                  <a:pt x="7719553" y="215900"/>
                </a:lnTo>
                <a:lnTo>
                  <a:pt x="7765964" y="228600"/>
                </a:lnTo>
                <a:lnTo>
                  <a:pt x="7858785" y="228600"/>
                </a:lnTo>
                <a:lnTo>
                  <a:pt x="7905196" y="241300"/>
                </a:lnTo>
                <a:close/>
              </a:path>
              <a:path w="9436735" h="2273300">
                <a:moveTo>
                  <a:pt x="8044426" y="254000"/>
                </a:moveTo>
                <a:lnTo>
                  <a:pt x="4238387" y="254000"/>
                </a:lnTo>
                <a:lnTo>
                  <a:pt x="4284804" y="241300"/>
                </a:lnTo>
                <a:lnTo>
                  <a:pt x="7998016" y="241300"/>
                </a:lnTo>
                <a:lnTo>
                  <a:pt x="8044426" y="254000"/>
                </a:lnTo>
                <a:close/>
              </a:path>
              <a:path w="9436735" h="2273300">
                <a:moveTo>
                  <a:pt x="8183654" y="266700"/>
                </a:moveTo>
                <a:lnTo>
                  <a:pt x="4145553" y="266700"/>
                </a:lnTo>
                <a:lnTo>
                  <a:pt x="4191970" y="254000"/>
                </a:lnTo>
                <a:lnTo>
                  <a:pt x="8137245" y="254000"/>
                </a:lnTo>
                <a:lnTo>
                  <a:pt x="8183654" y="266700"/>
                </a:lnTo>
                <a:close/>
              </a:path>
              <a:path w="9436735" h="2273300">
                <a:moveTo>
                  <a:pt x="5244574" y="2019300"/>
                </a:moveTo>
                <a:lnTo>
                  <a:pt x="1299322" y="2019300"/>
                </a:lnTo>
                <a:lnTo>
                  <a:pt x="1252914" y="2006600"/>
                </a:lnTo>
                <a:lnTo>
                  <a:pt x="5290991" y="2006600"/>
                </a:lnTo>
                <a:lnTo>
                  <a:pt x="5244574" y="2019300"/>
                </a:lnTo>
                <a:close/>
              </a:path>
              <a:path w="9436735" h="2273300">
                <a:moveTo>
                  <a:pt x="9004087" y="2197100"/>
                </a:moveTo>
                <a:lnTo>
                  <a:pt x="7240453" y="2197100"/>
                </a:lnTo>
                <a:lnTo>
                  <a:pt x="7194039" y="2184400"/>
                </a:lnTo>
                <a:lnTo>
                  <a:pt x="7147625" y="2184400"/>
                </a:lnTo>
                <a:lnTo>
                  <a:pt x="7101210" y="2171700"/>
                </a:lnTo>
                <a:lnTo>
                  <a:pt x="7054796" y="2171700"/>
                </a:lnTo>
                <a:lnTo>
                  <a:pt x="6961967" y="2146300"/>
                </a:lnTo>
                <a:lnTo>
                  <a:pt x="6822723" y="2133600"/>
                </a:lnTo>
                <a:lnTo>
                  <a:pt x="6776308" y="2120900"/>
                </a:lnTo>
                <a:lnTo>
                  <a:pt x="6729893" y="2120900"/>
                </a:lnTo>
                <a:lnTo>
                  <a:pt x="6637063" y="2095500"/>
                </a:lnTo>
                <a:lnTo>
                  <a:pt x="6590647" y="2095500"/>
                </a:lnTo>
                <a:lnTo>
                  <a:pt x="6544232" y="2082800"/>
                </a:lnTo>
                <a:lnTo>
                  <a:pt x="6497816" y="2082800"/>
                </a:lnTo>
                <a:lnTo>
                  <a:pt x="6451401" y="2070100"/>
                </a:lnTo>
                <a:lnTo>
                  <a:pt x="6404985" y="2070100"/>
                </a:lnTo>
                <a:lnTo>
                  <a:pt x="6358569" y="2057400"/>
                </a:lnTo>
                <a:lnTo>
                  <a:pt x="6312154" y="2057400"/>
                </a:lnTo>
                <a:lnTo>
                  <a:pt x="6265738" y="2044700"/>
                </a:lnTo>
                <a:lnTo>
                  <a:pt x="6172906" y="2044700"/>
                </a:lnTo>
                <a:lnTo>
                  <a:pt x="6126490" y="2032000"/>
                </a:lnTo>
                <a:lnTo>
                  <a:pt x="6080074" y="2032000"/>
                </a:lnTo>
                <a:lnTo>
                  <a:pt x="6033658" y="2019300"/>
                </a:lnTo>
                <a:lnTo>
                  <a:pt x="5894409" y="2019300"/>
                </a:lnTo>
                <a:lnTo>
                  <a:pt x="5847992" y="2006600"/>
                </a:lnTo>
                <a:lnTo>
                  <a:pt x="9206800" y="2006600"/>
                </a:lnTo>
                <a:lnTo>
                  <a:pt x="9189720" y="2146300"/>
                </a:lnTo>
                <a:lnTo>
                  <a:pt x="9004087" y="2197100"/>
                </a:lnTo>
                <a:close/>
              </a:path>
              <a:path w="9436735" h="2273300">
                <a:moveTo>
                  <a:pt x="5105322" y="2032000"/>
                </a:moveTo>
                <a:lnTo>
                  <a:pt x="1484957" y="2032000"/>
                </a:lnTo>
                <a:lnTo>
                  <a:pt x="1438548" y="2019300"/>
                </a:lnTo>
                <a:lnTo>
                  <a:pt x="5151740" y="2019300"/>
                </a:lnTo>
                <a:lnTo>
                  <a:pt x="5105322" y="2032000"/>
                </a:lnTo>
                <a:close/>
              </a:path>
              <a:path w="9436735" h="2273300">
                <a:moveTo>
                  <a:pt x="4966071" y="2057400"/>
                </a:moveTo>
                <a:lnTo>
                  <a:pt x="1717006" y="2057400"/>
                </a:lnTo>
                <a:lnTo>
                  <a:pt x="1670596" y="2044700"/>
                </a:lnTo>
                <a:lnTo>
                  <a:pt x="1577776" y="2044700"/>
                </a:lnTo>
                <a:lnTo>
                  <a:pt x="1531366" y="2032000"/>
                </a:lnTo>
                <a:lnTo>
                  <a:pt x="5058905" y="2032000"/>
                </a:lnTo>
                <a:lnTo>
                  <a:pt x="4966071" y="2057400"/>
                </a:lnTo>
                <a:close/>
              </a:path>
              <a:path w="9436735" h="2273300">
                <a:moveTo>
                  <a:pt x="4780402" y="2095500"/>
                </a:moveTo>
                <a:lnTo>
                  <a:pt x="1995472" y="2095500"/>
                </a:lnTo>
                <a:lnTo>
                  <a:pt x="1949061" y="2082800"/>
                </a:lnTo>
                <a:lnTo>
                  <a:pt x="1902649" y="2082800"/>
                </a:lnTo>
                <a:lnTo>
                  <a:pt x="1856238" y="2070100"/>
                </a:lnTo>
                <a:lnTo>
                  <a:pt x="1809827" y="2070100"/>
                </a:lnTo>
                <a:lnTo>
                  <a:pt x="1763417" y="2057400"/>
                </a:lnTo>
                <a:lnTo>
                  <a:pt x="4919654" y="2057400"/>
                </a:lnTo>
                <a:lnTo>
                  <a:pt x="4780402" y="2095500"/>
                </a:lnTo>
                <a:close/>
              </a:path>
              <a:path w="9436735" h="2273300">
                <a:moveTo>
                  <a:pt x="4409063" y="2197100"/>
                </a:moveTo>
                <a:lnTo>
                  <a:pt x="2645253" y="2197100"/>
                </a:lnTo>
                <a:lnTo>
                  <a:pt x="2598839" y="2184400"/>
                </a:lnTo>
                <a:lnTo>
                  <a:pt x="2552425" y="2184400"/>
                </a:lnTo>
                <a:lnTo>
                  <a:pt x="2506011" y="2171700"/>
                </a:lnTo>
                <a:lnTo>
                  <a:pt x="2459598" y="2171700"/>
                </a:lnTo>
                <a:lnTo>
                  <a:pt x="2366771" y="2146300"/>
                </a:lnTo>
                <a:lnTo>
                  <a:pt x="2227533" y="2133600"/>
                </a:lnTo>
                <a:lnTo>
                  <a:pt x="2181120" y="2120900"/>
                </a:lnTo>
                <a:lnTo>
                  <a:pt x="2134708" y="2120900"/>
                </a:lnTo>
                <a:lnTo>
                  <a:pt x="2041884" y="2095500"/>
                </a:lnTo>
                <a:lnTo>
                  <a:pt x="4733984" y="2095500"/>
                </a:lnTo>
                <a:lnTo>
                  <a:pt x="4641150" y="2120900"/>
                </a:lnTo>
                <a:lnTo>
                  <a:pt x="4548315" y="2159000"/>
                </a:lnTo>
                <a:lnTo>
                  <a:pt x="4409063" y="2197100"/>
                </a:lnTo>
                <a:close/>
              </a:path>
              <a:path w="9436735" h="2273300">
                <a:moveTo>
                  <a:pt x="4223394" y="2235200"/>
                </a:moveTo>
                <a:lnTo>
                  <a:pt x="2923739" y="2235200"/>
                </a:lnTo>
                <a:lnTo>
                  <a:pt x="2877325" y="2222500"/>
                </a:lnTo>
                <a:lnTo>
                  <a:pt x="2830910" y="2222500"/>
                </a:lnTo>
                <a:lnTo>
                  <a:pt x="2784495" y="2209800"/>
                </a:lnTo>
                <a:lnTo>
                  <a:pt x="2738081" y="2209800"/>
                </a:lnTo>
                <a:lnTo>
                  <a:pt x="2691667" y="2197100"/>
                </a:lnTo>
                <a:lnTo>
                  <a:pt x="4362646" y="2197100"/>
                </a:lnTo>
                <a:lnTo>
                  <a:pt x="4223394" y="2235200"/>
                </a:lnTo>
                <a:close/>
              </a:path>
              <a:path w="9436735" h="2273300">
                <a:moveTo>
                  <a:pt x="8818452" y="2235200"/>
                </a:moveTo>
                <a:lnTo>
                  <a:pt x="7518935" y="2235200"/>
                </a:lnTo>
                <a:lnTo>
                  <a:pt x="7472521" y="2222500"/>
                </a:lnTo>
                <a:lnTo>
                  <a:pt x="7426108" y="2222500"/>
                </a:lnTo>
                <a:lnTo>
                  <a:pt x="7379694" y="2209800"/>
                </a:lnTo>
                <a:lnTo>
                  <a:pt x="7333281" y="2209800"/>
                </a:lnTo>
                <a:lnTo>
                  <a:pt x="7286867" y="2197100"/>
                </a:lnTo>
                <a:lnTo>
                  <a:pt x="8957679" y="2197100"/>
                </a:lnTo>
                <a:lnTo>
                  <a:pt x="8818452" y="2235200"/>
                </a:lnTo>
                <a:close/>
              </a:path>
              <a:path w="9436735" h="2273300">
                <a:moveTo>
                  <a:pt x="4130560" y="2247900"/>
                </a:moveTo>
                <a:lnTo>
                  <a:pt x="3016569" y="2247900"/>
                </a:lnTo>
                <a:lnTo>
                  <a:pt x="2970154" y="2235200"/>
                </a:lnTo>
                <a:lnTo>
                  <a:pt x="4176977" y="2235200"/>
                </a:lnTo>
                <a:lnTo>
                  <a:pt x="4130560" y="2247900"/>
                </a:lnTo>
                <a:close/>
              </a:path>
              <a:path w="9436735" h="2273300">
                <a:moveTo>
                  <a:pt x="8725633" y="2247900"/>
                </a:moveTo>
                <a:lnTo>
                  <a:pt x="7611761" y="2247900"/>
                </a:lnTo>
                <a:lnTo>
                  <a:pt x="7565348" y="2235200"/>
                </a:lnTo>
                <a:lnTo>
                  <a:pt x="8772043" y="2235200"/>
                </a:lnTo>
                <a:lnTo>
                  <a:pt x="8725633" y="2247900"/>
                </a:lnTo>
                <a:close/>
              </a:path>
              <a:path w="9436735" h="2273300">
                <a:moveTo>
                  <a:pt x="4037726" y="2260600"/>
                </a:moveTo>
                <a:lnTo>
                  <a:pt x="3155815" y="2260600"/>
                </a:lnTo>
                <a:lnTo>
                  <a:pt x="3109400" y="2247900"/>
                </a:lnTo>
                <a:lnTo>
                  <a:pt x="4084143" y="2247900"/>
                </a:lnTo>
                <a:lnTo>
                  <a:pt x="4037726" y="2260600"/>
                </a:lnTo>
                <a:close/>
              </a:path>
              <a:path w="9436735" h="2273300">
                <a:moveTo>
                  <a:pt x="8632814" y="2260600"/>
                </a:moveTo>
                <a:lnTo>
                  <a:pt x="7750999" y="2260600"/>
                </a:lnTo>
                <a:lnTo>
                  <a:pt x="7704587" y="2247900"/>
                </a:lnTo>
                <a:lnTo>
                  <a:pt x="8679224" y="2247900"/>
                </a:lnTo>
                <a:lnTo>
                  <a:pt x="8632814" y="2260600"/>
                </a:lnTo>
                <a:close/>
              </a:path>
              <a:path w="9436735" h="2273300">
                <a:moveTo>
                  <a:pt x="3898475" y="2273300"/>
                </a:moveTo>
                <a:lnTo>
                  <a:pt x="3341478" y="2273300"/>
                </a:lnTo>
                <a:lnTo>
                  <a:pt x="3295062" y="2260600"/>
                </a:lnTo>
                <a:lnTo>
                  <a:pt x="3944892" y="2260600"/>
                </a:lnTo>
                <a:lnTo>
                  <a:pt x="3898475" y="2273300"/>
                </a:lnTo>
                <a:close/>
              </a:path>
              <a:path w="9436735" h="2273300">
                <a:moveTo>
                  <a:pt x="8493584" y="2273300"/>
                </a:moveTo>
                <a:lnTo>
                  <a:pt x="7936649" y="2273300"/>
                </a:lnTo>
                <a:lnTo>
                  <a:pt x="7890237" y="2260600"/>
                </a:lnTo>
                <a:lnTo>
                  <a:pt x="8539994" y="2260600"/>
                </a:lnTo>
                <a:lnTo>
                  <a:pt x="8493584" y="227330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7452" y="2739275"/>
            <a:ext cx="3705974" cy="5357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98484" y="3633825"/>
            <a:ext cx="6507416" cy="555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7545705" cy="1330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826769">
              <a:lnSpc>
                <a:spcPct val="100000"/>
              </a:lnSpc>
              <a:spcBef>
                <a:spcPts val="200"/>
              </a:spcBef>
            </a:pPr>
            <a:r>
              <a:rPr dirty="0" sz="4400" b="1">
                <a:solidFill>
                  <a:srgbClr val="C00000"/>
                </a:solidFill>
                <a:latin typeface="微软雅黑"/>
                <a:cs typeface="微软雅黑"/>
              </a:rPr>
              <a:t>三、常见传感器的应用举</a:t>
            </a:r>
            <a:r>
              <a:rPr dirty="0" sz="4400" spc="5" b="1">
                <a:solidFill>
                  <a:srgbClr val="C00000"/>
                </a:solidFill>
                <a:latin typeface="微软雅黑"/>
                <a:cs typeface="微软雅黑"/>
              </a:rPr>
              <a:t>例</a:t>
            </a:r>
            <a:endParaRPr sz="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皋</a:t>
            </a:r>
            <a:r>
              <a:rPr dirty="0" spc="245"/>
              <a:t> </a:t>
            </a:r>
            <a:r>
              <a:rPr dirty="0" spc="145"/>
              <a:t>国</a:t>
            </a:r>
            <a:r>
              <a:rPr dirty="0" spc="-210"/>
              <a:t>家中小学网络今</a:t>
            </a:r>
            <a:r>
              <a:rPr dirty="0" spc="-520"/>
              <a:t> </a:t>
            </a:r>
            <a:r>
              <a:rPr dirty="0" spc="-355"/>
              <a:t>廿</a:t>
            </a:r>
            <a:r>
              <a:rPr dirty="0" sz="5600" spc="-1605">
                <a:latin typeface="Arial"/>
                <a:cs typeface="Arial"/>
              </a:rPr>
              <a:t>P</a:t>
            </a:r>
            <a:r>
              <a:rPr dirty="0" sz="6200" spc="-2915"/>
              <a:t>生</a:t>
            </a:r>
            <a:r>
              <a:rPr dirty="0" sz="7200" spc="-940"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2025-04-20T12:37:30Z</dcterms:created>
  <dcterms:modified xsi:type="dcterms:W3CDTF">2025-04-20T12:37:30Z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