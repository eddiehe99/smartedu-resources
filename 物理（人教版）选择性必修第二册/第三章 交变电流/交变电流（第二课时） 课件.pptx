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53291" y="1402283"/>
            <a:ext cx="1685416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5635" y="2306675"/>
            <a:ext cx="1046480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8081" y="1936927"/>
            <a:ext cx="5522595" cy="168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34982" y="2073452"/>
            <a:ext cx="6121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交变电流（第二课时）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915670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448310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主讲人：高小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燕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4734" y="2251748"/>
            <a:ext cx="490283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385622"/>
                </a:solidFill>
                <a:latin typeface="微软雅黑"/>
                <a:cs typeface="微软雅黑"/>
              </a:rPr>
              <a:t>交变电流</a:t>
            </a:r>
            <a:r>
              <a:rPr dirty="0" sz="3200" b="1">
                <a:solidFill>
                  <a:srgbClr val="385622"/>
                </a:solidFill>
                <a:latin typeface="微软雅黑"/>
                <a:cs typeface="微软雅黑"/>
              </a:rPr>
              <a:t>（第二课时</a:t>
            </a:r>
            <a:r>
              <a:rPr dirty="0" sz="3200" spc="5" b="1">
                <a:solidFill>
                  <a:srgbClr val="385622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2166" y="3936009"/>
            <a:ext cx="2625725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700"/>
              </a:lnSpc>
              <a:spcBef>
                <a:spcPts val="95"/>
              </a:spcBef>
              <a:tabLst>
                <a:tab pos="624840" algn="l"/>
                <a:tab pos="2303780" algn="l"/>
              </a:tabLst>
            </a:pP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年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级：高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二</a:t>
            </a: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400" spc="-580" b="1">
                <a:solidFill>
                  <a:srgbClr val="385622"/>
                </a:solidFill>
                <a:latin typeface="华文楷体"/>
                <a:cs typeface="华文楷体"/>
              </a:rPr>
              <a:t> 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学 </a:t>
            </a: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主讲人：高小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燕</a:t>
            </a: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学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6656" y="3936009"/>
            <a:ext cx="3689985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 b="1">
                <a:solidFill>
                  <a:srgbClr val="385622"/>
                </a:solidFill>
                <a:latin typeface="华文楷体"/>
                <a:cs typeface="华文楷体"/>
              </a:rPr>
              <a:t>校：北京师范大学附属中</a:t>
            </a:r>
            <a:r>
              <a:rPr dirty="0" sz="2400" spc="-5" b="1">
                <a:solidFill>
                  <a:srgbClr val="385622"/>
                </a:solidFill>
                <a:latin typeface="华文楷体"/>
                <a:cs typeface="华文楷体"/>
              </a:rPr>
              <a:t>学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1260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4592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7925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1257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4590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7922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1255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4587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7920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1252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4585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7917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1250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4582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7915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1247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4580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7912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1245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4577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07910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12425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945750" y="499210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65194" y="5064455"/>
            <a:ext cx="17208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124397" y="4981892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0"/>
                </a:moveTo>
                <a:lnTo>
                  <a:pt x="0" y="99212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01094" y="4981892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0"/>
                </a:moveTo>
                <a:lnTo>
                  <a:pt x="0" y="99212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370976" y="4981892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0"/>
                </a:moveTo>
                <a:lnTo>
                  <a:pt x="0" y="99212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47687" y="4981892"/>
            <a:ext cx="0" cy="99695"/>
          </a:xfrm>
          <a:custGeom>
            <a:avLst/>
            <a:gdLst/>
            <a:ahLst/>
            <a:cxnLst/>
            <a:rect l="l" t="t" r="r" b="b"/>
            <a:pathLst>
              <a:path w="0" h="99695">
                <a:moveTo>
                  <a:pt x="0" y="0"/>
                </a:moveTo>
                <a:lnTo>
                  <a:pt x="0" y="99212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93477" y="4147959"/>
            <a:ext cx="171450" cy="1689100"/>
          </a:xfrm>
          <a:custGeom>
            <a:avLst/>
            <a:gdLst/>
            <a:ahLst/>
            <a:cxnLst/>
            <a:rect l="l" t="t" r="r" b="b"/>
            <a:pathLst>
              <a:path w="171450" h="1689100">
                <a:moveTo>
                  <a:pt x="18846" y="170738"/>
                </a:moveTo>
                <a:lnTo>
                  <a:pt x="0" y="151485"/>
                </a:lnTo>
                <a:lnTo>
                  <a:pt x="317" y="148170"/>
                </a:lnTo>
                <a:lnTo>
                  <a:pt x="1219" y="144983"/>
                </a:lnTo>
                <a:lnTo>
                  <a:pt x="2654" y="141986"/>
                </a:lnTo>
                <a:lnTo>
                  <a:pt x="86664" y="0"/>
                </a:lnTo>
                <a:lnTo>
                  <a:pt x="108334" y="37680"/>
                </a:lnTo>
                <a:lnTo>
                  <a:pt x="67386" y="37680"/>
                </a:lnTo>
                <a:lnTo>
                  <a:pt x="66946" y="108150"/>
                </a:lnTo>
                <a:lnTo>
                  <a:pt x="35445" y="161391"/>
                </a:lnTo>
                <a:lnTo>
                  <a:pt x="22148" y="170484"/>
                </a:lnTo>
                <a:lnTo>
                  <a:pt x="18846" y="170738"/>
                </a:lnTo>
                <a:close/>
              </a:path>
              <a:path w="171450" h="1689100">
                <a:moveTo>
                  <a:pt x="66946" y="108150"/>
                </a:moveTo>
                <a:lnTo>
                  <a:pt x="67386" y="37680"/>
                </a:lnTo>
                <a:lnTo>
                  <a:pt x="105486" y="37922"/>
                </a:lnTo>
                <a:lnTo>
                  <a:pt x="105427" y="47294"/>
                </a:lnTo>
                <a:lnTo>
                  <a:pt x="69913" y="47294"/>
                </a:lnTo>
                <a:lnTo>
                  <a:pt x="86196" y="75613"/>
                </a:lnTo>
                <a:lnTo>
                  <a:pt x="66946" y="108150"/>
                </a:lnTo>
                <a:close/>
              </a:path>
              <a:path w="171450" h="1689100">
                <a:moveTo>
                  <a:pt x="152361" y="171564"/>
                </a:moveTo>
                <a:lnTo>
                  <a:pt x="105046" y="108395"/>
                </a:lnTo>
                <a:lnTo>
                  <a:pt x="105486" y="37922"/>
                </a:lnTo>
                <a:lnTo>
                  <a:pt x="67386" y="37680"/>
                </a:lnTo>
                <a:lnTo>
                  <a:pt x="108334" y="37680"/>
                </a:lnTo>
                <a:lnTo>
                  <a:pt x="168910" y="143014"/>
                </a:lnTo>
                <a:lnTo>
                  <a:pt x="170306" y="146037"/>
                </a:lnTo>
                <a:lnTo>
                  <a:pt x="171157" y="149237"/>
                </a:lnTo>
                <a:lnTo>
                  <a:pt x="171450" y="152552"/>
                </a:lnTo>
                <a:lnTo>
                  <a:pt x="171145" y="155854"/>
                </a:lnTo>
                <a:lnTo>
                  <a:pt x="155663" y="171284"/>
                </a:lnTo>
                <a:lnTo>
                  <a:pt x="152361" y="171564"/>
                </a:lnTo>
                <a:close/>
              </a:path>
              <a:path w="171450" h="1689100">
                <a:moveTo>
                  <a:pt x="86196" y="75613"/>
                </a:moveTo>
                <a:lnTo>
                  <a:pt x="69913" y="47294"/>
                </a:lnTo>
                <a:lnTo>
                  <a:pt x="102831" y="47498"/>
                </a:lnTo>
                <a:lnTo>
                  <a:pt x="86196" y="75613"/>
                </a:lnTo>
                <a:close/>
              </a:path>
              <a:path w="171450" h="1689100">
                <a:moveTo>
                  <a:pt x="105046" y="108395"/>
                </a:moveTo>
                <a:lnTo>
                  <a:pt x="86196" y="75613"/>
                </a:lnTo>
                <a:lnTo>
                  <a:pt x="102831" y="47498"/>
                </a:lnTo>
                <a:lnTo>
                  <a:pt x="69913" y="47294"/>
                </a:lnTo>
                <a:lnTo>
                  <a:pt x="105427" y="47294"/>
                </a:lnTo>
                <a:lnTo>
                  <a:pt x="105046" y="108395"/>
                </a:lnTo>
                <a:close/>
              </a:path>
              <a:path w="171450" h="1689100">
                <a:moveTo>
                  <a:pt x="95186" y="1688668"/>
                </a:moveTo>
                <a:lnTo>
                  <a:pt x="57086" y="1688426"/>
                </a:lnTo>
                <a:lnTo>
                  <a:pt x="66946" y="108150"/>
                </a:lnTo>
                <a:lnTo>
                  <a:pt x="86196" y="75613"/>
                </a:lnTo>
                <a:lnTo>
                  <a:pt x="105046" y="108395"/>
                </a:lnTo>
                <a:lnTo>
                  <a:pt x="95186" y="1688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96982" y="4995379"/>
            <a:ext cx="5448300" cy="171450"/>
          </a:xfrm>
          <a:custGeom>
            <a:avLst/>
            <a:gdLst/>
            <a:ahLst/>
            <a:cxnLst/>
            <a:rect l="l" t="t" r="r" b="b"/>
            <a:pathLst>
              <a:path w="5448300" h="171450">
                <a:moveTo>
                  <a:pt x="5372357" y="85725"/>
                </a:moveTo>
                <a:lnTo>
                  <a:pt x="5286273" y="35509"/>
                </a:lnTo>
                <a:lnTo>
                  <a:pt x="5276824" y="18961"/>
                </a:lnTo>
                <a:lnTo>
                  <a:pt x="5277116" y="15659"/>
                </a:lnTo>
                <a:lnTo>
                  <a:pt x="5295950" y="0"/>
                </a:lnTo>
                <a:lnTo>
                  <a:pt x="5299265" y="304"/>
                </a:lnTo>
                <a:lnTo>
                  <a:pt x="5302465" y="1181"/>
                </a:lnTo>
                <a:lnTo>
                  <a:pt x="5305463" y="2590"/>
                </a:lnTo>
                <a:lnTo>
                  <a:pt x="5415314" y="66675"/>
                </a:lnTo>
                <a:lnTo>
                  <a:pt x="5410161" y="66675"/>
                </a:lnTo>
                <a:lnTo>
                  <a:pt x="5410161" y="69265"/>
                </a:lnTo>
                <a:lnTo>
                  <a:pt x="5400573" y="69265"/>
                </a:lnTo>
                <a:lnTo>
                  <a:pt x="5372357" y="85725"/>
                </a:lnTo>
                <a:close/>
              </a:path>
              <a:path w="5448300" h="171450">
                <a:moveTo>
                  <a:pt x="5339700" y="104775"/>
                </a:moveTo>
                <a:lnTo>
                  <a:pt x="0" y="104775"/>
                </a:lnTo>
                <a:lnTo>
                  <a:pt x="0" y="66675"/>
                </a:lnTo>
                <a:lnTo>
                  <a:pt x="5339700" y="66675"/>
                </a:lnTo>
                <a:lnTo>
                  <a:pt x="5372357" y="85725"/>
                </a:lnTo>
                <a:lnTo>
                  <a:pt x="5339700" y="104775"/>
                </a:lnTo>
                <a:close/>
              </a:path>
              <a:path w="5448300" h="171450">
                <a:moveTo>
                  <a:pt x="5415314" y="104775"/>
                </a:moveTo>
                <a:lnTo>
                  <a:pt x="5410161" y="104775"/>
                </a:lnTo>
                <a:lnTo>
                  <a:pt x="5410161" y="66675"/>
                </a:lnTo>
                <a:lnTo>
                  <a:pt x="5415314" y="66675"/>
                </a:lnTo>
                <a:lnTo>
                  <a:pt x="5447969" y="85725"/>
                </a:lnTo>
                <a:lnTo>
                  <a:pt x="5415314" y="104775"/>
                </a:lnTo>
                <a:close/>
              </a:path>
              <a:path w="5448300" h="171450">
                <a:moveTo>
                  <a:pt x="5400573" y="102184"/>
                </a:moveTo>
                <a:lnTo>
                  <a:pt x="5372357" y="85725"/>
                </a:lnTo>
                <a:lnTo>
                  <a:pt x="5400573" y="69265"/>
                </a:lnTo>
                <a:lnTo>
                  <a:pt x="5400573" y="102184"/>
                </a:lnTo>
                <a:close/>
              </a:path>
              <a:path w="5448300" h="171450">
                <a:moveTo>
                  <a:pt x="5410161" y="102184"/>
                </a:moveTo>
                <a:lnTo>
                  <a:pt x="5400573" y="102184"/>
                </a:lnTo>
                <a:lnTo>
                  <a:pt x="5400573" y="69265"/>
                </a:lnTo>
                <a:lnTo>
                  <a:pt x="5410161" y="69265"/>
                </a:lnTo>
                <a:lnTo>
                  <a:pt x="5410161" y="102184"/>
                </a:lnTo>
                <a:close/>
              </a:path>
              <a:path w="5448300" h="171450">
                <a:moveTo>
                  <a:pt x="5295950" y="171450"/>
                </a:moveTo>
                <a:lnTo>
                  <a:pt x="5276824" y="152488"/>
                </a:lnTo>
                <a:lnTo>
                  <a:pt x="5277091" y="149174"/>
                </a:lnTo>
                <a:lnTo>
                  <a:pt x="5372357" y="85725"/>
                </a:lnTo>
                <a:lnTo>
                  <a:pt x="5400573" y="102184"/>
                </a:lnTo>
                <a:lnTo>
                  <a:pt x="5410161" y="102184"/>
                </a:lnTo>
                <a:lnTo>
                  <a:pt x="5410161" y="104775"/>
                </a:lnTo>
                <a:lnTo>
                  <a:pt x="5415314" y="104775"/>
                </a:lnTo>
                <a:lnTo>
                  <a:pt x="5305463" y="168859"/>
                </a:lnTo>
                <a:lnTo>
                  <a:pt x="5302465" y="170268"/>
                </a:lnTo>
                <a:lnTo>
                  <a:pt x="5299265" y="171145"/>
                </a:lnTo>
                <a:lnTo>
                  <a:pt x="5295950" y="171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506063" y="4005059"/>
            <a:ext cx="234315" cy="643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4300">
              <a:lnSpc>
                <a:spcPct val="144800"/>
              </a:lnSpc>
              <a:spcBef>
                <a:spcPts val="100"/>
              </a:spcBef>
            </a:pPr>
            <a:r>
              <a:rPr dirty="0" sz="1400" b="1" i="1">
                <a:solidFill>
                  <a:srgbClr val="0000FF"/>
                </a:solidFill>
                <a:latin typeface="Times New Roman"/>
                <a:cs typeface="Times New Roman"/>
              </a:rPr>
              <a:t>e </a:t>
            </a:r>
            <a:r>
              <a:rPr dirty="0" sz="140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 i="1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dirty="0" baseline="-18518" sz="1350" spc="7" b="1" i="1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baseline="-18518" sz="1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78607" y="5119865"/>
            <a:ext cx="755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 i="1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40238" y="5046090"/>
            <a:ext cx="80949" cy="80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60620" y="4487278"/>
            <a:ext cx="71120" cy="71755"/>
          </a:xfrm>
          <a:custGeom>
            <a:avLst/>
            <a:gdLst/>
            <a:ahLst/>
            <a:cxnLst/>
            <a:rect l="l" t="t" r="r" b="b"/>
            <a:pathLst>
              <a:path w="71120" h="71754">
                <a:moveTo>
                  <a:pt x="35255" y="71437"/>
                </a:moveTo>
                <a:lnTo>
                  <a:pt x="21356" y="68630"/>
                </a:lnTo>
                <a:lnTo>
                  <a:pt x="10059" y="61006"/>
                </a:lnTo>
                <a:lnTo>
                  <a:pt x="2542" y="49722"/>
                </a:lnTo>
                <a:lnTo>
                  <a:pt x="0" y="35953"/>
                </a:lnTo>
                <a:lnTo>
                  <a:pt x="2542" y="21918"/>
                </a:lnTo>
                <a:lnTo>
                  <a:pt x="10059" y="10494"/>
                </a:lnTo>
                <a:lnTo>
                  <a:pt x="21379" y="2808"/>
                </a:lnTo>
                <a:lnTo>
                  <a:pt x="35255" y="0"/>
                </a:lnTo>
                <a:lnTo>
                  <a:pt x="49168" y="2812"/>
                </a:lnTo>
                <a:lnTo>
                  <a:pt x="60518" y="10466"/>
                </a:lnTo>
                <a:lnTo>
                  <a:pt x="68173" y="21822"/>
                </a:lnTo>
                <a:lnTo>
                  <a:pt x="70980" y="35725"/>
                </a:lnTo>
                <a:lnTo>
                  <a:pt x="68173" y="49625"/>
                </a:lnTo>
                <a:lnTo>
                  <a:pt x="60518" y="60977"/>
                </a:lnTo>
                <a:lnTo>
                  <a:pt x="49145" y="68634"/>
                </a:lnTo>
                <a:lnTo>
                  <a:pt x="35255" y="7143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955413" y="448252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40703" y="80949"/>
                </a:moveTo>
                <a:lnTo>
                  <a:pt x="40233" y="80949"/>
                </a:lnTo>
                <a:lnTo>
                  <a:pt x="36093" y="80721"/>
                </a:lnTo>
                <a:lnTo>
                  <a:pt x="3263" y="56438"/>
                </a:lnTo>
                <a:lnTo>
                  <a:pt x="0" y="40716"/>
                </a:lnTo>
                <a:lnTo>
                  <a:pt x="0" y="40233"/>
                </a:lnTo>
                <a:lnTo>
                  <a:pt x="20967" y="4991"/>
                </a:lnTo>
                <a:lnTo>
                  <a:pt x="40233" y="0"/>
                </a:lnTo>
                <a:lnTo>
                  <a:pt x="40703" y="0"/>
                </a:lnTo>
                <a:lnTo>
                  <a:pt x="66533" y="9512"/>
                </a:lnTo>
                <a:lnTo>
                  <a:pt x="40233" y="9512"/>
                </a:lnTo>
                <a:lnTo>
                  <a:pt x="40468" y="9523"/>
                </a:lnTo>
                <a:lnTo>
                  <a:pt x="37839" y="9651"/>
                </a:lnTo>
                <a:lnTo>
                  <a:pt x="37541" y="9651"/>
                </a:lnTo>
                <a:lnTo>
                  <a:pt x="37058" y="9690"/>
                </a:lnTo>
                <a:lnTo>
                  <a:pt x="37287" y="9690"/>
                </a:lnTo>
                <a:lnTo>
                  <a:pt x="34577" y="10096"/>
                </a:lnTo>
                <a:lnTo>
                  <a:pt x="33985" y="10185"/>
                </a:lnTo>
                <a:lnTo>
                  <a:pt x="31583" y="10833"/>
                </a:lnTo>
                <a:lnTo>
                  <a:pt x="31038" y="10972"/>
                </a:lnTo>
                <a:lnTo>
                  <a:pt x="28694" y="11849"/>
                </a:lnTo>
                <a:lnTo>
                  <a:pt x="28237" y="12014"/>
                </a:lnTo>
                <a:lnTo>
                  <a:pt x="25986" y="13131"/>
                </a:lnTo>
                <a:lnTo>
                  <a:pt x="23392" y="14668"/>
                </a:lnTo>
                <a:lnTo>
                  <a:pt x="23012" y="14897"/>
                </a:lnTo>
                <a:lnTo>
                  <a:pt x="20990" y="16433"/>
                </a:lnTo>
                <a:lnTo>
                  <a:pt x="20599" y="16725"/>
                </a:lnTo>
                <a:lnTo>
                  <a:pt x="18777" y="18414"/>
                </a:lnTo>
                <a:lnTo>
                  <a:pt x="16755" y="20599"/>
                </a:lnTo>
                <a:lnTo>
                  <a:pt x="16433" y="20955"/>
                </a:lnTo>
                <a:lnTo>
                  <a:pt x="14952" y="22974"/>
                </a:lnTo>
                <a:lnTo>
                  <a:pt x="13378" y="25514"/>
                </a:lnTo>
                <a:lnTo>
                  <a:pt x="12056" y="28206"/>
                </a:lnTo>
                <a:lnTo>
                  <a:pt x="10995" y="31038"/>
                </a:lnTo>
                <a:lnTo>
                  <a:pt x="10202" y="33997"/>
                </a:lnTo>
                <a:lnTo>
                  <a:pt x="9788" y="36575"/>
                </a:lnTo>
                <a:lnTo>
                  <a:pt x="9690" y="37058"/>
                </a:lnTo>
                <a:lnTo>
                  <a:pt x="9535" y="40233"/>
                </a:lnTo>
                <a:lnTo>
                  <a:pt x="9639" y="43408"/>
                </a:lnTo>
                <a:lnTo>
                  <a:pt x="10112" y="46482"/>
                </a:lnTo>
                <a:lnTo>
                  <a:pt x="10854" y="49453"/>
                </a:lnTo>
                <a:lnTo>
                  <a:pt x="11860" y="52285"/>
                </a:lnTo>
                <a:lnTo>
                  <a:pt x="12026" y="52743"/>
                </a:lnTo>
                <a:lnTo>
                  <a:pt x="13152" y="55029"/>
                </a:lnTo>
                <a:lnTo>
                  <a:pt x="13347" y="55435"/>
                </a:lnTo>
                <a:lnTo>
                  <a:pt x="14690" y="57594"/>
                </a:lnTo>
                <a:lnTo>
                  <a:pt x="14922" y="57975"/>
                </a:lnTo>
                <a:lnTo>
                  <a:pt x="16449" y="59969"/>
                </a:lnTo>
                <a:lnTo>
                  <a:pt x="18443" y="62204"/>
                </a:lnTo>
                <a:lnTo>
                  <a:pt x="18732" y="62522"/>
                </a:lnTo>
                <a:lnTo>
                  <a:pt x="20634" y="64223"/>
                </a:lnTo>
                <a:lnTo>
                  <a:pt x="20954" y="64516"/>
                </a:lnTo>
                <a:lnTo>
                  <a:pt x="23015" y="66027"/>
                </a:lnTo>
                <a:lnTo>
                  <a:pt x="23355" y="66281"/>
                </a:lnTo>
                <a:lnTo>
                  <a:pt x="25562" y="67589"/>
                </a:lnTo>
                <a:lnTo>
                  <a:pt x="25920" y="67805"/>
                </a:lnTo>
                <a:lnTo>
                  <a:pt x="28267" y="68910"/>
                </a:lnTo>
                <a:lnTo>
                  <a:pt x="28638" y="69087"/>
                </a:lnTo>
                <a:lnTo>
                  <a:pt x="31103" y="69976"/>
                </a:lnTo>
                <a:lnTo>
                  <a:pt x="31483" y="70116"/>
                </a:lnTo>
                <a:lnTo>
                  <a:pt x="34059" y="70751"/>
                </a:lnTo>
                <a:lnTo>
                  <a:pt x="34455" y="70853"/>
                </a:lnTo>
                <a:lnTo>
                  <a:pt x="34646" y="70853"/>
                </a:lnTo>
                <a:lnTo>
                  <a:pt x="37210" y="71247"/>
                </a:lnTo>
                <a:lnTo>
                  <a:pt x="37058" y="71247"/>
                </a:lnTo>
                <a:lnTo>
                  <a:pt x="37541" y="71297"/>
                </a:lnTo>
                <a:lnTo>
                  <a:pt x="38030" y="71297"/>
                </a:lnTo>
                <a:lnTo>
                  <a:pt x="40468" y="71425"/>
                </a:lnTo>
                <a:lnTo>
                  <a:pt x="40233" y="71437"/>
                </a:lnTo>
                <a:lnTo>
                  <a:pt x="66533" y="71437"/>
                </a:lnTo>
                <a:lnTo>
                  <a:pt x="66395" y="71564"/>
                </a:lnTo>
                <a:lnTo>
                  <a:pt x="44843" y="80721"/>
                </a:lnTo>
                <a:lnTo>
                  <a:pt x="40703" y="80949"/>
                </a:lnTo>
                <a:close/>
              </a:path>
              <a:path w="81279" h="81279">
                <a:moveTo>
                  <a:pt x="40468" y="9523"/>
                </a:moveTo>
                <a:lnTo>
                  <a:pt x="40233" y="9512"/>
                </a:lnTo>
                <a:lnTo>
                  <a:pt x="40703" y="9512"/>
                </a:lnTo>
                <a:lnTo>
                  <a:pt x="40468" y="9523"/>
                </a:lnTo>
                <a:close/>
              </a:path>
              <a:path w="81279" h="81279">
                <a:moveTo>
                  <a:pt x="43539" y="9673"/>
                </a:moveTo>
                <a:lnTo>
                  <a:pt x="40468" y="9523"/>
                </a:lnTo>
                <a:lnTo>
                  <a:pt x="66546" y="9523"/>
                </a:lnTo>
                <a:lnTo>
                  <a:pt x="66685" y="9651"/>
                </a:lnTo>
                <a:lnTo>
                  <a:pt x="43395" y="9651"/>
                </a:lnTo>
                <a:lnTo>
                  <a:pt x="43539" y="9673"/>
                </a:lnTo>
                <a:close/>
              </a:path>
              <a:path w="81279" h="81279">
                <a:moveTo>
                  <a:pt x="37397" y="9673"/>
                </a:moveTo>
                <a:lnTo>
                  <a:pt x="37541" y="9651"/>
                </a:lnTo>
                <a:lnTo>
                  <a:pt x="37839" y="9651"/>
                </a:lnTo>
                <a:lnTo>
                  <a:pt x="37397" y="9673"/>
                </a:lnTo>
                <a:close/>
              </a:path>
              <a:path w="81279" h="81279">
                <a:moveTo>
                  <a:pt x="66726" y="9690"/>
                </a:moveTo>
                <a:lnTo>
                  <a:pt x="43878" y="9690"/>
                </a:lnTo>
                <a:lnTo>
                  <a:pt x="43395" y="9651"/>
                </a:lnTo>
                <a:lnTo>
                  <a:pt x="66685" y="9651"/>
                </a:lnTo>
                <a:close/>
              </a:path>
              <a:path w="81279" h="81279">
                <a:moveTo>
                  <a:pt x="37287" y="9690"/>
                </a:moveTo>
                <a:lnTo>
                  <a:pt x="37058" y="9690"/>
                </a:lnTo>
                <a:lnTo>
                  <a:pt x="37397" y="9673"/>
                </a:lnTo>
                <a:close/>
              </a:path>
              <a:path w="81279" h="81279">
                <a:moveTo>
                  <a:pt x="67265" y="10185"/>
                </a:moveTo>
                <a:lnTo>
                  <a:pt x="46951" y="10185"/>
                </a:lnTo>
                <a:lnTo>
                  <a:pt x="46482" y="10096"/>
                </a:lnTo>
                <a:lnTo>
                  <a:pt x="43539" y="9673"/>
                </a:lnTo>
                <a:lnTo>
                  <a:pt x="43878" y="9690"/>
                </a:lnTo>
                <a:lnTo>
                  <a:pt x="66726" y="9690"/>
                </a:lnTo>
                <a:lnTo>
                  <a:pt x="67265" y="10185"/>
                </a:lnTo>
                <a:close/>
              </a:path>
              <a:path w="81279" h="81279">
                <a:moveTo>
                  <a:pt x="34282" y="10140"/>
                </a:moveTo>
                <a:lnTo>
                  <a:pt x="34455" y="10096"/>
                </a:lnTo>
                <a:lnTo>
                  <a:pt x="34282" y="10140"/>
                </a:lnTo>
                <a:close/>
              </a:path>
              <a:path w="81279" h="81279">
                <a:moveTo>
                  <a:pt x="46654" y="10140"/>
                </a:moveTo>
                <a:lnTo>
                  <a:pt x="46359" y="10096"/>
                </a:lnTo>
                <a:lnTo>
                  <a:pt x="46654" y="10140"/>
                </a:lnTo>
                <a:close/>
              </a:path>
              <a:path w="81279" h="81279">
                <a:moveTo>
                  <a:pt x="34108" y="10185"/>
                </a:moveTo>
                <a:lnTo>
                  <a:pt x="34282" y="10140"/>
                </a:lnTo>
                <a:lnTo>
                  <a:pt x="34108" y="10185"/>
                </a:lnTo>
                <a:close/>
              </a:path>
              <a:path w="81279" h="81279">
                <a:moveTo>
                  <a:pt x="68121" y="10972"/>
                </a:moveTo>
                <a:lnTo>
                  <a:pt x="49898" y="10972"/>
                </a:lnTo>
                <a:lnTo>
                  <a:pt x="49453" y="10833"/>
                </a:lnTo>
                <a:lnTo>
                  <a:pt x="46654" y="10140"/>
                </a:lnTo>
                <a:lnTo>
                  <a:pt x="46951" y="10185"/>
                </a:lnTo>
                <a:lnTo>
                  <a:pt x="67265" y="10185"/>
                </a:lnTo>
                <a:lnTo>
                  <a:pt x="68121" y="10972"/>
                </a:lnTo>
                <a:close/>
              </a:path>
              <a:path w="81279" h="81279">
                <a:moveTo>
                  <a:pt x="31245" y="10919"/>
                </a:moveTo>
                <a:lnTo>
                  <a:pt x="31483" y="10833"/>
                </a:lnTo>
                <a:lnTo>
                  <a:pt x="31245" y="10919"/>
                </a:lnTo>
                <a:close/>
              </a:path>
              <a:path w="81279" h="81279">
                <a:moveTo>
                  <a:pt x="49691" y="10919"/>
                </a:moveTo>
                <a:lnTo>
                  <a:pt x="49353" y="10833"/>
                </a:lnTo>
                <a:lnTo>
                  <a:pt x="49691" y="10919"/>
                </a:lnTo>
                <a:close/>
              </a:path>
              <a:path w="81279" h="81279">
                <a:moveTo>
                  <a:pt x="31099" y="10972"/>
                </a:moveTo>
                <a:lnTo>
                  <a:pt x="31245" y="10919"/>
                </a:lnTo>
                <a:lnTo>
                  <a:pt x="31099" y="10972"/>
                </a:lnTo>
                <a:close/>
              </a:path>
              <a:path w="81279" h="81279">
                <a:moveTo>
                  <a:pt x="69264" y="12026"/>
                </a:moveTo>
                <a:lnTo>
                  <a:pt x="52700" y="12014"/>
                </a:lnTo>
                <a:lnTo>
                  <a:pt x="52311" y="11849"/>
                </a:lnTo>
                <a:lnTo>
                  <a:pt x="49691" y="10919"/>
                </a:lnTo>
                <a:lnTo>
                  <a:pt x="49898" y="10972"/>
                </a:lnTo>
                <a:lnTo>
                  <a:pt x="68121" y="10972"/>
                </a:lnTo>
                <a:lnTo>
                  <a:pt x="69264" y="12026"/>
                </a:lnTo>
                <a:close/>
              </a:path>
              <a:path w="81279" h="81279">
                <a:moveTo>
                  <a:pt x="28466" y="11932"/>
                </a:moveTo>
                <a:lnTo>
                  <a:pt x="28638" y="11849"/>
                </a:lnTo>
                <a:lnTo>
                  <a:pt x="28466" y="11932"/>
                </a:lnTo>
                <a:close/>
              </a:path>
              <a:path w="81279" h="81279">
                <a:moveTo>
                  <a:pt x="52518" y="11949"/>
                </a:moveTo>
                <a:lnTo>
                  <a:pt x="52242" y="11849"/>
                </a:lnTo>
                <a:lnTo>
                  <a:pt x="52518" y="11949"/>
                </a:lnTo>
                <a:close/>
              </a:path>
              <a:path w="81279" h="81279">
                <a:moveTo>
                  <a:pt x="28270" y="12026"/>
                </a:moveTo>
                <a:lnTo>
                  <a:pt x="28466" y="11932"/>
                </a:lnTo>
                <a:lnTo>
                  <a:pt x="28270" y="12026"/>
                </a:lnTo>
                <a:close/>
              </a:path>
              <a:path w="81279" h="81279">
                <a:moveTo>
                  <a:pt x="70462" y="13360"/>
                </a:moveTo>
                <a:lnTo>
                  <a:pt x="55422" y="13360"/>
                </a:lnTo>
                <a:lnTo>
                  <a:pt x="55016" y="13131"/>
                </a:lnTo>
                <a:lnTo>
                  <a:pt x="52518" y="11949"/>
                </a:lnTo>
                <a:lnTo>
                  <a:pt x="52730" y="12026"/>
                </a:lnTo>
                <a:lnTo>
                  <a:pt x="69264" y="12026"/>
                </a:lnTo>
                <a:lnTo>
                  <a:pt x="70462" y="13360"/>
                </a:lnTo>
                <a:close/>
              </a:path>
              <a:path w="81279" h="81279">
                <a:moveTo>
                  <a:pt x="25662" y="13288"/>
                </a:moveTo>
                <a:lnTo>
                  <a:pt x="25920" y="13131"/>
                </a:lnTo>
                <a:lnTo>
                  <a:pt x="25662" y="13288"/>
                </a:lnTo>
                <a:close/>
              </a:path>
              <a:path w="81279" h="81279">
                <a:moveTo>
                  <a:pt x="55272" y="13287"/>
                </a:moveTo>
                <a:lnTo>
                  <a:pt x="54952" y="13131"/>
                </a:lnTo>
                <a:lnTo>
                  <a:pt x="55272" y="13287"/>
                </a:lnTo>
                <a:close/>
              </a:path>
              <a:path w="81279" h="81279">
                <a:moveTo>
                  <a:pt x="71862" y="14922"/>
                </a:moveTo>
                <a:lnTo>
                  <a:pt x="57962" y="14922"/>
                </a:lnTo>
                <a:lnTo>
                  <a:pt x="57581" y="14668"/>
                </a:lnTo>
                <a:lnTo>
                  <a:pt x="55272" y="13287"/>
                </a:lnTo>
                <a:lnTo>
                  <a:pt x="55422" y="13360"/>
                </a:lnTo>
                <a:lnTo>
                  <a:pt x="70462" y="13360"/>
                </a:lnTo>
                <a:lnTo>
                  <a:pt x="71862" y="14922"/>
                </a:lnTo>
                <a:close/>
              </a:path>
              <a:path w="81279" h="81279">
                <a:moveTo>
                  <a:pt x="25544" y="13360"/>
                </a:moveTo>
                <a:close/>
              </a:path>
              <a:path w="81279" h="81279">
                <a:moveTo>
                  <a:pt x="23193" y="14789"/>
                </a:moveTo>
                <a:lnTo>
                  <a:pt x="23355" y="14668"/>
                </a:lnTo>
                <a:lnTo>
                  <a:pt x="23193" y="14789"/>
                </a:lnTo>
                <a:close/>
              </a:path>
              <a:path w="81279" h="81279">
                <a:moveTo>
                  <a:pt x="57743" y="14789"/>
                </a:moveTo>
                <a:lnTo>
                  <a:pt x="57544" y="14668"/>
                </a:lnTo>
                <a:lnTo>
                  <a:pt x="57743" y="14789"/>
                </a:lnTo>
                <a:close/>
              </a:path>
              <a:path w="81279" h="81279">
                <a:moveTo>
                  <a:pt x="23015" y="14922"/>
                </a:moveTo>
                <a:lnTo>
                  <a:pt x="23193" y="14789"/>
                </a:lnTo>
                <a:lnTo>
                  <a:pt x="23015" y="14922"/>
                </a:lnTo>
                <a:close/>
              </a:path>
              <a:path w="81279" h="81279">
                <a:moveTo>
                  <a:pt x="73209" y="16725"/>
                </a:moveTo>
                <a:lnTo>
                  <a:pt x="60337" y="16725"/>
                </a:lnTo>
                <a:lnTo>
                  <a:pt x="59982" y="16433"/>
                </a:lnTo>
                <a:lnTo>
                  <a:pt x="57743" y="14789"/>
                </a:lnTo>
                <a:lnTo>
                  <a:pt x="57962" y="14922"/>
                </a:lnTo>
                <a:lnTo>
                  <a:pt x="71862" y="14922"/>
                </a:lnTo>
                <a:lnTo>
                  <a:pt x="73209" y="16725"/>
                </a:lnTo>
                <a:close/>
              </a:path>
              <a:path w="81279" h="81279">
                <a:moveTo>
                  <a:pt x="20792" y="16582"/>
                </a:moveTo>
                <a:lnTo>
                  <a:pt x="20954" y="16433"/>
                </a:lnTo>
                <a:lnTo>
                  <a:pt x="20792" y="16582"/>
                </a:lnTo>
                <a:close/>
              </a:path>
              <a:path w="81279" h="81279">
                <a:moveTo>
                  <a:pt x="60145" y="16582"/>
                </a:moveTo>
                <a:lnTo>
                  <a:pt x="59946" y="16433"/>
                </a:lnTo>
                <a:lnTo>
                  <a:pt x="60145" y="16582"/>
                </a:lnTo>
                <a:close/>
              </a:path>
              <a:path w="81279" h="81279">
                <a:moveTo>
                  <a:pt x="20634" y="16725"/>
                </a:moveTo>
                <a:lnTo>
                  <a:pt x="20792" y="16582"/>
                </a:lnTo>
                <a:lnTo>
                  <a:pt x="20634" y="16725"/>
                </a:lnTo>
                <a:close/>
              </a:path>
              <a:path w="81279" h="81279">
                <a:moveTo>
                  <a:pt x="74589" y="18745"/>
                </a:moveTo>
                <a:lnTo>
                  <a:pt x="62522" y="18745"/>
                </a:lnTo>
                <a:lnTo>
                  <a:pt x="62204" y="18414"/>
                </a:lnTo>
                <a:lnTo>
                  <a:pt x="60145" y="16582"/>
                </a:lnTo>
                <a:lnTo>
                  <a:pt x="60337" y="16725"/>
                </a:lnTo>
                <a:lnTo>
                  <a:pt x="73209" y="16725"/>
                </a:lnTo>
                <a:lnTo>
                  <a:pt x="73901" y="17653"/>
                </a:lnTo>
                <a:lnTo>
                  <a:pt x="74589" y="18745"/>
                </a:lnTo>
                <a:close/>
              </a:path>
              <a:path w="81279" h="81279">
                <a:moveTo>
                  <a:pt x="18520" y="18648"/>
                </a:moveTo>
                <a:lnTo>
                  <a:pt x="18732" y="18414"/>
                </a:lnTo>
                <a:lnTo>
                  <a:pt x="18520" y="18648"/>
                </a:lnTo>
                <a:close/>
              </a:path>
              <a:path w="81279" h="81279">
                <a:moveTo>
                  <a:pt x="62416" y="18648"/>
                </a:moveTo>
                <a:lnTo>
                  <a:pt x="62159" y="18414"/>
                </a:lnTo>
                <a:lnTo>
                  <a:pt x="62416" y="18648"/>
                </a:lnTo>
                <a:close/>
              </a:path>
              <a:path w="81279" h="81279">
                <a:moveTo>
                  <a:pt x="18433" y="18745"/>
                </a:moveTo>
                <a:close/>
              </a:path>
              <a:path w="81279" h="81279">
                <a:moveTo>
                  <a:pt x="75938" y="20955"/>
                </a:moveTo>
                <a:lnTo>
                  <a:pt x="64503" y="20955"/>
                </a:lnTo>
                <a:lnTo>
                  <a:pt x="64211" y="20599"/>
                </a:lnTo>
                <a:lnTo>
                  <a:pt x="62416" y="18648"/>
                </a:lnTo>
                <a:lnTo>
                  <a:pt x="74589" y="18745"/>
                </a:lnTo>
                <a:lnTo>
                  <a:pt x="75938" y="20955"/>
                </a:lnTo>
                <a:close/>
              </a:path>
              <a:path w="81279" h="81279">
                <a:moveTo>
                  <a:pt x="16585" y="20786"/>
                </a:moveTo>
                <a:lnTo>
                  <a:pt x="16725" y="20599"/>
                </a:lnTo>
                <a:lnTo>
                  <a:pt x="16585" y="20786"/>
                </a:lnTo>
                <a:close/>
              </a:path>
              <a:path w="81279" h="81279">
                <a:moveTo>
                  <a:pt x="64351" y="20786"/>
                </a:moveTo>
                <a:lnTo>
                  <a:pt x="64181" y="20599"/>
                </a:lnTo>
                <a:lnTo>
                  <a:pt x="64351" y="20786"/>
                </a:lnTo>
                <a:close/>
              </a:path>
              <a:path w="81279" h="81279">
                <a:moveTo>
                  <a:pt x="16460" y="20955"/>
                </a:moveTo>
                <a:lnTo>
                  <a:pt x="16585" y="20786"/>
                </a:lnTo>
                <a:lnTo>
                  <a:pt x="16460" y="20955"/>
                </a:lnTo>
                <a:close/>
              </a:path>
              <a:path w="81279" h="81279">
                <a:moveTo>
                  <a:pt x="77120" y="23355"/>
                </a:moveTo>
                <a:lnTo>
                  <a:pt x="66268" y="23355"/>
                </a:lnTo>
                <a:lnTo>
                  <a:pt x="66014" y="22974"/>
                </a:lnTo>
                <a:lnTo>
                  <a:pt x="64351" y="20786"/>
                </a:lnTo>
                <a:lnTo>
                  <a:pt x="64503" y="20955"/>
                </a:lnTo>
                <a:lnTo>
                  <a:pt x="75946" y="20967"/>
                </a:lnTo>
                <a:lnTo>
                  <a:pt x="76161" y="21374"/>
                </a:lnTo>
                <a:lnTo>
                  <a:pt x="77120" y="23355"/>
                </a:lnTo>
                <a:close/>
              </a:path>
              <a:path w="81279" h="81279">
                <a:moveTo>
                  <a:pt x="14789" y="23193"/>
                </a:moveTo>
                <a:lnTo>
                  <a:pt x="14922" y="22974"/>
                </a:lnTo>
                <a:lnTo>
                  <a:pt x="14789" y="23193"/>
                </a:lnTo>
                <a:close/>
              </a:path>
              <a:path w="81279" h="81279">
                <a:moveTo>
                  <a:pt x="66147" y="23193"/>
                </a:moveTo>
                <a:lnTo>
                  <a:pt x="65984" y="22974"/>
                </a:lnTo>
                <a:lnTo>
                  <a:pt x="66147" y="23193"/>
                </a:lnTo>
                <a:close/>
              </a:path>
              <a:path w="81279" h="81279">
                <a:moveTo>
                  <a:pt x="14690" y="23355"/>
                </a:moveTo>
                <a:lnTo>
                  <a:pt x="14789" y="23193"/>
                </a:lnTo>
                <a:lnTo>
                  <a:pt x="14690" y="23355"/>
                </a:lnTo>
                <a:close/>
              </a:path>
              <a:path w="81279" h="81279">
                <a:moveTo>
                  <a:pt x="78214" y="25920"/>
                </a:moveTo>
                <a:lnTo>
                  <a:pt x="67805" y="25920"/>
                </a:lnTo>
                <a:lnTo>
                  <a:pt x="67589" y="25514"/>
                </a:lnTo>
                <a:lnTo>
                  <a:pt x="66147" y="23193"/>
                </a:lnTo>
                <a:lnTo>
                  <a:pt x="66268" y="23355"/>
                </a:lnTo>
                <a:lnTo>
                  <a:pt x="77120" y="23355"/>
                </a:lnTo>
                <a:lnTo>
                  <a:pt x="77673" y="24498"/>
                </a:lnTo>
                <a:lnTo>
                  <a:pt x="78214" y="25920"/>
                </a:lnTo>
                <a:close/>
              </a:path>
              <a:path w="81279" h="81279">
                <a:moveTo>
                  <a:pt x="13231" y="25757"/>
                </a:moveTo>
                <a:lnTo>
                  <a:pt x="13347" y="25514"/>
                </a:lnTo>
                <a:lnTo>
                  <a:pt x="13231" y="25757"/>
                </a:lnTo>
                <a:close/>
              </a:path>
              <a:path w="81279" h="81279">
                <a:moveTo>
                  <a:pt x="67705" y="25757"/>
                </a:moveTo>
                <a:lnTo>
                  <a:pt x="67558" y="25514"/>
                </a:lnTo>
                <a:lnTo>
                  <a:pt x="67705" y="25757"/>
                </a:lnTo>
                <a:close/>
              </a:path>
              <a:path w="81279" h="81279">
                <a:moveTo>
                  <a:pt x="13152" y="25920"/>
                </a:moveTo>
                <a:lnTo>
                  <a:pt x="13231" y="25757"/>
                </a:lnTo>
                <a:lnTo>
                  <a:pt x="13152" y="25920"/>
                </a:lnTo>
                <a:close/>
              </a:path>
              <a:path w="81279" h="81279">
                <a:moveTo>
                  <a:pt x="79189" y="28638"/>
                </a:moveTo>
                <a:lnTo>
                  <a:pt x="69087" y="28638"/>
                </a:lnTo>
                <a:lnTo>
                  <a:pt x="68910" y="28206"/>
                </a:lnTo>
                <a:lnTo>
                  <a:pt x="67705" y="25757"/>
                </a:lnTo>
                <a:lnTo>
                  <a:pt x="67805" y="25920"/>
                </a:lnTo>
                <a:lnTo>
                  <a:pt x="78214" y="25920"/>
                </a:lnTo>
                <a:lnTo>
                  <a:pt x="79189" y="28638"/>
                </a:lnTo>
                <a:close/>
              </a:path>
              <a:path w="81279" h="81279">
                <a:moveTo>
                  <a:pt x="11934" y="28460"/>
                </a:moveTo>
                <a:lnTo>
                  <a:pt x="12026" y="28206"/>
                </a:lnTo>
                <a:lnTo>
                  <a:pt x="11934" y="28460"/>
                </a:lnTo>
                <a:close/>
              </a:path>
              <a:path w="81279" h="81279">
                <a:moveTo>
                  <a:pt x="69002" y="28460"/>
                </a:moveTo>
                <a:lnTo>
                  <a:pt x="68880" y="28206"/>
                </a:lnTo>
                <a:lnTo>
                  <a:pt x="69002" y="28460"/>
                </a:lnTo>
                <a:close/>
              </a:path>
              <a:path w="81279" h="81279">
                <a:moveTo>
                  <a:pt x="11869" y="28638"/>
                </a:moveTo>
                <a:lnTo>
                  <a:pt x="11934" y="28460"/>
                </a:lnTo>
                <a:lnTo>
                  <a:pt x="11869" y="28638"/>
                </a:lnTo>
                <a:close/>
              </a:path>
              <a:path w="81279" h="81279">
                <a:moveTo>
                  <a:pt x="79917" y="31483"/>
                </a:moveTo>
                <a:lnTo>
                  <a:pt x="70103" y="31483"/>
                </a:lnTo>
                <a:lnTo>
                  <a:pt x="69964" y="31038"/>
                </a:lnTo>
                <a:lnTo>
                  <a:pt x="69002" y="28460"/>
                </a:lnTo>
                <a:lnTo>
                  <a:pt x="69087" y="28638"/>
                </a:lnTo>
                <a:lnTo>
                  <a:pt x="79189" y="28638"/>
                </a:lnTo>
                <a:lnTo>
                  <a:pt x="79917" y="31483"/>
                </a:lnTo>
                <a:close/>
              </a:path>
              <a:path w="81279" h="81279">
                <a:moveTo>
                  <a:pt x="10917" y="31252"/>
                </a:moveTo>
                <a:lnTo>
                  <a:pt x="10972" y="31038"/>
                </a:lnTo>
                <a:lnTo>
                  <a:pt x="10917" y="31252"/>
                </a:lnTo>
                <a:close/>
              </a:path>
              <a:path w="81279" h="81279">
                <a:moveTo>
                  <a:pt x="70019" y="31252"/>
                </a:moveTo>
                <a:lnTo>
                  <a:pt x="69942" y="31038"/>
                </a:lnTo>
                <a:lnTo>
                  <a:pt x="70019" y="31252"/>
                </a:lnTo>
                <a:close/>
              </a:path>
              <a:path w="81279" h="81279">
                <a:moveTo>
                  <a:pt x="10857" y="31483"/>
                </a:moveTo>
                <a:lnTo>
                  <a:pt x="10917" y="31252"/>
                </a:lnTo>
                <a:lnTo>
                  <a:pt x="10857" y="31483"/>
                </a:lnTo>
                <a:close/>
              </a:path>
              <a:path w="81279" h="81279">
                <a:moveTo>
                  <a:pt x="80460" y="34455"/>
                </a:moveTo>
                <a:lnTo>
                  <a:pt x="70853" y="34455"/>
                </a:lnTo>
                <a:lnTo>
                  <a:pt x="70751" y="33997"/>
                </a:lnTo>
                <a:lnTo>
                  <a:pt x="70019" y="31252"/>
                </a:lnTo>
                <a:lnTo>
                  <a:pt x="70103" y="31483"/>
                </a:lnTo>
                <a:lnTo>
                  <a:pt x="79917" y="31483"/>
                </a:lnTo>
                <a:lnTo>
                  <a:pt x="80175" y="32550"/>
                </a:lnTo>
                <a:lnTo>
                  <a:pt x="80460" y="34455"/>
                </a:lnTo>
                <a:close/>
              </a:path>
              <a:path w="81279" h="81279">
                <a:moveTo>
                  <a:pt x="10160" y="34161"/>
                </a:moveTo>
                <a:lnTo>
                  <a:pt x="10185" y="33997"/>
                </a:lnTo>
                <a:lnTo>
                  <a:pt x="10160" y="34161"/>
                </a:lnTo>
                <a:close/>
              </a:path>
              <a:path w="81279" h="81279">
                <a:moveTo>
                  <a:pt x="70776" y="34161"/>
                </a:moveTo>
                <a:lnTo>
                  <a:pt x="70734" y="33997"/>
                </a:lnTo>
                <a:lnTo>
                  <a:pt x="70776" y="34161"/>
                </a:lnTo>
                <a:close/>
              </a:path>
              <a:path w="81279" h="81279">
                <a:moveTo>
                  <a:pt x="10114" y="34455"/>
                </a:moveTo>
                <a:lnTo>
                  <a:pt x="10160" y="34161"/>
                </a:lnTo>
                <a:lnTo>
                  <a:pt x="10114" y="34455"/>
                </a:lnTo>
                <a:close/>
              </a:path>
              <a:path w="81279" h="81279">
                <a:moveTo>
                  <a:pt x="80809" y="37541"/>
                </a:moveTo>
                <a:lnTo>
                  <a:pt x="71297" y="37541"/>
                </a:lnTo>
                <a:lnTo>
                  <a:pt x="71247" y="37058"/>
                </a:lnTo>
                <a:lnTo>
                  <a:pt x="71076" y="36106"/>
                </a:lnTo>
                <a:lnTo>
                  <a:pt x="70776" y="34161"/>
                </a:lnTo>
                <a:lnTo>
                  <a:pt x="70853" y="34455"/>
                </a:lnTo>
                <a:lnTo>
                  <a:pt x="80460" y="34455"/>
                </a:lnTo>
                <a:lnTo>
                  <a:pt x="80708" y="36106"/>
                </a:lnTo>
                <a:lnTo>
                  <a:pt x="80809" y="37541"/>
                </a:lnTo>
                <a:close/>
              </a:path>
              <a:path w="81279" h="81279">
                <a:moveTo>
                  <a:pt x="9679" y="37282"/>
                </a:moveTo>
                <a:lnTo>
                  <a:pt x="9690" y="37058"/>
                </a:lnTo>
                <a:lnTo>
                  <a:pt x="9679" y="37282"/>
                </a:lnTo>
                <a:close/>
              </a:path>
              <a:path w="81279" h="81279">
                <a:moveTo>
                  <a:pt x="71257" y="37282"/>
                </a:moveTo>
                <a:lnTo>
                  <a:pt x="71223" y="37058"/>
                </a:lnTo>
                <a:lnTo>
                  <a:pt x="71257" y="37282"/>
                </a:lnTo>
                <a:close/>
              </a:path>
              <a:path w="81279" h="81279">
                <a:moveTo>
                  <a:pt x="9666" y="37541"/>
                </a:moveTo>
                <a:lnTo>
                  <a:pt x="9679" y="37282"/>
                </a:lnTo>
                <a:lnTo>
                  <a:pt x="9666" y="37541"/>
                </a:lnTo>
                <a:close/>
              </a:path>
              <a:path w="81279" h="81279">
                <a:moveTo>
                  <a:pt x="80949" y="40716"/>
                </a:moveTo>
                <a:lnTo>
                  <a:pt x="71424" y="40716"/>
                </a:lnTo>
                <a:lnTo>
                  <a:pt x="71424" y="40233"/>
                </a:lnTo>
                <a:lnTo>
                  <a:pt x="71257" y="37282"/>
                </a:lnTo>
                <a:lnTo>
                  <a:pt x="71297" y="37541"/>
                </a:lnTo>
                <a:lnTo>
                  <a:pt x="80809" y="37541"/>
                </a:lnTo>
                <a:lnTo>
                  <a:pt x="80949" y="40233"/>
                </a:lnTo>
                <a:lnTo>
                  <a:pt x="80949" y="40716"/>
                </a:lnTo>
                <a:close/>
              </a:path>
              <a:path w="81279" h="81279">
                <a:moveTo>
                  <a:pt x="9524" y="40474"/>
                </a:moveTo>
                <a:lnTo>
                  <a:pt x="9512" y="40233"/>
                </a:lnTo>
                <a:lnTo>
                  <a:pt x="9524" y="40474"/>
                </a:lnTo>
                <a:close/>
              </a:path>
              <a:path w="81279" h="81279">
                <a:moveTo>
                  <a:pt x="71413" y="40474"/>
                </a:moveTo>
                <a:lnTo>
                  <a:pt x="71401" y="40233"/>
                </a:lnTo>
                <a:lnTo>
                  <a:pt x="71413" y="40474"/>
                </a:lnTo>
                <a:close/>
              </a:path>
              <a:path w="81279" h="81279">
                <a:moveTo>
                  <a:pt x="9535" y="40716"/>
                </a:moveTo>
                <a:lnTo>
                  <a:pt x="9524" y="40474"/>
                </a:lnTo>
                <a:lnTo>
                  <a:pt x="9535" y="40716"/>
                </a:lnTo>
                <a:close/>
              </a:path>
              <a:path w="81279" h="81279">
                <a:moveTo>
                  <a:pt x="80784" y="43878"/>
                </a:moveTo>
                <a:lnTo>
                  <a:pt x="71247" y="43878"/>
                </a:lnTo>
                <a:lnTo>
                  <a:pt x="71297" y="43408"/>
                </a:lnTo>
                <a:lnTo>
                  <a:pt x="71413" y="40474"/>
                </a:lnTo>
                <a:lnTo>
                  <a:pt x="71424" y="40716"/>
                </a:lnTo>
                <a:lnTo>
                  <a:pt x="80949" y="40716"/>
                </a:lnTo>
                <a:lnTo>
                  <a:pt x="80784" y="43878"/>
                </a:lnTo>
                <a:close/>
              </a:path>
              <a:path w="81279" h="81279">
                <a:moveTo>
                  <a:pt x="9680" y="43673"/>
                </a:moveTo>
                <a:lnTo>
                  <a:pt x="9639" y="43408"/>
                </a:lnTo>
                <a:lnTo>
                  <a:pt x="9680" y="43673"/>
                </a:lnTo>
                <a:close/>
              </a:path>
              <a:path w="81279" h="81279">
                <a:moveTo>
                  <a:pt x="71257" y="43673"/>
                </a:moveTo>
                <a:lnTo>
                  <a:pt x="71269" y="43408"/>
                </a:lnTo>
                <a:lnTo>
                  <a:pt x="71257" y="43673"/>
                </a:lnTo>
                <a:close/>
              </a:path>
              <a:path w="81279" h="81279">
                <a:moveTo>
                  <a:pt x="9711" y="43878"/>
                </a:moveTo>
                <a:lnTo>
                  <a:pt x="9680" y="43673"/>
                </a:lnTo>
                <a:lnTo>
                  <a:pt x="9711" y="43878"/>
                </a:lnTo>
                <a:close/>
              </a:path>
              <a:path w="81279" h="81279">
                <a:moveTo>
                  <a:pt x="80391" y="46951"/>
                </a:moveTo>
                <a:lnTo>
                  <a:pt x="70751" y="46951"/>
                </a:lnTo>
                <a:lnTo>
                  <a:pt x="70853" y="46482"/>
                </a:lnTo>
                <a:lnTo>
                  <a:pt x="71257" y="43673"/>
                </a:lnTo>
                <a:lnTo>
                  <a:pt x="71247" y="43878"/>
                </a:lnTo>
                <a:lnTo>
                  <a:pt x="80784" y="43878"/>
                </a:lnTo>
                <a:lnTo>
                  <a:pt x="80708" y="44843"/>
                </a:lnTo>
                <a:lnTo>
                  <a:pt x="80391" y="46951"/>
                </a:lnTo>
                <a:close/>
              </a:path>
              <a:path w="81279" h="81279">
                <a:moveTo>
                  <a:pt x="10155" y="46759"/>
                </a:moveTo>
                <a:lnTo>
                  <a:pt x="10083" y="46482"/>
                </a:lnTo>
                <a:lnTo>
                  <a:pt x="10155" y="46759"/>
                </a:lnTo>
                <a:close/>
              </a:path>
              <a:path w="81279" h="81279">
                <a:moveTo>
                  <a:pt x="70781" y="46759"/>
                </a:moveTo>
                <a:lnTo>
                  <a:pt x="70824" y="46482"/>
                </a:lnTo>
                <a:lnTo>
                  <a:pt x="70781" y="46759"/>
                </a:lnTo>
                <a:close/>
              </a:path>
              <a:path w="81279" h="81279">
                <a:moveTo>
                  <a:pt x="10205" y="46951"/>
                </a:moveTo>
                <a:lnTo>
                  <a:pt x="10155" y="46759"/>
                </a:lnTo>
                <a:lnTo>
                  <a:pt x="10205" y="46951"/>
                </a:lnTo>
                <a:close/>
              </a:path>
              <a:path w="81279" h="81279">
                <a:moveTo>
                  <a:pt x="79804" y="49911"/>
                </a:moveTo>
                <a:lnTo>
                  <a:pt x="69964" y="49911"/>
                </a:lnTo>
                <a:lnTo>
                  <a:pt x="70103" y="49453"/>
                </a:lnTo>
                <a:lnTo>
                  <a:pt x="70781" y="46759"/>
                </a:lnTo>
                <a:lnTo>
                  <a:pt x="70751" y="46951"/>
                </a:lnTo>
                <a:lnTo>
                  <a:pt x="80391" y="46951"/>
                </a:lnTo>
                <a:lnTo>
                  <a:pt x="80175" y="48387"/>
                </a:lnTo>
                <a:lnTo>
                  <a:pt x="79804" y="49911"/>
                </a:lnTo>
                <a:close/>
              </a:path>
              <a:path w="81279" h="81279">
                <a:moveTo>
                  <a:pt x="10907" y="49657"/>
                </a:moveTo>
                <a:lnTo>
                  <a:pt x="10833" y="49453"/>
                </a:lnTo>
                <a:lnTo>
                  <a:pt x="10907" y="49657"/>
                </a:lnTo>
                <a:close/>
              </a:path>
              <a:path w="81279" h="81279">
                <a:moveTo>
                  <a:pt x="70029" y="49657"/>
                </a:moveTo>
                <a:lnTo>
                  <a:pt x="70082" y="49453"/>
                </a:lnTo>
                <a:lnTo>
                  <a:pt x="70029" y="49657"/>
                </a:lnTo>
                <a:close/>
              </a:path>
              <a:path w="81279" h="81279">
                <a:moveTo>
                  <a:pt x="10999" y="49911"/>
                </a:moveTo>
                <a:lnTo>
                  <a:pt x="10907" y="49657"/>
                </a:lnTo>
                <a:lnTo>
                  <a:pt x="10999" y="49911"/>
                </a:lnTo>
                <a:close/>
              </a:path>
              <a:path w="81279" h="81279">
                <a:moveTo>
                  <a:pt x="79052" y="52743"/>
                </a:moveTo>
                <a:lnTo>
                  <a:pt x="68910" y="52743"/>
                </a:lnTo>
                <a:lnTo>
                  <a:pt x="69087" y="52311"/>
                </a:lnTo>
                <a:lnTo>
                  <a:pt x="70029" y="49657"/>
                </a:lnTo>
                <a:lnTo>
                  <a:pt x="69964" y="49911"/>
                </a:lnTo>
                <a:lnTo>
                  <a:pt x="79804" y="49911"/>
                </a:lnTo>
                <a:lnTo>
                  <a:pt x="79052" y="52743"/>
                </a:lnTo>
                <a:close/>
              </a:path>
              <a:path w="81279" h="81279">
                <a:moveTo>
                  <a:pt x="11935" y="52491"/>
                </a:moveTo>
                <a:lnTo>
                  <a:pt x="11849" y="52311"/>
                </a:lnTo>
                <a:lnTo>
                  <a:pt x="11935" y="52491"/>
                </a:lnTo>
                <a:close/>
              </a:path>
              <a:path w="81279" h="81279">
                <a:moveTo>
                  <a:pt x="69001" y="52491"/>
                </a:moveTo>
                <a:lnTo>
                  <a:pt x="69066" y="52311"/>
                </a:lnTo>
                <a:lnTo>
                  <a:pt x="69001" y="52491"/>
                </a:lnTo>
                <a:close/>
              </a:path>
              <a:path w="81279" h="81279">
                <a:moveTo>
                  <a:pt x="12056" y="52743"/>
                </a:moveTo>
                <a:lnTo>
                  <a:pt x="11935" y="52491"/>
                </a:lnTo>
                <a:lnTo>
                  <a:pt x="12056" y="52743"/>
                </a:lnTo>
                <a:close/>
              </a:path>
              <a:path w="81279" h="81279">
                <a:moveTo>
                  <a:pt x="78061" y="55435"/>
                </a:moveTo>
                <a:lnTo>
                  <a:pt x="67589" y="55435"/>
                </a:lnTo>
                <a:lnTo>
                  <a:pt x="67805" y="55029"/>
                </a:lnTo>
                <a:lnTo>
                  <a:pt x="69001" y="52491"/>
                </a:lnTo>
                <a:lnTo>
                  <a:pt x="68910" y="52743"/>
                </a:lnTo>
                <a:lnTo>
                  <a:pt x="79052" y="52743"/>
                </a:lnTo>
                <a:lnTo>
                  <a:pt x="78061" y="55435"/>
                </a:lnTo>
                <a:close/>
              </a:path>
              <a:path w="81279" h="81279">
                <a:moveTo>
                  <a:pt x="13231" y="55192"/>
                </a:moveTo>
                <a:lnTo>
                  <a:pt x="13131" y="55029"/>
                </a:lnTo>
                <a:lnTo>
                  <a:pt x="13231" y="55192"/>
                </a:lnTo>
                <a:close/>
              </a:path>
              <a:path w="81279" h="81279">
                <a:moveTo>
                  <a:pt x="67705" y="55192"/>
                </a:moveTo>
                <a:lnTo>
                  <a:pt x="67784" y="55029"/>
                </a:lnTo>
                <a:lnTo>
                  <a:pt x="67705" y="55192"/>
                </a:lnTo>
                <a:close/>
              </a:path>
              <a:path w="81279" h="81279">
                <a:moveTo>
                  <a:pt x="13378" y="55435"/>
                </a:moveTo>
                <a:lnTo>
                  <a:pt x="13231" y="55192"/>
                </a:lnTo>
                <a:lnTo>
                  <a:pt x="13378" y="55435"/>
                </a:lnTo>
                <a:close/>
              </a:path>
              <a:path w="81279" h="81279">
                <a:moveTo>
                  <a:pt x="76929" y="57975"/>
                </a:moveTo>
                <a:lnTo>
                  <a:pt x="66014" y="57975"/>
                </a:lnTo>
                <a:lnTo>
                  <a:pt x="66268" y="57594"/>
                </a:lnTo>
                <a:lnTo>
                  <a:pt x="67705" y="55192"/>
                </a:lnTo>
                <a:lnTo>
                  <a:pt x="67589" y="55435"/>
                </a:lnTo>
                <a:lnTo>
                  <a:pt x="78061" y="55435"/>
                </a:lnTo>
                <a:lnTo>
                  <a:pt x="77673" y="56438"/>
                </a:lnTo>
                <a:lnTo>
                  <a:pt x="76929" y="57975"/>
                </a:lnTo>
                <a:close/>
              </a:path>
              <a:path w="81279" h="81279">
                <a:moveTo>
                  <a:pt x="14786" y="57752"/>
                </a:moveTo>
                <a:lnTo>
                  <a:pt x="14668" y="57594"/>
                </a:lnTo>
                <a:lnTo>
                  <a:pt x="14786" y="57752"/>
                </a:lnTo>
                <a:close/>
              </a:path>
              <a:path w="81279" h="81279">
                <a:moveTo>
                  <a:pt x="66150" y="57752"/>
                </a:moveTo>
                <a:lnTo>
                  <a:pt x="66246" y="57594"/>
                </a:lnTo>
                <a:lnTo>
                  <a:pt x="66150" y="57752"/>
                </a:lnTo>
                <a:close/>
              </a:path>
              <a:path w="81279" h="81279">
                <a:moveTo>
                  <a:pt x="14954" y="57975"/>
                </a:moveTo>
                <a:lnTo>
                  <a:pt x="14786" y="57752"/>
                </a:lnTo>
                <a:lnTo>
                  <a:pt x="14954" y="57975"/>
                </a:lnTo>
                <a:close/>
              </a:path>
              <a:path w="81279" h="81279">
                <a:moveTo>
                  <a:pt x="75722" y="60337"/>
                </a:moveTo>
                <a:lnTo>
                  <a:pt x="64211" y="60337"/>
                </a:lnTo>
                <a:lnTo>
                  <a:pt x="64503" y="59994"/>
                </a:lnTo>
                <a:lnTo>
                  <a:pt x="66150" y="57752"/>
                </a:lnTo>
                <a:lnTo>
                  <a:pt x="66014" y="57975"/>
                </a:lnTo>
                <a:lnTo>
                  <a:pt x="76929" y="57975"/>
                </a:lnTo>
                <a:lnTo>
                  <a:pt x="76161" y="59562"/>
                </a:lnTo>
                <a:lnTo>
                  <a:pt x="75722" y="60337"/>
                </a:lnTo>
                <a:close/>
              </a:path>
              <a:path w="81279" h="81279">
                <a:moveTo>
                  <a:pt x="16632" y="60213"/>
                </a:moveTo>
                <a:lnTo>
                  <a:pt x="16433" y="59994"/>
                </a:lnTo>
                <a:lnTo>
                  <a:pt x="16632" y="60213"/>
                </a:lnTo>
                <a:close/>
              </a:path>
              <a:path w="81279" h="81279">
                <a:moveTo>
                  <a:pt x="64304" y="60213"/>
                </a:moveTo>
                <a:lnTo>
                  <a:pt x="64468" y="59994"/>
                </a:lnTo>
                <a:lnTo>
                  <a:pt x="64304" y="60213"/>
                </a:lnTo>
                <a:close/>
              </a:path>
              <a:path w="81279" h="81279">
                <a:moveTo>
                  <a:pt x="16745" y="60337"/>
                </a:moveTo>
                <a:close/>
              </a:path>
              <a:path w="81279" h="81279">
                <a:moveTo>
                  <a:pt x="74394" y="62522"/>
                </a:moveTo>
                <a:lnTo>
                  <a:pt x="62204" y="62522"/>
                </a:lnTo>
                <a:lnTo>
                  <a:pt x="62522" y="62204"/>
                </a:lnTo>
                <a:lnTo>
                  <a:pt x="64304" y="60213"/>
                </a:lnTo>
                <a:lnTo>
                  <a:pt x="75722" y="60337"/>
                </a:lnTo>
                <a:lnTo>
                  <a:pt x="74394" y="62522"/>
                </a:lnTo>
                <a:close/>
              </a:path>
              <a:path w="81279" h="81279">
                <a:moveTo>
                  <a:pt x="18581" y="62356"/>
                </a:moveTo>
                <a:lnTo>
                  <a:pt x="18414" y="62204"/>
                </a:lnTo>
                <a:lnTo>
                  <a:pt x="18581" y="62356"/>
                </a:lnTo>
                <a:close/>
              </a:path>
              <a:path w="81279" h="81279">
                <a:moveTo>
                  <a:pt x="62355" y="62356"/>
                </a:moveTo>
                <a:lnTo>
                  <a:pt x="62493" y="62204"/>
                </a:lnTo>
                <a:lnTo>
                  <a:pt x="62355" y="62356"/>
                </a:lnTo>
                <a:close/>
              </a:path>
              <a:path w="81279" h="81279">
                <a:moveTo>
                  <a:pt x="18763" y="62522"/>
                </a:moveTo>
                <a:lnTo>
                  <a:pt x="18581" y="62356"/>
                </a:lnTo>
                <a:lnTo>
                  <a:pt x="18763" y="62522"/>
                </a:lnTo>
                <a:close/>
              </a:path>
              <a:path w="81279" h="81279">
                <a:moveTo>
                  <a:pt x="72986" y="64516"/>
                </a:moveTo>
                <a:lnTo>
                  <a:pt x="59982" y="64516"/>
                </a:lnTo>
                <a:lnTo>
                  <a:pt x="60337" y="64223"/>
                </a:lnTo>
                <a:lnTo>
                  <a:pt x="62355" y="62356"/>
                </a:lnTo>
                <a:lnTo>
                  <a:pt x="62204" y="62522"/>
                </a:lnTo>
                <a:lnTo>
                  <a:pt x="74394" y="62522"/>
                </a:lnTo>
                <a:lnTo>
                  <a:pt x="73901" y="63296"/>
                </a:lnTo>
                <a:lnTo>
                  <a:pt x="72986" y="64516"/>
                </a:lnTo>
                <a:close/>
              </a:path>
              <a:path w="81279" h="81279">
                <a:moveTo>
                  <a:pt x="20792" y="64367"/>
                </a:moveTo>
                <a:lnTo>
                  <a:pt x="20599" y="64223"/>
                </a:lnTo>
                <a:lnTo>
                  <a:pt x="20792" y="64367"/>
                </a:lnTo>
                <a:close/>
              </a:path>
              <a:path w="81279" h="81279">
                <a:moveTo>
                  <a:pt x="60145" y="64367"/>
                </a:moveTo>
                <a:lnTo>
                  <a:pt x="60303" y="64223"/>
                </a:lnTo>
                <a:lnTo>
                  <a:pt x="60145" y="64367"/>
                </a:lnTo>
                <a:close/>
              </a:path>
              <a:path w="81279" h="81279">
                <a:moveTo>
                  <a:pt x="20990" y="64516"/>
                </a:moveTo>
                <a:lnTo>
                  <a:pt x="20792" y="64367"/>
                </a:lnTo>
                <a:lnTo>
                  <a:pt x="20990" y="64516"/>
                </a:lnTo>
                <a:close/>
              </a:path>
              <a:path w="81279" h="81279">
                <a:moveTo>
                  <a:pt x="71645" y="66281"/>
                </a:moveTo>
                <a:lnTo>
                  <a:pt x="57581" y="66281"/>
                </a:lnTo>
                <a:lnTo>
                  <a:pt x="57962" y="66027"/>
                </a:lnTo>
                <a:lnTo>
                  <a:pt x="60145" y="64367"/>
                </a:lnTo>
                <a:lnTo>
                  <a:pt x="59982" y="64516"/>
                </a:lnTo>
                <a:lnTo>
                  <a:pt x="72986" y="64516"/>
                </a:lnTo>
                <a:lnTo>
                  <a:pt x="71645" y="66281"/>
                </a:lnTo>
                <a:close/>
              </a:path>
              <a:path w="81279" h="81279">
                <a:moveTo>
                  <a:pt x="23186" y="66155"/>
                </a:moveTo>
                <a:lnTo>
                  <a:pt x="22974" y="66027"/>
                </a:lnTo>
                <a:lnTo>
                  <a:pt x="23186" y="66155"/>
                </a:lnTo>
                <a:close/>
              </a:path>
              <a:path w="81279" h="81279">
                <a:moveTo>
                  <a:pt x="57750" y="66155"/>
                </a:moveTo>
                <a:lnTo>
                  <a:pt x="57922" y="66027"/>
                </a:lnTo>
                <a:lnTo>
                  <a:pt x="57750" y="66155"/>
                </a:lnTo>
                <a:close/>
              </a:path>
              <a:path w="81279" h="81279">
                <a:moveTo>
                  <a:pt x="23395" y="66281"/>
                </a:moveTo>
                <a:lnTo>
                  <a:pt x="23186" y="66155"/>
                </a:lnTo>
                <a:lnTo>
                  <a:pt x="23395" y="66281"/>
                </a:lnTo>
                <a:close/>
              </a:path>
              <a:path w="81279" h="81279">
                <a:moveTo>
                  <a:pt x="70276" y="67805"/>
                </a:moveTo>
                <a:lnTo>
                  <a:pt x="55016" y="67805"/>
                </a:lnTo>
                <a:lnTo>
                  <a:pt x="55422" y="67589"/>
                </a:lnTo>
                <a:lnTo>
                  <a:pt x="57750" y="66155"/>
                </a:lnTo>
                <a:lnTo>
                  <a:pt x="57581" y="66281"/>
                </a:lnTo>
                <a:lnTo>
                  <a:pt x="71645" y="66281"/>
                </a:lnTo>
                <a:lnTo>
                  <a:pt x="70276" y="67805"/>
                </a:lnTo>
                <a:close/>
              </a:path>
              <a:path w="81279" h="81279">
                <a:moveTo>
                  <a:pt x="25751" y="67703"/>
                </a:moveTo>
                <a:lnTo>
                  <a:pt x="25514" y="67589"/>
                </a:lnTo>
                <a:lnTo>
                  <a:pt x="25751" y="67703"/>
                </a:lnTo>
                <a:close/>
              </a:path>
              <a:path w="81279" h="81279">
                <a:moveTo>
                  <a:pt x="55181" y="67705"/>
                </a:moveTo>
                <a:lnTo>
                  <a:pt x="55374" y="67589"/>
                </a:lnTo>
                <a:lnTo>
                  <a:pt x="55181" y="67705"/>
                </a:lnTo>
                <a:close/>
              </a:path>
              <a:path w="81279" h="81279">
                <a:moveTo>
                  <a:pt x="25964" y="67805"/>
                </a:moveTo>
                <a:lnTo>
                  <a:pt x="25751" y="67703"/>
                </a:lnTo>
                <a:lnTo>
                  <a:pt x="25964" y="67805"/>
                </a:lnTo>
                <a:close/>
              </a:path>
              <a:path w="81279" h="81279">
                <a:moveTo>
                  <a:pt x="69087" y="69087"/>
                </a:moveTo>
                <a:lnTo>
                  <a:pt x="52311" y="69087"/>
                </a:lnTo>
                <a:lnTo>
                  <a:pt x="52730" y="68910"/>
                </a:lnTo>
                <a:lnTo>
                  <a:pt x="55181" y="67705"/>
                </a:lnTo>
                <a:lnTo>
                  <a:pt x="55016" y="67805"/>
                </a:lnTo>
                <a:lnTo>
                  <a:pt x="70276" y="67805"/>
                </a:lnTo>
                <a:lnTo>
                  <a:pt x="69087" y="69087"/>
                </a:lnTo>
                <a:close/>
              </a:path>
              <a:path w="81279" h="81279">
                <a:moveTo>
                  <a:pt x="28469" y="69007"/>
                </a:moveTo>
                <a:lnTo>
                  <a:pt x="28206" y="68910"/>
                </a:lnTo>
                <a:lnTo>
                  <a:pt x="28469" y="69007"/>
                </a:lnTo>
                <a:close/>
              </a:path>
              <a:path w="81279" h="81279">
                <a:moveTo>
                  <a:pt x="52518" y="68988"/>
                </a:moveTo>
                <a:lnTo>
                  <a:pt x="52680" y="68910"/>
                </a:lnTo>
                <a:lnTo>
                  <a:pt x="52518" y="68988"/>
                </a:lnTo>
                <a:close/>
              </a:path>
              <a:path w="81279" h="81279">
                <a:moveTo>
                  <a:pt x="67969" y="70116"/>
                </a:moveTo>
                <a:lnTo>
                  <a:pt x="49453" y="70116"/>
                </a:lnTo>
                <a:lnTo>
                  <a:pt x="49898" y="69976"/>
                </a:lnTo>
                <a:lnTo>
                  <a:pt x="52518" y="68988"/>
                </a:lnTo>
                <a:lnTo>
                  <a:pt x="52311" y="69087"/>
                </a:lnTo>
                <a:lnTo>
                  <a:pt x="69087" y="69087"/>
                </a:lnTo>
                <a:lnTo>
                  <a:pt x="67969" y="70116"/>
                </a:lnTo>
                <a:close/>
              </a:path>
              <a:path w="81279" h="81279">
                <a:moveTo>
                  <a:pt x="28689" y="69087"/>
                </a:moveTo>
                <a:lnTo>
                  <a:pt x="28469" y="69007"/>
                </a:lnTo>
                <a:lnTo>
                  <a:pt x="28689" y="69087"/>
                </a:lnTo>
                <a:close/>
              </a:path>
              <a:path w="81279" h="81279">
                <a:moveTo>
                  <a:pt x="31253" y="70032"/>
                </a:moveTo>
                <a:lnTo>
                  <a:pt x="31038" y="69976"/>
                </a:lnTo>
                <a:lnTo>
                  <a:pt x="31253" y="70032"/>
                </a:lnTo>
                <a:close/>
              </a:path>
              <a:path w="81279" h="81279">
                <a:moveTo>
                  <a:pt x="49683" y="70032"/>
                </a:moveTo>
                <a:lnTo>
                  <a:pt x="49833" y="69976"/>
                </a:lnTo>
                <a:lnTo>
                  <a:pt x="49683" y="70032"/>
                </a:lnTo>
                <a:close/>
              </a:path>
              <a:path w="81279" h="81279">
                <a:moveTo>
                  <a:pt x="31583" y="70116"/>
                </a:moveTo>
                <a:lnTo>
                  <a:pt x="31253" y="70032"/>
                </a:lnTo>
                <a:lnTo>
                  <a:pt x="31583" y="70116"/>
                </a:lnTo>
                <a:close/>
              </a:path>
              <a:path w="81279" h="81279">
                <a:moveTo>
                  <a:pt x="67168" y="70853"/>
                </a:moveTo>
                <a:lnTo>
                  <a:pt x="46482" y="70853"/>
                </a:lnTo>
                <a:lnTo>
                  <a:pt x="46951" y="70751"/>
                </a:lnTo>
                <a:lnTo>
                  <a:pt x="49683" y="70032"/>
                </a:lnTo>
                <a:lnTo>
                  <a:pt x="49453" y="70116"/>
                </a:lnTo>
                <a:lnTo>
                  <a:pt x="67969" y="70116"/>
                </a:lnTo>
                <a:lnTo>
                  <a:pt x="67168" y="70853"/>
                </a:lnTo>
                <a:close/>
              </a:path>
              <a:path w="81279" h="81279">
                <a:moveTo>
                  <a:pt x="46767" y="70779"/>
                </a:moveTo>
                <a:lnTo>
                  <a:pt x="46951" y="70751"/>
                </a:lnTo>
                <a:lnTo>
                  <a:pt x="46767" y="70779"/>
                </a:lnTo>
                <a:close/>
              </a:path>
              <a:path w="81279" h="81279">
                <a:moveTo>
                  <a:pt x="34646" y="70853"/>
                </a:moveTo>
                <a:lnTo>
                  <a:pt x="34455" y="70853"/>
                </a:lnTo>
                <a:lnTo>
                  <a:pt x="34169" y="70779"/>
                </a:lnTo>
                <a:lnTo>
                  <a:pt x="34646" y="70853"/>
                </a:lnTo>
                <a:close/>
              </a:path>
              <a:path w="81279" h="81279">
                <a:moveTo>
                  <a:pt x="66685" y="71297"/>
                </a:moveTo>
                <a:lnTo>
                  <a:pt x="43395" y="71297"/>
                </a:lnTo>
                <a:lnTo>
                  <a:pt x="43878" y="71247"/>
                </a:lnTo>
                <a:lnTo>
                  <a:pt x="43726" y="71247"/>
                </a:lnTo>
                <a:lnTo>
                  <a:pt x="46767" y="70779"/>
                </a:lnTo>
                <a:lnTo>
                  <a:pt x="46482" y="70853"/>
                </a:lnTo>
                <a:lnTo>
                  <a:pt x="67168" y="70853"/>
                </a:lnTo>
                <a:lnTo>
                  <a:pt x="66740" y="71247"/>
                </a:lnTo>
                <a:lnTo>
                  <a:pt x="43648" y="71259"/>
                </a:lnTo>
                <a:lnTo>
                  <a:pt x="66727" y="71259"/>
                </a:lnTo>
                <a:close/>
              </a:path>
              <a:path w="81279" h="81279">
                <a:moveTo>
                  <a:pt x="38030" y="71297"/>
                </a:moveTo>
                <a:lnTo>
                  <a:pt x="37541" y="71297"/>
                </a:lnTo>
                <a:lnTo>
                  <a:pt x="37288" y="71259"/>
                </a:lnTo>
                <a:lnTo>
                  <a:pt x="38030" y="71297"/>
                </a:lnTo>
                <a:close/>
              </a:path>
              <a:path w="81279" h="81279">
                <a:moveTo>
                  <a:pt x="66533" y="71437"/>
                </a:moveTo>
                <a:lnTo>
                  <a:pt x="40468" y="71425"/>
                </a:lnTo>
                <a:lnTo>
                  <a:pt x="43648" y="71259"/>
                </a:lnTo>
                <a:lnTo>
                  <a:pt x="43395" y="71297"/>
                </a:lnTo>
                <a:lnTo>
                  <a:pt x="66685" y="71297"/>
                </a:lnTo>
                <a:lnTo>
                  <a:pt x="66533" y="71437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079566" y="5032425"/>
            <a:ext cx="80949" cy="80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208799" y="5573026"/>
            <a:ext cx="80949" cy="809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320379" y="5035715"/>
            <a:ext cx="80949" cy="809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574035" y="1773935"/>
            <a:ext cx="6795515" cy="18653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3193643" y="1180261"/>
            <a:ext cx="14471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知识回</a:t>
            </a:r>
            <a:r>
              <a:rPr dirty="0" sz="2800" spc="-5">
                <a:latin typeface="黑体"/>
                <a:cs typeface="黑体"/>
              </a:rPr>
              <a:t>顾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34282" y="3700932"/>
            <a:ext cx="41694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电流从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2000" b="1">
                <a:latin typeface="华文楷体"/>
                <a:cs typeface="华文楷体"/>
              </a:rPr>
              <a:t>经过负载流向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z="2000" b="1">
                <a:latin typeface="华文楷体"/>
                <a:cs typeface="华文楷体"/>
              </a:rPr>
              <a:t>的方向记为</a:t>
            </a:r>
            <a:r>
              <a:rPr dirty="0" sz="2000" b="1">
                <a:solidFill>
                  <a:srgbClr val="FF0000"/>
                </a:solidFill>
                <a:latin typeface="华文楷体"/>
                <a:cs typeface="华文楷体"/>
              </a:rPr>
              <a:t>正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975898" y="450715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09223" y="450796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842548" y="450877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26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26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775885" y="450957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709210" y="451039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642548" y="451120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087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575873" y="4512018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12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509198" y="451281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26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26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442536" y="451363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375861" y="451444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309198" y="451524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087" y="0"/>
                </a:lnTo>
                <a:lnTo>
                  <a:pt x="38201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242523" y="451605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175848" y="451686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109186" y="451766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042511" y="451848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94"/>
                </a:moveTo>
                <a:lnTo>
                  <a:pt x="0" y="469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975849" y="451929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087" y="0"/>
                </a:lnTo>
                <a:lnTo>
                  <a:pt x="38201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909174" y="452010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5" h="10160">
                <a:moveTo>
                  <a:pt x="114" y="9982"/>
                </a:moveTo>
                <a:lnTo>
                  <a:pt x="0" y="457"/>
                </a:lnTo>
                <a:lnTo>
                  <a:pt x="38100" y="0"/>
                </a:lnTo>
                <a:lnTo>
                  <a:pt x="38214" y="9525"/>
                </a:lnTo>
                <a:lnTo>
                  <a:pt x="114" y="998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849763" y="4520907"/>
            <a:ext cx="31115" cy="10160"/>
          </a:xfrm>
          <a:custGeom>
            <a:avLst/>
            <a:gdLst/>
            <a:ahLst/>
            <a:cxnLst/>
            <a:rect l="l" t="t" r="r" b="b"/>
            <a:pathLst>
              <a:path w="31114" h="10160">
                <a:moveTo>
                  <a:pt x="127" y="9906"/>
                </a:moveTo>
                <a:lnTo>
                  <a:pt x="0" y="381"/>
                </a:lnTo>
                <a:lnTo>
                  <a:pt x="30835" y="0"/>
                </a:lnTo>
                <a:lnTo>
                  <a:pt x="30949" y="9525"/>
                </a:lnTo>
                <a:lnTo>
                  <a:pt x="127" y="990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942346" y="5105171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甲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4884546" y="5133721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乙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000432" y="5142788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丙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190079" y="5156822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丁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74786" y="5198414"/>
            <a:ext cx="203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solidFill>
                  <a:srgbClr val="0000FF"/>
                </a:solidFill>
                <a:latin typeface="宋体"/>
                <a:cs typeface="宋体"/>
              </a:rPr>
              <a:t>甲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4829" y="200313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72155" y="173278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71800" y="195681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50883" y="2209000"/>
            <a:ext cx="6426200" cy="7620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dirty="0" sz="2400">
                <a:latin typeface="华文楷体"/>
                <a:cs typeface="华文楷体"/>
              </a:rPr>
              <a:t>想一想：如何从理论上探究线圈在匀强磁场中匀 速转动产生的电动势随时间的变化规律</a:t>
            </a:r>
            <a:r>
              <a:rPr dirty="0" sz="240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07739" y="1471790"/>
            <a:ext cx="3225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一、交变电流的规</a:t>
            </a:r>
            <a:r>
              <a:rPr dirty="0" sz="2800" spc="-5">
                <a:latin typeface="黑体"/>
                <a:cs typeface="黑体"/>
              </a:rPr>
              <a:t>律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80203" y="3500628"/>
            <a:ext cx="4552188" cy="2186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99588" y="3500628"/>
            <a:ext cx="1835188" cy="21869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8219" y="3599573"/>
            <a:ext cx="3417570" cy="85725"/>
          </a:xfrm>
          <a:custGeom>
            <a:avLst/>
            <a:gdLst/>
            <a:ahLst/>
            <a:cxnLst/>
            <a:rect l="l" t="t" r="r" b="b"/>
            <a:pathLst>
              <a:path w="3417570" h="85725">
                <a:moveTo>
                  <a:pt x="3331273" y="85725"/>
                </a:moveTo>
                <a:lnTo>
                  <a:pt x="3331273" y="0"/>
                </a:lnTo>
                <a:lnTo>
                  <a:pt x="3388423" y="28575"/>
                </a:lnTo>
                <a:lnTo>
                  <a:pt x="3352698" y="28575"/>
                </a:lnTo>
                <a:lnTo>
                  <a:pt x="3352698" y="57150"/>
                </a:lnTo>
                <a:lnTo>
                  <a:pt x="3388423" y="57150"/>
                </a:lnTo>
                <a:lnTo>
                  <a:pt x="3331273" y="85725"/>
                </a:lnTo>
                <a:close/>
              </a:path>
              <a:path w="3417570" h="85725">
                <a:moveTo>
                  <a:pt x="333127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331273" y="28575"/>
                </a:lnTo>
                <a:lnTo>
                  <a:pt x="3331273" y="57150"/>
                </a:lnTo>
                <a:close/>
              </a:path>
              <a:path w="3417570" h="85725">
                <a:moveTo>
                  <a:pt x="3388423" y="57150"/>
                </a:moveTo>
                <a:lnTo>
                  <a:pt x="3352698" y="57150"/>
                </a:lnTo>
                <a:lnTo>
                  <a:pt x="3352698" y="28575"/>
                </a:lnTo>
                <a:lnTo>
                  <a:pt x="3388423" y="28575"/>
                </a:lnTo>
                <a:lnTo>
                  <a:pt x="3416998" y="42862"/>
                </a:lnTo>
                <a:lnTo>
                  <a:pt x="338842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358604" y="2414422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61734" y="2268334"/>
            <a:ext cx="6350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 b="1" i="1">
                <a:latin typeface="Times New Roman"/>
                <a:cs typeface="Times New Roman"/>
              </a:rPr>
              <a:t>A</a:t>
            </a:r>
            <a:r>
              <a:rPr dirty="0" b="1">
                <a:latin typeface="Times New Roman"/>
                <a:cs typeface="Times New Roman"/>
              </a:rPr>
              <a:t>(</a:t>
            </a:r>
            <a:r>
              <a:rPr dirty="0" spc="-5" b="1" i="1">
                <a:latin typeface="Times New Roman"/>
                <a:cs typeface="Times New Roman"/>
              </a:rPr>
              <a:t>B</a:t>
            </a:r>
            <a:r>
              <a:rPr dirty="0" b="1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46743" y="4411484"/>
            <a:ext cx="652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D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r>
              <a:rPr dirty="0" sz="2400" spc="-5" b="1" i="1">
                <a:latin typeface="Times New Roman"/>
                <a:cs typeface="Times New Roman"/>
              </a:rPr>
              <a:t>C</a:t>
            </a:r>
            <a:r>
              <a:rPr dirty="0" sz="2400" b="1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28219" y="2255253"/>
            <a:ext cx="3417570" cy="85725"/>
          </a:xfrm>
          <a:custGeom>
            <a:avLst/>
            <a:gdLst/>
            <a:ahLst/>
            <a:cxnLst/>
            <a:rect l="l" t="t" r="r" b="b"/>
            <a:pathLst>
              <a:path w="3417570" h="85725">
                <a:moveTo>
                  <a:pt x="3331273" y="85725"/>
                </a:moveTo>
                <a:lnTo>
                  <a:pt x="3331273" y="0"/>
                </a:lnTo>
                <a:lnTo>
                  <a:pt x="3388423" y="28575"/>
                </a:lnTo>
                <a:lnTo>
                  <a:pt x="3352698" y="28575"/>
                </a:lnTo>
                <a:lnTo>
                  <a:pt x="3352698" y="57150"/>
                </a:lnTo>
                <a:lnTo>
                  <a:pt x="3388423" y="57150"/>
                </a:lnTo>
                <a:lnTo>
                  <a:pt x="3331273" y="85725"/>
                </a:lnTo>
                <a:close/>
              </a:path>
              <a:path w="3417570" h="85725">
                <a:moveTo>
                  <a:pt x="333127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331273" y="28575"/>
                </a:lnTo>
                <a:lnTo>
                  <a:pt x="3331273" y="57150"/>
                </a:lnTo>
                <a:close/>
              </a:path>
              <a:path w="3417570" h="85725">
                <a:moveTo>
                  <a:pt x="3388423" y="57150"/>
                </a:moveTo>
                <a:lnTo>
                  <a:pt x="3352698" y="57150"/>
                </a:lnTo>
                <a:lnTo>
                  <a:pt x="3352698" y="28575"/>
                </a:lnTo>
                <a:lnTo>
                  <a:pt x="3388423" y="28575"/>
                </a:lnTo>
                <a:lnTo>
                  <a:pt x="3416998" y="42862"/>
                </a:lnTo>
                <a:lnTo>
                  <a:pt x="338842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28219" y="2926486"/>
            <a:ext cx="3417570" cy="85725"/>
          </a:xfrm>
          <a:custGeom>
            <a:avLst/>
            <a:gdLst/>
            <a:ahLst/>
            <a:cxnLst/>
            <a:rect l="l" t="t" r="r" b="b"/>
            <a:pathLst>
              <a:path w="3417570" h="85725">
                <a:moveTo>
                  <a:pt x="3331273" y="85724"/>
                </a:moveTo>
                <a:lnTo>
                  <a:pt x="3331273" y="0"/>
                </a:lnTo>
                <a:lnTo>
                  <a:pt x="3388423" y="28574"/>
                </a:lnTo>
                <a:lnTo>
                  <a:pt x="3352698" y="28574"/>
                </a:lnTo>
                <a:lnTo>
                  <a:pt x="3352698" y="57149"/>
                </a:lnTo>
                <a:lnTo>
                  <a:pt x="3388423" y="57149"/>
                </a:lnTo>
                <a:lnTo>
                  <a:pt x="3331273" y="85724"/>
                </a:lnTo>
                <a:close/>
              </a:path>
              <a:path w="3417570" h="85725">
                <a:moveTo>
                  <a:pt x="3331273" y="57149"/>
                </a:moveTo>
                <a:lnTo>
                  <a:pt x="0" y="57149"/>
                </a:lnTo>
                <a:lnTo>
                  <a:pt x="0" y="28574"/>
                </a:lnTo>
                <a:lnTo>
                  <a:pt x="3331273" y="28574"/>
                </a:lnTo>
                <a:lnTo>
                  <a:pt x="3331273" y="57149"/>
                </a:lnTo>
                <a:close/>
              </a:path>
              <a:path w="3417570" h="85725">
                <a:moveTo>
                  <a:pt x="3388423" y="57149"/>
                </a:moveTo>
                <a:lnTo>
                  <a:pt x="3352698" y="57149"/>
                </a:lnTo>
                <a:lnTo>
                  <a:pt x="3352698" y="28574"/>
                </a:lnTo>
                <a:lnTo>
                  <a:pt x="3388423" y="28574"/>
                </a:lnTo>
                <a:lnTo>
                  <a:pt x="3416998" y="42862"/>
                </a:lnTo>
                <a:lnTo>
                  <a:pt x="3388423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28219" y="4268965"/>
            <a:ext cx="3417570" cy="85725"/>
          </a:xfrm>
          <a:custGeom>
            <a:avLst/>
            <a:gdLst/>
            <a:ahLst/>
            <a:cxnLst/>
            <a:rect l="l" t="t" r="r" b="b"/>
            <a:pathLst>
              <a:path w="3417570" h="85725">
                <a:moveTo>
                  <a:pt x="3331273" y="85725"/>
                </a:moveTo>
                <a:lnTo>
                  <a:pt x="3331273" y="0"/>
                </a:lnTo>
                <a:lnTo>
                  <a:pt x="3388423" y="28575"/>
                </a:lnTo>
                <a:lnTo>
                  <a:pt x="3352698" y="28575"/>
                </a:lnTo>
                <a:lnTo>
                  <a:pt x="3352698" y="57150"/>
                </a:lnTo>
                <a:lnTo>
                  <a:pt x="3388423" y="57150"/>
                </a:lnTo>
                <a:lnTo>
                  <a:pt x="3331273" y="85725"/>
                </a:lnTo>
                <a:close/>
              </a:path>
              <a:path w="3417570" h="85725">
                <a:moveTo>
                  <a:pt x="333127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331273" y="28575"/>
                </a:lnTo>
                <a:lnTo>
                  <a:pt x="3331273" y="57150"/>
                </a:lnTo>
                <a:close/>
              </a:path>
              <a:path w="3417570" h="85725">
                <a:moveTo>
                  <a:pt x="3388423" y="57150"/>
                </a:moveTo>
                <a:lnTo>
                  <a:pt x="3352698" y="57150"/>
                </a:lnTo>
                <a:lnTo>
                  <a:pt x="3352698" y="28575"/>
                </a:lnTo>
                <a:lnTo>
                  <a:pt x="3388423" y="28575"/>
                </a:lnTo>
                <a:lnTo>
                  <a:pt x="3416998" y="42862"/>
                </a:lnTo>
                <a:lnTo>
                  <a:pt x="338842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28219" y="4940198"/>
            <a:ext cx="3417570" cy="85725"/>
          </a:xfrm>
          <a:custGeom>
            <a:avLst/>
            <a:gdLst/>
            <a:ahLst/>
            <a:cxnLst/>
            <a:rect l="l" t="t" r="r" b="b"/>
            <a:pathLst>
              <a:path w="3417570" h="85725">
                <a:moveTo>
                  <a:pt x="3331273" y="85725"/>
                </a:moveTo>
                <a:lnTo>
                  <a:pt x="3331273" y="0"/>
                </a:lnTo>
                <a:lnTo>
                  <a:pt x="3388423" y="28575"/>
                </a:lnTo>
                <a:lnTo>
                  <a:pt x="3352698" y="28575"/>
                </a:lnTo>
                <a:lnTo>
                  <a:pt x="3352698" y="57150"/>
                </a:lnTo>
                <a:lnTo>
                  <a:pt x="3388423" y="57150"/>
                </a:lnTo>
                <a:lnTo>
                  <a:pt x="3331273" y="85725"/>
                </a:lnTo>
                <a:close/>
              </a:path>
              <a:path w="3417570" h="85725">
                <a:moveTo>
                  <a:pt x="333127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3331273" y="28575"/>
                </a:lnTo>
                <a:lnTo>
                  <a:pt x="3331273" y="57150"/>
                </a:lnTo>
                <a:close/>
              </a:path>
              <a:path w="3417570" h="85725">
                <a:moveTo>
                  <a:pt x="3388423" y="57150"/>
                </a:moveTo>
                <a:lnTo>
                  <a:pt x="3352698" y="57150"/>
                </a:lnTo>
                <a:lnTo>
                  <a:pt x="3352698" y="28575"/>
                </a:lnTo>
                <a:lnTo>
                  <a:pt x="3388423" y="28575"/>
                </a:lnTo>
                <a:lnTo>
                  <a:pt x="3416998" y="42862"/>
                </a:lnTo>
                <a:lnTo>
                  <a:pt x="338842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56578" y="2372360"/>
            <a:ext cx="2355226" cy="2456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75332" y="2007107"/>
            <a:ext cx="3675888" cy="2764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2950" y="1331505"/>
            <a:ext cx="97599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48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磁感应强度是</a:t>
            </a:r>
            <a:r>
              <a:rPr dirty="0" sz="2400" spc="-5" b="1" i="1">
                <a:latin typeface="Times New Roman"/>
                <a:cs typeface="Times New Roman"/>
              </a:rPr>
              <a:t>B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spc="-5" b="1" i="1">
                <a:latin typeface="Times New Roman"/>
                <a:cs typeface="Times New Roman"/>
              </a:rPr>
              <a:t>AB</a:t>
            </a:r>
            <a:r>
              <a:rPr dirty="0" sz="2400" b="1">
                <a:latin typeface="华文楷体"/>
                <a:cs typeface="华文楷体"/>
              </a:rPr>
              <a:t>、</a:t>
            </a:r>
            <a:r>
              <a:rPr dirty="0" sz="2400" spc="-5" b="1" i="1">
                <a:latin typeface="Times New Roman"/>
                <a:cs typeface="Times New Roman"/>
              </a:rPr>
              <a:t>CD</a:t>
            </a:r>
            <a:r>
              <a:rPr dirty="0" sz="2400" b="1">
                <a:latin typeface="华文楷体"/>
                <a:cs typeface="华文楷体"/>
              </a:rPr>
              <a:t>长为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spc="-5" b="1" i="1">
                <a:latin typeface="Times New Roman"/>
                <a:cs typeface="Times New Roman"/>
              </a:rPr>
              <a:t>AD</a:t>
            </a:r>
            <a:r>
              <a:rPr dirty="0" sz="2400" b="1">
                <a:latin typeface="华文楷体"/>
                <a:cs typeface="华文楷体"/>
              </a:rPr>
              <a:t>、</a:t>
            </a:r>
            <a:r>
              <a:rPr dirty="0" sz="2400" spc="-5" b="1" i="1">
                <a:latin typeface="Times New Roman"/>
                <a:cs typeface="Times New Roman"/>
              </a:rPr>
              <a:t>BC</a:t>
            </a:r>
            <a:r>
              <a:rPr dirty="0" sz="2400" b="1">
                <a:latin typeface="华文楷体"/>
                <a:cs typeface="华文楷体"/>
              </a:rPr>
              <a:t>宽为</a:t>
            </a:r>
            <a:r>
              <a:rPr dirty="0" sz="2400" b="1" i="1">
                <a:latin typeface="Times New Roman"/>
                <a:cs typeface="Times New Roman"/>
              </a:rPr>
              <a:t>d</a:t>
            </a:r>
            <a:r>
              <a:rPr dirty="0" sz="2400" b="1">
                <a:latin typeface="华文楷体"/>
                <a:cs typeface="华文楷体"/>
              </a:rPr>
              <a:t>，线圈匀速转动的角</a:t>
            </a:r>
            <a:r>
              <a:rPr dirty="0" sz="2400" spc="-5" b="1">
                <a:latin typeface="华文楷体"/>
                <a:cs typeface="华文楷体"/>
              </a:rPr>
              <a:t>速 </a:t>
            </a:r>
            <a:r>
              <a:rPr dirty="0" sz="2400" b="1">
                <a:latin typeface="华文楷体"/>
                <a:cs typeface="华文楷体"/>
              </a:rPr>
              <a:t>度是</a:t>
            </a:r>
            <a:r>
              <a:rPr dirty="0" sz="2400" spc="-5" b="1" i="1">
                <a:latin typeface="Times New Roman"/>
                <a:cs typeface="Times New Roman"/>
              </a:rPr>
              <a:t>ω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设</a:t>
            </a:r>
            <a:r>
              <a:rPr dirty="0" sz="2400" spc="-5" b="1" i="1">
                <a:latin typeface="Times New Roman"/>
                <a:cs typeface="Times New Roman"/>
              </a:rPr>
              <a:t>t</a:t>
            </a:r>
            <a:r>
              <a:rPr dirty="0" sz="2400" spc="-5" b="1">
                <a:latin typeface="华文楷体"/>
                <a:cs typeface="华文楷体"/>
              </a:rPr>
              <a:t>＝</a:t>
            </a:r>
            <a:r>
              <a:rPr dirty="0" sz="2400" spc="-5" b="1">
                <a:latin typeface="Times New Roman"/>
                <a:cs typeface="Times New Roman"/>
              </a:rPr>
              <a:t>0</a:t>
            </a:r>
            <a:r>
              <a:rPr dirty="0" sz="2400" b="1">
                <a:latin typeface="华文楷体"/>
                <a:cs typeface="华文楷体"/>
              </a:rPr>
              <a:t>时线圈刚好转到中性面位置，经过时间</a:t>
            </a: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11297" y="3373539"/>
            <a:ext cx="95023" cy="166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74647" y="3320072"/>
            <a:ext cx="470534" cy="128905"/>
          </a:xfrm>
          <a:custGeom>
            <a:avLst/>
            <a:gdLst/>
            <a:ahLst/>
            <a:cxnLst/>
            <a:rect l="l" t="t" r="r" b="b"/>
            <a:pathLst>
              <a:path w="470534" h="128904">
                <a:moveTo>
                  <a:pt x="115290" y="128435"/>
                </a:moveTo>
                <a:lnTo>
                  <a:pt x="112306" y="128409"/>
                </a:lnTo>
                <a:lnTo>
                  <a:pt x="109385" y="127774"/>
                </a:lnTo>
                <a:lnTo>
                  <a:pt x="106667" y="126530"/>
                </a:lnTo>
                <a:lnTo>
                  <a:pt x="0" y="63830"/>
                </a:lnTo>
                <a:lnTo>
                  <a:pt x="107114" y="1828"/>
                </a:lnTo>
                <a:lnTo>
                  <a:pt x="109876" y="609"/>
                </a:lnTo>
                <a:lnTo>
                  <a:pt x="112737" y="0"/>
                </a:lnTo>
                <a:lnTo>
                  <a:pt x="115722" y="0"/>
                </a:lnTo>
                <a:lnTo>
                  <a:pt x="128536" y="14185"/>
                </a:lnTo>
                <a:lnTo>
                  <a:pt x="128219" y="17157"/>
                </a:lnTo>
                <a:lnTo>
                  <a:pt x="81558" y="49631"/>
                </a:lnTo>
                <a:lnTo>
                  <a:pt x="28397" y="49631"/>
                </a:lnTo>
                <a:lnTo>
                  <a:pt x="28295" y="78206"/>
                </a:lnTo>
                <a:lnTo>
                  <a:pt x="81143" y="78385"/>
                </a:lnTo>
                <a:lnTo>
                  <a:pt x="121145" y="101904"/>
                </a:lnTo>
                <a:lnTo>
                  <a:pt x="128193" y="114325"/>
                </a:lnTo>
                <a:lnTo>
                  <a:pt x="127863" y="117297"/>
                </a:lnTo>
                <a:lnTo>
                  <a:pt x="118211" y="127838"/>
                </a:lnTo>
                <a:lnTo>
                  <a:pt x="115290" y="128435"/>
                </a:lnTo>
                <a:close/>
              </a:path>
              <a:path w="470534" h="128904">
                <a:moveTo>
                  <a:pt x="81143" y="78385"/>
                </a:moveTo>
                <a:lnTo>
                  <a:pt x="28295" y="78206"/>
                </a:lnTo>
                <a:lnTo>
                  <a:pt x="28397" y="49631"/>
                </a:lnTo>
                <a:lnTo>
                  <a:pt x="81248" y="49810"/>
                </a:lnTo>
                <a:lnTo>
                  <a:pt x="78158" y="51600"/>
                </a:lnTo>
                <a:lnTo>
                  <a:pt x="35585" y="51600"/>
                </a:lnTo>
                <a:lnTo>
                  <a:pt x="35509" y="76288"/>
                </a:lnTo>
                <a:lnTo>
                  <a:pt x="77576" y="76288"/>
                </a:lnTo>
                <a:lnTo>
                  <a:pt x="81143" y="78385"/>
                </a:lnTo>
                <a:close/>
              </a:path>
              <a:path w="470534" h="128904">
                <a:moveTo>
                  <a:pt x="81248" y="49810"/>
                </a:moveTo>
                <a:lnTo>
                  <a:pt x="28397" y="49631"/>
                </a:lnTo>
                <a:lnTo>
                  <a:pt x="81558" y="49631"/>
                </a:lnTo>
                <a:lnTo>
                  <a:pt x="81248" y="49810"/>
                </a:lnTo>
                <a:close/>
              </a:path>
              <a:path w="470534" h="128904">
                <a:moveTo>
                  <a:pt x="469849" y="79705"/>
                </a:moveTo>
                <a:lnTo>
                  <a:pt x="81143" y="78385"/>
                </a:lnTo>
                <a:lnTo>
                  <a:pt x="56706" y="64018"/>
                </a:lnTo>
                <a:lnTo>
                  <a:pt x="81248" y="49810"/>
                </a:lnTo>
                <a:lnTo>
                  <a:pt x="469938" y="51130"/>
                </a:lnTo>
                <a:lnTo>
                  <a:pt x="469849" y="79705"/>
                </a:lnTo>
                <a:close/>
              </a:path>
              <a:path w="470534" h="128904">
                <a:moveTo>
                  <a:pt x="35509" y="76288"/>
                </a:moveTo>
                <a:lnTo>
                  <a:pt x="35585" y="51600"/>
                </a:lnTo>
                <a:lnTo>
                  <a:pt x="56706" y="64018"/>
                </a:lnTo>
                <a:lnTo>
                  <a:pt x="35509" y="76288"/>
                </a:lnTo>
                <a:close/>
              </a:path>
              <a:path w="470534" h="128904">
                <a:moveTo>
                  <a:pt x="56706" y="64018"/>
                </a:moveTo>
                <a:lnTo>
                  <a:pt x="35585" y="51600"/>
                </a:lnTo>
                <a:lnTo>
                  <a:pt x="78158" y="51600"/>
                </a:lnTo>
                <a:lnTo>
                  <a:pt x="56706" y="64018"/>
                </a:lnTo>
                <a:close/>
              </a:path>
              <a:path w="470534" h="128904">
                <a:moveTo>
                  <a:pt x="77576" y="76288"/>
                </a:moveTo>
                <a:lnTo>
                  <a:pt x="35509" y="76288"/>
                </a:lnTo>
                <a:lnTo>
                  <a:pt x="56706" y="64018"/>
                </a:lnTo>
                <a:lnTo>
                  <a:pt x="77576" y="76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169744" y="3385019"/>
            <a:ext cx="128905" cy="488315"/>
          </a:xfrm>
          <a:custGeom>
            <a:avLst/>
            <a:gdLst/>
            <a:ahLst/>
            <a:cxnLst/>
            <a:rect l="l" t="t" r="r" b="b"/>
            <a:pathLst>
              <a:path w="128904" h="488314">
                <a:moveTo>
                  <a:pt x="62359" y="431153"/>
                </a:moveTo>
                <a:lnTo>
                  <a:pt x="48875" y="406209"/>
                </a:lnTo>
                <a:lnTo>
                  <a:pt x="62102" y="0"/>
                </a:lnTo>
                <a:lnTo>
                  <a:pt x="90665" y="927"/>
                </a:lnTo>
                <a:lnTo>
                  <a:pt x="77437" y="407137"/>
                </a:lnTo>
                <a:lnTo>
                  <a:pt x="62359" y="431153"/>
                </a:lnTo>
                <a:close/>
              </a:path>
              <a:path w="128904" h="488314">
                <a:moveTo>
                  <a:pt x="60515" y="487832"/>
                </a:moveTo>
                <a:lnTo>
                  <a:pt x="1676" y="378968"/>
                </a:lnTo>
                <a:lnTo>
                  <a:pt x="533" y="376212"/>
                </a:lnTo>
                <a:lnTo>
                  <a:pt x="0" y="373278"/>
                </a:lnTo>
                <a:lnTo>
                  <a:pt x="88" y="370293"/>
                </a:lnTo>
                <a:lnTo>
                  <a:pt x="14643" y="357898"/>
                </a:lnTo>
                <a:lnTo>
                  <a:pt x="17602" y="358292"/>
                </a:lnTo>
                <a:lnTo>
                  <a:pt x="48875" y="406209"/>
                </a:lnTo>
                <a:lnTo>
                  <a:pt x="47155" y="459028"/>
                </a:lnTo>
                <a:lnTo>
                  <a:pt x="75717" y="459955"/>
                </a:lnTo>
                <a:lnTo>
                  <a:pt x="78014" y="459955"/>
                </a:lnTo>
                <a:lnTo>
                  <a:pt x="60515" y="487832"/>
                </a:lnTo>
                <a:close/>
              </a:path>
              <a:path w="128904" h="488314">
                <a:moveTo>
                  <a:pt x="78014" y="459955"/>
                </a:moveTo>
                <a:lnTo>
                  <a:pt x="75717" y="459955"/>
                </a:lnTo>
                <a:lnTo>
                  <a:pt x="77437" y="407137"/>
                </a:lnTo>
                <a:lnTo>
                  <a:pt x="102107" y="367842"/>
                </a:lnTo>
                <a:lnTo>
                  <a:pt x="114731" y="361162"/>
                </a:lnTo>
                <a:lnTo>
                  <a:pt x="117690" y="361581"/>
                </a:lnTo>
                <a:lnTo>
                  <a:pt x="128460" y="374472"/>
                </a:lnTo>
                <a:lnTo>
                  <a:pt x="128346" y="377456"/>
                </a:lnTo>
                <a:lnTo>
                  <a:pt x="127622" y="380352"/>
                </a:lnTo>
                <a:lnTo>
                  <a:pt x="126301" y="383032"/>
                </a:lnTo>
                <a:lnTo>
                  <a:pt x="78014" y="459955"/>
                </a:lnTo>
                <a:close/>
              </a:path>
              <a:path w="128904" h="488314">
                <a:moveTo>
                  <a:pt x="75717" y="459955"/>
                </a:moveTo>
                <a:lnTo>
                  <a:pt x="47155" y="459028"/>
                </a:lnTo>
                <a:lnTo>
                  <a:pt x="48875" y="406209"/>
                </a:lnTo>
                <a:lnTo>
                  <a:pt x="62359" y="431153"/>
                </a:lnTo>
                <a:lnTo>
                  <a:pt x="49339" y="451891"/>
                </a:lnTo>
                <a:lnTo>
                  <a:pt x="74002" y="452691"/>
                </a:lnTo>
                <a:lnTo>
                  <a:pt x="75953" y="452691"/>
                </a:lnTo>
                <a:lnTo>
                  <a:pt x="75717" y="459955"/>
                </a:lnTo>
                <a:close/>
              </a:path>
              <a:path w="128904" h="488314">
                <a:moveTo>
                  <a:pt x="75953" y="452691"/>
                </a:moveTo>
                <a:lnTo>
                  <a:pt x="74002" y="452691"/>
                </a:lnTo>
                <a:lnTo>
                  <a:pt x="62359" y="431153"/>
                </a:lnTo>
                <a:lnTo>
                  <a:pt x="77437" y="407137"/>
                </a:lnTo>
                <a:lnTo>
                  <a:pt x="75953" y="452691"/>
                </a:lnTo>
                <a:close/>
              </a:path>
              <a:path w="128904" h="488314">
                <a:moveTo>
                  <a:pt x="74002" y="452691"/>
                </a:moveTo>
                <a:lnTo>
                  <a:pt x="49339" y="451891"/>
                </a:lnTo>
                <a:lnTo>
                  <a:pt x="62359" y="431153"/>
                </a:lnTo>
                <a:lnTo>
                  <a:pt x="74002" y="4526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77822" y="3394951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087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78737" y="3461613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79651" y="3528288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087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80566" y="3594950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81480" y="3661625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33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087"/>
                </a:lnTo>
                <a:lnTo>
                  <a:pt x="533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82394" y="3728288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33" y="38227"/>
                </a:moveTo>
                <a:lnTo>
                  <a:pt x="0" y="127"/>
                </a:lnTo>
                <a:lnTo>
                  <a:pt x="9525" y="0"/>
                </a:lnTo>
                <a:lnTo>
                  <a:pt x="10058" y="38100"/>
                </a:lnTo>
                <a:lnTo>
                  <a:pt x="533" y="38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783321" y="3794963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7"/>
                </a:moveTo>
                <a:lnTo>
                  <a:pt x="0" y="127"/>
                </a:lnTo>
                <a:lnTo>
                  <a:pt x="9525" y="0"/>
                </a:lnTo>
                <a:lnTo>
                  <a:pt x="10045" y="38087"/>
                </a:lnTo>
                <a:lnTo>
                  <a:pt x="520" y="38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20609" y="386274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109"/>
                </a:moveTo>
                <a:lnTo>
                  <a:pt x="0" y="584"/>
                </a:lnTo>
                <a:lnTo>
                  <a:pt x="38100" y="0"/>
                </a:lnTo>
                <a:lnTo>
                  <a:pt x="38239" y="9525"/>
                </a:lnTo>
                <a:lnTo>
                  <a:pt x="139" y="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87271" y="386172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52" y="10109"/>
                </a:moveTo>
                <a:lnTo>
                  <a:pt x="0" y="584"/>
                </a:lnTo>
                <a:lnTo>
                  <a:pt x="38100" y="0"/>
                </a:lnTo>
                <a:lnTo>
                  <a:pt x="38239" y="9525"/>
                </a:lnTo>
                <a:lnTo>
                  <a:pt x="152" y="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53946" y="386071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109"/>
                </a:moveTo>
                <a:lnTo>
                  <a:pt x="0" y="584"/>
                </a:lnTo>
                <a:lnTo>
                  <a:pt x="38087" y="0"/>
                </a:lnTo>
                <a:lnTo>
                  <a:pt x="38239" y="9525"/>
                </a:lnTo>
                <a:lnTo>
                  <a:pt x="139" y="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020608" y="385970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52" y="10096"/>
                </a:moveTo>
                <a:lnTo>
                  <a:pt x="0" y="571"/>
                </a:lnTo>
                <a:lnTo>
                  <a:pt x="38100" y="0"/>
                </a:lnTo>
                <a:lnTo>
                  <a:pt x="38239" y="9525"/>
                </a:lnTo>
                <a:lnTo>
                  <a:pt x="152" y="1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087283" y="385869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96"/>
                </a:moveTo>
                <a:lnTo>
                  <a:pt x="0" y="571"/>
                </a:lnTo>
                <a:lnTo>
                  <a:pt x="38087" y="0"/>
                </a:lnTo>
                <a:lnTo>
                  <a:pt x="38239" y="9525"/>
                </a:lnTo>
                <a:lnTo>
                  <a:pt x="139" y="1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53946" y="385767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96"/>
                </a:moveTo>
                <a:lnTo>
                  <a:pt x="0" y="584"/>
                </a:lnTo>
                <a:lnTo>
                  <a:pt x="38100" y="0"/>
                </a:lnTo>
                <a:lnTo>
                  <a:pt x="38239" y="9525"/>
                </a:lnTo>
                <a:lnTo>
                  <a:pt x="139" y="1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510488" y="294416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80032" y="3111169"/>
            <a:ext cx="2235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b="1">
                <a:latin typeface="宋体"/>
                <a:cs typeface="宋体"/>
              </a:rPr>
              <a:t>∥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06585" y="3338512"/>
            <a:ext cx="1861185" cy="409575"/>
          </a:xfrm>
          <a:custGeom>
            <a:avLst/>
            <a:gdLst/>
            <a:ahLst/>
            <a:cxnLst/>
            <a:rect l="l" t="t" r="r" b="b"/>
            <a:pathLst>
              <a:path w="1861185" h="409575">
                <a:moveTo>
                  <a:pt x="1861134" y="409575"/>
                </a:moveTo>
                <a:lnTo>
                  <a:pt x="0" y="409575"/>
                </a:lnTo>
                <a:lnTo>
                  <a:pt x="0" y="0"/>
                </a:lnTo>
                <a:lnTo>
                  <a:pt x="1861134" y="0"/>
                </a:lnTo>
                <a:lnTo>
                  <a:pt x="1861134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81000"/>
                </a:lnTo>
                <a:lnTo>
                  <a:pt x="14287" y="381000"/>
                </a:lnTo>
                <a:lnTo>
                  <a:pt x="28575" y="395287"/>
                </a:lnTo>
                <a:lnTo>
                  <a:pt x="1861134" y="395287"/>
                </a:lnTo>
                <a:lnTo>
                  <a:pt x="1861134" y="409575"/>
                </a:lnTo>
                <a:close/>
              </a:path>
              <a:path w="1861185" h="4095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861185" h="409575">
                <a:moveTo>
                  <a:pt x="1832559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832559" y="14287"/>
                </a:lnTo>
                <a:lnTo>
                  <a:pt x="1832559" y="28575"/>
                </a:lnTo>
                <a:close/>
              </a:path>
              <a:path w="1861185" h="409575">
                <a:moveTo>
                  <a:pt x="1832559" y="395287"/>
                </a:moveTo>
                <a:lnTo>
                  <a:pt x="1832559" y="14287"/>
                </a:lnTo>
                <a:lnTo>
                  <a:pt x="1846846" y="28575"/>
                </a:lnTo>
                <a:lnTo>
                  <a:pt x="1861134" y="28575"/>
                </a:lnTo>
                <a:lnTo>
                  <a:pt x="1861134" y="381000"/>
                </a:lnTo>
                <a:lnTo>
                  <a:pt x="1846846" y="381000"/>
                </a:lnTo>
                <a:lnTo>
                  <a:pt x="1832559" y="395287"/>
                </a:lnTo>
                <a:close/>
              </a:path>
              <a:path w="1861185" h="409575">
                <a:moveTo>
                  <a:pt x="1861134" y="28575"/>
                </a:moveTo>
                <a:lnTo>
                  <a:pt x="1846846" y="28575"/>
                </a:lnTo>
                <a:lnTo>
                  <a:pt x="1832559" y="14287"/>
                </a:lnTo>
                <a:lnTo>
                  <a:pt x="1861134" y="14287"/>
                </a:lnTo>
                <a:lnTo>
                  <a:pt x="1861134" y="28575"/>
                </a:lnTo>
                <a:close/>
              </a:path>
              <a:path w="1861185" h="409575">
                <a:moveTo>
                  <a:pt x="28575" y="395287"/>
                </a:moveTo>
                <a:lnTo>
                  <a:pt x="14287" y="381000"/>
                </a:lnTo>
                <a:lnTo>
                  <a:pt x="28575" y="381000"/>
                </a:lnTo>
                <a:lnTo>
                  <a:pt x="28575" y="395287"/>
                </a:lnTo>
                <a:close/>
              </a:path>
              <a:path w="1861185" h="409575">
                <a:moveTo>
                  <a:pt x="1832559" y="395287"/>
                </a:moveTo>
                <a:lnTo>
                  <a:pt x="28575" y="395287"/>
                </a:lnTo>
                <a:lnTo>
                  <a:pt x="28575" y="381000"/>
                </a:lnTo>
                <a:lnTo>
                  <a:pt x="1832559" y="381000"/>
                </a:lnTo>
                <a:lnTo>
                  <a:pt x="1832559" y="395287"/>
                </a:lnTo>
                <a:close/>
              </a:path>
              <a:path w="1861185" h="409575">
                <a:moveTo>
                  <a:pt x="1861134" y="395287"/>
                </a:moveTo>
                <a:lnTo>
                  <a:pt x="1832559" y="395287"/>
                </a:lnTo>
                <a:lnTo>
                  <a:pt x="1846846" y="381000"/>
                </a:lnTo>
                <a:lnTo>
                  <a:pt x="1861134" y="381000"/>
                </a:lnTo>
                <a:lnTo>
                  <a:pt x="1861134" y="3952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07728" y="4342155"/>
            <a:ext cx="1857375" cy="814705"/>
          </a:xfrm>
          <a:custGeom>
            <a:avLst/>
            <a:gdLst/>
            <a:ahLst/>
            <a:cxnLst/>
            <a:rect l="l" t="t" r="r" b="b"/>
            <a:pathLst>
              <a:path w="1857375" h="814704">
                <a:moveTo>
                  <a:pt x="1845703" y="814171"/>
                </a:moveTo>
                <a:lnTo>
                  <a:pt x="11112" y="814171"/>
                </a:lnTo>
                <a:lnTo>
                  <a:pt x="8636" y="813892"/>
                </a:lnTo>
                <a:lnTo>
                  <a:pt x="0" y="803059"/>
                </a:lnTo>
                <a:lnTo>
                  <a:pt x="0" y="11112"/>
                </a:lnTo>
                <a:lnTo>
                  <a:pt x="11112" y="0"/>
                </a:lnTo>
                <a:lnTo>
                  <a:pt x="1845703" y="0"/>
                </a:lnTo>
                <a:lnTo>
                  <a:pt x="1856816" y="11112"/>
                </a:lnTo>
                <a:lnTo>
                  <a:pt x="22225" y="11112"/>
                </a:lnTo>
                <a:lnTo>
                  <a:pt x="11112" y="22225"/>
                </a:lnTo>
                <a:lnTo>
                  <a:pt x="22225" y="22225"/>
                </a:lnTo>
                <a:lnTo>
                  <a:pt x="22225" y="791946"/>
                </a:lnTo>
                <a:lnTo>
                  <a:pt x="11112" y="791946"/>
                </a:lnTo>
                <a:lnTo>
                  <a:pt x="22225" y="803059"/>
                </a:lnTo>
                <a:lnTo>
                  <a:pt x="1856816" y="803059"/>
                </a:lnTo>
                <a:lnTo>
                  <a:pt x="1856536" y="805535"/>
                </a:lnTo>
                <a:lnTo>
                  <a:pt x="1848167" y="813892"/>
                </a:lnTo>
                <a:lnTo>
                  <a:pt x="1845703" y="814171"/>
                </a:lnTo>
                <a:close/>
              </a:path>
              <a:path w="1857375" h="814704">
                <a:moveTo>
                  <a:pt x="22225" y="22225"/>
                </a:moveTo>
                <a:lnTo>
                  <a:pt x="11112" y="22225"/>
                </a:lnTo>
                <a:lnTo>
                  <a:pt x="22225" y="11112"/>
                </a:lnTo>
                <a:lnTo>
                  <a:pt x="22225" y="22225"/>
                </a:lnTo>
                <a:close/>
              </a:path>
              <a:path w="1857375" h="814704">
                <a:moveTo>
                  <a:pt x="1834591" y="22225"/>
                </a:moveTo>
                <a:lnTo>
                  <a:pt x="22225" y="22225"/>
                </a:lnTo>
                <a:lnTo>
                  <a:pt x="22225" y="11112"/>
                </a:lnTo>
                <a:lnTo>
                  <a:pt x="1834591" y="11112"/>
                </a:lnTo>
                <a:lnTo>
                  <a:pt x="1834591" y="22225"/>
                </a:lnTo>
                <a:close/>
              </a:path>
              <a:path w="1857375" h="814704">
                <a:moveTo>
                  <a:pt x="1834591" y="803059"/>
                </a:moveTo>
                <a:lnTo>
                  <a:pt x="1834591" y="11112"/>
                </a:lnTo>
                <a:lnTo>
                  <a:pt x="1845703" y="22225"/>
                </a:lnTo>
                <a:lnTo>
                  <a:pt x="1856816" y="22225"/>
                </a:lnTo>
                <a:lnTo>
                  <a:pt x="1856816" y="791946"/>
                </a:lnTo>
                <a:lnTo>
                  <a:pt x="1845703" y="791946"/>
                </a:lnTo>
                <a:lnTo>
                  <a:pt x="1834591" y="803059"/>
                </a:lnTo>
                <a:close/>
              </a:path>
              <a:path w="1857375" h="814704">
                <a:moveTo>
                  <a:pt x="1856816" y="22225"/>
                </a:moveTo>
                <a:lnTo>
                  <a:pt x="1845703" y="22225"/>
                </a:lnTo>
                <a:lnTo>
                  <a:pt x="1834591" y="11112"/>
                </a:lnTo>
                <a:lnTo>
                  <a:pt x="1856816" y="11112"/>
                </a:lnTo>
                <a:lnTo>
                  <a:pt x="1856816" y="22225"/>
                </a:lnTo>
                <a:close/>
              </a:path>
              <a:path w="1857375" h="814704">
                <a:moveTo>
                  <a:pt x="22225" y="803059"/>
                </a:moveTo>
                <a:lnTo>
                  <a:pt x="11112" y="791946"/>
                </a:lnTo>
                <a:lnTo>
                  <a:pt x="22225" y="791946"/>
                </a:lnTo>
                <a:lnTo>
                  <a:pt x="22225" y="803059"/>
                </a:lnTo>
                <a:close/>
              </a:path>
              <a:path w="1857375" h="814704">
                <a:moveTo>
                  <a:pt x="1834591" y="803059"/>
                </a:moveTo>
                <a:lnTo>
                  <a:pt x="22225" y="803059"/>
                </a:lnTo>
                <a:lnTo>
                  <a:pt x="22225" y="791946"/>
                </a:lnTo>
                <a:lnTo>
                  <a:pt x="1834591" y="791946"/>
                </a:lnTo>
                <a:lnTo>
                  <a:pt x="1834591" y="803059"/>
                </a:lnTo>
                <a:close/>
              </a:path>
              <a:path w="1857375" h="814704">
                <a:moveTo>
                  <a:pt x="1856816" y="803059"/>
                </a:moveTo>
                <a:lnTo>
                  <a:pt x="1834591" y="803059"/>
                </a:lnTo>
                <a:lnTo>
                  <a:pt x="1845703" y="791946"/>
                </a:lnTo>
                <a:lnTo>
                  <a:pt x="1856816" y="791946"/>
                </a:lnTo>
                <a:lnTo>
                  <a:pt x="1856816" y="8030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40151" y="4268813"/>
            <a:ext cx="11918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32118" sz="4800" b="1" i="1">
                <a:latin typeface="Book Antiqua"/>
                <a:cs typeface="Book Antiqua"/>
              </a:rPr>
              <a:t>v </a:t>
            </a:r>
            <a:r>
              <a:rPr dirty="0" baseline="-32118" sz="4800" i="1">
                <a:latin typeface="Book Antiqua"/>
                <a:cs typeface="Book Antiqua"/>
              </a:rPr>
              <a:t>=</a:t>
            </a:r>
            <a:r>
              <a:rPr dirty="0" baseline="-32118" sz="4800" spc="-150" i="1">
                <a:latin typeface="Book Antiqua"/>
                <a:cs typeface="Book Antiqua"/>
              </a:rPr>
              <a:t> </a:t>
            </a:r>
            <a:r>
              <a:rPr dirty="0" u="heavy" sz="32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ωd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35365" y="2529982"/>
            <a:ext cx="4338320" cy="1730375"/>
          </a:xfrm>
          <a:prstGeom prst="rect">
            <a:avLst/>
          </a:prstGeom>
        </p:spPr>
        <p:txBody>
          <a:bodyPr wrap="square" lIns="0" tIns="203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①</a:t>
            </a:r>
            <a:r>
              <a:rPr dirty="0" sz="2400" spc="-355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线圈与中性面的夹角是多少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1091565">
              <a:lnSpc>
                <a:spcPct val="100000"/>
              </a:lnSpc>
              <a:spcBef>
                <a:spcPts val="1670"/>
              </a:spcBef>
              <a:tabLst>
                <a:tab pos="1620520" algn="l"/>
                <a:tab pos="2013585" algn="l"/>
              </a:tabLst>
            </a:pPr>
            <a:r>
              <a:rPr dirty="0" sz="2650" spc="-85" i="1">
                <a:latin typeface="Symbol"/>
                <a:cs typeface="Symbol"/>
              </a:rPr>
              <a:t></a:t>
            </a:r>
            <a:r>
              <a:rPr dirty="0" sz="2650" spc="-85">
                <a:latin typeface="Times New Roman"/>
                <a:cs typeface="Times New Roman"/>
              </a:rPr>
              <a:t>	</a:t>
            </a:r>
            <a:r>
              <a:rPr dirty="0" sz="2500" spc="-5">
                <a:latin typeface="Symbol"/>
                <a:cs typeface="Symbol"/>
              </a:rPr>
              <a:t></a:t>
            </a:r>
            <a:r>
              <a:rPr dirty="0" sz="2500" spc="-5">
                <a:latin typeface="Times New Roman"/>
                <a:cs typeface="Times New Roman"/>
              </a:rPr>
              <a:t>	</a:t>
            </a:r>
            <a:r>
              <a:rPr dirty="0" sz="2650" spc="-110" i="1">
                <a:latin typeface="Symbol"/>
                <a:cs typeface="Symbol"/>
              </a:rPr>
              <a:t></a:t>
            </a:r>
            <a:r>
              <a:rPr dirty="0" sz="2650" spc="-60" i="1">
                <a:latin typeface="Times New Roman"/>
                <a:cs typeface="Times New Roman"/>
              </a:rPr>
              <a:t> </a:t>
            </a:r>
            <a:r>
              <a:rPr dirty="0" sz="2500" spc="-5" i="1"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131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②</a:t>
            </a:r>
            <a:r>
              <a:rPr dirty="0" sz="2400" spc="285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AB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边的速度多大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690026" y="3580384"/>
            <a:ext cx="196659" cy="1359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98892" y="3956100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883699" y="3658679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57274" y="3613454"/>
            <a:ext cx="10960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5010" algn="l"/>
              </a:tabLst>
            </a:pPr>
            <a:r>
              <a:rPr dirty="0" u="heavy" sz="2400" b="1" i="1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v</a:t>
            </a:r>
            <a:r>
              <a:rPr dirty="0" sz="2400" b="1" i="1">
                <a:latin typeface="Book Antiqua"/>
                <a:cs typeface="Book Antiqua"/>
              </a:rPr>
              <a:t>	v</a:t>
            </a:r>
            <a:r>
              <a:rPr dirty="0" baseline="-10752" sz="2325" b="1">
                <a:latin typeface="宋体"/>
                <a:cs typeface="宋体"/>
              </a:rPr>
              <a:t>⊥</a:t>
            </a:r>
            <a:endParaRPr baseline="-10752" sz="2325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807591" y="3400907"/>
            <a:ext cx="439420" cy="445770"/>
          </a:xfrm>
          <a:custGeom>
            <a:avLst/>
            <a:gdLst/>
            <a:ahLst/>
            <a:cxnLst/>
            <a:rect l="l" t="t" r="r" b="b"/>
            <a:pathLst>
              <a:path w="439420" h="445770">
                <a:moveTo>
                  <a:pt x="70351" y="394197"/>
                </a:moveTo>
                <a:lnTo>
                  <a:pt x="50008" y="374141"/>
                </a:lnTo>
                <a:lnTo>
                  <a:pt x="418744" y="0"/>
                </a:lnTo>
                <a:lnTo>
                  <a:pt x="439102" y="20065"/>
                </a:lnTo>
                <a:lnTo>
                  <a:pt x="70351" y="394197"/>
                </a:lnTo>
                <a:close/>
              </a:path>
              <a:path w="439420" h="445770">
                <a:moveTo>
                  <a:pt x="0" y="445223"/>
                </a:moveTo>
                <a:lnTo>
                  <a:pt x="29654" y="354075"/>
                </a:lnTo>
                <a:lnTo>
                  <a:pt x="50008" y="374141"/>
                </a:lnTo>
                <a:lnTo>
                  <a:pt x="34963" y="389407"/>
                </a:lnTo>
                <a:lnTo>
                  <a:pt x="55308" y="409460"/>
                </a:lnTo>
                <a:lnTo>
                  <a:pt x="85833" y="409460"/>
                </a:lnTo>
                <a:lnTo>
                  <a:pt x="90703" y="414261"/>
                </a:lnTo>
                <a:lnTo>
                  <a:pt x="0" y="445223"/>
                </a:lnTo>
                <a:close/>
              </a:path>
              <a:path w="439420" h="445770">
                <a:moveTo>
                  <a:pt x="55308" y="409460"/>
                </a:moveTo>
                <a:lnTo>
                  <a:pt x="34963" y="389407"/>
                </a:lnTo>
                <a:lnTo>
                  <a:pt x="50008" y="374141"/>
                </a:lnTo>
                <a:lnTo>
                  <a:pt x="70351" y="394197"/>
                </a:lnTo>
                <a:lnTo>
                  <a:pt x="55308" y="409460"/>
                </a:lnTo>
                <a:close/>
              </a:path>
              <a:path w="439420" h="445770">
                <a:moveTo>
                  <a:pt x="85833" y="409460"/>
                </a:moveTo>
                <a:lnTo>
                  <a:pt x="55308" y="409460"/>
                </a:lnTo>
                <a:lnTo>
                  <a:pt x="70351" y="394197"/>
                </a:lnTo>
                <a:lnTo>
                  <a:pt x="85833" y="409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871699" y="285396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872143" y="305399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872601" y="325401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873045" y="345404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873490" y="365406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873934" y="385409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874385" y="405411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874836" y="425414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875280" y="445416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875724" y="4654194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876169" y="4854219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876588" y="5054244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91439">
                <a:moveTo>
                  <a:pt x="0" y="0"/>
                </a:moveTo>
                <a:lnTo>
                  <a:pt x="0" y="91008"/>
                </a:lnTo>
              </a:path>
            </a:pathLst>
          </a:custGeom>
          <a:ln w="287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598892" y="3014484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598892" y="3484651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98892" y="4424959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598892" y="4895126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34123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34148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734198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934223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34248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334273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534298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734323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934348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134373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334398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534423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9734448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9934473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134498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0334523" y="3997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0534548" y="3983380"/>
            <a:ext cx="82550" cy="28575"/>
          </a:xfrm>
          <a:custGeom>
            <a:avLst/>
            <a:gdLst/>
            <a:ahLst/>
            <a:cxnLst/>
            <a:rect l="l" t="t" r="r" b="b"/>
            <a:pathLst>
              <a:path w="82550" h="28575">
                <a:moveTo>
                  <a:pt x="82156" y="28575"/>
                </a:moveTo>
                <a:lnTo>
                  <a:pt x="0" y="28575"/>
                </a:lnTo>
                <a:lnTo>
                  <a:pt x="0" y="0"/>
                </a:lnTo>
                <a:lnTo>
                  <a:pt x="82156" y="0"/>
                </a:lnTo>
                <a:lnTo>
                  <a:pt x="82156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163445" y="3278797"/>
            <a:ext cx="203755" cy="2044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9382353" y="4511827"/>
            <a:ext cx="203746" cy="2044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285098" y="3284156"/>
            <a:ext cx="1296035" cy="1310640"/>
          </a:xfrm>
          <a:custGeom>
            <a:avLst/>
            <a:gdLst/>
            <a:ahLst/>
            <a:cxnLst/>
            <a:rect l="l" t="t" r="r" b="b"/>
            <a:pathLst>
              <a:path w="1296034" h="1310639">
                <a:moveTo>
                  <a:pt x="71424" y="90106"/>
                </a:moveTo>
                <a:lnTo>
                  <a:pt x="0" y="17856"/>
                </a:lnTo>
                <a:lnTo>
                  <a:pt x="18059" y="0"/>
                </a:lnTo>
                <a:lnTo>
                  <a:pt x="89496" y="72250"/>
                </a:lnTo>
                <a:lnTo>
                  <a:pt x="71424" y="90106"/>
                </a:lnTo>
                <a:close/>
              </a:path>
              <a:path w="1296034" h="1310639">
                <a:moveTo>
                  <a:pt x="196418" y="216547"/>
                </a:moveTo>
                <a:lnTo>
                  <a:pt x="124993" y="144297"/>
                </a:lnTo>
                <a:lnTo>
                  <a:pt x="143065" y="126441"/>
                </a:lnTo>
                <a:lnTo>
                  <a:pt x="214490" y="198691"/>
                </a:lnTo>
                <a:lnTo>
                  <a:pt x="196418" y="216547"/>
                </a:lnTo>
                <a:close/>
              </a:path>
              <a:path w="1296034" h="1310639">
                <a:moveTo>
                  <a:pt x="321424" y="343001"/>
                </a:moveTo>
                <a:lnTo>
                  <a:pt x="249999" y="270738"/>
                </a:lnTo>
                <a:lnTo>
                  <a:pt x="268058" y="252882"/>
                </a:lnTo>
                <a:lnTo>
                  <a:pt x="339483" y="325145"/>
                </a:lnTo>
                <a:lnTo>
                  <a:pt x="321424" y="343001"/>
                </a:lnTo>
                <a:close/>
              </a:path>
              <a:path w="1296034" h="1310639">
                <a:moveTo>
                  <a:pt x="446417" y="469442"/>
                </a:moveTo>
                <a:lnTo>
                  <a:pt x="374992" y="397192"/>
                </a:lnTo>
                <a:lnTo>
                  <a:pt x="393052" y="379336"/>
                </a:lnTo>
                <a:lnTo>
                  <a:pt x="464477" y="451586"/>
                </a:lnTo>
                <a:lnTo>
                  <a:pt x="446417" y="469442"/>
                </a:lnTo>
                <a:close/>
              </a:path>
              <a:path w="1296034" h="1310639">
                <a:moveTo>
                  <a:pt x="571411" y="595883"/>
                </a:moveTo>
                <a:lnTo>
                  <a:pt x="499986" y="523633"/>
                </a:lnTo>
                <a:lnTo>
                  <a:pt x="518045" y="505777"/>
                </a:lnTo>
                <a:lnTo>
                  <a:pt x="589483" y="578027"/>
                </a:lnTo>
                <a:lnTo>
                  <a:pt x="571411" y="595883"/>
                </a:lnTo>
                <a:close/>
              </a:path>
              <a:path w="1296034" h="1310639">
                <a:moveTo>
                  <a:pt x="696417" y="722337"/>
                </a:moveTo>
                <a:lnTo>
                  <a:pt x="624979" y="650074"/>
                </a:lnTo>
                <a:lnTo>
                  <a:pt x="643051" y="632218"/>
                </a:lnTo>
                <a:lnTo>
                  <a:pt x="714476" y="704481"/>
                </a:lnTo>
                <a:lnTo>
                  <a:pt x="696417" y="722337"/>
                </a:lnTo>
                <a:close/>
              </a:path>
              <a:path w="1296034" h="1310639">
                <a:moveTo>
                  <a:pt x="821410" y="848779"/>
                </a:moveTo>
                <a:lnTo>
                  <a:pt x="749985" y="776528"/>
                </a:lnTo>
                <a:lnTo>
                  <a:pt x="768045" y="758672"/>
                </a:lnTo>
                <a:lnTo>
                  <a:pt x="839470" y="830922"/>
                </a:lnTo>
                <a:lnTo>
                  <a:pt x="821410" y="848779"/>
                </a:lnTo>
                <a:close/>
              </a:path>
              <a:path w="1296034" h="1310639">
                <a:moveTo>
                  <a:pt x="946403" y="975232"/>
                </a:moveTo>
                <a:lnTo>
                  <a:pt x="874979" y="902969"/>
                </a:lnTo>
                <a:lnTo>
                  <a:pt x="893038" y="885113"/>
                </a:lnTo>
                <a:lnTo>
                  <a:pt x="964476" y="957364"/>
                </a:lnTo>
                <a:lnTo>
                  <a:pt x="946403" y="975232"/>
                </a:lnTo>
                <a:close/>
              </a:path>
              <a:path w="1296034" h="1310639">
                <a:moveTo>
                  <a:pt x="1071410" y="1101674"/>
                </a:moveTo>
                <a:lnTo>
                  <a:pt x="999972" y="1029423"/>
                </a:lnTo>
                <a:lnTo>
                  <a:pt x="1018044" y="1011554"/>
                </a:lnTo>
                <a:lnTo>
                  <a:pt x="1089469" y="1083817"/>
                </a:lnTo>
                <a:lnTo>
                  <a:pt x="1071410" y="1101674"/>
                </a:lnTo>
                <a:close/>
              </a:path>
              <a:path w="1296034" h="1310639">
                <a:moveTo>
                  <a:pt x="1196403" y="1228115"/>
                </a:moveTo>
                <a:lnTo>
                  <a:pt x="1124978" y="1155865"/>
                </a:lnTo>
                <a:lnTo>
                  <a:pt x="1143038" y="1138008"/>
                </a:lnTo>
                <a:lnTo>
                  <a:pt x="1214462" y="1210259"/>
                </a:lnTo>
                <a:lnTo>
                  <a:pt x="1196403" y="1228115"/>
                </a:lnTo>
                <a:close/>
              </a:path>
              <a:path w="1296034" h="1310639">
                <a:moveTo>
                  <a:pt x="1277797" y="1310462"/>
                </a:moveTo>
                <a:lnTo>
                  <a:pt x="1249972" y="1282306"/>
                </a:lnTo>
                <a:lnTo>
                  <a:pt x="1268031" y="1264450"/>
                </a:lnTo>
                <a:lnTo>
                  <a:pt x="1295869" y="1292605"/>
                </a:lnTo>
                <a:lnTo>
                  <a:pt x="1277797" y="1310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168588" y="3400717"/>
            <a:ext cx="1296035" cy="1310640"/>
          </a:xfrm>
          <a:custGeom>
            <a:avLst/>
            <a:gdLst/>
            <a:ahLst/>
            <a:cxnLst/>
            <a:rect l="l" t="t" r="r" b="b"/>
            <a:pathLst>
              <a:path w="1296034" h="1310639">
                <a:moveTo>
                  <a:pt x="71424" y="90119"/>
                </a:moveTo>
                <a:lnTo>
                  <a:pt x="0" y="17856"/>
                </a:lnTo>
                <a:lnTo>
                  <a:pt x="18059" y="0"/>
                </a:lnTo>
                <a:lnTo>
                  <a:pt x="89484" y="72262"/>
                </a:lnTo>
                <a:lnTo>
                  <a:pt x="71424" y="90119"/>
                </a:lnTo>
                <a:close/>
              </a:path>
              <a:path w="1296034" h="1310639">
                <a:moveTo>
                  <a:pt x="196418" y="216560"/>
                </a:moveTo>
                <a:lnTo>
                  <a:pt x="124993" y="144310"/>
                </a:lnTo>
                <a:lnTo>
                  <a:pt x="143052" y="126453"/>
                </a:lnTo>
                <a:lnTo>
                  <a:pt x="214490" y="198704"/>
                </a:lnTo>
                <a:lnTo>
                  <a:pt x="196418" y="216560"/>
                </a:lnTo>
                <a:close/>
              </a:path>
              <a:path w="1296034" h="1310639">
                <a:moveTo>
                  <a:pt x="321424" y="343001"/>
                </a:moveTo>
                <a:lnTo>
                  <a:pt x="249986" y="270751"/>
                </a:lnTo>
                <a:lnTo>
                  <a:pt x="268058" y="252895"/>
                </a:lnTo>
                <a:lnTo>
                  <a:pt x="339483" y="325145"/>
                </a:lnTo>
                <a:lnTo>
                  <a:pt x="321424" y="343001"/>
                </a:lnTo>
                <a:close/>
              </a:path>
              <a:path w="1296034" h="1310639">
                <a:moveTo>
                  <a:pt x="446417" y="469455"/>
                </a:moveTo>
                <a:lnTo>
                  <a:pt x="374992" y="397192"/>
                </a:lnTo>
                <a:lnTo>
                  <a:pt x="393052" y="379336"/>
                </a:lnTo>
                <a:lnTo>
                  <a:pt x="464477" y="451599"/>
                </a:lnTo>
                <a:lnTo>
                  <a:pt x="446417" y="469455"/>
                </a:lnTo>
                <a:close/>
              </a:path>
              <a:path w="1296034" h="1310639">
                <a:moveTo>
                  <a:pt x="571411" y="595896"/>
                </a:moveTo>
                <a:lnTo>
                  <a:pt x="499986" y="523646"/>
                </a:lnTo>
                <a:lnTo>
                  <a:pt x="518045" y="505790"/>
                </a:lnTo>
                <a:lnTo>
                  <a:pt x="589483" y="578040"/>
                </a:lnTo>
                <a:lnTo>
                  <a:pt x="571411" y="595896"/>
                </a:lnTo>
                <a:close/>
              </a:path>
              <a:path w="1296034" h="1310639">
                <a:moveTo>
                  <a:pt x="696404" y="722337"/>
                </a:moveTo>
                <a:lnTo>
                  <a:pt x="624979" y="650087"/>
                </a:lnTo>
                <a:lnTo>
                  <a:pt x="643051" y="632231"/>
                </a:lnTo>
                <a:lnTo>
                  <a:pt x="714476" y="704481"/>
                </a:lnTo>
                <a:lnTo>
                  <a:pt x="696404" y="722337"/>
                </a:lnTo>
                <a:close/>
              </a:path>
              <a:path w="1296034" h="1310639">
                <a:moveTo>
                  <a:pt x="821410" y="848791"/>
                </a:moveTo>
                <a:lnTo>
                  <a:pt x="749985" y="776528"/>
                </a:lnTo>
                <a:lnTo>
                  <a:pt x="768045" y="758672"/>
                </a:lnTo>
                <a:lnTo>
                  <a:pt x="839470" y="830935"/>
                </a:lnTo>
                <a:lnTo>
                  <a:pt x="821410" y="848791"/>
                </a:lnTo>
                <a:close/>
              </a:path>
              <a:path w="1296034" h="1310639">
                <a:moveTo>
                  <a:pt x="946403" y="975232"/>
                </a:moveTo>
                <a:lnTo>
                  <a:pt x="874979" y="902982"/>
                </a:lnTo>
                <a:lnTo>
                  <a:pt x="893038" y="885126"/>
                </a:lnTo>
                <a:lnTo>
                  <a:pt x="964463" y="957376"/>
                </a:lnTo>
                <a:lnTo>
                  <a:pt x="946403" y="975232"/>
                </a:lnTo>
                <a:close/>
              </a:path>
              <a:path w="1296034" h="1310639">
                <a:moveTo>
                  <a:pt x="1071397" y="1101674"/>
                </a:moveTo>
                <a:lnTo>
                  <a:pt x="999972" y="1029423"/>
                </a:lnTo>
                <a:lnTo>
                  <a:pt x="1018044" y="1011567"/>
                </a:lnTo>
                <a:lnTo>
                  <a:pt x="1089469" y="1083817"/>
                </a:lnTo>
                <a:lnTo>
                  <a:pt x="1071397" y="1101674"/>
                </a:lnTo>
                <a:close/>
              </a:path>
              <a:path w="1296034" h="1310639">
                <a:moveTo>
                  <a:pt x="1196403" y="1228128"/>
                </a:moveTo>
                <a:lnTo>
                  <a:pt x="1124965" y="1155865"/>
                </a:lnTo>
                <a:lnTo>
                  <a:pt x="1143038" y="1138008"/>
                </a:lnTo>
                <a:lnTo>
                  <a:pt x="1214462" y="1210271"/>
                </a:lnTo>
                <a:lnTo>
                  <a:pt x="1196403" y="1228128"/>
                </a:lnTo>
                <a:close/>
              </a:path>
              <a:path w="1296034" h="1310639">
                <a:moveTo>
                  <a:pt x="1277797" y="1310474"/>
                </a:moveTo>
                <a:lnTo>
                  <a:pt x="1249972" y="1282318"/>
                </a:lnTo>
                <a:lnTo>
                  <a:pt x="1268031" y="1264462"/>
                </a:lnTo>
                <a:lnTo>
                  <a:pt x="1295857" y="1292605"/>
                </a:lnTo>
                <a:lnTo>
                  <a:pt x="1277797" y="13104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8531631" y="3215982"/>
            <a:ext cx="325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ω</a:t>
            </a: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814396" y="3933329"/>
            <a:ext cx="124599" cy="127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990865" y="3105734"/>
            <a:ext cx="1768475" cy="1728470"/>
          </a:xfrm>
          <a:custGeom>
            <a:avLst/>
            <a:gdLst/>
            <a:ahLst/>
            <a:cxnLst/>
            <a:rect l="l" t="t" r="r" b="b"/>
            <a:pathLst>
              <a:path w="1768475" h="1728470">
                <a:moveTo>
                  <a:pt x="0" y="875182"/>
                </a:moveTo>
                <a:lnTo>
                  <a:pt x="0" y="852995"/>
                </a:lnTo>
                <a:lnTo>
                  <a:pt x="215" y="841857"/>
                </a:lnTo>
                <a:lnTo>
                  <a:pt x="2514" y="797496"/>
                </a:lnTo>
                <a:lnTo>
                  <a:pt x="4864" y="772274"/>
                </a:lnTo>
                <a:lnTo>
                  <a:pt x="30111" y="775068"/>
                </a:lnTo>
                <a:lnTo>
                  <a:pt x="29740" y="778408"/>
                </a:lnTo>
                <a:lnTo>
                  <a:pt x="28713" y="789000"/>
                </a:lnTo>
                <a:lnTo>
                  <a:pt x="27839" y="799464"/>
                </a:lnTo>
                <a:lnTo>
                  <a:pt x="27054" y="810298"/>
                </a:lnTo>
                <a:lnTo>
                  <a:pt x="25398" y="853325"/>
                </a:lnTo>
                <a:lnTo>
                  <a:pt x="25324" y="864171"/>
                </a:lnTo>
                <a:lnTo>
                  <a:pt x="25387" y="874852"/>
                </a:lnTo>
                <a:lnTo>
                  <a:pt x="12690" y="875099"/>
                </a:lnTo>
                <a:lnTo>
                  <a:pt x="0" y="875182"/>
                </a:lnTo>
                <a:close/>
              </a:path>
              <a:path w="1768475" h="1728470">
                <a:moveTo>
                  <a:pt x="29743" y="778408"/>
                </a:moveTo>
                <a:lnTo>
                  <a:pt x="29756" y="778243"/>
                </a:lnTo>
                <a:lnTo>
                  <a:pt x="29743" y="778408"/>
                </a:lnTo>
                <a:close/>
              </a:path>
              <a:path w="1768475" h="1728470">
                <a:moveTo>
                  <a:pt x="28714" y="789000"/>
                </a:moveTo>
                <a:lnTo>
                  <a:pt x="28727" y="788835"/>
                </a:lnTo>
                <a:lnTo>
                  <a:pt x="28714" y="789000"/>
                </a:lnTo>
                <a:close/>
              </a:path>
              <a:path w="1768475" h="1728470">
                <a:moveTo>
                  <a:pt x="27825" y="799630"/>
                </a:moveTo>
                <a:lnTo>
                  <a:pt x="27825" y="799464"/>
                </a:lnTo>
                <a:lnTo>
                  <a:pt x="27825" y="799630"/>
                </a:lnTo>
                <a:close/>
              </a:path>
              <a:path w="1768475" h="1728470">
                <a:moveTo>
                  <a:pt x="25953" y="831748"/>
                </a:moveTo>
                <a:lnTo>
                  <a:pt x="25958" y="831583"/>
                </a:lnTo>
                <a:lnTo>
                  <a:pt x="25953" y="831748"/>
                </a:lnTo>
                <a:close/>
              </a:path>
              <a:path w="1768475" h="1728470">
                <a:moveTo>
                  <a:pt x="25398" y="853325"/>
                </a:moveTo>
                <a:lnTo>
                  <a:pt x="25400" y="853160"/>
                </a:lnTo>
                <a:lnTo>
                  <a:pt x="25398" y="853325"/>
                </a:lnTo>
                <a:close/>
              </a:path>
              <a:path w="1768475" h="1728470">
                <a:moveTo>
                  <a:pt x="12690" y="875099"/>
                </a:moveTo>
                <a:lnTo>
                  <a:pt x="25387" y="874852"/>
                </a:lnTo>
                <a:lnTo>
                  <a:pt x="25390" y="875017"/>
                </a:lnTo>
                <a:lnTo>
                  <a:pt x="12690" y="875099"/>
                </a:lnTo>
                <a:close/>
              </a:path>
              <a:path w="1768475" h="1728470">
                <a:moveTo>
                  <a:pt x="4851" y="955725"/>
                </a:moveTo>
                <a:lnTo>
                  <a:pt x="1066" y="908481"/>
                </a:lnTo>
                <a:lnTo>
                  <a:pt x="0" y="875347"/>
                </a:lnTo>
                <a:lnTo>
                  <a:pt x="12690" y="875099"/>
                </a:lnTo>
                <a:lnTo>
                  <a:pt x="25390" y="875017"/>
                </a:lnTo>
                <a:lnTo>
                  <a:pt x="25630" y="886485"/>
                </a:lnTo>
                <a:lnTo>
                  <a:pt x="25953" y="896429"/>
                </a:lnTo>
                <a:lnTo>
                  <a:pt x="26516" y="908481"/>
                </a:lnTo>
                <a:lnTo>
                  <a:pt x="29760" y="949921"/>
                </a:lnTo>
                <a:lnTo>
                  <a:pt x="30099" y="952931"/>
                </a:lnTo>
                <a:lnTo>
                  <a:pt x="4851" y="955725"/>
                </a:lnTo>
                <a:close/>
              </a:path>
              <a:path w="1768475" h="1728470">
                <a:moveTo>
                  <a:pt x="25608" y="885825"/>
                </a:moveTo>
                <a:lnTo>
                  <a:pt x="25603" y="885659"/>
                </a:lnTo>
                <a:lnTo>
                  <a:pt x="25608" y="885825"/>
                </a:lnTo>
                <a:close/>
              </a:path>
              <a:path w="1768475" h="1728470">
                <a:moveTo>
                  <a:pt x="26450" y="907338"/>
                </a:moveTo>
                <a:lnTo>
                  <a:pt x="26441" y="907173"/>
                </a:lnTo>
                <a:lnTo>
                  <a:pt x="26450" y="907338"/>
                </a:lnTo>
                <a:close/>
              </a:path>
              <a:path w="1768475" h="1728470">
                <a:moveTo>
                  <a:pt x="27075" y="918044"/>
                </a:moveTo>
                <a:lnTo>
                  <a:pt x="27063" y="917879"/>
                </a:lnTo>
                <a:lnTo>
                  <a:pt x="27075" y="918044"/>
                </a:lnTo>
                <a:close/>
              </a:path>
              <a:path w="1768475" h="1728470">
                <a:moveTo>
                  <a:pt x="27838" y="928700"/>
                </a:moveTo>
                <a:lnTo>
                  <a:pt x="27825" y="928547"/>
                </a:lnTo>
                <a:lnTo>
                  <a:pt x="27838" y="928700"/>
                </a:lnTo>
                <a:close/>
              </a:path>
              <a:path w="1768475" h="1728470">
                <a:moveTo>
                  <a:pt x="41617" y="700836"/>
                </a:moveTo>
                <a:lnTo>
                  <a:pt x="16700" y="695960"/>
                </a:lnTo>
                <a:lnTo>
                  <a:pt x="17856" y="690016"/>
                </a:lnTo>
                <a:lnTo>
                  <a:pt x="22618" y="668693"/>
                </a:lnTo>
                <a:lnTo>
                  <a:pt x="27813" y="647877"/>
                </a:lnTo>
                <a:lnTo>
                  <a:pt x="33527" y="627252"/>
                </a:lnTo>
                <a:lnTo>
                  <a:pt x="39738" y="606844"/>
                </a:lnTo>
                <a:lnTo>
                  <a:pt x="43256" y="596290"/>
                </a:lnTo>
                <a:lnTo>
                  <a:pt x="67360" y="604291"/>
                </a:lnTo>
                <a:lnTo>
                  <a:pt x="63851" y="614857"/>
                </a:lnTo>
                <a:lnTo>
                  <a:pt x="57824" y="634657"/>
                </a:lnTo>
                <a:lnTo>
                  <a:pt x="52298" y="654646"/>
                </a:lnTo>
                <a:lnTo>
                  <a:pt x="47262" y="674839"/>
                </a:lnTo>
                <a:lnTo>
                  <a:pt x="42723" y="695223"/>
                </a:lnTo>
                <a:lnTo>
                  <a:pt x="41617" y="700836"/>
                </a:lnTo>
                <a:close/>
              </a:path>
              <a:path w="1768475" h="1728470">
                <a:moveTo>
                  <a:pt x="63851" y="614857"/>
                </a:moveTo>
                <a:lnTo>
                  <a:pt x="63944" y="614552"/>
                </a:lnTo>
                <a:lnTo>
                  <a:pt x="63851" y="614857"/>
                </a:lnTo>
                <a:close/>
              </a:path>
              <a:path w="1768475" h="1728470">
                <a:moveTo>
                  <a:pt x="57835" y="634616"/>
                </a:moveTo>
                <a:lnTo>
                  <a:pt x="57911" y="634339"/>
                </a:lnTo>
                <a:lnTo>
                  <a:pt x="57835" y="634616"/>
                </a:lnTo>
                <a:close/>
              </a:path>
              <a:path w="1768475" h="1728470">
                <a:moveTo>
                  <a:pt x="57824" y="634657"/>
                </a:moveTo>
                <a:close/>
              </a:path>
              <a:path w="1768475" h="1728470">
                <a:moveTo>
                  <a:pt x="52299" y="654643"/>
                </a:moveTo>
                <a:lnTo>
                  <a:pt x="52374" y="654342"/>
                </a:lnTo>
                <a:lnTo>
                  <a:pt x="52299" y="654643"/>
                </a:lnTo>
                <a:close/>
              </a:path>
              <a:path w="1768475" h="1728470">
                <a:moveTo>
                  <a:pt x="52298" y="654646"/>
                </a:moveTo>
                <a:close/>
              </a:path>
              <a:path w="1768475" h="1728470">
                <a:moveTo>
                  <a:pt x="47307" y="674636"/>
                </a:moveTo>
                <a:close/>
              </a:path>
              <a:path w="1768475" h="1728470">
                <a:moveTo>
                  <a:pt x="47262" y="674839"/>
                </a:moveTo>
                <a:lnTo>
                  <a:pt x="47307" y="674636"/>
                </a:lnTo>
                <a:lnTo>
                  <a:pt x="47262" y="674839"/>
                </a:lnTo>
                <a:close/>
              </a:path>
              <a:path w="1768475" h="1728470">
                <a:moveTo>
                  <a:pt x="42731" y="695186"/>
                </a:moveTo>
                <a:lnTo>
                  <a:pt x="42786" y="694905"/>
                </a:lnTo>
                <a:lnTo>
                  <a:pt x="42731" y="695186"/>
                </a:lnTo>
                <a:close/>
              </a:path>
              <a:path w="1768475" h="1728470">
                <a:moveTo>
                  <a:pt x="42723" y="695223"/>
                </a:moveTo>
                <a:close/>
              </a:path>
              <a:path w="1768475" h="1728470">
                <a:moveTo>
                  <a:pt x="94221" y="534377"/>
                </a:moveTo>
                <a:lnTo>
                  <a:pt x="71031" y="524001"/>
                </a:lnTo>
                <a:lnTo>
                  <a:pt x="78130" y="508152"/>
                </a:lnTo>
                <a:lnTo>
                  <a:pt x="87223" y="489127"/>
                </a:lnTo>
                <a:lnTo>
                  <a:pt x="96761" y="470369"/>
                </a:lnTo>
                <a:lnTo>
                  <a:pt x="106756" y="451865"/>
                </a:lnTo>
                <a:lnTo>
                  <a:pt x="117195" y="433628"/>
                </a:lnTo>
                <a:lnTo>
                  <a:pt x="118033" y="432231"/>
                </a:lnTo>
                <a:lnTo>
                  <a:pt x="139763" y="445376"/>
                </a:lnTo>
                <a:lnTo>
                  <a:pt x="139085" y="446506"/>
                </a:lnTo>
                <a:lnTo>
                  <a:pt x="128805" y="464477"/>
                </a:lnTo>
                <a:lnTo>
                  <a:pt x="119113" y="482434"/>
                </a:lnTo>
                <a:lnTo>
                  <a:pt x="109867" y="500646"/>
                </a:lnTo>
                <a:lnTo>
                  <a:pt x="101193" y="518807"/>
                </a:lnTo>
                <a:lnTo>
                  <a:pt x="94221" y="534377"/>
                </a:lnTo>
                <a:close/>
              </a:path>
              <a:path w="1768475" h="1728470">
                <a:moveTo>
                  <a:pt x="138925" y="446773"/>
                </a:moveTo>
                <a:lnTo>
                  <a:pt x="139077" y="446506"/>
                </a:lnTo>
                <a:lnTo>
                  <a:pt x="138925" y="446773"/>
                </a:lnTo>
                <a:close/>
              </a:path>
              <a:path w="1768475" h="1728470">
                <a:moveTo>
                  <a:pt x="128832" y="464426"/>
                </a:moveTo>
                <a:lnTo>
                  <a:pt x="128955" y="464197"/>
                </a:lnTo>
                <a:lnTo>
                  <a:pt x="128832" y="464426"/>
                </a:lnTo>
                <a:close/>
              </a:path>
              <a:path w="1768475" h="1728470">
                <a:moveTo>
                  <a:pt x="128805" y="464477"/>
                </a:moveTo>
                <a:close/>
              </a:path>
              <a:path w="1768475" h="1728470">
                <a:moveTo>
                  <a:pt x="119123" y="482434"/>
                </a:moveTo>
                <a:lnTo>
                  <a:pt x="119265" y="482155"/>
                </a:lnTo>
                <a:lnTo>
                  <a:pt x="119123" y="482434"/>
                </a:lnTo>
                <a:close/>
              </a:path>
              <a:path w="1768475" h="1728470">
                <a:moveTo>
                  <a:pt x="109870" y="500640"/>
                </a:moveTo>
                <a:lnTo>
                  <a:pt x="110007" y="500354"/>
                </a:lnTo>
                <a:lnTo>
                  <a:pt x="109870" y="500640"/>
                </a:lnTo>
                <a:close/>
              </a:path>
              <a:path w="1768475" h="1728470">
                <a:moveTo>
                  <a:pt x="109867" y="500646"/>
                </a:moveTo>
                <a:close/>
              </a:path>
              <a:path w="1768475" h="1728470">
                <a:moveTo>
                  <a:pt x="101053" y="519099"/>
                </a:moveTo>
                <a:lnTo>
                  <a:pt x="101180" y="518807"/>
                </a:lnTo>
                <a:lnTo>
                  <a:pt x="101053" y="519099"/>
                </a:lnTo>
                <a:close/>
              </a:path>
              <a:path w="1768475" h="1728470">
                <a:moveTo>
                  <a:pt x="180936" y="382397"/>
                </a:moveTo>
                <a:lnTo>
                  <a:pt x="160223" y="367703"/>
                </a:lnTo>
                <a:lnTo>
                  <a:pt x="163195" y="363512"/>
                </a:lnTo>
                <a:lnTo>
                  <a:pt x="176004" y="346373"/>
                </a:lnTo>
                <a:lnTo>
                  <a:pt x="188658" y="330250"/>
                </a:lnTo>
                <a:lnTo>
                  <a:pt x="201980" y="314083"/>
                </a:lnTo>
                <a:lnTo>
                  <a:pt x="215684" y="298246"/>
                </a:lnTo>
                <a:lnTo>
                  <a:pt x="225234" y="287731"/>
                </a:lnTo>
                <a:lnTo>
                  <a:pt x="244043" y="304800"/>
                </a:lnTo>
                <a:lnTo>
                  <a:pt x="234498" y="315315"/>
                </a:lnTo>
                <a:lnTo>
                  <a:pt x="221187" y="330708"/>
                </a:lnTo>
                <a:lnTo>
                  <a:pt x="208255" y="346405"/>
                </a:lnTo>
                <a:lnTo>
                  <a:pt x="195706" y="362407"/>
                </a:lnTo>
                <a:lnTo>
                  <a:pt x="183559" y="378701"/>
                </a:lnTo>
                <a:lnTo>
                  <a:pt x="180936" y="382397"/>
                </a:lnTo>
                <a:close/>
              </a:path>
              <a:path w="1768475" h="1728470">
                <a:moveTo>
                  <a:pt x="234607" y="315189"/>
                </a:moveTo>
                <a:close/>
              </a:path>
              <a:path w="1768475" h="1728470">
                <a:moveTo>
                  <a:pt x="234498" y="315315"/>
                </a:moveTo>
                <a:close/>
              </a:path>
              <a:path w="1768475" h="1728470">
                <a:moveTo>
                  <a:pt x="221275" y="330601"/>
                </a:moveTo>
                <a:lnTo>
                  <a:pt x="221386" y="330466"/>
                </a:lnTo>
                <a:lnTo>
                  <a:pt x="221275" y="330601"/>
                </a:lnTo>
                <a:close/>
              </a:path>
              <a:path w="1768475" h="1728470">
                <a:moveTo>
                  <a:pt x="221187" y="330708"/>
                </a:moveTo>
                <a:close/>
              </a:path>
              <a:path w="1768475" h="1728470">
                <a:moveTo>
                  <a:pt x="208280" y="346373"/>
                </a:moveTo>
                <a:lnTo>
                  <a:pt x="208445" y="346163"/>
                </a:lnTo>
                <a:lnTo>
                  <a:pt x="208280" y="346373"/>
                </a:lnTo>
                <a:close/>
              </a:path>
              <a:path w="1768475" h="1728470">
                <a:moveTo>
                  <a:pt x="208255" y="346405"/>
                </a:moveTo>
                <a:close/>
              </a:path>
              <a:path w="1768475" h="1728470">
                <a:moveTo>
                  <a:pt x="195717" y="362407"/>
                </a:moveTo>
                <a:lnTo>
                  <a:pt x="195897" y="362165"/>
                </a:lnTo>
                <a:lnTo>
                  <a:pt x="195717" y="362407"/>
                </a:lnTo>
                <a:close/>
              </a:path>
              <a:path w="1768475" h="1728470">
                <a:moveTo>
                  <a:pt x="183685" y="378523"/>
                </a:moveTo>
                <a:close/>
              </a:path>
              <a:path w="1768475" h="1728470">
                <a:moveTo>
                  <a:pt x="183559" y="378701"/>
                </a:moveTo>
                <a:lnTo>
                  <a:pt x="183685" y="378523"/>
                </a:lnTo>
                <a:lnTo>
                  <a:pt x="183559" y="378701"/>
                </a:lnTo>
                <a:close/>
              </a:path>
              <a:path w="1768475" h="1728470">
                <a:moveTo>
                  <a:pt x="297065" y="251815"/>
                </a:moveTo>
                <a:lnTo>
                  <a:pt x="279971" y="233032"/>
                </a:lnTo>
                <a:lnTo>
                  <a:pt x="289750" y="224129"/>
                </a:lnTo>
                <a:lnTo>
                  <a:pt x="305625" y="210362"/>
                </a:lnTo>
                <a:lnTo>
                  <a:pt x="321830" y="196976"/>
                </a:lnTo>
                <a:lnTo>
                  <a:pt x="338378" y="183959"/>
                </a:lnTo>
                <a:lnTo>
                  <a:pt x="355231" y="171335"/>
                </a:lnTo>
                <a:lnTo>
                  <a:pt x="359905" y="167995"/>
                </a:lnTo>
                <a:lnTo>
                  <a:pt x="374650" y="188683"/>
                </a:lnTo>
                <a:lnTo>
                  <a:pt x="369980" y="192011"/>
                </a:lnTo>
                <a:lnTo>
                  <a:pt x="353860" y="204101"/>
                </a:lnTo>
                <a:lnTo>
                  <a:pt x="337540" y="216941"/>
                </a:lnTo>
                <a:lnTo>
                  <a:pt x="321805" y="229946"/>
                </a:lnTo>
                <a:lnTo>
                  <a:pt x="306405" y="243319"/>
                </a:lnTo>
                <a:lnTo>
                  <a:pt x="297065" y="251815"/>
                </a:lnTo>
                <a:close/>
              </a:path>
              <a:path w="1768475" h="1728470">
                <a:moveTo>
                  <a:pt x="370059" y="191951"/>
                </a:moveTo>
                <a:lnTo>
                  <a:pt x="370217" y="191833"/>
                </a:lnTo>
                <a:lnTo>
                  <a:pt x="370059" y="191951"/>
                </a:lnTo>
                <a:close/>
              </a:path>
              <a:path w="1768475" h="1728470">
                <a:moveTo>
                  <a:pt x="369980" y="192011"/>
                </a:moveTo>
                <a:close/>
              </a:path>
              <a:path w="1768475" h="1728470">
                <a:moveTo>
                  <a:pt x="353606" y="204292"/>
                </a:moveTo>
                <a:lnTo>
                  <a:pt x="353847" y="204101"/>
                </a:lnTo>
                <a:lnTo>
                  <a:pt x="353606" y="204292"/>
                </a:lnTo>
                <a:close/>
              </a:path>
              <a:path w="1768475" h="1728470">
                <a:moveTo>
                  <a:pt x="337768" y="216761"/>
                </a:moveTo>
                <a:close/>
              </a:path>
              <a:path w="1768475" h="1728470">
                <a:moveTo>
                  <a:pt x="337551" y="216941"/>
                </a:moveTo>
                <a:lnTo>
                  <a:pt x="337768" y="216761"/>
                </a:lnTo>
                <a:lnTo>
                  <a:pt x="337551" y="216941"/>
                </a:lnTo>
                <a:close/>
              </a:path>
              <a:path w="1768475" h="1728470">
                <a:moveTo>
                  <a:pt x="321993" y="229791"/>
                </a:moveTo>
                <a:close/>
              </a:path>
              <a:path w="1768475" h="1728470">
                <a:moveTo>
                  <a:pt x="321814" y="229946"/>
                </a:moveTo>
                <a:lnTo>
                  <a:pt x="321993" y="229791"/>
                </a:lnTo>
                <a:lnTo>
                  <a:pt x="321814" y="229946"/>
                </a:lnTo>
                <a:close/>
              </a:path>
              <a:path w="1768475" h="1728470">
                <a:moveTo>
                  <a:pt x="306513" y="243221"/>
                </a:moveTo>
                <a:close/>
              </a:path>
              <a:path w="1768475" h="1728470">
                <a:moveTo>
                  <a:pt x="306405" y="243319"/>
                </a:moveTo>
                <a:close/>
              </a:path>
              <a:path w="1768475" h="1728470">
                <a:moveTo>
                  <a:pt x="437553" y="147345"/>
                </a:moveTo>
                <a:lnTo>
                  <a:pt x="424319" y="125666"/>
                </a:lnTo>
                <a:lnTo>
                  <a:pt x="425767" y="124790"/>
                </a:lnTo>
                <a:lnTo>
                  <a:pt x="444131" y="114173"/>
                </a:lnTo>
                <a:lnTo>
                  <a:pt x="462788" y="103987"/>
                </a:lnTo>
                <a:lnTo>
                  <a:pt x="481710" y="94234"/>
                </a:lnTo>
                <a:lnTo>
                  <a:pt x="500900" y="84912"/>
                </a:lnTo>
                <a:lnTo>
                  <a:pt x="515772" y="78130"/>
                </a:lnTo>
                <a:lnTo>
                  <a:pt x="526313" y="101231"/>
                </a:lnTo>
                <a:lnTo>
                  <a:pt x="511441" y="108026"/>
                </a:lnTo>
                <a:lnTo>
                  <a:pt x="492798" y="117081"/>
                </a:lnTo>
                <a:lnTo>
                  <a:pt x="474716" y="126415"/>
                </a:lnTo>
                <a:lnTo>
                  <a:pt x="456310" y="136461"/>
                </a:lnTo>
                <a:lnTo>
                  <a:pt x="438467" y="146773"/>
                </a:lnTo>
                <a:lnTo>
                  <a:pt x="437553" y="147345"/>
                </a:lnTo>
                <a:close/>
              </a:path>
              <a:path w="1768475" h="1728470">
                <a:moveTo>
                  <a:pt x="511459" y="108026"/>
                </a:moveTo>
                <a:lnTo>
                  <a:pt x="511721" y="107899"/>
                </a:lnTo>
                <a:lnTo>
                  <a:pt x="511459" y="108026"/>
                </a:lnTo>
                <a:close/>
              </a:path>
              <a:path w="1768475" h="1728470">
                <a:moveTo>
                  <a:pt x="492943" y="117010"/>
                </a:moveTo>
                <a:lnTo>
                  <a:pt x="493077" y="116941"/>
                </a:lnTo>
                <a:lnTo>
                  <a:pt x="492943" y="117010"/>
                </a:lnTo>
                <a:close/>
              </a:path>
              <a:path w="1768475" h="1728470">
                <a:moveTo>
                  <a:pt x="492806" y="117081"/>
                </a:moveTo>
                <a:lnTo>
                  <a:pt x="492943" y="117010"/>
                </a:lnTo>
                <a:lnTo>
                  <a:pt x="492806" y="117081"/>
                </a:lnTo>
                <a:close/>
              </a:path>
              <a:path w="1768475" h="1728470">
                <a:moveTo>
                  <a:pt x="474421" y="126568"/>
                </a:moveTo>
                <a:lnTo>
                  <a:pt x="474687" y="126415"/>
                </a:lnTo>
                <a:lnTo>
                  <a:pt x="474421" y="126568"/>
                </a:lnTo>
                <a:close/>
              </a:path>
              <a:path w="1768475" h="1728470">
                <a:moveTo>
                  <a:pt x="456335" y="136461"/>
                </a:moveTo>
                <a:lnTo>
                  <a:pt x="456577" y="136321"/>
                </a:lnTo>
                <a:lnTo>
                  <a:pt x="456335" y="136461"/>
                </a:lnTo>
                <a:close/>
              </a:path>
              <a:path w="1768475" h="1728470">
                <a:moveTo>
                  <a:pt x="438485" y="146773"/>
                </a:moveTo>
                <a:lnTo>
                  <a:pt x="438734" y="146621"/>
                </a:lnTo>
                <a:lnTo>
                  <a:pt x="438485" y="146773"/>
                </a:lnTo>
                <a:close/>
              </a:path>
              <a:path w="1768475" h="1728470">
                <a:moveTo>
                  <a:pt x="595972" y="73596"/>
                </a:moveTo>
                <a:lnTo>
                  <a:pt x="621271" y="38582"/>
                </a:lnTo>
                <a:lnTo>
                  <a:pt x="663219" y="26949"/>
                </a:lnTo>
                <a:lnTo>
                  <a:pt x="686866" y="21374"/>
                </a:lnTo>
                <a:lnTo>
                  <a:pt x="692150" y="46215"/>
                </a:lnTo>
                <a:lnTo>
                  <a:pt x="689787" y="46723"/>
                </a:lnTo>
                <a:lnTo>
                  <a:pt x="669115" y="51663"/>
                </a:lnTo>
                <a:lnTo>
                  <a:pt x="648627" y="57073"/>
                </a:lnTo>
                <a:lnTo>
                  <a:pt x="628357" y="62979"/>
                </a:lnTo>
                <a:lnTo>
                  <a:pt x="608625" y="69240"/>
                </a:lnTo>
                <a:lnTo>
                  <a:pt x="595972" y="73596"/>
                </a:lnTo>
                <a:close/>
              </a:path>
              <a:path w="1768475" h="1728470">
                <a:moveTo>
                  <a:pt x="689826" y="46723"/>
                </a:moveTo>
                <a:lnTo>
                  <a:pt x="690092" y="46659"/>
                </a:lnTo>
                <a:lnTo>
                  <a:pt x="689826" y="46723"/>
                </a:lnTo>
                <a:close/>
              </a:path>
              <a:path w="1768475" h="1728470">
                <a:moveTo>
                  <a:pt x="669148" y="51654"/>
                </a:moveTo>
                <a:lnTo>
                  <a:pt x="669404" y="51587"/>
                </a:lnTo>
                <a:lnTo>
                  <a:pt x="669148" y="51654"/>
                </a:lnTo>
                <a:close/>
              </a:path>
              <a:path w="1768475" h="1728470">
                <a:moveTo>
                  <a:pt x="669115" y="51663"/>
                </a:moveTo>
                <a:close/>
              </a:path>
              <a:path w="1768475" h="1728470">
                <a:moveTo>
                  <a:pt x="648669" y="57073"/>
                </a:moveTo>
                <a:lnTo>
                  <a:pt x="648931" y="56997"/>
                </a:lnTo>
                <a:lnTo>
                  <a:pt x="648669" y="57073"/>
                </a:lnTo>
                <a:close/>
              </a:path>
              <a:path w="1768475" h="1728470">
                <a:moveTo>
                  <a:pt x="628651" y="62893"/>
                </a:moveTo>
                <a:close/>
              </a:path>
              <a:path w="1768475" h="1728470">
                <a:moveTo>
                  <a:pt x="628382" y="62979"/>
                </a:moveTo>
                <a:lnTo>
                  <a:pt x="628651" y="62893"/>
                </a:lnTo>
                <a:lnTo>
                  <a:pt x="628382" y="62979"/>
                </a:lnTo>
                <a:close/>
              </a:path>
              <a:path w="1768475" h="1728470">
                <a:moveTo>
                  <a:pt x="608304" y="69342"/>
                </a:moveTo>
                <a:lnTo>
                  <a:pt x="608596" y="69240"/>
                </a:lnTo>
                <a:lnTo>
                  <a:pt x="608304" y="69342"/>
                </a:lnTo>
                <a:close/>
              </a:path>
              <a:path w="1768475" h="1728470">
                <a:moveTo>
                  <a:pt x="766152" y="33032"/>
                </a:moveTo>
                <a:lnTo>
                  <a:pt x="793648" y="4241"/>
                </a:lnTo>
                <a:lnTo>
                  <a:pt x="838517" y="914"/>
                </a:lnTo>
                <a:lnTo>
                  <a:pt x="865517" y="0"/>
                </a:lnTo>
                <a:lnTo>
                  <a:pt x="865987" y="25387"/>
                </a:lnTo>
                <a:lnTo>
                  <a:pt x="861656" y="25463"/>
                </a:lnTo>
                <a:lnTo>
                  <a:pt x="861809" y="25463"/>
                </a:lnTo>
                <a:lnTo>
                  <a:pt x="850620" y="25806"/>
                </a:lnTo>
                <a:lnTo>
                  <a:pt x="850785" y="25806"/>
                </a:lnTo>
                <a:lnTo>
                  <a:pt x="839916" y="26276"/>
                </a:lnTo>
                <a:lnTo>
                  <a:pt x="828889" y="26885"/>
                </a:lnTo>
                <a:lnTo>
                  <a:pt x="817924" y="27635"/>
                </a:lnTo>
                <a:lnTo>
                  <a:pt x="806843" y="28524"/>
                </a:lnTo>
                <a:lnTo>
                  <a:pt x="796269" y="29514"/>
                </a:lnTo>
                <a:lnTo>
                  <a:pt x="785428" y="30657"/>
                </a:lnTo>
                <a:lnTo>
                  <a:pt x="774647" y="31927"/>
                </a:lnTo>
                <a:lnTo>
                  <a:pt x="766152" y="33032"/>
                </a:lnTo>
                <a:close/>
              </a:path>
              <a:path w="1768475" h="1728470">
                <a:moveTo>
                  <a:pt x="839622" y="26289"/>
                </a:moveTo>
                <a:lnTo>
                  <a:pt x="839774" y="26276"/>
                </a:lnTo>
                <a:lnTo>
                  <a:pt x="839916" y="26276"/>
                </a:lnTo>
                <a:lnTo>
                  <a:pt x="839622" y="26289"/>
                </a:lnTo>
                <a:close/>
              </a:path>
              <a:path w="1768475" h="1728470">
                <a:moveTo>
                  <a:pt x="828662" y="26898"/>
                </a:moveTo>
                <a:lnTo>
                  <a:pt x="828814" y="26885"/>
                </a:lnTo>
                <a:lnTo>
                  <a:pt x="828662" y="26898"/>
                </a:lnTo>
                <a:close/>
              </a:path>
              <a:path w="1768475" h="1728470">
                <a:moveTo>
                  <a:pt x="817740" y="27647"/>
                </a:moveTo>
                <a:lnTo>
                  <a:pt x="817892" y="27635"/>
                </a:lnTo>
                <a:lnTo>
                  <a:pt x="817740" y="27647"/>
                </a:lnTo>
                <a:close/>
              </a:path>
              <a:path w="1768475" h="1728470">
                <a:moveTo>
                  <a:pt x="806872" y="28524"/>
                </a:moveTo>
                <a:lnTo>
                  <a:pt x="807008" y="28511"/>
                </a:lnTo>
                <a:lnTo>
                  <a:pt x="806872" y="28524"/>
                </a:lnTo>
                <a:close/>
              </a:path>
              <a:path w="1768475" h="1728470">
                <a:moveTo>
                  <a:pt x="795997" y="29540"/>
                </a:moveTo>
                <a:lnTo>
                  <a:pt x="796163" y="29514"/>
                </a:lnTo>
                <a:lnTo>
                  <a:pt x="795997" y="29540"/>
                </a:lnTo>
                <a:close/>
              </a:path>
              <a:path w="1768475" h="1728470">
                <a:moveTo>
                  <a:pt x="785190" y="30683"/>
                </a:moveTo>
                <a:lnTo>
                  <a:pt x="785355" y="30657"/>
                </a:lnTo>
                <a:lnTo>
                  <a:pt x="785190" y="30683"/>
                </a:lnTo>
                <a:close/>
              </a:path>
              <a:path w="1768475" h="1728470">
                <a:moveTo>
                  <a:pt x="774433" y="31953"/>
                </a:moveTo>
                <a:lnTo>
                  <a:pt x="774585" y="31927"/>
                </a:lnTo>
                <a:lnTo>
                  <a:pt x="774433" y="31953"/>
                </a:lnTo>
                <a:close/>
              </a:path>
              <a:path w="1768475" h="1728470">
                <a:moveTo>
                  <a:pt x="1042520" y="27647"/>
                </a:moveTo>
                <a:lnTo>
                  <a:pt x="949921" y="27635"/>
                </a:lnTo>
                <a:lnTo>
                  <a:pt x="941044" y="27025"/>
                </a:lnTo>
                <a:lnTo>
                  <a:pt x="942771" y="1689"/>
                </a:lnTo>
                <a:lnTo>
                  <a:pt x="985443" y="5435"/>
                </a:lnTo>
                <a:lnTo>
                  <a:pt x="1040485" y="13309"/>
                </a:lnTo>
                <a:lnTo>
                  <a:pt x="1045044" y="14160"/>
                </a:lnTo>
                <a:lnTo>
                  <a:pt x="1042520" y="27647"/>
                </a:lnTo>
                <a:close/>
              </a:path>
              <a:path w="1768475" h="1728470">
                <a:moveTo>
                  <a:pt x="1042356" y="28524"/>
                </a:moveTo>
                <a:lnTo>
                  <a:pt x="960818" y="28511"/>
                </a:lnTo>
                <a:lnTo>
                  <a:pt x="950036" y="27644"/>
                </a:lnTo>
                <a:lnTo>
                  <a:pt x="1042520" y="27647"/>
                </a:lnTo>
                <a:lnTo>
                  <a:pt x="1042356" y="28524"/>
                </a:lnTo>
                <a:close/>
              </a:path>
              <a:path w="1768475" h="1728470">
                <a:moveTo>
                  <a:pt x="1041167" y="34874"/>
                </a:moveTo>
                <a:lnTo>
                  <a:pt x="1014793" y="34874"/>
                </a:lnTo>
                <a:lnTo>
                  <a:pt x="1003960" y="33324"/>
                </a:lnTo>
                <a:lnTo>
                  <a:pt x="993241" y="31927"/>
                </a:lnTo>
                <a:lnTo>
                  <a:pt x="982472" y="30657"/>
                </a:lnTo>
                <a:lnTo>
                  <a:pt x="971664" y="29514"/>
                </a:lnTo>
                <a:lnTo>
                  <a:pt x="960851" y="28514"/>
                </a:lnTo>
                <a:lnTo>
                  <a:pt x="1042356" y="28524"/>
                </a:lnTo>
                <a:lnTo>
                  <a:pt x="1041167" y="34874"/>
                </a:lnTo>
                <a:close/>
              </a:path>
              <a:path w="1768475" h="1728470">
                <a:moveTo>
                  <a:pt x="1040521" y="38328"/>
                </a:moveTo>
                <a:lnTo>
                  <a:pt x="1036116" y="38328"/>
                </a:lnTo>
                <a:lnTo>
                  <a:pt x="1014564" y="34848"/>
                </a:lnTo>
                <a:lnTo>
                  <a:pt x="1014793" y="34874"/>
                </a:lnTo>
                <a:lnTo>
                  <a:pt x="1041167" y="34874"/>
                </a:lnTo>
                <a:lnTo>
                  <a:pt x="1040521" y="38328"/>
                </a:lnTo>
                <a:close/>
              </a:path>
              <a:path w="1768475" h="1728470">
                <a:moveTo>
                  <a:pt x="1040371" y="39128"/>
                </a:moveTo>
                <a:lnTo>
                  <a:pt x="1035799" y="38277"/>
                </a:lnTo>
                <a:lnTo>
                  <a:pt x="1036116" y="38328"/>
                </a:lnTo>
                <a:lnTo>
                  <a:pt x="1040521" y="38328"/>
                </a:lnTo>
                <a:lnTo>
                  <a:pt x="1040371" y="39128"/>
                </a:lnTo>
                <a:close/>
              </a:path>
              <a:path w="1768475" h="1728470">
                <a:moveTo>
                  <a:pt x="1200856" y="57073"/>
                </a:moveTo>
                <a:lnTo>
                  <a:pt x="1119187" y="57073"/>
                </a:lnTo>
                <a:lnTo>
                  <a:pt x="1113777" y="55651"/>
                </a:lnTo>
                <a:lnTo>
                  <a:pt x="1120267" y="31089"/>
                </a:lnTo>
                <a:lnTo>
                  <a:pt x="1125981" y="32600"/>
                </a:lnTo>
                <a:lnTo>
                  <a:pt x="1146848" y="38671"/>
                </a:lnTo>
                <a:lnTo>
                  <a:pt x="1167485" y="45224"/>
                </a:lnTo>
                <a:lnTo>
                  <a:pt x="1187907" y="52260"/>
                </a:lnTo>
                <a:lnTo>
                  <a:pt x="1200856" y="57073"/>
                </a:lnTo>
                <a:close/>
              </a:path>
              <a:path w="1768475" h="1728470">
                <a:moveTo>
                  <a:pt x="1216138" y="62979"/>
                </a:moveTo>
                <a:lnTo>
                  <a:pt x="1139456" y="62979"/>
                </a:lnTo>
                <a:lnTo>
                  <a:pt x="1118882" y="56997"/>
                </a:lnTo>
                <a:lnTo>
                  <a:pt x="1119187" y="57073"/>
                </a:lnTo>
                <a:lnTo>
                  <a:pt x="1200856" y="57073"/>
                </a:lnTo>
                <a:lnTo>
                  <a:pt x="1208100" y="59766"/>
                </a:lnTo>
                <a:lnTo>
                  <a:pt x="1216138" y="62979"/>
                </a:lnTo>
                <a:close/>
              </a:path>
              <a:path w="1768475" h="1728470">
                <a:moveTo>
                  <a:pt x="1213076" y="76174"/>
                </a:moveTo>
                <a:lnTo>
                  <a:pt x="1179347" y="76174"/>
                </a:lnTo>
                <a:lnTo>
                  <a:pt x="1159217" y="69240"/>
                </a:lnTo>
                <a:lnTo>
                  <a:pt x="1139315" y="62938"/>
                </a:lnTo>
                <a:lnTo>
                  <a:pt x="1139456" y="62979"/>
                </a:lnTo>
                <a:lnTo>
                  <a:pt x="1216138" y="62979"/>
                </a:lnTo>
                <a:lnTo>
                  <a:pt x="1218044" y="63741"/>
                </a:lnTo>
                <a:lnTo>
                  <a:pt x="1213076" y="76174"/>
                </a:lnTo>
                <a:close/>
              </a:path>
              <a:path w="1768475" h="1728470">
                <a:moveTo>
                  <a:pt x="1210163" y="83464"/>
                </a:moveTo>
                <a:lnTo>
                  <a:pt x="1198968" y="83464"/>
                </a:lnTo>
                <a:lnTo>
                  <a:pt x="1179266" y="76146"/>
                </a:lnTo>
                <a:lnTo>
                  <a:pt x="1213076" y="76174"/>
                </a:lnTo>
                <a:lnTo>
                  <a:pt x="1210163" y="83464"/>
                </a:lnTo>
                <a:close/>
              </a:path>
              <a:path w="1768475" h="1728470">
                <a:moveTo>
                  <a:pt x="1208620" y="87325"/>
                </a:moveTo>
                <a:lnTo>
                  <a:pt x="1198676" y="83362"/>
                </a:lnTo>
                <a:lnTo>
                  <a:pt x="1198968" y="83464"/>
                </a:lnTo>
                <a:lnTo>
                  <a:pt x="1210163" y="83464"/>
                </a:lnTo>
                <a:lnTo>
                  <a:pt x="1208620" y="87325"/>
                </a:lnTo>
                <a:close/>
              </a:path>
              <a:path w="1768475" h="1728470">
                <a:moveTo>
                  <a:pt x="1361149" y="136461"/>
                </a:moveTo>
                <a:lnTo>
                  <a:pt x="1311503" y="136461"/>
                </a:lnTo>
                <a:lnTo>
                  <a:pt x="1293126" y="126415"/>
                </a:lnTo>
                <a:lnTo>
                  <a:pt x="1276972" y="118097"/>
                </a:lnTo>
                <a:lnTo>
                  <a:pt x="1288618" y="95516"/>
                </a:lnTo>
                <a:lnTo>
                  <a:pt x="1305305" y="104127"/>
                </a:lnTo>
                <a:lnTo>
                  <a:pt x="1323949" y="114325"/>
                </a:lnTo>
                <a:lnTo>
                  <a:pt x="1342313" y="124942"/>
                </a:lnTo>
                <a:lnTo>
                  <a:pt x="1360398" y="135978"/>
                </a:lnTo>
                <a:lnTo>
                  <a:pt x="1361149" y="136461"/>
                </a:lnTo>
                <a:close/>
              </a:path>
              <a:path w="1768475" h="1728470">
                <a:moveTo>
                  <a:pt x="1293393" y="126568"/>
                </a:moveTo>
                <a:lnTo>
                  <a:pt x="1293097" y="126415"/>
                </a:lnTo>
                <a:lnTo>
                  <a:pt x="1293393" y="126568"/>
                </a:lnTo>
                <a:close/>
              </a:path>
              <a:path w="1768475" h="1728470">
                <a:moveTo>
                  <a:pt x="1377188" y="146773"/>
                </a:moveTo>
                <a:lnTo>
                  <a:pt x="1329347" y="146773"/>
                </a:lnTo>
                <a:lnTo>
                  <a:pt x="1311277" y="136337"/>
                </a:lnTo>
                <a:lnTo>
                  <a:pt x="1311503" y="136461"/>
                </a:lnTo>
                <a:lnTo>
                  <a:pt x="1361149" y="136461"/>
                </a:lnTo>
                <a:lnTo>
                  <a:pt x="1377188" y="146773"/>
                </a:lnTo>
                <a:close/>
              </a:path>
              <a:path w="1768475" h="1728470">
                <a:moveTo>
                  <a:pt x="1370795" y="157492"/>
                </a:moveTo>
                <a:lnTo>
                  <a:pt x="1346911" y="157492"/>
                </a:lnTo>
                <a:lnTo>
                  <a:pt x="1329268" y="146728"/>
                </a:lnTo>
                <a:lnTo>
                  <a:pt x="1377188" y="146773"/>
                </a:lnTo>
                <a:lnTo>
                  <a:pt x="1377543" y="147002"/>
                </a:lnTo>
                <a:lnTo>
                  <a:pt x="1370795" y="157492"/>
                </a:lnTo>
                <a:close/>
              </a:path>
              <a:path w="1768475" h="1728470">
                <a:moveTo>
                  <a:pt x="1363802" y="168363"/>
                </a:moveTo>
                <a:lnTo>
                  <a:pt x="1346657" y="157340"/>
                </a:lnTo>
                <a:lnTo>
                  <a:pt x="1346911" y="157492"/>
                </a:lnTo>
                <a:lnTo>
                  <a:pt x="1370795" y="157492"/>
                </a:lnTo>
                <a:lnTo>
                  <a:pt x="1363802" y="168363"/>
                </a:lnTo>
                <a:close/>
              </a:path>
              <a:path w="1768475" h="1728470">
                <a:moveTo>
                  <a:pt x="1469769" y="216941"/>
                </a:moveTo>
                <a:lnTo>
                  <a:pt x="1430274" y="216941"/>
                </a:lnTo>
                <a:lnTo>
                  <a:pt x="1424482" y="212382"/>
                </a:lnTo>
                <a:lnTo>
                  <a:pt x="1440192" y="192417"/>
                </a:lnTo>
                <a:lnTo>
                  <a:pt x="1446225" y="197167"/>
                </a:lnTo>
                <a:lnTo>
                  <a:pt x="1462417" y="210565"/>
                </a:lnTo>
                <a:lnTo>
                  <a:pt x="1469769" y="216941"/>
                </a:lnTo>
                <a:close/>
              </a:path>
              <a:path w="1768475" h="1728470">
                <a:moveTo>
                  <a:pt x="1484461" y="229946"/>
                </a:moveTo>
                <a:lnTo>
                  <a:pt x="1446009" y="229946"/>
                </a:lnTo>
                <a:lnTo>
                  <a:pt x="1430046" y="216762"/>
                </a:lnTo>
                <a:lnTo>
                  <a:pt x="1430274" y="216941"/>
                </a:lnTo>
                <a:lnTo>
                  <a:pt x="1469769" y="216941"/>
                </a:lnTo>
                <a:lnTo>
                  <a:pt x="1478292" y="224332"/>
                </a:lnTo>
                <a:lnTo>
                  <a:pt x="1484461" y="229946"/>
                </a:lnTo>
                <a:close/>
              </a:path>
              <a:path w="1768475" h="1728470">
                <a:moveTo>
                  <a:pt x="1498906" y="243319"/>
                </a:moveTo>
                <a:lnTo>
                  <a:pt x="1461427" y="243319"/>
                </a:lnTo>
                <a:lnTo>
                  <a:pt x="1445822" y="229791"/>
                </a:lnTo>
                <a:lnTo>
                  <a:pt x="1446009" y="229946"/>
                </a:lnTo>
                <a:lnTo>
                  <a:pt x="1484461" y="229946"/>
                </a:lnTo>
                <a:lnTo>
                  <a:pt x="1493812" y="238455"/>
                </a:lnTo>
                <a:lnTo>
                  <a:pt x="1498906" y="243319"/>
                </a:lnTo>
                <a:close/>
              </a:path>
              <a:path w="1768475" h="1728470">
                <a:moveTo>
                  <a:pt x="1513077" y="257035"/>
                </a:moveTo>
                <a:lnTo>
                  <a:pt x="1476502" y="257035"/>
                </a:lnTo>
                <a:lnTo>
                  <a:pt x="1461316" y="243223"/>
                </a:lnTo>
                <a:lnTo>
                  <a:pt x="1498906" y="243319"/>
                </a:lnTo>
                <a:lnTo>
                  <a:pt x="1508988" y="252945"/>
                </a:lnTo>
                <a:lnTo>
                  <a:pt x="1513077" y="257035"/>
                </a:lnTo>
                <a:close/>
              </a:path>
              <a:path w="1768475" h="1728470">
                <a:moveTo>
                  <a:pt x="1507000" y="271106"/>
                </a:moveTo>
                <a:lnTo>
                  <a:pt x="1491227" y="271100"/>
                </a:lnTo>
                <a:lnTo>
                  <a:pt x="1476273" y="256832"/>
                </a:lnTo>
                <a:lnTo>
                  <a:pt x="1476502" y="257035"/>
                </a:lnTo>
                <a:lnTo>
                  <a:pt x="1513077" y="257035"/>
                </a:lnTo>
                <a:lnTo>
                  <a:pt x="1517078" y="261035"/>
                </a:lnTo>
                <a:lnTo>
                  <a:pt x="1507000" y="271106"/>
                </a:lnTo>
                <a:close/>
              </a:path>
              <a:path w="1768475" h="1728470">
                <a:moveTo>
                  <a:pt x="1499107" y="278993"/>
                </a:moveTo>
                <a:lnTo>
                  <a:pt x="1491226" y="271100"/>
                </a:lnTo>
                <a:lnTo>
                  <a:pt x="1507000" y="271106"/>
                </a:lnTo>
                <a:lnTo>
                  <a:pt x="1499107" y="278993"/>
                </a:lnTo>
                <a:close/>
              </a:path>
              <a:path w="1768475" h="1728470">
                <a:moveTo>
                  <a:pt x="1591837" y="346405"/>
                </a:moveTo>
                <a:lnTo>
                  <a:pt x="1559559" y="346405"/>
                </a:lnTo>
                <a:lnTo>
                  <a:pt x="1549641" y="334352"/>
                </a:lnTo>
                <a:lnTo>
                  <a:pt x="1569237" y="318198"/>
                </a:lnTo>
                <a:lnTo>
                  <a:pt x="1579359" y="330492"/>
                </a:lnTo>
                <a:lnTo>
                  <a:pt x="1591837" y="346405"/>
                </a:lnTo>
                <a:close/>
              </a:path>
              <a:path w="1768475" h="1728470">
                <a:moveTo>
                  <a:pt x="1603796" y="362407"/>
                </a:moveTo>
                <a:lnTo>
                  <a:pt x="1572107" y="362407"/>
                </a:lnTo>
                <a:lnTo>
                  <a:pt x="1559533" y="346372"/>
                </a:lnTo>
                <a:lnTo>
                  <a:pt x="1591837" y="346405"/>
                </a:lnTo>
                <a:lnTo>
                  <a:pt x="1592275" y="346963"/>
                </a:lnTo>
                <a:lnTo>
                  <a:pt x="1603796" y="362407"/>
                </a:lnTo>
                <a:close/>
              </a:path>
              <a:path w="1768475" h="1728470">
                <a:moveTo>
                  <a:pt x="1615395" y="378701"/>
                </a:moveTo>
                <a:lnTo>
                  <a:pt x="1584274" y="378701"/>
                </a:lnTo>
                <a:lnTo>
                  <a:pt x="1571917" y="362165"/>
                </a:lnTo>
                <a:lnTo>
                  <a:pt x="1572107" y="362407"/>
                </a:lnTo>
                <a:lnTo>
                  <a:pt x="1603796" y="362407"/>
                </a:lnTo>
                <a:lnTo>
                  <a:pt x="1604810" y="363766"/>
                </a:lnTo>
                <a:lnTo>
                  <a:pt x="1615395" y="378701"/>
                </a:lnTo>
                <a:close/>
              </a:path>
              <a:path w="1768475" h="1728470">
                <a:moveTo>
                  <a:pt x="1626650" y="395300"/>
                </a:moveTo>
                <a:lnTo>
                  <a:pt x="1596034" y="395300"/>
                </a:lnTo>
                <a:lnTo>
                  <a:pt x="1584083" y="378460"/>
                </a:lnTo>
                <a:lnTo>
                  <a:pt x="1584274" y="378701"/>
                </a:lnTo>
                <a:lnTo>
                  <a:pt x="1615395" y="378701"/>
                </a:lnTo>
                <a:lnTo>
                  <a:pt x="1616925" y="380860"/>
                </a:lnTo>
                <a:lnTo>
                  <a:pt x="1626650" y="395300"/>
                </a:lnTo>
                <a:close/>
              </a:path>
              <a:path w="1768475" h="1728470">
                <a:moveTo>
                  <a:pt x="1613157" y="412178"/>
                </a:moveTo>
                <a:lnTo>
                  <a:pt x="1607400" y="412178"/>
                </a:lnTo>
                <a:lnTo>
                  <a:pt x="1595902" y="395114"/>
                </a:lnTo>
                <a:lnTo>
                  <a:pt x="1596034" y="395300"/>
                </a:lnTo>
                <a:lnTo>
                  <a:pt x="1626650" y="395300"/>
                </a:lnTo>
                <a:lnTo>
                  <a:pt x="1628635" y="398246"/>
                </a:lnTo>
                <a:lnTo>
                  <a:pt x="1630464" y="401116"/>
                </a:lnTo>
                <a:lnTo>
                  <a:pt x="1613157" y="412178"/>
                </a:lnTo>
                <a:close/>
              </a:path>
              <a:path w="1768475" h="1728470">
                <a:moveTo>
                  <a:pt x="1609064" y="414794"/>
                </a:moveTo>
                <a:lnTo>
                  <a:pt x="1607223" y="411924"/>
                </a:lnTo>
                <a:lnTo>
                  <a:pt x="1607400" y="412178"/>
                </a:lnTo>
                <a:lnTo>
                  <a:pt x="1613157" y="412178"/>
                </a:lnTo>
                <a:lnTo>
                  <a:pt x="1609064" y="414794"/>
                </a:lnTo>
                <a:close/>
              </a:path>
              <a:path w="1768475" h="1728470">
                <a:moveTo>
                  <a:pt x="1686105" y="500646"/>
                </a:moveTo>
                <a:lnTo>
                  <a:pt x="1657956" y="500640"/>
                </a:lnTo>
                <a:lnTo>
                  <a:pt x="1648561" y="482155"/>
                </a:lnTo>
                <a:lnTo>
                  <a:pt x="1647202" y="479653"/>
                </a:lnTo>
                <a:lnTo>
                  <a:pt x="1669554" y="467588"/>
                </a:lnTo>
                <a:lnTo>
                  <a:pt x="1671193" y="470636"/>
                </a:lnTo>
                <a:lnTo>
                  <a:pt x="1680603" y="489127"/>
                </a:lnTo>
                <a:lnTo>
                  <a:pt x="1686105" y="500646"/>
                </a:lnTo>
                <a:close/>
              </a:path>
              <a:path w="1768475" h="1728470">
                <a:moveTo>
                  <a:pt x="1694595" y="519099"/>
                </a:moveTo>
                <a:lnTo>
                  <a:pt x="1666773" y="519099"/>
                </a:lnTo>
                <a:lnTo>
                  <a:pt x="1657956" y="500640"/>
                </a:lnTo>
                <a:lnTo>
                  <a:pt x="1686105" y="500646"/>
                </a:lnTo>
                <a:lnTo>
                  <a:pt x="1689823" y="508431"/>
                </a:lnTo>
                <a:lnTo>
                  <a:pt x="1694595" y="519099"/>
                </a:lnTo>
                <a:close/>
              </a:path>
              <a:path w="1768475" h="1728470">
                <a:moveTo>
                  <a:pt x="1702659" y="537794"/>
                </a:moveTo>
                <a:lnTo>
                  <a:pt x="1675129" y="537794"/>
                </a:lnTo>
                <a:lnTo>
                  <a:pt x="1666633" y="518807"/>
                </a:lnTo>
                <a:lnTo>
                  <a:pt x="1666773" y="519099"/>
                </a:lnTo>
                <a:lnTo>
                  <a:pt x="1694595" y="519099"/>
                </a:lnTo>
                <a:lnTo>
                  <a:pt x="1698447" y="527710"/>
                </a:lnTo>
                <a:lnTo>
                  <a:pt x="1702659" y="537794"/>
                </a:lnTo>
                <a:close/>
              </a:path>
              <a:path w="1768475" h="1728470">
                <a:moveTo>
                  <a:pt x="1710292" y="556729"/>
                </a:moveTo>
                <a:lnTo>
                  <a:pt x="1683042" y="556729"/>
                </a:lnTo>
                <a:lnTo>
                  <a:pt x="1675055" y="537628"/>
                </a:lnTo>
                <a:lnTo>
                  <a:pt x="1675129" y="537794"/>
                </a:lnTo>
                <a:lnTo>
                  <a:pt x="1702659" y="537794"/>
                </a:lnTo>
                <a:lnTo>
                  <a:pt x="1706600" y="547230"/>
                </a:lnTo>
                <a:lnTo>
                  <a:pt x="1710292" y="556729"/>
                </a:lnTo>
                <a:close/>
              </a:path>
              <a:path w="1768475" h="1728470">
                <a:moveTo>
                  <a:pt x="1688465" y="570687"/>
                </a:moveTo>
                <a:lnTo>
                  <a:pt x="1683030" y="556703"/>
                </a:lnTo>
                <a:lnTo>
                  <a:pt x="1710292" y="556729"/>
                </a:lnTo>
                <a:lnTo>
                  <a:pt x="1712137" y="561479"/>
                </a:lnTo>
                <a:lnTo>
                  <a:pt x="1688465" y="570687"/>
                </a:lnTo>
                <a:close/>
              </a:path>
              <a:path w="1768475" h="1728470">
                <a:moveTo>
                  <a:pt x="1741702" y="654646"/>
                </a:moveTo>
                <a:lnTo>
                  <a:pt x="1715528" y="654646"/>
                </a:lnTo>
                <a:lnTo>
                  <a:pt x="1711972" y="641794"/>
                </a:lnTo>
                <a:lnTo>
                  <a:pt x="1736445" y="635025"/>
                </a:lnTo>
                <a:lnTo>
                  <a:pt x="1740090" y="648182"/>
                </a:lnTo>
                <a:lnTo>
                  <a:pt x="1741702" y="654646"/>
                </a:lnTo>
                <a:close/>
              </a:path>
              <a:path w="1768475" h="1728470">
                <a:moveTo>
                  <a:pt x="1750978" y="695223"/>
                </a:moveTo>
                <a:lnTo>
                  <a:pt x="1725091" y="695223"/>
                </a:lnTo>
                <a:lnTo>
                  <a:pt x="1720494" y="674522"/>
                </a:lnTo>
                <a:lnTo>
                  <a:pt x="1715439" y="654342"/>
                </a:lnTo>
                <a:lnTo>
                  <a:pt x="1715528" y="654646"/>
                </a:lnTo>
                <a:lnTo>
                  <a:pt x="1741702" y="654646"/>
                </a:lnTo>
                <a:lnTo>
                  <a:pt x="1745284" y="669010"/>
                </a:lnTo>
                <a:lnTo>
                  <a:pt x="1749958" y="690016"/>
                </a:lnTo>
                <a:lnTo>
                  <a:pt x="1750978" y="695223"/>
                </a:lnTo>
                <a:close/>
              </a:path>
              <a:path w="1768475" h="1728470">
                <a:moveTo>
                  <a:pt x="1720557" y="674839"/>
                </a:moveTo>
                <a:lnTo>
                  <a:pt x="1720478" y="674522"/>
                </a:lnTo>
                <a:lnTo>
                  <a:pt x="1720557" y="674839"/>
                </a:lnTo>
                <a:close/>
              </a:path>
              <a:path w="1768475" h="1728470">
                <a:moveTo>
                  <a:pt x="1754885" y="715784"/>
                </a:moveTo>
                <a:lnTo>
                  <a:pt x="1729130" y="715784"/>
                </a:lnTo>
                <a:lnTo>
                  <a:pt x="1725082" y="695179"/>
                </a:lnTo>
                <a:lnTo>
                  <a:pt x="1750978" y="695223"/>
                </a:lnTo>
                <a:lnTo>
                  <a:pt x="1754111" y="711212"/>
                </a:lnTo>
                <a:lnTo>
                  <a:pt x="1754885" y="715784"/>
                </a:lnTo>
                <a:close/>
              </a:path>
              <a:path w="1768475" h="1728470">
                <a:moveTo>
                  <a:pt x="1753193" y="736523"/>
                </a:moveTo>
                <a:lnTo>
                  <a:pt x="1732635" y="736523"/>
                </a:lnTo>
                <a:lnTo>
                  <a:pt x="1729066" y="715467"/>
                </a:lnTo>
                <a:lnTo>
                  <a:pt x="1729130" y="715784"/>
                </a:lnTo>
                <a:lnTo>
                  <a:pt x="1754885" y="715784"/>
                </a:lnTo>
                <a:lnTo>
                  <a:pt x="1757718" y="732523"/>
                </a:lnTo>
                <a:lnTo>
                  <a:pt x="1758200" y="735774"/>
                </a:lnTo>
                <a:lnTo>
                  <a:pt x="1753193" y="736523"/>
                </a:lnTo>
                <a:close/>
              </a:path>
              <a:path w="1768475" h="1728470">
                <a:moveTo>
                  <a:pt x="1733080" y="739533"/>
                </a:moveTo>
                <a:lnTo>
                  <a:pt x="1732617" y="736415"/>
                </a:lnTo>
                <a:lnTo>
                  <a:pt x="1753193" y="736523"/>
                </a:lnTo>
                <a:lnTo>
                  <a:pt x="1733080" y="739533"/>
                </a:lnTo>
                <a:close/>
              </a:path>
              <a:path w="1768475" h="1728470">
                <a:moveTo>
                  <a:pt x="1766808" y="821004"/>
                </a:moveTo>
                <a:lnTo>
                  <a:pt x="1741385" y="821004"/>
                </a:lnTo>
                <a:lnTo>
                  <a:pt x="1740979" y="814146"/>
                </a:lnTo>
                <a:lnTo>
                  <a:pt x="1766341" y="812673"/>
                </a:lnTo>
                <a:lnTo>
                  <a:pt x="1766747" y="819683"/>
                </a:lnTo>
                <a:lnTo>
                  <a:pt x="1766808" y="821004"/>
                </a:lnTo>
                <a:close/>
              </a:path>
              <a:path w="1768475" h="1728470">
                <a:moveTo>
                  <a:pt x="1767889" y="864171"/>
                </a:moveTo>
                <a:lnTo>
                  <a:pt x="1742490" y="864171"/>
                </a:lnTo>
                <a:lnTo>
                  <a:pt x="1742417" y="852830"/>
                </a:lnTo>
                <a:lnTo>
                  <a:pt x="1742190" y="841857"/>
                </a:lnTo>
                <a:lnTo>
                  <a:pt x="1741868" y="831583"/>
                </a:lnTo>
                <a:lnTo>
                  <a:pt x="1741373" y="820839"/>
                </a:lnTo>
                <a:lnTo>
                  <a:pt x="1741385" y="821004"/>
                </a:lnTo>
                <a:lnTo>
                  <a:pt x="1766808" y="821004"/>
                </a:lnTo>
                <a:lnTo>
                  <a:pt x="1767287" y="831748"/>
                </a:lnTo>
                <a:lnTo>
                  <a:pt x="1767624" y="842518"/>
                </a:lnTo>
                <a:lnTo>
                  <a:pt x="1767827" y="852830"/>
                </a:lnTo>
                <a:lnTo>
                  <a:pt x="1767889" y="864171"/>
                </a:lnTo>
                <a:close/>
              </a:path>
              <a:path w="1768475" h="1728470">
                <a:moveTo>
                  <a:pt x="1741868" y="831748"/>
                </a:moveTo>
                <a:lnTo>
                  <a:pt x="1741861" y="831583"/>
                </a:lnTo>
                <a:lnTo>
                  <a:pt x="1741868" y="831748"/>
                </a:lnTo>
                <a:close/>
              </a:path>
              <a:path w="1768475" h="1728470">
                <a:moveTo>
                  <a:pt x="1742211" y="842518"/>
                </a:moveTo>
                <a:lnTo>
                  <a:pt x="1742206" y="842352"/>
                </a:lnTo>
                <a:lnTo>
                  <a:pt x="1742211" y="842518"/>
                </a:lnTo>
                <a:close/>
              </a:path>
              <a:path w="1768475" h="1728470">
                <a:moveTo>
                  <a:pt x="1742427" y="853325"/>
                </a:moveTo>
                <a:lnTo>
                  <a:pt x="1742424" y="853160"/>
                </a:lnTo>
                <a:lnTo>
                  <a:pt x="1742427" y="853325"/>
                </a:lnTo>
                <a:close/>
              </a:path>
              <a:path w="1768475" h="1728470">
                <a:moveTo>
                  <a:pt x="1767828" y="875017"/>
                </a:moveTo>
                <a:lnTo>
                  <a:pt x="1742427" y="875017"/>
                </a:lnTo>
                <a:lnTo>
                  <a:pt x="1742490" y="864088"/>
                </a:lnTo>
                <a:lnTo>
                  <a:pt x="1767889" y="864171"/>
                </a:lnTo>
                <a:lnTo>
                  <a:pt x="1767828" y="875017"/>
                </a:lnTo>
                <a:close/>
              </a:path>
              <a:path w="1768475" h="1728470">
                <a:moveTo>
                  <a:pt x="1767612" y="885825"/>
                </a:moveTo>
                <a:lnTo>
                  <a:pt x="1742211" y="885825"/>
                </a:lnTo>
                <a:lnTo>
                  <a:pt x="1742427" y="874852"/>
                </a:lnTo>
                <a:lnTo>
                  <a:pt x="1742427" y="875017"/>
                </a:lnTo>
                <a:lnTo>
                  <a:pt x="1767828" y="875017"/>
                </a:lnTo>
                <a:lnTo>
                  <a:pt x="1767612" y="885825"/>
                </a:lnTo>
                <a:close/>
              </a:path>
              <a:path w="1768475" h="1728470">
                <a:moveTo>
                  <a:pt x="1767274" y="896594"/>
                </a:moveTo>
                <a:lnTo>
                  <a:pt x="1741868" y="896594"/>
                </a:lnTo>
                <a:lnTo>
                  <a:pt x="1742211" y="885659"/>
                </a:lnTo>
                <a:lnTo>
                  <a:pt x="1742211" y="885825"/>
                </a:lnTo>
                <a:lnTo>
                  <a:pt x="1767612" y="885825"/>
                </a:lnTo>
                <a:lnTo>
                  <a:pt x="1767274" y="896594"/>
                </a:lnTo>
                <a:close/>
              </a:path>
              <a:path w="1768475" h="1728470">
                <a:moveTo>
                  <a:pt x="1766328" y="915682"/>
                </a:moveTo>
                <a:lnTo>
                  <a:pt x="1740966" y="914209"/>
                </a:lnTo>
                <a:lnTo>
                  <a:pt x="1741385" y="907173"/>
                </a:lnTo>
                <a:lnTo>
                  <a:pt x="1741868" y="896429"/>
                </a:lnTo>
                <a:lnTo>
                  <a:pt x="1741868" y="896594"/>
                </a:lnTo>
                <a:lnTo>
                  <a:pt x="1767274" y="896594"/>
                </a:lnTo>
                <a:lnTo>
                  <a:pt x="1766735" y="908646"/>
                </a:lnTo>
                <a:lnTo>
                  <a:pt x="1766328" y="915682"/>
                </a:lnTo>
                <a:close/>
              </a:path>
              <a:path w="1768475" h="1728470">
                <a:moveTo>
                  <a:pt x="1741373" y="907338"/>
                </a:moveTo>
                <a:lnTo>
                  <a:pt x="1741380" y="907173"/>
                </a:lnTo>
                <a:lnTo>
                  <a:pt x="1741373" y="907338"/>
                </a:lnTo>
                <a:close/>
              </a:path>
              <a:path w="1768475" h="1728470">
                <a:moveTo>
                  <a:pt x="1753677" y="991895"/>
                </a:moveTo>
                <a:lnTo>
                  <a:pt x="1732597" y="991895"/>
                </a:lnTo>
                <a:lnTo>
                  <a:pt x="1732635" y="991654"/>
                </a:lnTo>
                <a:lnTo>
                  <a:pt x="1733054" y="988809"/>
                </a:lnTo>
                <a:lnTo>
                  <a:pt x="1753677" y="991895"/>
                </a:lnTo>
                <a:close/>
              </a:path>
              <a:path w="1768475" h="1728470">
                <a:moveTo>
                  <a:pt x="1732616" y="991764"/>
                </a:moveTo>
                <a:close/>
              </a:path>
              <a:path w="1768475" h="1728470">
                <a:moveTo>
                  <a:pt x="1750915" y="1033272"/>
                </a:moveTo>
                <a:lnTo>
                  <a:pt x="1725028" y="1033272"/>
                </a:lnTo>
                <a:lnTo>
                  <a:pt x="1725091" y="1032954"/>
                </a:lnTo>
                <a:lnTo>
                  <a:pt x="1729130" y="1012393"/>
                </a:lnTo>
                <a:lnTo>
                  <a:pt x="1732616" y="991764"/>
                </a:lnTo>
                <a:lnTo>
                  <a:pt x="1732597" y="991895"/>
                </a:lnTo>
                <a:lnTo>
                  <a:pt x="1753677" y="991895"/>
                </a:lnTo>
                <a:lnTo>
                  <a:pt x="1758175" y="992568"/>
                </a:lnTo>
                <a:lnTo>
                  <a:pt x="1757679" y="995895"/>
                </a:lnTo>
                <a:lnTo>
                  <a:pt x="1754047" y="1017282"/>
                </a:lnTo>
                <a:lnTo>
                  <a:pt x="1750915" y="1033272"/>
                </a:lnTo>
                <a:close/>
              </a:path>
              <a:path w="1768475" h="1728470">
                <a:moveTo>
                  <a:pt x="1729066" y="1012710"/>
                </a:moveTo>
                <a:lnTo>
                  <a:pt x="1729120" y="1012393"/>
                </a:lnTo>
                <a:lnTo>
                  <a:pt x="1729066" y="1012710"/>
                </a:lnTo>
                <a:close/>
              </a:path>
              <a:path w="1768475" h="1728470">
                <a:moveTo>
                  <a:pt x="1725082" y="1032997"/>
                </a:moveTo>
                <a:close/>
              </a:path>
              <a:path w="1768475" h="1728470">
                <a:moveTo>
                  <a:pt x="1746511" y="1053642"/>
                </a:moveTo>
                <a:lnTo>
                  <a:pt x="1720494" y="1053642"/>
                </a:lnTo>
                <a:lnTo>
                  <a:pt x="1725082" y="1032997"/>
                </a:lnTo>
                <a:lnTo>
                  <a:pt x="1725028" y="1033272"/>
                </a:lnTo>
                <a:lnTo>
                  <a:pt x="1750915" y="1033272"/>
                </a:lnTo>
                <a:lnTo>
                  <a:pt x="1749894" y="1038478"/>
                </a:lnTo>
                <a:lnTo>
                  <a:pt x="1746511" y="1053642"/>
                </a:lnTo>
                <a:close/>
              </a:path>
              <a:path w="1768475" h="1728470">
                <a:moveTo>
                  <a:pt x="1736394" y="1093317"/>
                </a:moveTo>
                <a:lnTo>
                  <a:pt x="1711921" y="1086548"/>
                </a:lnTo>
                <a:lnTo>
                  <a:pt x="1715528" y="1073531"/>
                </a:lnTo>
                <a:lnTo>
                  <a:pt x="1720557" y="1053338"/>
                </a:lnTo>
                <a:lnTo>
                  <a:pt x="1720494" y="1053642"/>
                </a:lnTo>
                <a:lnTo>
                  <a:pt x="1746511" y="1053642"/>
                </a:lnTo>
                <a:lnTo>
                  <a:pt x="1745208" y="1059484"/>
                </a:lnTo>
                <a:lnTo>
                  <a:pt x="1740001" y="1080300"/>
                </a:lnTo>
                <a:lnTo>
                  <a:pt x="1736394" y="1093317"/>
                </a:lnTo>
                <a:close/>
              </a:path>
              <a:path w="1768475" h="1728470">
                <a:moveTo>
                  <a:pt x="1715439" y="1073835"/>
                </a:moveTo>
                <a:lnTo>
                  <a:pt x="1715515" y="1073531"/>
                </a:lnTo>
                <a:lnTo>
                  <a:pt x="1715439" y="1073835"/>
                </a:lnTo>
                <a:close/>
              </a:path>
              <a:path w="1768475" h="1728470">
                <a:moveTo>
                  <a:pt x="1710171" y="1171740"/>
                </a:moveTo>
                <a:lnTo>
                  <a:pt x="1682927" y="1171740"/>
                </a:lnTo>
                <a:lnTo>
                  <a:pt x="1683042" y="1171448"/>
                </a:lnTo>
                <a:lnTo>
                  <a:pt x="1688401" y="1157643"/>
                </a:lnTo>
                <a:lnTo>
                  <a:pt x="1712074" y="1166850"/>
                </a:lnTo>
                <a:lnTo>
                  <a:pt x="1710171" y="1171740"/>
                </a:lnTo>
                <a:close/>
              </a:path>
              <a:path w="1768475" h="1728470">
                <a:moveTo>
                  <a:pt x="1683029" y="1171477"/>
                </a:moveTo>
                <a:close/>
              </a:path>
              <a:path w="1768475" h="1728470">
                <a:moveTo>
                  <a:pt x="1685968" y="1227810"/>
                </a:moveTo>
                <a:lnTo>
                  <a:pt x="1657819" y="1227810"/>
                </a:lnTo>
                <a:lnTo>
                  <a:pt x="1657959" y="1227531"/>
                </a:lnTo>
                <a:lnTo>
                  <a:pt x="1666773" y="1209078"/>
                </a:lnTo>
                <a:lnTo>
                  <a:pt x="1675129" y="1190383"/>
                </a:lnTo>
                <a:lnTo>
                  <a:pt x="1683029" y="1171477"/>
                </a:lnTo>
                <a:lnTo>
                  <a:pt x="1682927" y="1171740"/>
                </a:lnTo>
                <a:lnTo>
                  <a:pt x="1710171" y="1171740"/>
                </a:lnTo>
                <a:lnTo>
                  <a:pt x="1706473" y="1181239"/>
                </a:lnTo>
                <a:lnTo>
                  <a:pt x="1698320" y="1200759"/>
                </a:lnTo>
                <a:lnTo>
                  <a:pt x="1689684" y="1220025"/>
                </a:lnTo>
                <a:lnTo>
                  <a:pt x="1685968" y="1227810"/>
                </a:lnTo>
                <a:close/>
              </a:path>
              <a:path w="1768475" h="1728470">
                <a:moveTo>
                  <a:pt x="1675002" y="1190663"/>
                </a:moveTo>
                <a:lnTo>
                  <a:pt x="1675119" y="1190383"/>
                </a:lnTo>
                <a:lnTo>
                  <a:pt x="1675002" y="1190663"/>
                </a:lnTo>
                <a:close/>
              </a:path>
              <a:path w="1768475" h="1728470">
                <a:moveTo>
                  <a:pt x="1666633" y="1209357"/>
                </a:moveTo>
                <a:lnTo>
                  <a:pt x="1666758" y="1209078"/>
                </a:lnTo>
                <a:lnTo>
                  <a:pt x="1666633" y="1209357"/>
                </a:lnTo>
                <a:close/>
              </a:path>
              <a:path w="1768475" h="1728470">
                <a:moveTo>
                  <a:pt x="1657856" y="1227734"/>
                </a:moveTo>
                <a:lnTo>
                  <a:pt x="1657953" y="1227531"/>
                </a:lnTo>
                <a:lnTo>
                  <a:pt x="1657856" y="1227734"/>
                </a:lnTo>
                <a:close/>
              </a:path>
              <a:path w="1768475" h="1728470">
                <a:moveTo>
                  <a:pt x="1677053" y="1246022"/>
                </a:moveTo>
                <a:lnTo>
                  <a:pt x="1648561" y="1246022"/>
                </a:lnTo>
                <a:lnTo>
                  <a:pt x="1657856" y="1227734"/>
                </a:lnTo>
                <a:lnTo>
                  <a:pt x="1685968" y="1227810"/>
                </a:lnTo>
                <a:lnTo>
                  <a:pt x="1680603" y="1239050"/>
                </a:lnTo>
                <a:lnTo>
                  <a:pt x="1677053" y="1246022"/>
                </a:lnTo>
                <a:close/>
              </a:path>
              <a:path w="1768475" h="1728470">
                <a:moveTo>
                  <a:pt x="1669465" y="1260754"/>
                </a:moveTo>
                <a:lnTo>
                  <a:pt x="1647113" y="1248676"/>
                </a:lnTo>
                <a:lnTo>
                  <a:pt x="1648701" y="1245743"/>
                </a:lnTo>
                <a:lnTo>
                  <a:pt x="1648561" y="1246022"/>
                </a:lnTo>
                <a:lnTo>
                  <a:pt x="1677053" y="1246022"/>
                </a:lnTo>
                <a:lnTo>
                  <a:pt x="1671053" y="1257808"/>
                </a:lnTo>
                <a:lnTo>
                  <a:pt x="1669465" y="1260754"/>
                </a:lnTo>
                <a:close/>
              </a:path>
              <a:path w="1768475" h="1728470">
                <a:moveTo>
                  <a:pt x="1626483" y="1333131"/>
                </a:moveTo>
                <a:lnTo>
                  <a:pt x="1595856" y="1333131"/>
                </a:lnTo>
                <a:lnTo>
                  <a:pt x="1596034" y="1332877"/>
                </a:lnTo>
                <a:lnTo>
                  <a:pt x="1607400" y="1315999"/>
                </a:lnTo>
                <a:lnTo>
                  <a:pt x="1608963" y="1313535"/>
                </a:lnTo>
                <a:lnTo>
                  <a:pt x="1630375" y="1327200"/>
                </a:lnTo>
                <a:lnTo>
                  <a:pt x="1628470" y="1330185"/>
                </a:lnTo>
                <a:lnTo>
                  <a:pt x="1626483" y="1333131"/>
                </a:lnTo>
                <a:close/>
              </a:path>
              <a:path w="1768475" h="1728470">
                <a:moveTo>
                  <a:pt x="1607223" y="1316253"/>
                </a:moveTo>
                <a:lnTo>
                  <a:pt x="1607385" y="1315999"/>
                </a:lnTo>
                <a:lnTo>
                  <a:pt x="1607223" y="1316253"/>
                </a:lnTo>
                <a:close/>
              </a:path>
              <a:path w="1768475" h="1728470">
                <a:moveTo>
                  <a:pt x="1595902" y="1333063"/>
                </a:moveTo>
                <a:lnTo>
                  <a:pt x="1596027" y="1332877"/>
                </a:lnTo>
                <a:lnTo>
                  <a:pt x="1595902" y="1333063"/>
                </a:lnTo>
                <a:close/>
              </a:path>
              <a:path w="1768475" h="1728470">
                <a:moveTo>
                  <a:pt x="1591649" y="1382014"/>
                </a:moveTo>
                <a:lnTo>
                  <a:pt x="1559369" y="1382014"/>
                </a:lnTo>
                <a:lnTo>
                  <a:pt x="1559559" y="1381772"/>
                </a:lnTo>
                <a:lnTo>
                  <a:pt x="1572107" y="1365770"/>
                </a:lnTo>
                <a:lnTo>
                  <a:pt x="1584274" y="1349463"/>
                </a:lnTo>
                <a:lnTo>
                  <a:pt x="1595902" y="1333063"/>
                </a:lnTo>
                <a:lnTo>
                  <a:pt x="1626483" y="1333131"/>
                </a:lnTo>
                <a:lnTo>
                  <a:pt x="1616748" y="1347571"/>
                </a:lnTo>
                <a:lnTo>
                  <a:pt x="1604632" y="1364665"/>
                </a:lnTo>
                <a:lnTo>
                  <a:pt x="1591649" y="1382014"/>
                </a:lnTo>
                <a:close/>
              </a:path>
              <a:path w="1768475" h="1728470">
                <a:moveTo>
                  <a:pt x="1584083" y="1349717"/>
                </a:moveTo>
                <a:lnTo>
                  <a:pt x="1584263" y="1349463"/>
                </a:lnTo>
                <a:lnTo>
                  <a:pt x="1584083" y="1349717"/>
                </a:lnTo>
                <a:close/>
              </a:path>
              <a:path w="1768475" h="1728470">
                <a:moveTo>
                  <a:pt x="1571917" y="1366012"/>
                </a:moveTo>
                <a:lnTo>
                  <a:pt x="1572097" y="1365770"/>
                </a:lnTo>
                <a:lnTo>
                  <a:pt x="1571917" y="1366012"/>
                </a:lnTo>
                <a:close/>
              </a:path>
              <a:path w="1768475" h="1728470">
                <a:moveTo>
                  <a:pt x="1559533" y="1381804"/>
                </a:moveTo>
                <a:close/>
              </a:path>
              <a:path w="1768475" h="1728470">
                <a:moveTo>
                  <a:pt x="1569123" y="1410106"/>
                </a:moveTo>
                <a:lnTo>
                  <a:pt x="1549527" y="1393952"/>
                </a:lnTo>
                <a:lnTo>
                  <a:pt x="1559533" y="1381804"/>
                </a:lnTo>
                <a:lnTo>
                  <a:pt x="1559369" y="1382014"/>
                </a:lnTo>
                <a:lnTo>
                  <a:pt x="1591649" y="1382014"/>
                </a:lnTo>
                <a:lnTo>
                  <a:pt x="1579168" y="1397927"/>
                </a:lnTo>
                <a:lnTo>
                  <a:pt x="1569123" y="1410106"/>
                </a:lnTo>
                <a:close/>
              </a:path>
              <a:path w="1768475" h="1728470">
                <a:moveTo>
                  <a:pt x="1498694" y="1485061"/>
                </a:moveTo>
                <a:lnTo>
                  <a:pt x="1461198" y="1485061"/>
                </a:lnTo>
                <a:lnTo>
                  <a:pt x="1461427" y="1484858"/>
                </a:lnTo>
                <a:lnTo>
                  <a:pt x="1476502" y="1471142"/>
                </a:lnTo>
                <a:lnTo>
                  <a:pt x="1491233" y="1457071"/>
                </a:lnTo>
                <a:lnTo>
                  <a:pt x="1498980" y="1449311"/>
                </a:lnTo>
                <a:lnTo>
                  <a:pt x="1516951" y="1467256"/>
                </a:lnTo>
                <a:lnTo>
                  <a:pt x="1508772" y="1475447"/>
                </a:lnTo>
                <a:lnTo>
                  <a:pt x="1498694" y="1485061"/>
                </a:lnTo>
                <a:close/>
              </a:path>
              <a:path w="1768475" h="1728470">
                <a:moveTo>
                  <a:pt x="1491018" y="1457274"/>
                </a:moveTo>
                <a:lnTo>
                  <a:pt x="1491221" y="1457071"/>
                </a:lnTo>
                <a:lnTo>
                  <a:pt x="1491018" y="1457274"/>
                </a:lnTo>
                <a:close/>
              </a:path>
              <a:path w="1768475" h="1728470">
                <a:moveTo>
                  <a:pt x="1476273" y="1471345"/>
                </a:moveTo>
                <a:lnTo>
                  <a:pt x="1476486" y="1471142"/>
                </a:lnTo>
                <a:lnTo>
                  <a:pt x="1476273" y="1471345"/>
                </a:lnTo>
                <a:close/>
              </a:path>
              <a:path w="1768475" h="1728470">
                <a:moveTo>
                  <a:pt x="1461316" y="1484954"/>
                </a:moveTo>
                <a:close/>
              </a:path>
              <a:path w="1768475" h="1728470">
                <a:moveTo>
                  <a:pt x="1484251" y="1498422"/>
                </a:moveTo>
                <a:lnTo>
                  <a:pt x="1445780" y="1498422"/>
                </a:lnTo>
                <a:lnTo>
                  <a:pt x="1446009" y="1498231"/>
                </a:lnTo>
                <a:lnTo>
                  <a:pt x="1461316" y="1484954"/>
                </a:lnTo>
                <a:lnTo>
                  <a:pt x="1498694" y="1485061"/>
                </a:lnTo>
                <a:lnTo>
                  <a:pt x="1493596" y="1489925"/>
                </a:lnTo>
                <a:lnTo>
                  <a:pt x="1484251" y="1498422"/>
                </a:lnTo>
                <a:close/>
              </a:path>
              <a:path w="1768475" h="1728470">
                <a:moveTo>
                  <a:pt x="1445822" y="1498386"/>
                </a:moveTo>
                <a:lnTo>
                  <a:pt x="1446000" y="1498231"/>
                </a:lnTo>
                <a:lnTo>
                  <a:pt x="1445822" y="1498386"/>
                </a:lnTo>
                <a:close/>
              </a:path>
              <a:path w="1768475" h="1728470">
                <a:moveTo>
                  <a:pt x="1469547" y="1511427"/>
                </a:moveTo>
                <a:lnTo>
                  <a:pt x="1430032" y="1511427"/>
                </a:lnTo>
                <a:lnTo>
                  <a:pt x="1430274" y="1511236"/>
                </a:lnTo>
                <a:lnTo>
                  <a:pt x="1445822" y="1498386"/>
                </a:lnTo>
                <a:lnTo>
                  <a:pt x="1484251" y="1498422"/>
                </a:lnTo>
                <a:lnTo>
                  <a:pt x="1478064" y="1504048"/>
                </a:lnTo>
                <a:lnTo>
                  <a:pt x="1469547" y="1511427"/>
                </a:lnTo>
                <a:close/>
              </a:path>
              <a:path w="1768475" h="1728470">
                <a:moveTo>
                  <a:pt x="1430042" y="1511419"/>
                </a:moveTo>
                <a:lnTo>
                  <a:pt x="1430263" y="1511236"/>
                </a:lnTo>
                <a:lnTo>
                  <a:pt x="1430042" y="1511419"/>
                </a:lnTo>
                <a:close/>
              </a:path>
              <a:path w="1768475" h="1728470">
                <a:moveTo>
                  <a:pt x="1440052" y="1535861"/>
                </a:moveTo>
                <a:lnTo>
                  <a:pt x="1424343" y="1515910"/>
                </a:lnTo>
                <a:lnTo>
                  <a:pt x="1430042" y="1511419"/>
                </a:lnTo>
                <a:lnTo>
                  <a:pt x="1469547" y="1511427"/>
                </a:lnTo>
                <a:lnTo>
                  <a:pt x="1462189" y="1517802"/>
                </a:lnTo>
                <a:lnTo>
                  <a:pt x="1445983" y="1531200"/>
                </a:lnTo>
                <a:lnTo>
                  <a:pt x="1440052" y="1535861"/>
                </a:lnTo>
                <a:close/>
              </a:path>
              <a:path w="1768475" h="1728470">
                <a:moveTo>
                  <a:pt x="1376937" y="1581556"/>
                </a:moveTo>
                <a:lnTo>
                  <a:pt x="1329093" y="1581556"/>
                </a:lnTo>
                <a:lnTo>
                  <a:pt x="1346911" y="1570685"/>
                </a:lnTo>
                <a:lnTo>
                  <a:pt x="1363649" y="1559902"/>
                </a:lnTo>
                <a:lnTo>
                  <a:pt x="1377391" y="1581264"/>
                </a:lnTo>
                <a:lnTo>
                  <a:pt x="1376937" y="1581556"/>
                </a:lnTo>
                <a:close/>
              </a:path>
              <a:path w="1768475" h="1728470">
                <a:moveTo>
                  <a:pt x="1346657" y="1570837"/>
                </a:moveTo>
                <a:lnTo>
                  <a:pt x="1346894" y="1570685"/>
                </a:lnTo>
                <a:lnTo>
                  <a:pt x="1346657" y="1570837"/>
                </a:lnTo>
                <a:close/>
              </a:path>
              <a:path w="1768475" h="1728470">
                <a:moveTo>
                  <a:pt x="1360921" y="1591856"/>
                </a:moveTo>
                <a:lnTo>
                  <a:pt x="1311249" y="1591856"/>
                </a:lnTo>
                <a:lnTo>
                  <a:pt x="1311503" y="1591716"/>
                </a:lnTo>
                <a:lnTo>
                  <a:pt x="1329347" y="1581391"/>
                </a:lnTo>
                <a:lnTo>
                  <a:pt x="1329093" y="1581556"/>
                </a:lnTo>
                <a:lnTo>
                  <a:pt x="1376937" y="1581556"/>
                </a:lnTo>
                <a:lnTo>
                  <a:pt x="1360921" y="1591856"/>
                </a:lnTo>
                <a:close/>
              </a:path>
              <a:path w="1768475" h="1728470">
                <a:moveTo>
                  <a:pt x="1311281" y="1591837"/>
                </a:moveTo>
                <a:lnTo>
                  <a:pt x="1311491" y="1591716"/>
                </a:lnTo>
                <a:lnTo>
                  <a:pt x="1311281" y="1591837"/>
                </a:lnTo>
                <a:close/>
              </a:path>
              <a:path w="1768475" h="1728470">
                <a:moveTo>
                  <a:pt x="1344745" y="1601749"/>
                </a:moveTo>
                <a:lnTo>
                  <a:pt x="1293126" y="1601749"/>
                </a:lnTo>
                <a:lnTo>
                  <a:pt x="1293393" y="1601609"/>
                </a:lnTo>
                <a:lnTo>
                  <a:pt x="1311281" y="1591837"/>
                </a:lnTo>
                <a:lnTo>
                  <a:pt x="1360921" y="1591856"/>
                </a:lnTo>
                <a:lnTo>
                  <a:pt x="1360131" y="1592364"/>
                </a:lnTo>
                <a:lnTo>
                  <a:pt x="1344745" y="1601749"/>
                </a:lnTo>
                <a:close/>
              </a:path>
              <a:path w="1768475" h="1728470">
                <a:moveTo>
                  <a:pt x="1293200" y="1601709"/>
                </a:moveTo>
                <a:lnTo>
                  <a:pt x="1293382" y="1601609"/>
                </a:lnTo>
                <a:lnTo>
                  <a:pt x="1293200" y="1601709"/>
                </a:lnTo>
                <a:close/>
              </a:path>
              <a:path w="1768475" h="1728470">
                <a:moveTo>
                  <a:pt x="1288453" y="1632737"/>
                </a:moveTo>
                <a:lnTo>
                  <a:pt x="1276807" y="1610156"/>
                </a:lnTo>
                <a:lnTo>
                  <a:pt x="1293200" y="1601709"/>
                </a:lnTo>
                <a:lnTo>
                  <a:pt x="1344745" y="1601749"/>
                </a:lnTo>
                <a:lnTo>
                  <a:pt x="1342059" y="1603387"/>
                </a:lnTo>
                <a:lnTo>
                  <a:pt x="1323682" y="1614004"/>
                </a:lnTo>
                <a:lnTo>
                  <a:pt x="1305039" y="1624190"/>
                </a:lnTo>
                <a:lnTo>
                  <a:pt x="1288453" y="1632737"/>
                </a:lnTo>
                <a:close/>
              </a:path>
              <a:path w="1768475" h="1728470">
                <a:moveTo>
                  <a:pt x="1212926" y="1652104"/>
                </a:moveTo>
                <a:lnTo>
                  <a:pt x="1179068" y="1652104"/>
                </a:lnTo>
                <a:lnTo>
                  <a:pt x="1179347" y="1652003"/>
                </a:lnTo>
                <a:lnTo>
                  <a:pt x="1198968" y="1644713"/>
                </a:lnTo>
                <a:lnTo>
                  <a:pt x="1208455" y="1640916"/>
                </a:lnTo>
                <a:lnTo>
                  <a:pt x="1212926" y="1652104"/>
                </a:lnTo>
                <a:close/>
              </a:path>
              <a:path w="1768475" h="1728470">
                <a:moveTo>
                  <a:pt x="1198676" y="1644815"/>
                </a:moveTo>
                <a:lnTo>
                  <a:pt x="1198931" y="1644713"/>
                </a:lnTo>
                <a:lnTo>
                  <a:pt x="1198676" y="1644815"/>
                </a:lnTo>
                <a:close/>
              </a:path>
              <a:path w="1768475" h="1728470">
                <a:moveTo>
                  <a:pt x="1179268" y="1652030"/>
                </a:moveTo>
                <a:close/>
              </a:path>
              <a:path w="1768475" h="1728470">
                <a:moveTo>
                  <a:pt x="1215910" y="1665287"/>
                </a:moveTo>
                <a:lnTo>
                  <a:pt x="1139164" y="1665287"/>
                </a:lnTo>
                <a:lnTo>
                  <a:pt x="1139456" y="1665198"/>
                </a:lnTo>
                <a:lnTo>
                  <a:pt x="1159509" y="1658835"/>
                </a:lnTo>
                <a:lnTo>
                  <a:pt x="1179268" y="1652030"/>
                </a:lnTo>
                <a:lnTo>
                  <a:pt x="1179068" y="1652104"/>
                </a:lnTo>
                <a:lnTo>
                  <a:pt x="1212926" y="1652104"/>
                </a:lnTo>
                <a:lnTo>
                  <a:pt x="1217879" y="1664500"/>
                </a:lnTo>
                <a:lnTo>
                  <a:pt x="1215910" y="1665287"/>
                </a:lnTo>
                <a:close/>
              </a:path>
              <a:path w="1768475" h="1728470">
                <a:moveTo>
                  <a:pt x="1159217" y="1658924"/>
                </a:moveTo>
                <a:lnTo>
                  <a:pt x="1159476" y="1658835"/>
                </a:lnTo>
                <a:lnTo>
                  <a:pt x="1159217" y="1658924"/>
                </a:lnTo>
                <a:close/>
              </a:path>
              <a:path w="1768475" h="1728470">
                <a:moveTo>
                  <a:pt x="1139315" y="1665239"/>
                </a:moveTo>
                <a:lnTo>
                  <a:pt x="1139444" y="1665198"/>
                </a:lnTo>
                <a:lnTo>
                  <a:pt x="1139315" y="1665239"/>
                </a:lnTo>
                <a:close/>
              </a:path>
              <a:path w="1768475" h="1728470">
                <a:moveTo>
                  <a:pt x="1120101" y="1697126"/>
                </a:moveTo>
                <a:lnTo>
                  <a:pt x="1113599" y="1672577"/>
                </a:lnTo>
                <a:lnTo>
                  <a:pt x="1119187" y="1671104"/>
                </a:lnTo>
                <a:lnTo>
                  <a:pt x="1139315" y="1665239"/>
                </a:lnTo>
                <a:lnTo>
                  <a:pt x="1139164" y="1665287"/>
                </a:lnTo>
                <a:lnTo>
                  <a:pt x="1215910" y="1665287"/>
                </a:lnTo>
                <a:lnTo>
                  <a:pt x="1167193" y="1683042"/>
                </a:lnTo>
                <a:lnTo>
                  <a:pt x="1125677" y="1695653"/>
                </a:lnTo>
                <a:lnTo>
                  <a:pt x="1120101" y="1697126"/>
                </a:lnTo>
                <a:close/>
              </a:path>
              <a:path w="1768475" h="1728470">
                <a:moveTo>
                  <a:pt x="1118882" y="1671180"/>
                </a:moveTo>
                <a:lnTo>
                  <a:pt x="1119144" y="1671104"/>
                </a:lnTo>
                <a:lnTo>
                  <a:pt x="1118882" y="1671180"/>
                </a:lnTo>
                <a:close/>
              </a:path>
              <a:path w="1768475" h="1728470">
                <a:moveTo>
                  <a:pt x="1041275" y="1694853"/>
                </a:moveTo>
                <a:lnTo>
                  <a:pt x="1003960" y="1694853"/>
                </a:lnTo>
                <a:lnTo>
                  <a:pt x="1014793" y="1693303"/>
                </a:lnTo>
                <a:lnTo>
                  <a:pt x="1036116" y="1689849"/>
                </a:lnTo>
                <a:lnTo>
                  <a:pt x="1040193" y="1689074"/>
                </a:lnTo>
                <a:lnTo>
                  <a:pt x="1041275" y="1694853"/>
                </a:lnTo>
                <a:close/>
              </a:path>
              <a:path w="1768475" h="1728470">
                <a:moveTo>
                  <a:pt x="1035799" y="1689900"/>
                </a:moveTo>
                <a:lnTo>
                  <a:pt x="1036069" y="1689849"/>
                </a:lnTo>
                <a:lnTo>
                  <a:pt x="1035799" y="1689900"/>
                </a:lnTo>
                <a:close/>
              </a:path>
              <a:path w="1768475" h="1728470">
                <a:moveTo>
                  <a:pt x="1014564" y="1693329"/>
                </a:moveTo>
                <a:lnTo>
                  <a:pt x="1014722" y="1693303"/>
                </a:lnTo>
                <a:lnTo>
                  <a:pt x="1014564" y="1693329"/>
                </a:lnTo>
                <a:close/>
              </a:path>
              <a:path w="1768475" h="1728470">
                <a:moveTo>
                  <a:pt x="1041536" y="1696250"/>
                </a:moveTo>
                <a:lnTo>
                  <a:pt x="993241" y="1696250"/>
                </a:lnTo>
                <a:lnTo>
                  <a:pt x="1004112" y="1694827"/>
                </a:lnTo>
                <a:lnTo>
                  <a:pt x="1003960" y="1694853"/>
                </a:lnTo>
                <a:lnTo>
                  <a:pt x="1041275" y="1694853"/>
                </a:lnTo>
                <a:lnTo>
                  <a:pt x="1041536" y="1696250"/>
                </a:lnTo>
                <a:close/>
              </a:path>
              <a:path w="1768475" h="1728470">
                <a:moveTo>
                  <a:pt x="1041774" y="1697520"/>
                </a:moveTo>
                <a:lnTo>
                  <a:pt x="982472" y="1697520"/>
                </a:lnTo>
                <a:lnTo>
                  <a:pt x="993394" y="1696224"/>
                </a:lnTo>
                <a:lnTo>
                  <a:pt x="993241" y="1696250"/>
                </a:lnTo>
                <a:lnTo>
                  <a:pt x="1041536" y="1696250"/>
                </a:lnTo>
                <a:lnTo>
                  <a:pt x="1041774" y="1697520"/>
                </a:lnTo>
                <a:close/>
              </a:path>
              <a:path w="1768475" h="1728470">
                <a:moveTo>
                  <a:pt x="1042176" y="1699666"/>
                </a:moveTo>
                <a:lnTo>
                  <a:pt x="960818" y="1699666"/>
                </a:lnTo>
                <a:lnTo>
                  <a:pt x="960970" y="1699653"/>
                </a:lnTo>
                <a:lnTo>
                  <a:pt x="971816" y="1698637"/>
                </a:lnTo>
                <a:lnTo>
                  <a:pt x="982624" y="1697494"/>
                </a:lnTo>
                <a:lnTo>
                  <a:pt x="982472" y="1697520"/>
                </a:lnTo>
                <a:lnTo>
                  <a:pt x="1041774" y="1697520"/>
                </a:lnTo>
                <a:lnTo>
                  <a:pt x="1042176" y="1699666"/>
                </a:lnTo>
                <a:close/>
              </a:path>
              <a:path w="1768475" h="1728470">
                <a:moveTo>
                  <a:pt x="971664" y="1698650"/>
                </a:moveTo>
                <a:lnTo>
                  <a:pt x="971816" y="1698637"/>
                </a:lnTo>
                <a:lnTo>
                  <a:pt x="971664" y="1698650"/>
                </a:lnTo>
                <a:close/>
              </a:path>
              <a:path w="1768475" h="1728470">
                <a:moveTo>
                  <a:pt x="960851" y="1699663"/>
                </a:moveTo>
                <a:close/>
              </a:path>
              <a:path w="1768475" h="1728470">
                <a:moveTo>
                  <a:pt x="1042340" y="1700542"/>
                </a:moveTo>
                <a:lnTo>
                  <a:pt x="949921" y="1700542"/>
                </a:lnTo>
                <a:lnTo>
                  <a:pt x="950086" y="1700530"/>
                </a:lnTo>
                <a:lnTo>
                  <a:pt x="960851" y="1699663"/>
                </a:lnTo>
                <a:lnTo>
                  <a:pt x="1042176" y="1699666"/>
                </a:lnTo>
                <a:lnTo>
                  <a:pt x="1042340" y="1700542"/>
                </a:lnTo>
                <a:close/>
              </a:path>
              <a:path w="1768475" h="1728470">
                <a:moveTo>
                  <a:pt x="950041" y="1700533"/>
                </a:moveTo>
                <a:close/>
              </a:path>
              <a:path w="1768475" h="1728470">
                <a:moveTo>
                  <a:pt x="942594" y="1726501"/>
                </a:moveTo>
                <a:lnTo>
                  <a:pt x="940866" y="1701152"/>
                </a:lnTo>
                <a:lnTo>
                  <a:pt x="950041" y="1700533"/>
                </a:lnTo>
                <a:lnTo>
                  <a:pt x="1042340" y="1700542"/>
                </a:lnTo>
                <a:lnTo>
                  <a:pt x="1007402" y="1720011"/>
                </a:lnTo>
                <a:lnTo>
                  <a:pt x="963015" y="1724964"/>
                </a:lnTo>
                <a:lnTo>
                  <a:pt x="951814" y="1725866"/>
                </a:lnTo>
                <a:lnTo>
                  <a:pt x="942594" y="1726501"/>
                </a:lnTo>
                <a:close/>
              </a:path>
              <a:path w="1768475" h="1728470">
                <a:moveTo>
                  <a:pt x="865339" y="1728177"/>
                </a:moveTo>
                <a:lnTo>
                  <a:pt x="827252" y="1726628"/>
                </a:lnTo>
                <a:lnTo>
                  <a:pt x="782370" y="1722742"/>
                </a:lnTo>
                <a:lnTo>
                  <a:pt x="762685" y="1720303"/>
                </a:lnTo>
                <a:lnTo>
                  <a:pt x="765975" y="1695119"/>
                </a:lnTo>
                <a:lnTo>
                  <a:pt x="774585" y="1696250"/>
                </a:lnTo>
                <a:lnTo>
                  <a:pt x="785355" y="1697520"/>
                </a:lnTo>
                <a:lnTo>
                  <a:pt x="796042" y="1698637"/>
                </a:lnTo>
                <a:lnTo>
                  <a:pt x="806872" y="1699653"/>
                </a:lnTo>
                <a:lnTo>
                  <a:pt x="817892" y="1700542"/>
                </a:lnTo>
                <a:lnTo>
                  <a:pt x="828814" y="1701279"/>
                </a:lnTo>
                <a:lnTo>
                  <a:pt x="828662" y="1701279"/>
                </a:lnTo>
                <a:lnTo>
                  <a:pt x="839774" y="1701888"/>
                </a:lnTo>
                <a:lnTo>
                  <a:pt x="839622" y="1701888"/>
                </a:lnTo>
                <a:lnTo>
                  <a:pt x="850785" y="1702371"/>
                </a:lnTo>
                <a:lnTo>
                  <a:pt x="861809" y="1702714"/>
                </a:lnTo>
                <a:lnTo>
                  <a:pt x="865809" y="1702777"/>
                </a:lnTo>
                <a:lnTo>
                  <a:pt x="865339" y="1728177"/>
                </a:lnTo>
                <a:close/>
              </a:path>
              <a:path w="1768475" h="1728470">
                <a:moveTo>
                  <a:pt x="686689" y="1706765"/>
                </a:moveTo>
                <a:lnTo>
                  <a:pt x="641832" y="1695577"/>
                </a:lnTo>
                <a:lnTo>
                  <a:pt x="600328" y="1682940"/>
                </a:lnTo>
                <a:lnTo>
                  <a:pt x="587540" y="1678546"/>
                </a:lnTo>
                <a:lnTo>
                  <a:pt x="595807" y="1654530"/>
                </a:lnTo>
                <a:lnTo>
                  <a:pt x="608337" y="1658835"/>
                </a:lnTo>
                <a:lnTo>
                  <a:pt x="628382" y="1665198"/>
                </a:lnTo>
                <a:lnTo>
                  <a:pt x="648669" y="1671104"/>
                </a:lnTo>
                <a:lnTo>
                  <a:pt x="669115" y="1676514"/>
                </a:lnTo>
                <a:lnTo>
                  <a:pt x="689826" y="1681454"/>
                </a:lnTo>
                <a:lnTo>
                  <a:pt x="691972" y="1681924"/>
                </a:lnTo>
                <a:lnTo>
                  <a:pt x="686689" y="1706765"/>
                </a:lnTo>
                <a:close/>
              </a:path>
              <a:path w="1768475" h="1728470">
                <a:moveTo>
                  <a:pt x="515607" y="1649971"/>
                </a:moveTo>
                <a:lnTo>
                  <a:pt x="462508" y="1624037"/>
                </a:lnTo>
                <a:lnTo>
                  <a:pt x="425500" y="1603235"/>
                </a:lnTo>
                <a:lnTo>
                  <a:pt x="424167" y="1602422"/>
                </a:lnTo>
                <a:lnTo>
                  <a:pt x="437400" y="1580743"/>
                </a:lnTo>
                <a:lnTo>
                  <a:pt x="438734" y="1581556"/>
                </a:lnTo>
                <a:lnTo>
                  <a:pt x="456335" y="1591716"/>
                </a:lnTo>
                <a:lnTo>
                  <a:pt x="474432" y="1601609"/>
                </a:lnTo>
                <a:lnTo>
                  <a:pt x="492806" y="1611096"/>
                </a:lnTo>
                <a:lnTo>
                  <a:pt x="511459" y="1620151"/>
                </a:lnTo>
                <a:lnTo>
                  <a:pt x="526148" y="1626870"/>
                </a:lnTo>
                <a:lnTo>
                  <a:pt x="515607" y="1649971"/>
                </a:lnTo>
                <a:close/>
              </a:path>
              <a:path w="1768475" h="1728470">
                <a:moveTo>
                  <a:pt x="359765" y="1560068"/>
                </a:moveTo>
                <a:lnTo>
                  <a:pt x="321602" y="1531010"/>
                </a:lnTo>
                <a:lnTo>
                  <a:pt x="289534" y="1503845"/>
                </a:lnTo>
                <a:lnTo>
                  <a:pt x="279831" y="1495031"/>
                </a:lnTo>
                <a:lnTo>
                  <a:pt x="296925" y="1476235"/>
                </a:lnTo>
                <a:lnTo>
                  <a:pt x="306405" y="1484858"/>
                </a:lnTo>
                <a:lnTo>
                  <a:pt x="321814" y="1498231"/>
                </a:lnTo>
                <a:lnTo>
                  <a:pt x="337551" y="1511236"/>
                </a:lnTo>
                <a:lnTo>
                  <a:pt x="353621" y="1523885"/>
                </a:lnTo>
                <a:lnTo>
                  <a:pt x="369980" y="1536153"/>
                </a:lnTo>
                <a:lnTo>
                  <a:pt x="374510" y="1539392"/>
                </a:lnTo>
                <a:lnTo>
                  <a:pt x="359765" y="1560068"/>
                </a:lnTo>
                <a:close/>
              </a:path>
              <a:path w="1768475" h="1728470">
                <a:moveTo>
                  <a:pt x="225120" y="1440319"/>
                </a:moveTo>
                <a:lnTo>
                  <a:pt x="188468" y="1397685"/>
                </a:lnTo>
                <a:lnTo>
                  <a:pt x="163017" y="1364411"/>
                </a:lnTo>
                <a:lnTo>
                  <a:pt x="160121" y="1360335"/>
                </a:lnTo>
                <a:lnTo>
                  <a:pt x="180835" y="1345641"/>
                </a:lnTo>
                <a:lnTo>
                  <a:pt x="183730" y="1349717"/>
                </a:lnTo>
                <a:lnTo>
                  <a:pt x="195717" y="1365770"/>
                </a:lnTo>
                <a:lnTo>
                  <a:pt x="208255" y="1381772"/>
                </a:lnTo>
                <a:lnTo>
                  <a:pt x="221197" y="1397469"/>
                </a:lnTo>
                <a:lnTo>
                  <a:pt x="234498" y="1412849"/>
                </a:lnTo>
                <a:lnTo>
                  <a:pt x="243916" y="1423238"/>
                </a:lnTo>
                <a:lnTo>
                  <a:pt x="225120" y="1440319"/>
                </a:lnTo>
                <a:close/>
              </a:path>
              <a:path w="1768475" h="1728470">
                <a:moveTo>
                  <a:pt x="117944" y="1295793"/>
                </a:moveTo>
                <a:lnTo>
                  <a:pt x="96621" y="1257528"/>
                </a:lnTo>
                <a:lnTo>
                  <a:pt x="78003" y="1219733"/>
                </a:lnTo>
                <a:lnTo>
                  <a:pt x="70954" y="1204010"/>
                </a:lnTo>
                <a:lnTo>
                  <a:pt x="94145" y="1193634"/>
                </a:lnTo>
                <a:lnTo>
                  <a:pt x="101055" y="1209078"/>
                </a:lnTo>
                <a:lnTo>
                  <a:pt x="109873" y="1227531"/>
                </a:lnTo>
                <a:lnTo>
                  <a:pt x="119123" y="1245743"/>
                </a:lnTo>
                <a:lnTo>
                  <a:pt x="128805" y="1263700"/>
                </a:lnTo>
                <a:lnTo>
                  <a:pt x="139077" y="1281671"/>
                </a:lnTo>
                <a:lnTo>
                  <a:pt x="139674" y="1282636"/>
                </a:lnTo>
                <a:lnTo>
                  <a:pt x="117944" y="1295793"/>
                </a:lnTo>
                <a:close/>
              </a:path>
              <a:path w="1768475" h="1728470">
                <a:moveTo>
                  <a:pt x="43192" y="1131722"/>
                </a:moveTo>
                <a:lnTo>
                  <a:pt x="27736" y="1079995"/>
                </a:lnTo>
                <a:lnTo>
                  <a:pt x="17856" y="1038161"/>
                </a:lnTo>
                <a:lnTo>
                  <a:pt x="16662" y="1032052"/>
                </a:lnTo>
                <a:lnTo>
                  <a:pt x="41592" y="1027163"/>
                </a:lnTo>
                <a:lnTo>
                  <a:pt x="42724" y="1032954"/>
                </a:lnTo>
                <a:lnTo>
                  <a:pt x="47264" y="1053338"/>
                </a:lnTo>
                <a:lnTo>
                  <a:pt x="52298" y="1073531"/>
                </a:lnTo>
                <a:lnTo>
                  <a:pt x="57824" y="1093520"/>
                </a:lnTo>
                <a:lnTo>
                  <a:pt x="63851" y="1113320"/>
                </a:lnTo>
                <a:lnTo>
                  <a:pt x="67297" y="1123708"/>
                </a:lnTo>
                <a:lnTo>
                  <a:pt x="43192" y="1131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7984921" y="2955391"/>
            <a:ext cx="413384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1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71450">
              <a:lnSpc>
                <a:spcPts val="1789"/>
              </a:lnSpc>
            </a:pPr>
            <a:r>
              <a:rPr dirty="0" sz="1800">
                <a:latin typeface="仿宋"/>
                <a:cs typeface="仿宋"/>
              </a:rPr>
              <a:t>·</a:t>
            </a:r>
            <a:endParaRPr sz="1800">
              <a:latin typeface="仿宋"/>
              <a:cs typeface="仿宋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356432" y="4380471"/>
            <a:ext cx="541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仿宋"/>
                <a:cs typeface="仿宋"/>
              </a:rPr>
              <a:t>×</a:t>
            </a:r>
            <a:r>
              <a:rPr dirty="0" sz="1800" spc="-470" b="1">
                <a:latin typeface="仿宋"/>
                <a:cs typeface="仿宋"/>
              </a:rPr>
              <a:t> </a:t>
            </a:r>
            <a:r>
              <a:rPr dirty="0" baseline="-28935" sz="3600" b="1" i="1">
                <a:latin typeface="Times New Roman"/>
                <a:cs typeface="Times New Roman"/>
              </a:rPr>
              <a:t>D</a:t>
            </a:r>
            <a:endParaRPr baseline="-28935" sz="36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471458" y="2435644"/>
            <a:ext cx="7893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中性面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804553" y="5666473"/>
            <a:ext cx="1863725" cy="409575"/>
          </a:xfrm>
          <a:custGeom>
            <a:avLst/>
            <a:gdLst/>
            <a:ahLst/>
            <a:cxnLst/>
            <a:rect l="l" t="t" r="r" b="b"/>
            <a:pathLst>
              <a:path w="1863725" h="409575">
                <a:moveTo>
                  <a:pt x="1863166" y="409575"/>
                </a:moveTo>
                <a:lnTo>
                  <a:pt x="0" y="409575"/>
                </a:lnTo>
                <a:lnTo>
                  <a:pt x="0" y="0"/>
                </a:lnTo>
                <a:lnTo>
                  <a:pt x="1863166" y="0"/>
                </a:lnTo>
                <a:lnTo>
                  <a:pt x="1863166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81000"/>
                </a:lnTo>
                <a:lnTo>
                  <a:pt x="14287" y="381000"/>
                </a:lnTo>
                <a:lnTo>
                  <a:pt x="28575" y="395287"/>
                </a:lnTo>
                <a:lnTo>
                  <a:pt x="1863166" y="395287"/>
                </a:lnTo>
                <a:lnTo>
                  <a:pt x="1863166" y="409575"/>
                </a:lnTo>
                <a:close/>
              </a:path>
              <a:path w="1863725" h="4095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863725" h="409575">
                <a:moveTo>
                  <a:pt x="1834591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834591" y="14287"/>
                </a:lnTo>
                <a:lnTo>
                  <a:pt x="1834591" y="28575"/>
                </a:lnTo>
                <a:close/>
              </a:path>
              <a:path w="1863725" h="409575">
                <a:moveTo>
                  <a:pt x="1834591" y="395287"/>
                </a:moveTo>
                <a:lnTo>
                  <a:pt x="1834591" y="14287"/>
                </a:lnTo>
                <a:lnTo>
                  <a:pt x="1848878" y="28575"/>
                </a:lnTo>
                <a:lnTo>
                  <a:pt x="1863166" y="28575"/>
                </a:lnTo>
                <a:lnTo>
                  <a:pt x="1863166" y="381000"/>
                </a:lnTo>
                <a:lnTo>
                  <a:pt x="1848878" y="381000"/>
                </a:lnTo>
                <a:lnTo>
                  <a:pt x="1834591" y="395287"/>
                </a:lnTo>
                <a:close/>
              </a:path>
              <a:path w="1863725" h="409575">
                <a:moveTo>
                  <a:pt x="1863166" y="28575"/>
                </a:moveTo>
                <a:lnTo>
                  <a:pt x="1848878" y="28575"/>
                </a:lnTo>
                <a:lnTo>
                  <a:pt x="1834591" y="14287"/>
                </a:lnTo>
                <a:lnTo>
                  <a:pt x="1863166" y="14287"/>
                </a:lnTo>
                <a:lnTo>
                  <a:pt x="1863166" y="28575"/>
                </a:lnTo>
                <a:close/>
              </a:path>
              <a:path w="1863725" h="409575">
                <a:moveTo>
                  <a:pt x="28575" y="395287"/>
                </a:moveTo>
                <a:lnTo>
                  <a:pt x="14287" y="381000"/>
                </a:lnTo>
                <a:lnTo>
                  <a:pt x="28575" y="381000"/>
                </a:lnTo>
                <a:lnTo>
                  <a:pt x="28575" y="395287"/>
                </a:lnTo>
                <a:close/>
              </a:path>
              <a:path w="1863725" h="409575">
                <a:moveTo>
                  <a:pt x="1834591" y="395287"/>
                </a:moveTo>
                <a:lnTo>
                  <a:pt x="28575" y="395287"/>
                </a:lnTo>
                <a:lnTo>
                  <a:pt x="28575" y="381000"/>
                </a:lnTo>
                <a:lnTo>
                  <a:pt x="1834591" y="381000"/>
                </a:lnTo>
                <a:lnTo>
                  <a:pt x="1834591" y="395287"/>
                </a:lnTo>
                <a:close/>
              </a:path>
              <a:path w="1863725" h="409575">
                <a:moveTo>
                  <a:pt x="1863166" y="395287"/>
                </a:moveTo>
                <a:lnTo>
                  <a:pt x="1834591" y="395287"/>
                </a:lnTo>
                <a:lnTo>
                  <a:pt x="1848878" y="381000"/>
                </a:lnTo>
                <a:lnTo>
                  <a:pt x="1863166" y="381000"/>
                </a:lnTo>
                <a:lnTo>
                  <a:pt x="1863166" y="3952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839976" y="4825072"/>
            <a:ext cx="5737225" cy="12242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262380">
              <a:lnSpc>
                <a:spcPct val="100000"/>
              </a:lnSpc>
              <a:spcBef>
                <a:spcPts val="105"/>
              </a:spcBef>
            </a:pPr>
            <a:r>
              <a:rPr dirty="0" sz="2300" i="1">
                <a:latin typeface="Cambria Math"/>
                <a:cs typeface="Cambria Math"/>
              </a:rPr>
              <a:t>2</a:t>
            </a:r>
            <a:endParaRPr sz="2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③</a:t>
            </a:r>
            <a:r>
              <a:rPr dirty="0" sz="2400" spc="245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spc="-5" b="1" i="1">
                <a:solidFill>
                  <a:srgbClr val="0000FF"/>
                </a:solidFill>
                <a:latin typeface="Times New Roman"/>
                <a:cs typeface="Times New Roman"/>
              </a:rPr>
              <a:t>AB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边速度方向与磁场方向夹角是多大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  <a:p>
            <a:pPr marL="1745614">
              <a:lnSpc>
                <a:spcPct val="100000"/>
              </a:lnSpc>
              <a:spcBef>
                <a:spcPts val="850"/>
              </a:spcBef>
            </a:pPr>
            <a:r>
              <a:rPr dirty="0" sz="2400" i="1">
                <a:latin typeface="Times New Roman"/>
                <a:cs typeface="Times New Roman"/>
              </a:rPr>
              <a:t>ωt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18604" y="3391128"/>
            <a:ext cx="95021" cy="166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581952" y="3337661"/>
            <a:ext cx="470534" cy="128905"/>
          </a:xfrm>
          <a:custGeom>
            <a:avLst/>
            <a:gdLst/>
            <a:ahLst/>
            <a:cxnLst/>
            <a:rect l="l" t="t" r="r" b="b"/>
            <a:pathLst>
              <a:path w="470534" h="128904">
                <a:moveTo>
                  <a:pt x="115290" y="128447"/>
                </a:moveTo>
                <a:lnTo>
                  <a:pt x="112306" y="128422"/>
                </a:lnTo>
                <a:lnTo>
                  <a:pt x="109385" y="127774"/>
                </a:lnTo>
                <a:lnTo>
                  <a:pt x="106667" y="126542"/>
                </a:lnTo>
                <a:lnTo>
                  <a:pt x="0" y="63830"/>
                </a:lnTo>
                <a:lnTo>
                  <a:pt x="107114" y="1828"/>
                </a:lnTo>
                <a:lnTo>
                  <a:pt x="109816" y="622"/>
                </a:lnTo>
                <a:lnTo>
                  <a:pt x="112737" y="0"/>
                </a:lnTo>
                <a:lnTo>
                  <a:pt x="115722" y="0"/>
                </a:lnTo>
                <a:lnTo>
                  <a:pt x="128536" y="14198"/>
                </a:lnTo>
                <a:lnTo>
                  <a:pt x="128219" y="17170"/>
                </a:lnTo>
                <a:lnTo>
                  <a:pt x="81558" y="49631"/>
                </a:lnTo>
                <a:lnTo>
                  <a:pt x="28397" y="49631"/>
                </a:lnTo>
                <a:lnTo>
                  <a:pt x="28295" y="78206"/>
                </a:lnTo>
                <a:lnTo>
                  <a:pt x="81133" y="78385"/>
                </a:lnTo>
                <a:lnTo>
                  <a:pt x="121145" y="101904"/>
                </a:lnTo>
                <a:lnTo>
                  <a:pt x="128193" y="114338"/>
                </a:lnTo>
                <a:lnTo>
                  <a:pt x="127863" y="117297"/>
                </a:lnTo>
                <a:lnTo>
                  <a:pt x="118211" y="127838"/>
                </a:lnTo>
                <a:lnTo>
                  <a:pt x="115290" y="128447"/>
                </a:lnTo>
                <a:close/>
              </a:path>
              <a:path w="470534" h="128904">
                <a:moveTo>
                  <a:pt x="81133" y="78385"/>
                </a:moveTo>
                <a:lnTo>
                  <a:pt x="28295" y="78206"/>
                </a:lnTo>
                <a:lnTo>
                  <a:pt x="28397" y="49631"/>
                </a:lnTo>
                <a:lnTo>
                  <a:pt x="81248" y="49810"/>
                </a:lnTo>
                <a:lnTo>
                  <a:pt x="78136" y="51612"/>
                </a:lnTo>
                <a:lnTo>
                  <a:pt x="35585" y="51612"/>
                </a:lnTo>
                <a:lnTo>
                  <a:pt x="35509" y="76288"/>
                </a:lnTo>
                <a:lnTo>
                  <a:pt x="77565" y="76288"/>
                </a:lnTo>
                <a:lnTo>
                  <a:pt x="81133" y="78385"/>
                </a:lnTo>
                <a:close/>
              </a:path>
              <a:path w="470534" h="128904">
                <a:moveTo>
                  <a:pt x="81248" y="49810"/>
                </a:moveTo>
                <a:lnTo>
                  <a:pt x="28397" y="49631"/>
                </a:lnTo>
                <a:lnTo>
                  <a:pt x="81558" y="49631"/>
                </a:lnTo>
                <a:lnTo>
                  <a:pt x="81248" y="49810"/>
                </a:lnTo>
                <a:close/>
              </a:path>
              <a:path w="470534" h="128904">
                <a:moveTo>
                  <a:pt x="469849" y="79705"/>
                </a:moveTo>
                <a:lnTo>
                  <a:pt x="81133" y="78385"/>
                </a:lnTo>
                <a:lnTo>
                  <a:pt x="56698" y="64022"/>
                </a:lnTo>
                <a:lnTo>
                  <a:pt x="81248" y="49810"/>
                </a:lnTo>
                <a:lnTo>
                  <a:pt x="469938" y="51130"/>
                </a:lnTo>
                <a:lnTo>
                  <a:pt x="469849" y="79705"/>
                </a:lnTo>
                <a:close/>
              </a:path>
              <a:path w="470534" h="128904">
                <a:moveTo>
                  <a:pt x="35509" y="76288"/>
                </a:moveTo>
                <a:lnTo>
                  <a:pt x="35585" y="51612"/>
                </a:lnTo>
                <a:lnTo>
                  <a:pt x="56698" y="64022"/>
                </a:lnTo>
                <a:lnTo>
                  <a:pt x="35509" y="76288"/>
                </a:lnTo>
                <a:close/>
              </a:path>
              <a:path w="470534" h="128904">
                <a:moveTo>
                  <a:pt x="56698" y="64022"/>
                </a:moveTo>
                <a:lnTo>
                  <a:pt x="35585" y="51612"/>
                </a:lnTo>
                <a:lnTo>
                  <a:pt x="78136" y="51612"/>
                </a:lnTo>
                <a:lnTo>
                  <a:pt x="56698" y="64022"/>
                </a:lnTo>
                <a:close/>
              </a:path>
              <a:path w="470534" h="128904">
                <a:moveTo>
                  <a:pt x="77565" y="76288"/>
                </a:moveTo>
                <a:lnTo>
                  <a:pt x="35509" y="76288"/>
                </a:lnTo>
                <a:lnTo>
                  <a:pt x="56698" y="64022"/>
                </a:lnTo>
                <a:lnTo>
                  <a:pt x="77565" y="76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77050" y="3402609"/>
            <a:ext cx="128905" cy="488315"/>
          </a:xfrm>
          <a:custGeom>
            <a:avLst/>
            <a:gdLst/>
            <a:ahLst/>
            <a:cxnLst/>
            <a:rect l="l" t="t" r="r" b="b"/>
            <a:pathLst>
              <a:path w="128904" h="488314">
                <a:moveTo>
                  <a:pt x="62356" y="431157"/>
                </a:moveTo>
                <a:lnTo>
                  <a:pt x="48874" y="406214"/>
                </a:lnTo>
                <a:lnTo>
                  <a:pt x="62102" y="0"/>
                </a:lnTo>
                <a:lnTo>
                  <a:pt x="90665" y="939"/>
                </a:lnTo>
                <a:lnTo>
                  <a:pt x="77437" y="407137"/>
                </a:lnTo>
                <a:lnTo>
                  <a:pt x="62356" y="431157"/>
                </a:lnTo>
                <a:close/>
              </a:path>
              <a:path w="128904" h="488314">
                <a:moveTo>
                  <a:pt x="60515" y="487832"/>
                </a:moveTo>
                <a:lnTo>
                  <a:pt x="1676" y="378980"/>
                </a:lnTo>
                <a:lnTo>
                  <a:pt x="533" y="376212"/>
                </a:lnTo>
                <a:lnTo>
                  <a:pt x="0" y="373278"/>
                </a:lnTo>
                <a:lnTo>
                  <a:pt x="88" y="370293"/>
                </a:lnTo>
                <a:lnTo>
                  <a:pt x="14643" y="357898"/>
                </a:lnTo>
                <a:lnTo>
                  <a:pt x="17602" y="358292"/>
                </a:lnTo>
                <a:lnTo>
                  <a:pt x="48874" y="406214"/>
                </a:lnTo>
                <a:lnTo>
                  <a:pt x="47155" y="459028"/>
                </a:lnTo>
                <a:lnTo>
                  <a:pt x="75717" y="459955"/>
                </a:lnTo>
                <a:lnTo>
                  <a:pt x="78014" y="459955"/>
                </a:lnTo>
                <a:lnTo>
                  <a:pt x="60515" y="487832"/>
                </a:lnTo>
                <a:close/>
              </a:path>
              <a:path w="128904" h="488314">
                <a:moveTo>
                  <a:pt x="78014" y="459955"/>
                </a:moveTo>
                <a:lnTo>
                  <a:pt x="75717" y="459955"/>
                </a:lnTo>
                <a:lnTo>
                  <a:pt x="77437" y="407137"/>
                </a:lnTo>
                <a:lnTo>
                  <a:pt x="102107" y="367842"/>
                </a:lnTo>
                <a:lnTo>
                  <a:pt x="114731" y="361162"/>
                </a:lnTo>
                <a:lnTo>
                  <a:pt x="117690" y="361581"/>
                </a:lnTo>
                <a:lnTo>
                  <a:pt x="128460" y="374472"/>
                </a:lnTo>
                <a:lnTo>
                  <a:pt x="128346" y="377456"/>
                </a:lnTo>
                <a:lnTo>
                  <a:pt x="127622" y="380352"/>
                </a:lnTo>
                <a:lnTo>
                  <a:pt x="126301" y="383031"/>
                </a:lnTo>
                <a:lnTo>
                  <a:pt x="78014" y="459955"/>
                </a:lnTo>
                <a:close/>
              </a:path>
              <a:path w="128904" h="488314">
                <a:moveTo>
                  <a:pt x="75717" y="459955"/>
                </a:moveTo>
                <a:lnTo>
                  <a:pt x="47155" y="459028"/>
                </a:lnTo>
                <a:lnTo>
                  <a:pt x="48874" y="406214"/>
                </a:lnTo>
                <a:lnTo>
                  <a:pt x="62356" y="431157"/>
                </a:lnTo>
                <a:lnTo>
                  <a:pt x="49339" y="451891"/>
                </a:lnTo>
                <a:lnTo>
                  <a:pt x="74002" y="452704"/>
                </a:lnTo>
                <a:lnTo>
                  <a:pt x="75953" y="452704"/>
                </a:lnTo>
                <a:lnTo>
                  <a:pt x="75717" y="459955"/>
                </a:lnTo>
                <a:close/>
              </a:path>
              <a:path w="128904" h="488314">
                <a:moveTo>
                  <a:pt x="75953" y="452704"/>
                </a:moveTo>
                <a:lnTo>
                  <a:pt x="74002" y="452704"/>
                </a:lnTo>
                <a:lnTo>
                  <a:pt x="62356" y="431157"/>
                </a:lnTo>
                <a:lnTo>
                  <a:pt x="77437" y="407137"/>
                </a:lnTo>
                <a:lnTo>
                  <a:pt x="75953" y="452704"/>
                </a:lnTo>
                <a:close/>
              </a:path>
              <a:path w="128904" h="488314">
                <a:moveTo>
                  <a:pt x="74002" y="452704"/>
                </a:moveTo>
                <a:lnTo>
                  <a:pt x="49339" y="451891"/>
                </a:lnTo>
                <a:lnTo>
                  <a:pt x="62356" y="431157"/>
                </a:lnTo>
                <a:lnTo>
                  <a:pt x="74002" y="4527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85127" y="3412540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86042" y="3479203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7"/>
                </a:moveTo>
                <a:lnTo>
                  <a:pt x="0" y="139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86956" y="3545878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7"/>
                </a:moveTo>
                <a:lnTo>
                  <a:pt x="0" y="127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87870" y="3612540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39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88785" y="3679215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33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100"/>
                </a:lnTo>
                <a:lnTo>
                  <a:pt x="533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89700" y="3745877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33" y="38226"/>
                </a:moveTo>
                <a:lnTo>
                  <a:pt x="0" y="139"/>
                </a:lnTo>
                <a:lnTo>
                  <a:pt x="9525" y="0"/>
                </a:lnTo>
                <a:lnTo>
                  <a:pt x="10058" y="38100"/>
                </a:lnTo>
                <a:lnTo>
                  <a:pt x="533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90627" y="3812552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27914" y="3880332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109"/>
                </a:moveTo>
                <a:lnTo>
                  <a:pt x="0" y="584"/>
                </a:lnTo>
                <a:lnTo>
                  <a:pt x="38100" y="0"/>
                </a:lnTo>
                <a:lnTo>
                  <a:pt x="38239" y="9525"/>
                </a:lnTo>
                <a:lnTo>
                  <a:pt x="139" y="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94576" y="387932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52" y="10096"/>
                </a:moveTo>
                <a:lnTo>
                  <a:pt x="0" y="571"/>
                </a:lnTo>
                <a:lnTo>
                  <a:pt x="38100" y="0"/>
                </a:lnTo>
                <a:lnTo>
                  <a:pt x="38239" y="9512"/>
                </a:lnTo>
                <a:lnTo>
                  <a:pt x="152" y="1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61251" y="3878313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96"/>
                </a:moveTo>
                <a:lnTo>
                  <a:pt x="0" y="571"/>
                </a:lnTo>
                <a:lnTo>
                  <a:pt x="38087" y="0"/>
                </a:lnTo>
                <a:lnTo>
                  <a:pt x="38239" y="9525"/>
                </a:lnTo>
                <a:lnTo>
                  <a:pt x="139" y="1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27913" y="3877297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52" y="10096"/>
                </a:moveTo>
                <a:lnTo>
                  <a:pt x="0" y="584"/>
                </a:lnTo>
                <a:lnTo>
                  <a:pt x="38100" y="0"/>
                </a:lnTo>
                <a:lnTo>
                  <a:pt x="38239" y="9525"/>
                </a:lnTo>
                <a:lnTo>
                  <a:pt x="152" y="1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94576" y="387628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52" y="10109"/>
                </a:moveTo>
                <a:lnTo>
                  <a:pt x="0" y="584"/>
                </a:lnTo>
                <a:lnTo>
                  <a:pt x="38100" y="0"/>
                </a:lnTo>
                <a:lnTo>
                  <a:pt x="38252" y="9525"/>
                </a:lnTo>
                <a:lnTo>
                  <a:pt x="152" y="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61251" y="387526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109"/>
                </a:moveTo>
                <a:lnTo>
                  <a:pt x="0" y="584"/>
                </a:lnTo>
                <a:lnTo>
                  <a:pt x="38100" y="0"/>
                </a:lnTo>
                <a:lnTo>
                  <a:pt x="38239" y="9525"/>
                </a:lnTo>
                <a:lnTo>
                  <a:pt x="139" y="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317792" y="296175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87337" y="3128759"/>
            <a:ext cx="2235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b="1">
                <a:latin typeface="宋体"/>
                <a:cs typeface="宋体"/>
              </a:rPr>
              <a:t>∥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97330" y="3597986"/>
            <a:ext cx="196659" cy="1359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406197" y="3973690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691003" y="367628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64579" y="3631044"/>
            <a:ext cx="10960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5010" algn="l"/>
              </a:tabLst>
            </a:pPr>
            <a:r>
              <a:rPr dirty="0" u="heavy" sz="2400" b="1" i="1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v</a:t>
            </a:r>
            <a:r>
              <a:rPr dirty="0" sz="2400" b="1" i="1">
                <a:latin typeface="Book Antiqua"/>
                <a:cs typeface="Book Antiqua"/>
              </a:rPr>
              <a:t>	v</a:t>
            </a:r>
            <a:r>
              <a:rPr dirty="0" baseline="-10752" sz="2325" b="1">
                <a:latin typeface="宋体"/>
                <a:cs typeface="宋体"/>
              </a:rPr>
              <a:t>⊥</a:t>
            </a:r>
            <a:endParaRPr baseline="-10752" sz="2325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14896" y="3418509"/>
            <a:ext cx="439420" cy="445770"/>
          </a:xfrm>
          <a:custGeom>
            <a:avLst/>
            <a:gdLst/>
            <a:ahLst/>
            <a:cxnLst/>
            <a:rect l="l" t="t" r="r" b="b"/>
            <a:pathLst>
              <a:path w="439420" h="445770">
                <a:moveTo>
                  <a:pt x="70349" y="394187"/>
                </a:moveTo>
                <a:lnTo>
                  <a:pt x="50004" y="374133"/>
                </a:lnTo>
                <a:lnTo>
                  <a:pt x="418744" y="0"/>
                </a:lnTo>
                <a:lnTo>
                  <a:pt x="439102" y="20053"/>
                </a:lnTo>
                <a:lnTo>
                  <a:pt x="70349" y="394187"/>
                </a:lnTo>
                <a:close/>
              </a:path>
              <a:path w="439420" h="445770">
                <a:moveTo>
                  <a:pt x="0" y="445211"/>
                </a:moveTo>
                <a:lnTo>
                  <a:pt x="29654" y="354075"/>
                </a:lnTo>
                <a:lnTo>
                  <a:pt x="50004" y="374133"/>
                </a:lnTo>
                <a:lnTo>
                  <a:pt x="34963" y="389394"/>
                </a:lnTo>
                <a:lnTo>
                  <a:pt x="55308" y="409448"/>
                </a:lnTo>
                <a:lnTo>
                  <a:pt x="85832" y="409448"/>
                </a:lnTo>
                <a:lnTo>
                  <a:pt x="90703" y="414248"/>
                </a:lnTo>
                <a:lnTo>
                  <a:pt x="0" y="445211"/>
                </a:lnTo>
                <a:close/>
              </a:path>
              <a:path w="439420" h="445770">
                <a:moveTo>
                  <a:pt x="55308" y="409448"/>
                </a:moveTo>
                <a:lnTo>
                  <a:pt x="34963" y="389394"/>
                </a:lnTo>
                <a:lnTo>
                  <a:pt x="50004" y="374133"/>
                </a:lnTo>
                <a:lnTo>
                  <a:pt x="70349" y="394187"/>
                </a:lnTo>
                <a:lnTo>
                  <a:pt x="55308" y="409448"/>
                </a:lnTo>
                <a:close/>
              </a:path>
              <a:path w="439420" h="445770">
                <a:moveTo>
                  <a:pt x="85832" y="409448"/>
                </a:moveTo>
                <a:lnTo>
                  <a:pt x="55308" y="409448"/>
                </a:lnTo>
                <a:lnTo>
                  <a:pt x="70349" y="394187"/>
                </a:lnTo>
                <a:lnTo>
                  <a:pt x="85832" y="4094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79004" y="287157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79449" y="307159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79905" y="327162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80350" y="347164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80794" y="3671671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81239" y="3871696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81683" y="407170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82141" y="427173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82585" y="447175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83030" y="467178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683474" y="487180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83893" y="5071833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91439">
                <a:moveTo>
                  <a:pt x="0" y="0"/>
                </a:moveTo>
                <a:lnTo>
                  <a:pt x="0" y="91008"/>
                </a:lnTo>
              </a:path>
            </a:pathLst>
          </a:custGeom>
          <a:ln w="287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406197" y="3032086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406197" y="3502240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406197" y="4442561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406197" y="4912715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41428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141453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541503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41528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941553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41578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41603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541628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741653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941678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141703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341728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541753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741778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941803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141828" y="401525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341853" y="4000969"/>
            <a:ext cx="82550" cy="28575"/>
          </a:xfrm>
          <a:custGeom>
            <a:avLst/>
            <a:gdLst/>
            <a:ahLst/>
            <a:cxnLst/>
            <a:rect l="l" t="t" r="r" b="b"/>
            <a:pathLst>
              <a:path w="82550" h="28575">
                <a:moveTo>
                  <a:pt x="82156" y="28575"/>
                </a:moveTo>
                <a:lnTo>
                  <a:pt x="0" y="28575"/>
                </a:lnTo>
                <a:lnTo>
                  <a:pt x="0" y="0"/>
                </a:lnTo>
                <a:lnTo>
                  <a:pt x="82156" y="0"/>
                </a:lnTo>
                <a:lnTo>
                  <a:pt x="82156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970750" y="3296386"/>
            <a:ext cx="203755" cy="2044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189658" y="4529416"/>
            <a:ext cx="203746" cy="2044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092403" y="3301746"/>
            <a:ext cx="1296035" cy="1310640"/>
          </a:xfrm>
          <a:custGeom>
            <a:avLst/>
            <a:gdLst/>
            <a:ahLst/>
            <a:cxnLst/>
            <a:rect l="l" t="t" r="r" b="b"/>
            <a:pathLst>
              <a:path w="1296034" h="1310639">
                <a:moveTo>
                  <a:pt x="71424" y="90106"/>
                </a:moveTo>
                <a:lnTo>
                  <a:pt x="0" y="17856"/>
                </a:lnTo>
                <a:lnTo>
                  <a:pt x="18059" y="0"/>
                </a:lnTo>
                <a:lnTo>
                  <a:pt x="89496" y="72250"/>
                </a:lnTo>
                <a:lnTo>
                  <a:pt x="71424" y="90106"/>
                </a:lnTo>
                <a:close/>
              </a:path>
              <a:path w="1296034" h="1310639">
                <a:moveTo>
                  <a:pt x="196430" y="216560"/>
                </a:moveTo>
                <a:lnTo>
                  <a:pt x="124993" y="144297"/>
                </a:lnTo>
                <a:lnTo>
                  <a:pt x="143065" y="126441"/>
                </a:lnTo>
                <a:lnTo>
                  <a:pt x="214490" y="198704"/>
                </a:lnTo>
                <a:lnTo>
                  <a:pt x="196430" y="216560"/>
                </a:lnTo>
                <a:close/>
              </a:path>
              <a:path w="1296034" h="1310639">
                <a:moveTo>
                  <a:pt x="321424" y="343001"/>
                </a:moveTo>
                <a:lnTo>
                  <a:pt x="249999" y="270751"/>
                </a:lnTo>
                <a:lnTo>
                  <a:pt x="268058" y="252895"/>
                </a:lnTo>
                <a:lnTo>
                  <a:pt x="339483" y="325145"/>
                </a:lnTo>
                <a:lnTo>
                  <a:pt x="321424" y="343001"/>
                </a:lnTo>
                <a:close/>
              </a:path>
              <a:path w="1296034" h="1310639">
                <a:moveTo>
                  <a:pt x="446417" y="469442"/>
                </a:moveTo>
                <a:lnTo>
                  <a:pt x="374992" y="397192"/>
                </a:lnTo>
                <a:lnTo>
                  <a:pt x="393052" y="379336"/>
                </a:lnTo>
                <a:lnTo>
                  <a:pt x="464477" y="451586"/>
                </a:lnTo>
                <a:lnTo>
                  <a:pt x="446417" y="469442"/>
                </a:lnTo>
                <a:close/>
              </a:path>
              <a:path w="1296034" h="1310639">
                <a:moveTo>
                  <a:pt x="571411" y="595896"/>
                </a:moveTo>
                <a:lnTo>
                  <a:pt x="499986" y="523633"/>
                </a:lnTo>
                <a:lnTo>
                  <a:pt x="518058" y="505777"/>
                </a:lnTo>
                <a:lnTo>
                  <a:pt x="589483" y="578040"/>
                </a:lnTo>
                <a:lnTo>
                  <a:pt x="571411" y="595896"/>
                </a:lnTo>
                <a:close/>
              </a:path>
              <a:path w="1296034" h="1310639">
                <a:moveTo>
                  <a:pt x="696417" y="722337"/>
                </a:moveTo>
                <a:lnTo>
                  <a:pt x="624992" y="650087"/>
                </a:lnTo>
                <a:lnTo>
                  <a:pt x="643051" y="632231"/>
                </a:lnTo>
                <a:lnTo>
                  <a:pt x="714476" y="704481"/>
                </a:lnTo>
                <a:lnTo>
                  <a:pt x="696417" y="722337"/>
                </a:lnTo>
                <a:close/>
              </a:path>
              <a:path w="1296034" h="1310639">
                <a:moveTo>
                  <a:pt x="821410" y="848779"/>
                </a:moveTo>
                <a:lnTo>
                  <a:pt x="749985" y="776528"/>
                </a:lnTo>
                <a:lnTo>
                  <a:pt x="768045" y="758672"/>
                </a:lnTo>
                <a:lnTo>
                  <a:pt x="839470" y="830922"/>
                </a:lnTo>
                <a:lnTo>
                  <a:pt x="821410" y="848779"/>
                </a:lnTo>
                <a:close/>
              </a:path>
              <a:path w="1296034" h="1310639">
                <a:moveTo>
                  <a:pt x="946403" y="975232"/>
                </a:moveTo>
                <a:lnTo>
                  <a:pt x="874979" y="902969"/>
                </a:lnTo>
                <a:lnTo>
                  <a:pt x="893038" y="885113"/>
                </a:lnTo>
                <a:lnTo>
                  <a:pt x="964476" y="957376"/>
                </a:lnTo>
                <a:lnTo>
                  <a:pt x="946403" y="975232"/>
                </a:lnTo>
                <a:close/>
              </a:path>
              <a:path w="1296034" h="1310639">
                <a:moveTo>
                  <a:pt x="1071410" y="1101674"/>
                </a:moveTo>
                <a:lnTo>
                  <a:pt x="999972" y="1029423"/>
                </a:lnTo>
                <a:lnTo>
                  <a:pt x="1018044" y="1011567"/>
                </a:lnTo>
                <a:lnTo>
                  <a:pt x="1089469" y="1083817"/>
                </a:lnTo>
                <a:lnTo>
                  <a:pt x="1071410" y="1101674"/>
                </a:lnTo>
                <a:close/>
              </a:path>
              <a:path w="1296034" h="1310639">
                <a:moveTo>
                  <a:pt x="1196403" y="1228128"/>
                </a:moveTo>
                <a:lnTo>
                  <a:pt x="1124978" y="1155865"/>
                </a:lnTo>
                <a:lnTo>
                  <a:pt x="1143038" y="1138008"/>
                </a:lnTo>
                <a:lnTo>
                  <a:pt x="1214462" y="1210259"/>
                </a:lnTo>
                <a:lnTo>
                  <a:pt x="1196403" y="1228128"/>
                </a:lnTo>
                <a:close/>
              </a:path>
              <a:path w="1296034" h="1310639">
                <a:moveTo>
                  <a:pt x="1277797" y="1310462"/>
                </a:moveTo>
                <a:lnTo>
                  <a:pt x="1249972" y="1282318"/>
                </a:lnTo>
                <a:lnTo>
                  <a:pt x="1268031" y="1264462"/>
                </a:lnTo>
                <a:lnTo>
                  <a:pt x="1295869" y="1292605"/>
                </a:lnTo>
                <a:lnTo>
                  <a:pt x="1277797" y="1310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975894" y="3418306"/>
            <a:ext cx="1296035" cy="1310640"/>
          </a:xfrm>
          <a:custGeom>
            <a:avLst/>
            <a:gdLst/>
            <a:ahLst/>
            <a:cxnLst/>
            <a:rect l="l" t="t" r="r" b="b"/>
            <a:pathLst>
              <a:path w="1296034" h="1310639">
                <a:moveTo>
                  <a:pt x="71424" y="90119"/>
                </a:moveTo>
                <a:lnTo>
                  <a:pt x="0" y="17868"/>
                </a:lnTo>
                <a:lnTo>
                  <a:pt x="18059" y="0"/>
                </a:lnTo>
                <a:lnTo>
                  <a:pt x="89484" y="72262"/>
                </a:lnTo>
                <a:lnTo>
                  <a:pt x="71424" y="90119"/>
                </a:lnTo>
                <a:close/>
              </a:path>
              <a:path w="1296034" h="1310639">
                <a:moveTo>
                  <a:pt x="196418" y="216560"/>
                </a:moveTo>
                <a:lnTo>
                  <a:pt x="124993" y="144310"/>
                </a:lnTo>
                <a:lnTo>
                  <a:pt x="143052" y="126453"/>
                </a:lnTo>
                <a:lnTo>
                  <a:pt x="214490" y="198704"/>
                </a:lnTo>
                <a:lnTo>
                  <a:pt x="196418" y="216560"/>
                </a:lnTo>
                <a:close/>
              </a:path>
              <a:path w="1296034" h="1310639">
                <a:moveTo>
                  <a:pt x="321424" y="343014"/>
                </a:moveTo>
                <a:lnTo>
                  <a:pt x="249986" y="270751"/>
                </a:lnTo>
                <a:lnTo>
                  <a:pt x="268058" y="252895"/>
                </a:lnTo>
                <a:lnTo>
                  <a:pt x="339483" y="325158"/>
                </a:lnTo>
                <a:lnTo>
                  <a:pt x="321424" y="343014"/>
                </a:lnTo>
                <a:close/>
              </a:path>
              <a:path w="1296034" h="1310639">
                <a:moveTo>
                  <a:pt x="446417" y="469455"/>
                </a:moveTo>
                <a:lnTo>
                  <a:pt x="374992" y="397205"/>
                </a:lnTo>
                <a:lnTo>
                  <a:pt x="393052" y="379349"/>
                </a:lnTo>
                <a:lnTo>
                  <a:pt x="464477" y="451599"/>
                </a:lnTo>
                <a:lnTo>
                  <a:pt x="446417" y="469455"/>
                </a:lnTo>
                <a:close/>
              </a:path>
              <a:path w="1296034" h="1310639">
                <a:moveTo>
                  <a:pt x="571411" y="595896"/>
                </a:moveTo>
                <a:lnTo>
                  <a:pt x="499986" y="523646"/>
                </a:lnTo>
                <a:lnTo>
                  <a:pt x="518045" y="505790"/>
                </a:lnTo>
                <a:lnTo>
                  <a:pt x="589470" y="578040"/>
                </a:lnTo>
                <a:lnTo>
                  <a:pt x="571411" y="595896"/>
                </a:lnTo>
                <a:close/>
              </a:path>
              <a:path w="1296034" h="1310639">
                <a:moveTo>
                  <a:pt x="696404" y="722350"/>
                </a:moveTo>
                <a:lnTo>
                  <a:pt x="624979" y="650087"/>
                </a:lnTo>
                <a:lnTo>
                  <a:pt x="643051" y="632231"/>
                </a:lnTo>
                <a:lnTo>
                  <a:pt x="714476" y="704494"/>
                </a:lnTo>
                <a:lnTo>
                  <a:pt x="696404" y="722350"/>
                </a:lnTo>
                <a:close/>
              </a:path>
              <a:path w="1296034" h="1310639">
                <a:moveTo>
                  <a:pt x="821410" y="848791"/>
                </a:moveTo>
                <a:lnTo>
                  <a:pt x="749985" y="776541"/>
                </a:lnTo>
                <a:lnTo>
                  <a:pt x="768045" y="758685"/>
                </a:lnTo>
                <a:lnTo>
                  <a:pt x="839470" y="830935"/>
                </a:lnTo>
                <a:lnTo>
                  <a:pt x="821410" y="848791"/>
                </a:lnTo>
                <a:close/>
              </a:path>
              <a:path w="1296034" h="1310639">
                <a:moveTo>
                  <a:pt x="946403" y="975232"/>
                </a:moveTo>
                <a:lnTo>
                  <a:pt x="874979" y="902982"/>
                </a:lnTo>
                <a:lnTo>
                  <a:pt x="893038" y="885126"/>
                </a:lnTo>
                <a:lnTo>
                  <a:pt x="964463" y="957376"/>
                </a:lnTo>
                <a:lnTo>
                  <a:pt x="946403" y="975232"/>
                </a:lnTo>
                <a:close/>
              </a:path>
              <a:path w="1296034" h="1310639">
                <a:moveTo>
                  <a:pt x="1071397" y="1101686"/>
                </a:moveTo>
                <a:lnTo>
                  <a:pt x="999972" y="1029423"/>
                </a:lnTo>
                <a:lnTo>
                  <a:pt x="1018031" y="1011567"/>
                </a:lnTo>
                <a:lnTo>
                  <a:pt x="1089469" y="1083830"/>
                </a:lnTo>
                <a:lnTo>
                  <a:pt x="1071397" y="1101686"/>
                </a:lnTo>
                <a:close/>
              </a:path>
              <a:path w="1296034" h="1310639">
                <a:moveTo>
                  <a:pt x="1196403" y="1228128"/>
                </a:moveTo>
                <a:lnTo>
                  <a:pt x="1124966" y="1155877"/>
                </a:lnTo>
                <a:lnTo>
                  <a:pt x="1143038" y="1138021"/>
                </a:lnTo>
                <a:lnTo>
                  <a:pt x="1214462" y="1210271"/>
                </a:lnTo>
                <a:lnTo>
                  <a:pt x="1196403" y="1228128"/>
                </a:lnTo>
                <a:close/>
              </a:path>
              <a:path w="1296034" h="1310639">
                <a:moveTo>
                  <a:pt x="1277797" y="1310474"/>
                </a:moveTo>
                <a:lnTo>
                  <a:pt x="1249972" y="1282318"/>
                </a:lnTo>
                <a:lnTo>
                  <a:pt x="1268031" y="1264462"/>
                </a:lnTo>
                <a:lnTo>
                  <a:pt x="1295857" y="1292618"/>
                </a:lnTo>
                <a:lnTo>
                  <a:pt x="1277797" y="13104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7338936" y="3233572"/>
            <a:ext cx="325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ω</a:t>
            </a: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621701" y="3950919"/>
            <a:ext cx="124599" cy="127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798170" y="3123323"/>
            <a:ext cx="1768475" cy="1728470"/>
          </a:xfrm>
          <a:custGeom>
            <a:avLst/>
            <a:gdLst/>
            <a:ahLst/>
            <a:cxnLst/>
            <a:rect l="l" t="t" r="r" b="b"/>
            <a:pathLst>
              <a:path w="1768475" h="1728470">
                <a:moveTo>
                  <a:pt x="0" y="875182"/>
                </a:moveTo>
                <a:lnTo>
                  <a:pt x="0" y="853008"/>
                </a:lnTo>
                <a:lnTo>
                  <a:pt x="215" y="841870"/>
                </a:lnTo>
                <a:lnTo>
                  <a:pt x="2514" y="797496"/>
                </a:lnTo>
                <a:lnTo>
                  <a:pt x="4864" y="772274"/>
                </a:lnTo>
                <a:lnTo>
                  <a:pt x="30111" y="775068"/>
                </a:lnTo>
                <a:lnTo>
                  <a:pt x="29753" y="778408"/>
                </a:lnTo>
                <a:lnTo>
                  <a:pt x="28714" y="789000"/>
                </a:lnTo>
                <a:lnTo>
                  <a:pt x="25953" y="831748"/>
                </a:lnTo>
                <a:lnTo>
                  <a:pt x="25324" y="864171"/>
                </a:lnTo>
                <a:lnTo>
                  <a:pt x="25387" y="874852"/>
                </a:lnTo>
                <a:lnTo>
                  <a:pt x="12690" y="875099"/>
                </a:lnTo>
                <a:lnTo>
                  <a:pt x="0" y="875182"/>
                </a:lnTo>
                <a:close/>
              </a:path>
              <a:path w="1768475" h="1728470">
                <a:moveTo>
                  <a:pt x="29753" y="778408"/>
                </a:moveTo>
                <a:lnTo>
                  <a:pt x="29768" y="778255"/>
                </a:lnTo>
                <a:lnTo>
                  <a:pt x="29753" y="778408"/>
                </a:lnTo>
                <a:close/>
              </a:path>
              <a:path w="1768475" h="1728470">
                <a:moveTo>
                  <a:pt x="28714" y="789000"/>
                </a:moveTo>
                <a:lnTo>
                  <a:pt x="28727" y="788847"/>
                </a:lnTo>
                <a:lnTo>
                  <a:pt x="28714" y="789000"/>
                </a:lnTo>
                <a:close/>
              </a:path>
              <a:path w="1768475" h="1728470">
                <a:moveTo>
                  <a:pt x="27831" y="799569"/>
                </a:moveTo>
                <a:close/>
              </a:path>
              <a:path w="1768475" h="1728470">
                <a:moveTo>
                  <a:pt x="27826" y="799642"/>
                </a:moveTo>
                <a:close/>
              </a:path>
              <a:path w="1768475" h="1728470">
                <a:moveTo>
                  <a:pt x="27067" y="810298"/>
                </a:moveTo>
                <a:lnTo>
                  <a:pt x="27076" y="810145"/>
                </a:lnTo>
                <a:lnTo>
                  <a:pt x="27067" y="810298"/>
                </a:lnTo>
                <a:close/>
              </a:path>
              <a:path w="1768475" h="1728470">
                <a:moveTo>
                  <a:pt x="25953" y="831748"/>
                </a:moveTo>
                <a:lnTo>
                  <a:pt x="25958" y="831583"/>
                </a:lnTo>
                <a:lnTo>
                  <a:pt x="25953" y="831748"/>
                </a:lnTo>
                <a:close/>
              </a:path>
              <a:path w="1768475" h="1728470">
                <a:moveTo>
                  <a:pt x="25398" y="853325"/>
                </a:moveTo>
                <a:lnTo>
                  <a:pt x="25400" y="853160"/>
                </a:lnTo>
                <a:lnTo>
                  <a:pt x="25398" y="853325"/>
                </a:lnTo>
                <a:close/>
              </a:path>
              <a:path w="1768475" h="1728470">
                <a:moveTo>
                  <a:pt x="12690" y="875099"/>
                </a:moveTo>
                <a:lnTo>
                  <a:pt x="25387" y="874852"/>
                </a:lnTo>
                <a:lnTo>
                  <a:pt x="25390" y="875017"/>
                </a:lnTo>
                <a:lnTo>
                  <a:pt x="12690" y="875099"/>
                </a:lnTo>
                <a:close/>
              </a:path>
              <a:path w="1768475" h="1728470">
                <a:moveTo>
                  <a:pt x="4851" y="955725"/>
                </a:moveTo>
                <a:lnTo>
                  <a:pt x="1066" y="908494"/>
                </a:lnTo>
                <a:lnTo>
                  <a:pt x="0" y="875347"/>
                </a:lnTo>
                <a:lnTo>
                  <a:pt x="12690" y="875099"/>
                </a:lnTo>
                <a:lnTo>
                  <a:pt x="25390" y="875017"/>
                </a:lnTo>
                <a:lnTo>
                  <a:pt x="25630" y="886485"/>
                </a:lnTo>
                <a:lnTo>
                  <a:pt x="25953" y="896429"/>
                </a:lnTo>
                <a:lnTo>
                  <a:pt x="26518" y="908494"/>
                </a:lnTo>
                <a:lnTo>
                  <a:pt x="27066" y="917879"/>
                </a:lnTo>
                <a:lnTo>
                  <a:pt x="27826" y="928547"/>
                </a:lnTo>
                <a:lnTo>
                  <a:pt x="28730" y="939342"/>
                </a:lnTo>
                <a:lnTo>
                  <a:pt x="29752" y="949769"/>
                </a:lnTo>
                <a:lnTo>
                  <a:pt x="30099" y="952944"/>
                </a:lnTo>
                <a:lnTo>
                  <a:pt x="4851" y="955725"/>
                </a:lnTo>
                <a:close/>
              </a:path>
              <a:path w="1768475" h="1728470">
                <a:moveTo>
                  <a:pt x="25608" y="885824"/>
                </a:moveTo>
                <a:lnTo>
                  <a:pt x="25603" y="885659"/>
                </a:lnTo>
                <a:lnTo>
                  <a:pt x="25608" y="885824"/>
                </a:lnTo>
                <a:close/>
              </a:path>
              <a:path w="1768475" h="1728470">
                <a:moveTo>
                  <a:pt x="26451" y="907338"/>
                </a:moveTo>
                <a:lnTo>
                  <a:pt x="26441" y="907173"/>
                </a:lnTo>
                <a:lnTo>
                  <a:pt x="26451" y="907338"/>
                </a:lnTo>
                <a:close/>
              </a:path>
              <a:path w="1768475" h="1728470">
                <a:moveTo>
                  <a:pt x="41630" y="700849"/>
                </a:moveTo>
                <a:lnTo>
                  <a:pt x="16700" y="695959"/>
                </a:lnTo>
                <a:lnTo>
                  <a:pt x="17856" y="690016"/>
                </a:lnTo>
                <a:lnTo>
                  <a:pt x="22618" y="668693"/>
                </a:lnTo>
                <a:lnTo>
                  <a:pt x="27813" y="647877"/>
                </a:lnTo>
                <a:lnTo>
                  <a:pt x="33527" y="627252"/>
                </a:lnTo>
                <a:lnTo>
                  <a:pt x="39738" y="606844"/>
                </a:lnTo>
                <a:lnTo>
                  <a:pt x="43256" y="596290"/>
                </a:lnTo>
                <a:lnTo>
                  <a:pt x="67360" y="604291"/>
                </a:lnTo>
                <a:lnTo>
                  <a:pt x="63851" y="614857"/>
                </a:lnTo>
                <a:lnTo>
                  <a:pt x="57824" y="634657"/>
                </a:lnTo>
                <a:lnTo>
                  <a:pt x="52298" y="654646"/>
                </a:lnTo>
                <a:lnTo>
                  <a:pt x="47264" y="674839"/>
                </a:lnTo>
                <a:lnTo>
                  <a:pt x="42724" y="695223"/>
                </a:lnTo>
                <a:lnTo>
                  <a:pt x="41630" y="700849"/>
                </a:lnTo>
                <a:close/>
              </a:path>
              <a:path w="1768475" h="1728470">
                <a:moveTo>
                  <a:pt x="63851" y="614857"/>
                </a:moveTo>
                <a:lnTo>
                  <a:pt x="63944" y="614552"/>
                </a:lnTo>
                <a:lnTo>
                  <a:pt x="63851" y="614857"/>
                </a:lnTo>
                <a:close/>
              </a:path>
              <a:path w="1768475" h="1728470">
                <a:moveTo>
                  <a:pt x="57835" y="634616"/>
                </a:moveTo>
                <a:lnTo>
                  <a:pt x="57912" y="634339"/>
                </a:lnTo>
                <a:lnTo>
                  <a:pt x="57835" y="634616"/>
                </a:lnTo>
                <a:close/>
              </a:path>
              <a:path w="1768475" h="1728470">
                <a:moveTo>
                  <a:pt x="57824" y="634657"/>
                </a:moveTo>
                <a:close/>
              </a:path>
              <a:path w="1768475" h="1728470">
                <a:moveTo>
                  <a:pt x="52299" y="654643"/>
                </a:moveTo>
                <a:lnTo>
                  <a:pt x="52374" y="654342"/>
                </a:lnTo>
                <a:lnTo>
                  <a:pt x="52299" y="654643"/>
                </a:lnTo>
                <a:close/>
              </a:path>
              <a:path w="1768475" h="1728470">
                <a:moveTo>
                  <a:pt x="52298" y="654646"/>
                </a:moveTo>
                <a:close/>
              </a:path>
              <a:path w="1768475" h="1728470">
                <a:moveTo>
                  <a:pt x="47264" y="674839"/>
                </a:moveTo>
                <a:lnTo>
                  <a:pt x="47332" y="674535"/>
                </a:lnTo>
                <a:lnTo>
                  <a:pt x="47264" y="674839"/>
                </a:lnTo>
                <a:close/>
              </a:path>
              <a:path w="1768475" h="1728470">
                <a:moveTo>
                  <a:pt x="42736" y="695161"/>
                </a:moveTo>
                <a:lnTo>
                  <a:pt x="42786" y="694905"/>
                </a:lnTo>
                <a:lnTo>
                  <a:pt x="42736" y="695161"/>
                </a:lnTo>
                <a:close/>
              </a:path>
              <a:path w="1768475" h="1728470">
                <a:moveTo>
                  <a:pt x="42724" y="695223"/>
                </a:moveTo>
                <a:close/>
              </a:path>
              <a:path w="1768475" h="1728470">
                <a:moveTo>
                  <a:pt x="94221" y="534377"/>
                </a:moveTo>
                <a:lnTo>
                  <a:pt x="71031" y="524001"/>
                </a:lnTo>
                <a:lnTo>
                  <a:pt x="78130" y="508152"/>
                </a:lnTo>
                <a:lnTo>
                  <a:pt x="87223" y="489127"/>
                </a:lnTo>
                <a:lnTo>
                  <a:pt x="96761" y="470369"/>
                </a:lnTo>
                <a:lnTo>
                  <a:pt x="106756" y="451865"/>
                </a:lnTo>
                <a:lnTo>
                  <a:pt x="117195" y="433628"/>
                </a:lnTo>
                <a:lnTo>
                  <a:pt x="118033" y="432244"/>
                </a:lnTo>
                <a:lnTo>
                  <a:pt x="139763" y="445388"/>
                </a:lnTo>
                <a:lnTo>
                  <a:pt x="139086" y="446506"/>
                </a:lnTo>
                <a:lnTo>
                  <a:pt x="128805" y="464477"/>
                </a:lnTo>
                <a:lnTo>
                  <a:pt x="119113" y="482434"/>
                </a:lnTo>
                <a:lnTo>
                  <a:pt x="109873" y="500646"/>
                </a:lnTo>
                <a:lnTo>
                  <a:pt x="101055" y="519099"/>
                </a:lnTo>
                <a:lnTo>
                  <a:pt x="94221" y="534377"/>
                </a:lnTo>
                <a:close/>
              </a:path>
              <a:path w="1768475" h="1728470">
                <a:moveTo>
                  <a:pt x="138925" y="446773"/>
                </a:moveTo>
                <a:lnTo>
                  <a:pt x="139077" y="446506"/>
                </a:lnTo>
                <a:lnTo>
                  <a:pt x="138925" y="446773"/>
                </a:lnTo>
                <a:close/>
              </a:path>
              <a:path w="1768475" h="1728470">
                <a:moveTo>
                  <a:pt x="128832" y="464426"/>
                </a:moveTo>
                <a:lnTo>
                  <a:pt x="128955" y="464197"/>
                </a:lnTo>
                <a:lnTo>
                  <a:pt x="128832" y="464426"/>
                </a:lnTo>
                <a:close/>
              </a:path>
              <a:path w="1768475" h="1728470">
                <a:moveTo>
                  <a:pt x="128805" y="464477"/>
                </a:moveTo>
                <a:close/>
              </a:path>
              <a:path w="1768475" h="1728470">
                <a:moveTo>
                  <a:pt x="119123" y="482434"/>
                </a:moveTo>
                <a:lnTo>
                  <a:pt x="119265" y="482155"/>
                </a:lnTo>
                <a:lnTo>
                  <a:pt x="119123" y="482434"/>
                </a:lnTo>
                <a:close/>
              </a:path>
              <a:path w="1768475" h="1728470">
                <a:moveTo>
                  <a:pt x="109971" y="500443"/>
                </a:moveTo>
                <a:close/>
              </a:path>
              <a:path w="1768475" h="1728470">
                <a:moveTo>
                  <a:pt x="109873" y="500646"/>
                </a:moveTo>
                <a:lnTo>
                  <a:pt x="109971" y="500443"/>
                </a:lnTo>
                <a:lnTo>
                  <a:pt x="109873" y="500646"/>
                </a:lnTo>
                <a:close/>
              </a:path>
              <a:path w="1768475" h="1728470">
                <a:moveTo>
                  <a:pt x="101085" y="519034"/>
                </a:moveTo>
                <a:lnTo>
                  <a:pt x="101180" y="518820"/>
                </a:lnTo>
                <a:lnTo>
                  <a:pt x="101085" y="519034"/>
                </a:lnTo>
                <a:close/>
              </a:path>
              <a:path w="1768475" h="1728470">
                <a:moveTo>
                  <a:pt x="101055" y="519099"/>
                </a:moveTo>
                <a:close/>
              </a:path>
              <a:path w="1768475" h="1728470">
                <a:moveTo>
                  <a:pt x="180936" y="382396"/>
                </a:moveTo>
                <a:lnTo>
                  <a:pt x="160223" y="367703"/>
                </a:lnTo>
                <a:lnTo>
                  <a:pt x="163195" y="363524"/>
                </a:lnTo>
                <a:lnTo>
                  <a:pt x="176013" y="346373"/>
                </a:lnTo>
                <a:lnTo>
                  <a:pt x="188658" y="330250"/>
                </a:lnTo>
                <a:lnTo>
                  <a:pt x="201980" y="314083"/>
                </a:lnTo>
                <a:lnTo>
                  <a:pt x="215684" y="298246"/>
                </a:lnTo>
                <a:lnTo>
                  <a:pt x="225234" y="287731"/>
                </a:lnTo>
                <a:lnTo>
                  <a:pt x="244043" y="304799"/>
                </a:lnTo>
                <a:lnTo>
                  <a:pt x="234498" y="315328"/>
                </a:lnTo>
                <a:lnTo>
                  <a:pt x="221183" y="330707"/>
                </a:lnTo>
                <a:lnTo>
                  <a:pt x="208255" y="346405"/>
                </a:lnTo>
                <a:lnTo>
                  <a:pt x="195706" y="362407"/>
                </a:lnTo>
                <a:lnTo>
                  <a:pt x="183742" y="378459"/>
                </a:lnTo>
                <a:lnTo>
                  <a:pt x="180936" y="382396"/>
                </a:lnTo>
                <a:close/>
              </a:path>
              <a:path w="1768475" h="1728470">
                <a:moveTo>
                  <a:pt x="234608" y="315200"/>
                </a:moveTo>
                <a:close/>
              </a:path>
              <a:path w="1768475" h="1728470">
                <a:moveTo>
                  <a:pt x="234498" y="315328"/>
                </a:moveTo>
                <a:lnTo>
                  <a:pt x="234608" y="315200"/>
                </a:lnTo>
                <a:lnTo>
                  <a:pt x="234498" y="315328"/>
                </a:lnTo>
                <a:close/>
              </a:path>
              <a:path w="1768475" h="1728470">
                <a:moveTo>
                  <a:pt x="221197" y="330707"/>
                </a:moveTo>
                <a:lnTo>
                  <a:pt x="221386" y="330479"/>
                </a:lnTo>
                <a:lnTo>
                  <a:pt x="221197" y="330707"/>
                </a:lnTo>
                <a:close/>
              </a:path>
              <a:path w="1768475" h="1728470">
                <a:moveTo>
                  <a:pt x="208280" y="346373"/>
                </a:moveTo>
                <a:lnTo>
                  <a:pt x="208445" y="346163"/>
                </a:lnTo>
                <a:lnTo>
                  <a:pt x="208280" y="346373"/>
                </a:lnTo>
                <a:close/>
              </a:path>
              <a:path w="1768475" h="1728470">
                <a:moveTo>
                  <a:pt x="208255" y="346405"/>
                </a:moveTo>
                <a:close/>
              </a:path>
              <a:path w="1768475" h="1728470">
                <a:moveTo>
                  <a:pt x="195717" y="362407"/>
                </a:moveTo>
                <a:lnTo>
                  <a:pt x="195897" y="362165"/>
                </a:lnTo>
                <a:lnTo>
                  <a:pt x="195717" y="362407"/>
                </a:lnTo>
                <a:close/>
              </a:path>
              <a:path w="1768475" h="1728470">
                <a:moveTo>
                  <a:pt x="183553" y="378713"/>
                </a:moveTo>
                <a:lnTo>
                  <a:pt x="183730" y="378459"/>
                </a:lnTo>
                <a:lnTo>
                  <a:pt x="183553" y="378713"/>
                </a:lnTo>
                <a:close/>
              </a:path>
              <a:path w="1768475" h="1728470">
                <a:moveTo>
                  <a:pt x="297065" y="251815"/>
                </a:moveTo>
                <a:lnTo>
                  <a:pt x="279971" y="233032"/>
                </a:lnTo>
                <a:lnTo>
                  <a:pt x="289750" y="224129"/>
                </a:lnTo>
                <a:lnTo>
                  <a:pt x="305625" y="210375"/>
                </a:lnTo>
                <a:lnTo>
                  <a:pt x="321830" y="196976"/>
                </a:lnTo>
                <a:lnTo>
                  <a:pt x="338378" y="183972"/>
                </a:lnTo>
                <a:lnTo>
                  <a:pt x="355231" y="171335"/>
                </a:lnTo>
                <a:lnTo>
                  <a:pt x="359905" y="168008"/>
                </a:lnTo>
                <a:lnTo>
                  <a:pt x="374650" y="188683"/>
                </a:lnTo>
                <a:lnTo>
                  <a:pt x="369980" y="192023"/>
                </a:lnTo>
                <a:lnTo>
                  <a:pt x="353606" y="204292"/>
                </a:lnTo>
                <a:lnTo>
                  <a:pt x="337540" y="216941"/>
                </a:lnTo>
                <a:lnTo>
                  <a:pt x="321805" y="229946"/>
                </a:lnTo>
                <a:lnTo>
                  <a:pt x="306405" y="243319"/>
                </a:lnTo>
                <a:lnTo>
                  <a:pt x="297065" y="251815"/>
                </a:lnTo>
                <a:close/>
              </a:path>
              <a:path w="1768475" h="1728470">
                <a:moveTo>
                  <a:pt x="370062" y="191962"/>
                </a:moveTo>
                <a:lnTo>
                  <a:pt x="370217" y="191846"/>
                </a:lnTo>
                <a:lnTo>
                  <a:pt x="370062" y="191962"/>
                </a:lnTo>
                <a:close/>
              </a:path>
              <a:path w="1768475" h="1728470">
                <a:moveTo>
                  <a:pt x="369980" y="192023"/>
                </a:moveTo>
                <a:close/>
              </a:path>
              <a:path w="1768475" h="1728470">
                <a:moveTo>
                  <a:pt x="353621" y="204292"/>
                </a:moveTo>
                <a:lnTo>
                  <a:pt x="353847" y="204114"/>
                </a:lnTo>
                <a:lnTo>
                  <a:pt x="353621" y="204292"/>
                </a:lnTo>
                <a:close/>
              </a:path>
              <a:path w="1768475" h="1728470">
                <a:moveTo>
                  <a:pt x="337764" y="216765"/>
                </a:moveTo>
                <a:close/>
              </a:path>
              <a:path w="1768475" h="1728470">
                <a:moveTo>
                  <a:pt x="337551" y="216941"/>
                </a:moveTo>
                <a:lnTo>
                  <a:pt x="337764" y="216765"/>
                </a:lnTo>
                <a:lnTo>
                  <a:pt x="337551" y="216941"/>
                </a:lnTo>
                <a:close/>
              </a:path>
              <a:path w="1768475" h="1728470">
                <a:moveTo>
                  <a:pt x="321993" y="229791"/>
                </a:moveTo>
                <a:close/>
              </a:path>
              <a:path w="1768475" h="1728470">
                <a:moveTo>
                  <a:pt x="321814" y="229946"/>
                </a:moveTo>
                <a:lnTo>
                  <a:pt x="321993" y="229791"/>
                </a:lnTo>
                <a:lnTo>
                  <a:pt x="321814" y="229946"/>
                </a:lnTo>
                <a:close/>
              </a:path>
              <a:path w="1768475" h="1728470">
                <a:moveTo>
                  <a:pt x="306513" y="243221"/>
                </a:moveTo>
                <a:close/>
              </a:path>
              <a:path w="1768475" h="1728470">
                <a:moveTo>
                  <a:pt x="306405" y="243319"/>
                </a:moveTo>
                <a:close/>
              </a:path>
              <a:path w="1768475" h="1728470">
                <a:moveTo>
                  <a:pt x="437553" y="147345"/>
                </a:moveTo>
                <a:lnTo>
                  <a:pt x="424319" y="125666"/>
                </a:lnTo>
                <a:lnTo>
                  <a:pt x="425767" y="124790"/>
                </a:lnTo>
                <a:lnTo>
                  <a:pt x="444131" y="114172"/>
                </a:lnTo>
                <a:lnTo>
                  <a:pt x="462788" y="103987"/>
                </a:lnTo>
                <a:lnTo>
                  <a:pt x="481711" y="94233"/>
                </a:lnTo>
                <a:lnTo>
                  <a:pt x="500900" y="84924"/>
                </a:lnTo>
                <a:lnTo>
                  <a:pt x="515772" y="78130"/>
                </a:lnTo>
                <a:lnTo>
                  <a:pt x="526313" y="101244"/>
                </a:lnTo>
                <a:lnTo>
                  <a:pt x="511441" y="108026"/>
                </a:lnTo>
                <a:lnTo>
                  <a:pt x="492798" y="117081"/>
                </a:lnTo>
                <a:lnTo>
                  <a:pt x="474421" y="126568"/>
                </a:lnTo>
                <a:lnTo>
                  <a:pt x="456313" y="136474"/>
                </a:lnTo>
                <a:lnTo>
                  <a:pt x="438753" y="146621"/>
                </a:lnTo>
                <a:lnTo>
                  <a:pt x="437553" y="147345"/>
                </a:lnTo>
                <a:close/>
              </a:path>
              <a:path w="1768475" h="1728470">
                <a:moveTo>
                  <a:pt x="511459" y="108026"/>
                </a:moveTo>
                <a:lnTo>
                  <a:pt x="511721" y="107899"/>
                </a:lnTo>
                <a:lnTo>
                  <a:pt x="511459" y="108026"/>
                </a:lnTo>
                <a:close/>
              </a:path>
              <a:path w="1768475" h="1728470">
                <a:moveTo>
                  <a:pt x="492831" y="117081"/>
                </a:moveTo>
                <a:lnTo>
                  <a:pt x="493077" y="116954"/>
                </a:lnTo>
                <a:lnTo>
                  <a:pt x="492831" y="117081"/>
                </a:lnTo>
                <a:close/>
              </a:path>
              <a:path w="1768475" h="1728470">
                <a:moveTo>
                  <a:pt x="474615" y="126468"/>
                </a:moveTo>
                <a:close/>
              </a:path>
              <a:path w="1768475" h="1728470">
                <a:moveTo>
                  <a:pt x="474432" y="126568"/>
                </a:moveTo>
                <a:lnTo>
                  <a:pt x="474615" y="126468"/>
                </a:lnTo>
                <a:lnTo>
                  <a:pt x="474432" y="126568"/>
                </a:lnTo>
                <a:close/>
              </a:path>
              <a:path w="1768475" h="1728470">
                <a:moveTo>
                  <a:pt x="456365" y="136444"/>
                </a:moveTo>
                <a:lnTo>
                  <a:pt x="456577" y="136321"/>
                </a:lnTo>
                <a:lnTo>
                  <a:pt x="456365" y="136444"/>
                </a:lnTo>
                <a:close/>
              </a:path>
              <a:path w="1768475" h="1728470">
                <a:moveTo>
                  <a:pt x="456313" y="136474"/>
                </a:moveTo>
                <a:close/>
              </a:path>
              <a:path w="1768475" h="1728470">
                <a:moveTo>
                  <a:pt x="438467" y="146786"/>
                </a:moveTo>
                <a:lnTo>
                  <a:pt x="438734" y="146621"/>
                </a:lnTo>
                <a:lnTo>
                  <a:pt x="438467" y="146786"/>
                </a:lnTo>
                <a:close/>
              </a:path>
              <a:path w="1768475" h="1728470">
                <a:moveTo>
                  <a:pt x="595972" y="73596"/>
                </a:moveTo>
                <a:lnTo>
                  <a:pt x="621271" y="38582"/>
                </a:lnTo>
                <a:lnTo>
                  <a:pt x="663219" y="26949"/>
                </a:lnTo>
                <a:lnTo>
                  <a:pt x="686866" y="21374"/>
                </a:lnTo>
                <a:lnTo>
                  <a:pt x="692150" y="46227"/>
                </a:lnTo>
                <a:lnTo>
                  <a:pt x="689787" y="46723"/>
                </a:lnTo>
                <a:lnTo>
                  <a:pt x="669116" y="51663"/>
                </a:lnTo>
                <a:lnTo>
                  <a:pt x="648962" y="56997"/>
                </a:lnTo>
                <a:lnTo>
                  <a:pt x="628357" y="62979"/>
                </a:lnTo>
                <a:lnTo>
                  <a:pt x="608304" y="69341"/>
                </a:lnTo>
                <a:lnTo>
                  <a:pt x="595972" y="73596"/>
                </a:lnTo>
                <a:close/>
              </a:path>
              <a:path w="1768475" h="1728470">
                <a:moveTo>
                  <a:pt x="689826" y="46723"/>
                </a:moveTo>
                <a:lnTo>
                  <a:pt x="690092" y="46659"/>
                </a:lnTo>
                <a:lnTo>
                  <a:pt x="689826" y="46723"/>
                </a:lnTo>
                <a:close/>
              </a:path>
              <a:path w="1768475" h="1728470">
                <a:moveTo>
                  <a:pt x="669154" y="51653"/>
                </a:moveTo>
                <a:lnTo>
                  <a:pt x="669404" y="51587"/>
                </a:lnTo>
                <a:lnTo>
                  <a:pt x="669154" y="51653"/>
                </a:lnTo>
                <a:close/>
              </a:path>
              <a:path w="1768475" h="1728470">
                <a:moveTo>
                  <a:pt x="669116" y="51663"/>
                </a:moveTo>
                <a:close/>
              </a:path>
              <a:path w="1768475" h="1728470">
                <a:moveTo>
                  <a:pt x="648627" y="57086"/>
                </a:moveTo>
                <a:lnTo>
                  <a:pt x="648931" y="56997"/>
                </a:lnTo>
                <a:lnTo>
                  <a:pt x="648627" y="57086"/>
                </a:lnTo>
                <a:close/>
              </a:path>
              <a:path w="1768475" h="1728470">
                <a:moveTo>
                  <a:pt x="628651" y="62893"/>
                </a:moveTo>
                <a:close/>
              </a:path>
              <a:path w="1768475" h="1728470">
                <a:moveTo>
                  <a:pt x="628382" y="62979"/>
                </a:moveTo>
                <a:lnTo>
                  <a:pt x="628651" y="62893"/>
                </a:lnTo>
                <a:lnTo>
                  <a:pt x="628382" y="62979"/>
                </a:lnTo>
                <a:close/>
              </a:path>
              <a:path w="1768475" h="1728470">
                <a:moveTo>
                  <a:pt x="608338" y="69341"/>
                </a:moveTo>
                <a:lnTo>
                  <a:pt x="608596" y="69253"/>
                </a:lnTo>
                <a:lnTo>
                  <a:pt x="608338" y="69341"/>
                </a:lnTo>
                <a:close/>
              </a:path>
              <a:path w="1768475" h="1728470">
                <a:moveTo>
                  <a:pt x="766152" y="33032"/>
                </a:moveTo>
                <a:lnTo>
                  <a:pt x="793648" y="4254"/>
                </a:lnTo>
                <a:lnTo>
                  <a:pt x="838530" y="914"/>
                </a:lnTo>
                <a:lnTo>
                  <a:pt x="865517" y="0"/>
                </a:lnTo>
                <a:lnTo>
                  <a:pt x="865987" y="25387"/>
                </a:lnTo>
                <a:lnTo>
                  <a:pt x="862275" y="25463"/>
                </a:lnTo>
                <a:lnTo>
                  <a:pt x="861809" y="25463"/>
                </a:lnTo>
                <a:lnTo>
                  <a:pt x="851020" y="25806"/>
                </a:lnTo>
                <a:lnTo>
                  <a:pt x="839622" y="26288"/>
                </a:lnTo>
                <a:lnTo>
                  <a:pt x="839774" y="26288"/>
                </a:lnTo>
                <a:lnTo>
                  <a:pt x="828889" y="26898"/>
                </a:lnTo>
                <a:lnTo>
                  <a:pt x="817928" y="27635"/>
                </a:lnTo>
                <a:lnTo>
                  <a:pt x="806843" y="28524"/>
                </a:lnTo>
                <a:lnTo>
                  <a:pt x="795997" y="29540"/>
                </a:lnTo>
                <a:lnTo>
                  <a:pt x="785431" y="30657"/>
                </a:lnTo>
                <a:lnTo>
                  <a:pt x="774647" y="31927"/>
                </a:lnTo>
                <a:lnTo>
                  <a:pt x="766152" y="33032"/>
                </a:lnTo>
                <a:close/>
              </a:path>
              <a:path w="1768475" h="1728470">
                <a:moveTo>
                  <a:pt x="861656" y="25476"/>
                </a:moveTo>
                <a:lnTo>
                  <a:pt x="861809" y="25463"/>
                </a:lnTo>
                <a:lnTo>
                  <a:pt x="862275" y="25463"/>
                </a:lnTo>
                <a:lnTo>
                  <a:pt x="861656" y="25476"/>
                </a:lnTo>
                <a:close/>
              </a:path>
              <a:path w="1768475" h="1728470">
                <a:moveTo>
                  <a:pt x="850620" y="25819"/>
                </a:moveTo>
                <a:lnTo>
                  <a:pt x="850785" y="25806"/>
                </a:lnTo>
                <a:lnTo>
                  <a:pt x="851020" y="25806"/>
                </a:lnTo>
                <a:lnTo>
                  <a:pt x="850620" y="25819"/>
                </a:lnTo>
                <a:close/>
              </a:path>
              <a:path w="1768475" h="1728470">
                <a:moveTo>
                  <a:pt x="828662" y="26911"/>
                </a:moveTo>
                <a:lnTo>
                  <a:pt x="828814" y="26898"/>
                </a:lnTo>
                <a:lnTo>
                  <a:pt x="828662" y="26911"/>
                </a:lnTo>
                <a:close/>
              </a:path>
              <a:path w="1768475" h="1728470">
                <a:moveTo>
                  <a:pt x="817740" y="27647"/>
                </a:moveTo>
                <a:lnTo>
                  <a:pt x="817892" y="27635"/>
                </a:lnTo>
                <a:lnTo>
                  <a:pt x="817740" y="27647"/>
                </a:lnTo>
                <a:close/>
              </a:path>
              <a:path w="1768475" h="1728470">
                <a:moveTo>
                  <a:pt x="806872" y="28524"/>
                </a:moveTo>
                <a:lnTo>
                  <a:pt x="807008" y="28511"/>
                </a:lnTo>
                <a:lnTo>
                  <a:pt x="806872" y="28524"/>
                </a:lnTo>
                <a:close/>
              </a:path>
              <a:path w="1768475" h="1728470">
                <a:moveTo>
                  <a:pt x="796042" y="29540"/>
                </a:moveTo>
                <a:close/>
              </a:path>
              <a:path w="1768475" h="1728470">
                <a:moveTo>
                  <a:pt x="785190" y="30683"/>
                </a:moveTo>
                <a:lnTo>
                  <a:pt x="785355" y="30657"/>
                </a:lnTo>
                <a:lnTo>
                  <a:pt x="785190" y="30683"/>
                </a:lnTo>
                <a:close/>
              </a:path>
              <a:path w="1768475" h="1728470">
                <a:moveTo>
                  <a:pt x="774433" y="31953"/>
                </a:moveTo>
                <a:lnTo>
                  <a:pt x="774585" y="31927"/>
                </a:lnTo>
                <a:lnTo>
                  <a:pt x="774433" y="31953"/>
                </a:lnTo>
                <a:close/>
              </a:path>
              <a:path w="1768475" h="1728470">
                <a:moveTo>
                  <a:pt x="1042522" y="27647"/>
                </a:moveTo>
                <a:lnTo>
                  <a:pt x="949921" y="27635"/>
                </a:lnTo>
                <a:lnTo>
                  <a:pt x="941044" y="27038"/>
                </a:lnTo>
                <a:lnTo>
                  <a:pt x="942771" y="1689"/>
                </a:lnTo>
                <a:lnTo>
                  <a:pt x="985443" y="5435"/>
                </a:lnTo>
                <a:lnTo>
                  <a:pt x="1040485" y="13309"/>
                </a:lnTo>
                <a:lnTo>
                  <a:pt x="1045044" y="14173"/>
                </a:lnTo>
                <a:lnTo>
                  <a:pt x="1042522" y="27647"/>
                </a:lnTo>
                <a:close/>
              </a:path>
              <a:path w="1768475" h="1728470">
                <a:moveTo>
                  <a:pt x="1042358" y="28524"/>
                </a:moveTo>
                <a:lnTo>
                  <a:pt x="960818" y="28511"/>
                </a:lnTo>
                <a:lnTo>
                  <a:pt x="950042" y="27644"/>
                </a:lnTo>
                <a:lnTo>
                  <a:pt x="1042522" y="27647"/>
                </a:lnTo>
                <a:lnTo>
                  <a:pt x="1042358" y="28524"/>
                </a:lnTo>
                <a:close/>
              </a:path>
              <a:path w="1768475" h="1728470">
                <a:moveTo>
                  <a:pt x="1042168" y="29540"/>
                </a:moveTo>
                <a:lnTo>
                  <a:pt x="971816" y="29540"/>
                </a:lnTo>
                <a:lnTo>
                  <a:pt x="960851" y="28514"/>
                </a:lnTo>
                <a:lnTo>
                  <a:pt x="1042358" y="28524"/>
                </a:lnTo>
                <a:lnTo>
                  <a:pt x="1042168" y="29540"/>
                </a:lnTo>
                <a:close/>
              </a:path>
              <a:path w="1768475" h="1728470">
                <a:moveTo>
                  <a:pt x="1040523" y="38328"/>
                </a:moveTo>
                <a:lnTo>
                  <a:pt x="1036116" y="38328"/>
                </a:lnTo>
                <a:lnTo>
                  <a:pt x="1014564" y="34848"/>
                </a:lnTo>
                <a:lnTo>
                  <a:pt x="1003960" y="33324"/>
                </a:lnTo>
                <a:lnTo>
                  <a:pt x="993241" y="31927"/>
                </a:lnTo>
                <a:lnTo>
                  <a:pt x="982472" y="30657"/>
                </a:lnTo>
                <a:lnTo>
                  <a:pt x="971664" y="29527"/>
                </a:lnTo>
                <a:lnTo>
                  <a:pt x="971816" y="29540"/>
                </a:lnTo>
                <a:lnTo>
                  <a:pt x="1042168" y="29540"/>
                </a:lnTo>
                <a:lnTo>
                  <a:pt x="1040523" y="38328"/>
                </a:lnTo>
                <a:close/>
              </a:path>
              <a:path w="1768475" h="1728470">
                <a:moveTo>
                  <a:pt x="1040371" y="39141"/>
                </a:moveTo>
                <a:lnTo>
                  <a:pt x="1035799" y="38277"/>
                </a:lnTo>
                <a:lnTo>
                  <a:pt x="1036116" y="38328"/>
                </a:lnTo>
                <a:lnTo>
                  <a:pt x="1040523" y="38328"/>
                </a:lnTo>
                <a:lnTo>
                  <a:pt x="1040371" y="39141"/>
                </a:lnTo>
                <a:close/>
              </a:path>
              <a:path w="1768475" h="1728470">
                <a:moveTo>
                  <a:pt x="1216138" y="62979"/>
                </a:moveTo>
                <a:lnTo>
                  <a:pt x="1139456" y="62979"/>
                </a:lnTo>
                <a:lnTo>
                  <a:pt x="1118895" y="56997"/>
                </a:lnTo>
                <a:lnTo>
                  <a:pt x="1113777" y="55651"/>
                </a:lnTo>
                <a:lnTo>
                  <a:pt x="1120267" y="31089"/>
                </a:lnTo>
                <a:lnTo>
                  <a:pt x="1125981" y="32613"/>
                </a:lnTo>
                <a:lnTo>
                  <a:pt x="1146848" y="38684"/>
                </a:lnTo>
                <a:lnTo>
                  <a:pt x="1167485" y="45237"/>
                </a:lnTo>
                <a:lnTo>
                  <a:pt x="1187615" y="52158"/>
                </a:lnTo>
                <a:lnTo>
                  <a:pt x="1208100" y="59766"/>
                </a:lnTo>
                <a:lnTo>
                  <a:pt x="1216138" y="62979"/>
                </a:lnTo>
                <a:close/>
              </a:path>
              <a:path w="1768475" h="1728470">
                <a:moveTo>
                  <a:pt x="1215807" y="69341"/>
                </a:moveTo>
                <a:lnTo>
                  <a:pt x="1159510" y="69341"/>
                </a:lnTo>
                <a:lnTo>
                  <a:pt x="1139314" y="62937"/>
                </a:lnTo>
                <a:lnTo>
                  <a:pt x="1139456" y="62979"/>
                </a:lnTo>
                <a:lnTo>
                  <a:pt x="1216138" y="62979"/>
                </a:lnTo>
                <a:lnTo>
                  <a:pt x="1218044" y="63741"/>
                </a:lnTo>
                <a:lnTo>
                  <a:pt x="1215807" y="69341"/>
                </a:lnTo>
                <a:close/>
              </a:path>
              <a:path w="1768475" h="1728470">
                <a:moveTo>
                  <a:pt x="1213079" y="76174"/>
                </a:moveTo>
                <a:lnTo>
                  <a:pt x="1179347" y="76174"/>
                </a:lnTo>
                <a:lnTo>
                  <a:pt x="1159217" y="69253"/>
                </a:lnTo>
                <a:lnTo>
                  <a:pt x="1159510" y="69341"/>
                </a:lnTo>
                <a:lnTo>
                  <a:pt x="1215807" y="69341"/>
                </a:lnTo>
                <a:lnTo>
                  <a:pt x="1213079" y="76174"/>
                </a:lnTo>
                <a:close/>
              </a:path>
              <a:path w="1768475" h="1728470">
                <a:moveTo>
                  <a:pt x="1210162" y="83477"/>
                </a:moveTo>
                <a:lnTo>
                  <a:pt x="1198968" y="83477"/>
                </a:lnTo>
                <a:lnTo>
                  <a:pt x="1179264" y="76145"/>
                </a:lnTo>
                <a:lnTo>
                  <a:pt x="1213079" y="76174"/>
                </a:lnTo>
                <a:lnTo>
                  <a:pt x="1210162" y="83477"/>
                </a:lnTo>
                <a:close/>
              </a:path>
              <a:path w="1768475" h="1728470">
                <a:moveTo>
                  <a:pt x="1208620" y="87337"/>
                </a:moveTo>
                <a:lnTo>
                  <a:pt x="1198879" y="83443"/>
                </a:lnTo>
                <a:lnTo>
                  <a:pt x="1210162" y="83477"/>
                </a:lnTo>
                <a:lnTo>
                  <a:pt x="1208620" y="87337"/>
                </a:lnTo>
                <a:close/>
              </a:path>
              <a:path w="1768475" h="1728470">
                <a:moveTo>
                  <a:pt x="1344977" y="126568"/>
                </a:moveTo>
                <a:lnTo>
                  <a:pt x="1293393" y="126568"/>
                </a:lnTo>
                <a:lnTo>
                  <a:pt x="1276972" y="118097"/>
                </a:lnTo>
                <a:lnTo>
                  <a:pt x="1288618" y="95516"/>
                </a:lnTo>
                <a:lnTo>
                  <a:pt x="1305039" y="103987"/>
                </a:lnTo>
                <a:lnTo>
                  <a:pt x="1323949" y="114325"/>
                </a:lnTo>
                <a:lnTo>
                  <a:pt x="1342313" y="124942"/>
                </a:lnTo>
                <a:lnTo>
                  <a:pt x="1344977" y="126568"/>
                </a:lnTo>
                <a:close/>
              </a:path>
              <a:path w="1768475" h="1728470">
                <a:moveTo>
                  <a:pt x="1363802" y="168363"/>
                </a:moveTo>
                <a:lnTo>
                  <a:pt x="1346657" y="157340"/>
                </a:lnTo>
                <a:lnTo>
                  <a:pt x="1329093" y="146621"/>
                </a:lnTo>
                <a:lnTo>
                  <a:pt x="1311249" y="136321"/>
                </a:lnTo>
                <a:lnTo>
                  <a:pt x="1293195" y="126466"/>
                </a:lnTo>
                <a:lnTo>
                  <a:pt x="1293393" y="126568"/>
                </a:lnTo>
                <a:lnTo>
                  <a:pt x="1344977" y="126568"/>
                </a:lnTo>
                <a:lnTo>
                  <a:pt x="1360398" y="135978"/>
                </a:lnTo>
                <a:lnTo>
                  <a:pt x="1377543" y="147002"/>
                </a:lnTo>
                <a:lnTo>
                  <a:pt x="1363802" y="168363"/>
                </a:lnTo>
                <a:close/>
              </a:path>
              <a:path w="1768475" h="1728470">
                <a:moveTo>
                  <a:pt x="1329347" y="146786"/>
                </a:moveTo>
                <a:lnTo>
                  <a:pt x="1329061" y="146621"/>
                </a:lnTo>
                <a:lnTo>
                  <a:pt x="1329347" y="146786"/>
                </a:lnTo>
                <a:close/>
              </a:path>
              <a:path w="1768475" h="1728470">
                <a:moveTo>
                  <a:pt x="1469769" y="216941"/>
                </a:moveTo>
                <a:lnTo>
                  <a:pt x="1430274" y="216941"/>
                </a:lnTo>
                <a:lnTo>
                  <a:pt x="1424482" y="212382"/>
                </a:lnTo>
                <a:lnTo>
                  <a:pt x="1440192" y="192430"/>
                </a:lnTo>
                <a:lnTo>
                  <a:pt x="1446225" y="197167"/>
                </a:lnTo>
                <a:lnTo>
                  <a:pt x="1462417" y="210565"/>
                </a:lnTo>
                <a:lnTo>
                  <a:pt x="1469769" y="216941"/>
                </a:lnTo>
                <a:close/>
              </a:path>
              <a:path w="1768475" h="1728470">
                <a:moveTo>
                  <a:pt x="1484461" y="229946"/>
                </a:moveTo>
                <a:lnTo>
                  <a:pt x="1446009" y="229946"/>
                </a:lnTo>
                <a:lnTo>
                  <a:pt x="1430046" y="216762"/>
                </a:lnTo>
                <a:lnTo>
                  <a:pt x="1430274" y="216941"/>
                </a:lnTo>
                <a:lnTo>
                  <a:pt x="1469769" y="216941"/>
                </a:lnTo>
                <a:lnTo>
                  <a:pt x="1478292" y="224332"/>
                </a:lnTo>
                <a:lnTo>
                  <a:pt x="1484461" y="229946"/>
                </a:lnTo>
                <a:close/>
              </a:path>
              <a:path w="1768475" h="1728470">
                <a:moveTo>
                  <a:pt x="1498906" y="243319"/>
                </a:moveTo>
                <a:lnTo>
                  <a:pt x="1461427" y="243319"/>
                </a:lnTo>
                <a:lnTo>
                  <a:pt x="1445822" y="229791"/>
                </a:lnTo>
                <a:lnTo>
                  <a:pt x="1446009" y="229946"/>
                </a:lnTo>
                <a:lnTo>
                  <a:pt x="1484461" y="229946"/>
                </a:lnTo>
                <a:lnTo>
                  <a:pt x="1493812" y="238455"/>
                </a:lnTo>
                <a:lnTo>
                  <a:pt x="1498906" y="243319"/>
                </a:lnTo>
                <a:close/>
              </a:path>
              <a:path w="1768475" h="1728470">
                <a:moveTo>
                  <a:pt x="1513084" y="257047"/>
                </a:moveTo>
                <a:lnTo>
                  <a:pt x="1476502" y="257047"/>
                </a:lnTo>
                <a:lnTo>
                  <a:pt x="1461314" y="243221"/>
                </a:lnTo>
                <a:lnTo>
                  <a:pt x="1498906" y="243319"/>
                </a:lnTo>
                <a:lnTo>
                  <a:pt x="1508988" y="252945"/>
                </a:lnTo>
                <a:lnTo>
                  <a:pt x="1513084" y="257047"/>
                </a:lnTo>
                <a:close/>
              </a:path>
              <a:path w="1768475" h="1728470">
                <a:moveTo>
                  <a:pt x="1507005" y="271106"/>
                </a:moveTo>
                <a:lnTo>
                  <a:pt x="1491233" y="271106"/>
                </a:lnTo>
                <a:lnTo>
                  <a:pt x="1476451" y="257001"/>
                </a:lnTo>
                <a:lnTo>
                  <a:pt x="1513084" y="257047"/>
                </a:lnTo>
                <a:lnTo>
                  <a:pt x="1517078" y="261048"/>
                </a:lnTo>
                <a:lnTo>
                  <a:pt x="1507005" y="271106"/>
                </a:lnTo>
                <a:close/>
              </a:path>
              <a:path w="1768475" h="1728470">
                <a:moveTo>
                  <a:pt x="1499107" y="278993"/>
                </a:moveTo>
                <a:lnTo>
                  <a:pt x="1491018" y="270903"/>
                </a:lnTo>
                <a:lnTo>
                  <a:pt x="1491233" y="271106"/>
                </a:lnTo>
                <a:lnTo>
                  <a:pt x="1507005" y="271106"/>
                </a:lnTo>
                <a:lnTo>
                  <a:pt x="1499107" y="278993"/>
                </a:lnTo>
                <a:close/>
              </a:path>
              <a:path w="1768475" h="1728470">
                <a:moveTo>
                  <a:pt x="1591827" y="346405"/>
                </a:moveTo>
                <a:lnTo>
                  <a:pt x="1559560" y="346405"/>
                </a:lnTo>
                <a:lnTo>
                  <a:pt x="1549641" y="334365"/>
                </a:lnTo>
                <a:lnTo>
                  <a:pt x="1569237" y="318211"/>
                </a:lnTo>
                <a:lnTo>
                  <a:pt x="1579359" y="330492"/>
                </a:lnTo>
                <a:lnTo>
                  <a:pt x="1591827" y="346405"/>
                </a:lnTo>
                <a:close/>
              </a:path>
              <a:path w="1768475" h="1728470">
                <a:moveTo>
                  <a:pt x="1603795" y="362407"/>
                </a:moveTo>
                <a:lnTo>
                  <a:pt x="1572107" y="362407"/>
                </a:lnTo>
                <a:lnTo>
                  <a:pt x="1559533" y="346373"/>
                </a:lnTo>
                <a:lnTo>
                  <a:pt x="1591827" y="346405"/>
                </a:lnTo>
                <a:lnTo>
                  <a:pt x="1592275" y="346976"/>
                </a:lnTo>
                <a:lnTo>
                  <a:pt x="1603795" y="362407"/>
                </a:lnTo>
                <a:close/>
              </a:path>
              <a:path w="1768475" h="1728470">
                <a:moveTo>
                  <a:pt x="1615404" y="378713"/>
                </a:moveTo>
                <a:lnTo>
                  <a:pt x="1584274" y="378713"/>
                </a:lnTo>
                <a:lnTo>
                  <a:pt x="1571917" y="362165"/>
                </a:lnTo>
                <a:lnTo>
                  <a:pt x="1572107" y="362407"/>
                </a:lnTo>
                <a:lnTo>
                  <a:pt x="1603795" y="362407"/>
                </a:lnTo>
                <a:lnTo>
                  <a:pt x="1604810" y="363766"/>
                </a:lnTo>
                <a:lnTo>
                  <a:pt x="1615404" y="378713"/>
                </a:lnTo>
                <a:close/>
              </a:path>
              <a:path w="1768475" h="1728470">
                <a:moveTo>
                  <a:pt x="1626643" y="395300"/>
                </a:moveTo>
                <a:lnTo>
                  <a:pt x="1596034" y="395300"/>
                </a:lnTo>
                <a:lnTo>
                  <a:pt x="1584083" y="378459"/>
                </a:lnTo>
                <a:lnTo>
                  <a:pt x="1584274" y="378713"/>
                </a:lnTo>
                <a:lnTo>
                  <a:pt x="1615404" y="378713"/>
                </a:lnTo>
                <a:lnTo>
                  <a:pt x="1616925" y="380860"/>
                </a:lnTo>
                <a:lnTo>
                  <a:pt x="1626643" y="395300"/>
                </a:lnTo>
                <a:close/>
              </a:path>
              <a:path w="1768475" h="1728470">
                <a:moveTo>
                  <a:pt x="1613157" y="412178"/>
                </a:moveTo>
                <a:lnTo>
                  <a:pt x="1607400" y="412178"/>
                </a:lnTo>
                <a:lnTo>
                  <a:pt x="1595902" y="395114"/>
                </a:lnTo>
                <a:lnTo>
                  <a:pt x="1596034" y="395300"/>
                </a:lnTo>
                <a:lnTo>
                  <a:pt x="1626643" y="395300"/>
                </a:lnTo>
                <a:lnTo>
                  <a:pt x="1628635" y="398259"/>
                </a:lnTo>
                <a:lnTo>
                  <a:pt x="1630464" y="401116"/>
                </a:lnTo>
                <a:lnTo>
                  <a:pt x="1613157" y="412178"/>
                </a:lnTo>
                <a:close/>
              </a:path>
              <a:path w="1768475" h="1728470">
                <a:moveTo>
                  <a:pt x="1609064" y="414794"/>
                </a:moveTo>
                <a:lnTo>
                  <a:pt x="1607223" y="411924"/>
                </a:lnTo>
                <a:lnTo>
                  <a:pt x="1607400" y="412178"/>
                </a:lnTo>
                <a:lnTo>
                  <a:pt x="1613157" y="412178"/>
                </a:lnTo>
                <a:lnTo>
                  <a:pt x="1609064" y="414794"/>
                </a:lnTo>
                <a:close/>
              </a:path>
              <a:path w="1768475" h="1728470">
                <a:moveTo>
                  <a:pt x="1686101" y="500646"/>
                </a:moveTo>
                <a:lnTo>
                  <a:pt x="1657959" y="500646"/>
                </a:lnTo>
                <a:lnTo>
                  <a:pt x="1648561" y="482155"/>
                </a:lnTo>
                <a:lnTo>
                  <a:pt x="1647202" y="479653"/>
                </a:lnTo>
                <a:lnTo>
                  <a:pt x="1669554" y="467588"/>
                </a:lnTo>
                <a:lnTo>
                  <a:pt x="1671193" y="470649"/>
                </a:lnTo>
                <a:lnTo>
                  <a:pt x="1680603" y="489127"/>
                </a:lnTo>
                <a:lnTo>
                  <a:pt x="1686101" y="500646"/>
                </a:lnTo>
                <a:close/>
              </a:path>
              <a:path w="1768475" h="1728470">
                <a:moveTo>
                  <a:pt x="1694593" y="519099"/>
                </a:moveTo>
                <a:lnTo>
                  <a:pt x="1666773" y="519099"/>
                </a:lnTo>
                <a:lnTo>
                  <a:pt x="1657856" y="500443"/>
                </a:lnTo>
                <a:lnTo>
                  <a:pt x="1657959" y="500646"/>
                </a:lnTo>
                <a:lnTo>
                  <a:pt x="1686101" y="500646"/>
                </a:lnTo>
                <a:lnTo>
                  <a:pt x="1689823" y="508444"/>
                </a:lnTo>
                <a:lnTo>
                  <a:pt x="1694593" y="519099"/>
                </a:lnTo>
                <a:close/>
              </a:path>
              <a:path w="1768475" h="1728470">
                <a:moveTo>
                  <a:pt x="1702659" y="537794"/>
                </a:moveTo>
                <a:lnTo>
                  <a:pt x="1675129" y="537794"/>
                </a:lnTo>
                <a:lnTo>
                  <a:pt x="1666633" y="518820"/>
                </a:lnTo>
                <a:lnTo>
                  <a:pt x="1666773" y="519099"/>
                </a:lnTo>
                <a:lnTo>
                  <a:pt x="1694593" y="519099"/>
                </a:lnTo>
                <a:lnTo>
                  <a:pt x="1698447" y="527710"/>
                </a:lnTo>
                <a:lnTo>
                  <a:pt x="1702659" y="537794"/>
                </a:lnTo>
                <a:close/>
              </a:path>
              <a:path w="1768475" h="1728470">
                <a:moveTo>
                  <a:pt x="1710288" y="556729"/>
                </a:moveTo>
                <a:lnTo>
                  <a:pt x="1683042" y="556729"/>
                </a:lnTo>
                <a:lnTo>
                  <a:pt x="1675002" y="537514"/>
                </a:lnTo>
                <a:lnTo>
                  <a:pt x="1675129" y="537794"/>
                </a:lnTo>
                <a:lnTo>
                  <a:pt x="1702659" y="537794"/>
                </a:lnTo>
                <a:lnTo>
                  <a:pt x="1706600" y="547230"/>
                </a:lnTo>
                <a:lnTo>
                  <a:pt x="1710288" y="556729"/>
                </a:lnTo>
                <a:close/>
              </a:path>
              <a:path w="1768475" h="1728470">
                <a:moveTo>
                  <a:pt x="1688465" y="570699"/>
                </a:moveTo>
                <a:lnTo>
                  <a:pt x="1683029" y="556700"/>
                </a:lnTo>
                <a:lnTo>
                  <a:pt x="1710288" y="556729"/>
                </a:lnTo>
                <a:lnTo>
                  <a:pt x="1712137" y="561492"/>
                </a:lnTo>
                <a:lnTo>
                  <a:pt x="1688465" y="570699"/>
                </a:lnTo>
                <a:close/>
              </a:path>
              <a:path w="1768475" h="1728470">
                <a:moveTo>
                  <a:pt x="1741702" y="654646"/>
                </a:moveTo>
                <a:lnTo>
                  <a:pt x="1715528" y="654646"/>
                </a:lnTo>
                <a:lnTo>
                  <a:pt x="1711972" y="641807"/>
                </a:lnTo>
                <a:lnTo>
                  <a:pt x="1736445" y="635025"/>
                </a:lnTo>
                <a:lnTo>
                  <a:pt x="1740090" y="648182"/>
                </a:lnTo>
                <a:lnTo>
                  <a:pt x="1741702" y="654646"/>
                </a:lnTo>
                <a:close/>
              </a:path>
              <a:path w="1768475" h="1728470">
                <a:moveTo>
                  <a:pt x="1750977" y="695223"/>
                </a:moveTo>
                <a:lnTo>
                  <a:pt x="1725104" y="695223"/>
                </a:lnTo>
                <a:lnTo>
                  <a:pt x="1720494" y="674535"/>
                </a:lnTo>
                <a:lnTo>
                  <a:pt x="1715439" y="654342"/>
                </a:lnTo>
                <a:lnTo>
                  <a:pt x="1715528" y="654646"/>
                </a:lnTo>
                <a:lnTo>
                  <a:pt x="1741702" y="654646"/>
                </a:lnTo>
                <a:lnTo>
                  <a:pt x="1745284" y="669010"/>
                </a:lnTo>
                <a:lnTo>
                  <a:pt x="1749958" y="690016"/>
                </a:lnTo>
                <a:lnTo>
                  <a:pt x="1750977" y="695223"/>
                </a:lnTo>
                <a:close/>
              </a:path>
              <a:path w="1768475" h="1728470">
                <a:moveTo>
                  <a:pt x="1754883" y="715784"/>
                </a:moveTo>
                <a:lnTo>
                  <a:pt x="1729130" y="715784"/>
                </a:lnTo>
                <a:lnTo>
                  <a:pt x="1725028" y="694905"/>
                </a:lnTo>
                <a:lnTo>
                  <a:pt x="1725104" y="695223"/>
                </a:lnTo>
                <a:lnTo>
                  <a:pt x="1750977" y="695223"/>
                </a:lnTo>
                <a:lnTo>
                  <a:pt x="1754111" y="711225"/>
                </a:lnTo>
                <a:lnTo>
                  <a:pt x="1754883" y="715784"/>
                </a:lnTo>
                <a:close/>
              </a:path>
              <a:path w="1768475" h="1728470">
                <a:moveTo>
                  <a:pt x="1753210" y="736523"/>
                </a:moveTo>
                <a:lnTo>
                  <a:pt x="1732635" y="736523"/>
                </a:lnTo>
                <a:lnTo>
                  <a:pt x="1729066" y="715467"/>
                </a:lnTo>
                <a:lnTo>
                  <a:pt x="1729130" y="715784"/>
                </a:lnTo>
                <a:lnTo>
                  <a:pt x="1754883" y="715784"/>
                </a:lnTo>
                <a:lnTo>
                  <a:pt x="1757718" y="732523"/>
                </a:lnTo>
                <a:lnTo>
                  <a:pt x="1758200" y="735774"/>
                </a:lnTo>
                <a:lnTo>
                  <a:pt x="1753210" y="736523"/>
                </a:lnTo>
                <a:close/>
              </a:path>
              <a:path w="1768475" h="1728470">
                <a:moveTo>
                  <a:pt x="1733080" y="739546"/>
                </a:moveTo>
                <a:lnTo>
                  <a:pt x="1732616" y="736411"/>
                </a:lnTo>
                <a:lnTo>
                  <a:pt x="1753210" y="736523"/>
                </a:lnTo>
                <a:lnTo>
                  <a:pt x="1733080" y="739546"/>
                </a:lnTo>
                <a:close/>
              </a:path>
              <a:path w="1768475" h="1728470">
                <a:moveTo>
                  <a:pt x="1766807" y="821004"/>
                </a:moveTo>
                <a:lnTo>
                  <a:pt x="1741385" y="821004"/>
                </a:lnTo>
                <a:lnTo>
                  <a:pt x="1740979" y="814146"/>
                </a:lnTo>
                <a:lnTo>
                  <a:pt x="1766341" y="812672"/>
                </a:lnTo>
                <a:lnTo>
                  <a:pt x="1766747" y="819696"/>
                </a:lnTo>
                <a:lnTo>
                  <a:pt x="1766807" y="821004"/>
                </a:lnTo>
                <a:close/>
              </a:path>
              <a:path w="1768475" h="1728470">
                <a:moveTo>
                  <a:pt x="1767889" y="864171"/>
                </a:moveTo>
                <a:lnTo>
                  <a:pt x="1742490" y="864171"/>
                </a:lnTo>
                <a:lnTo>
                  <a:pt x="1742417" y="852843"/>
                </a:lnTo>
                <a:lnTo>
                  <a:pt x="1742191" y="841870"/>
                </a:lnTo>
                <a:lnTo>
                  <a:pt x="1741868" y="831583"/>
                </a:lnTo>
                <a:lnTo>
                  <a:pt x="1741373" y="820839"/>
                </a:lnTo>
                <a:lnTo>
                  <a:pt x="1741385" y="821004"/>
                </a:lnTo>
                <a:lnTo>
                  <a:pt x="1766807" y="821004"/>
                </a:lnTo>
                <a:lnTo>
                  <a:pt x="1767287" y="831748"/>
                </a:lnTo>
                <a:lnTo>
                  <a:pt x="1767624" y="842517"/>
                </a:lnTo>
                <a:lnTo>
                  <a:pt x="1767827" y="852843"/>
                </a:lnTo>
                <a:lnTo>
                  <a:pt x="1767889" y="864171"/>
                </a:lnTo>
                <a:close/>
              </a:path>
              <a:path w="1768475" h="1728470">
                <a:moveTo>
                  <a:pt x="1741868" y="831748"/>
                </a:moveTo>
                <a:lnTo>
                  <a:pt x="1741861" y="831583"/>
                </a:lnTo>
                <a:lnTo>
                  <a:pt x="1741868" y="831748"/>
                </a:lnTo>
                <a:close/>
              </a:path>
              <a:path w="1768475" h="1728470">
                <a:moveTo>
                  <a:pt x="1742211" y="842517"/>
                </a:moveTo>
                <a:lnTo>
                  <a:pt x="1742206" y="842352"/>
                </a:lnTo>
                <a:lnTo>
                  <a:pt x="1742211" y="842517"/>
                </a:lnTo>
                <a:close/>
              </a:path>
              <a:path w="1768475" h="1728470">
                <a:moveTo>
                  <a:pt x="1742427" y="853325"/>
                </a:moveTo>
                <a:lnTo>
                  <a:pt x="1742424" y="853160"/>
                </a:lnTo>
                <a:lnTo>
                  <a:pt x="1742427" y="853325"/>
                </a:lnTo>
                <a:close/>
              </a:path>
              <a:path w="1768475" h="1728470">
                <a:moveTo>
                  <a:pt x="1767828" y="875017"/>
                </a:moveTo>
                <a:lnTo>
                  <a:pt x="1742427" y="875017"/>
                </a:lnTo>
                <a:lnTo>
                  <a:pt x="1742490" y="864088"/>
                </a:lnTo>
                <a:lnTo>
                  <a:pt x="1767889" y="864171"/>
                </a:lnTo>
                <a:lnTo>
                  <a:pt x="1767828" y="875017"/>
                </a:lnTo>
                <a:close/>
              </a:path>
              <a:path w="1768475" h="1728470">
                <a:moveTo>
                  <a:pt x="1767612" y="885824"/>
                </a:moveTo>
                <a:lnTo>
                  <a:pt x="1742211" y="885824"/>
                </a:lnTo>
                <a:lnTo>
                  <a:pt x="1742427" y="874852"/>
                </a:lnTo>
                <a:lnTo>
                  <a:pt x="1742427" y="875017"/>
                </a:lnTo>
                <a:lnTo>
                  <a:pt x="1767828" y="875017"/>
                </a:lnTo>
                <a:lnTo>
                  <a:pt x="1767612" y="885824"/>
                </a:lnTo>
                <a:close/>
              </a:path>
              <a:path w="1768475" h="1728470">
                <a:moveTo>
                  <a:pt x="1767274" y="896594"/>
                </a:moveTo>
                <a:lnTo>
                  <a:pt x="1741868" y="896594"/>
                </a:lnTo>
                <a:lnTo>
                  <a:pt x="1742211" y="885659"/>
                </a:lnTo>
                <a:lnTo>
                  <a:pt x="1742211" y="885824"/>
                </a:lnTo>
                <a:lnTo>
                  <a:pt x="1767612" y="885824"/>
                </a:lnTo>
                <a:lnTo>
                  <a:pt x="1767274" y="896594"/>
                </a:lnTo>
                <a:close/>
              </a:path>
              <a:path w="1768475" h="1728470">
                <a:moveTo>
                  <a:pt x="1766328" y="915682"/>
                </a:moveTo>
                <a:lnTo>
                  <a:pt x="1740979" y="914209"/>
                </a:lnTo>
                <a:lnTo>
                  <a:pt x="1741385" y="907173"/>
                </a:lnTo>
                <a:lnTo>
                  <a:pt x="1741868" y="896429"/>
                </a:lnTo>
                <a:lnTo>
                  <a:pt x="1741868" y="896594"/>
                </a:lnTo>
                <a:lnTo>
                  <a:pt x="1767274" y="896594"/>
                </a:lnTo>
                <a:lnTo>
                  <a:pt x="1766735" y="908659"/>
                </a:lnTo>
                <a:lnTo>
                  <a:pt x="1766328" y="915682"/>
                </a:lnTo>
                <a:close/>
              </a:path>
              <a:path w="1768475" h="1728470">
                <a:moveTo>
                  <a:pt x="1741373" y="907338"/>
                </a:moveTo>
                <a:lnTo>
                  <a:pt x="1741380" y="907173"/>
                </a:lnTo>
                <a:lnTo>
                  <a:pt x="1741373" y="907338"/>
                </a:lnTo>
                <a:close/>
              </a:path>
              <a:path w="1768475" h="1728470">
                <a:moveTo>
                  <a:pt x="1753592" y="991895"/>
                </a:moveTo>
                <a:lnTo>
                  <a:pt x="1732597" y="991895"/>
                </a:lnTo>
                <a:lnTo>
                  <a:pt x="1732635" y="991654"/>
                </a:lnTo>
                <a:lnTo>
                  <a:pt x="1733054" y="988821"/>
                </a:lnTo>
                <a:lnTo>
                  <a:pt x="1753592" y="991895"/>
                </a:lnTo>
                <a:close/>
              </a:path>
              <a:path w="1768475" h="1728470">
                <a:moveTo>
                  <a:pt x="1732617" y="991760"/>
                </a:moveTo>
                <a:close/>
              </a:path>
              <a:path w="1768475" h="1728470">
                <a:moveTo>
                  <a:pt x="1746509" y="1053655"/>
                </a:moveTo>
                <a:lnTo>
                  <a:pt x="1720494" y="1053655"/>
                </a:lnTo>
                <a:lnTo>
                  <a:pt x="1725104" y="1032954"/>
                </a:lnTo>
                <a:lnTo>
                  <a:pt x="1729130" y="1012393"/>
                </a:lnTo>
                <a:lnTo>
                  <a:pt x="1732617" y="991760"/>
                </a:lnTo>
                <a:lnTo>
                  <a:pt x="1732597" y="991895"/>
                </a:lnTo>
                <a:lnTo>
                  <a:pt x="1753592" y="991895"/>
                </a:lnTo>
                <a:lnTo>
                  <a:pt x="1758175" y="992581"/>
                </a:lnTo>
                <a:lnTo>
                  <a:pt x="1757679" y="995908"/>
                </a:lnTo>
                <a:lnTo>
                  <a:pt x="1754047" y="1017282"/>
                </a:lnTo>
                <a:lnTo>
                  <a:pt x="1749894" y="1038478"/>
                </a:lnTo>
                <a:lnTo>
                  <a:pt x="1746509" y="1053655"/>
                </a:lnTo>
                <a:close/>
              </a:path>
              <a:path w="1768475" h="1728470">
                <a:moveTo>
                  <a:pt x="1729066" y="1012710"/>
                </a:moveTo>
                <a:lnTo>
                  <a:pt x="1729120" y="1012393"/>
                </a:lnTo>
                <a:lnTo>
                  <a:pt x="1729066" y="1012710"/>
                </a:lnTo>
                <a:close/>
              </a:path>
              <a:path w="1768475" h="1728470">
                <a:moveTo>
                  <a:pt x="1725028" y="1033271"/>
                </a:moveTo>
                <a:lnTo>
                  <a:pt x="1725090" y="1032954"/>
                </a:lnTo>
                <a:lnTo>
                  <a:pt x="1725028" y="1033271"/>
                </a:lnTo>
                <a:close/>
              </a:path>
              <a:path w="1768475" h="1728470">
                <a:moveTo>
                  <a:pt x="1736394" y="1093330"/>
                </a:moveTo>
                <a:lnTo>
                  <a:pt x="1711921" y="1086548"/>
                </a:lnTo>
                <a:lnTo>
                  <a:pt x="1715528" y="1073530"/>
                </a:lnTo>
                <a:lnTo>
                  <a:pt x="1720557" y="1053337"/>
                </a:lnTo>
                <a:lnTo>
                  <a:pt x="1720494" y="1053655"/>
                </a:lnTo>
                <a:lnTo>
                  <a:pt x="1746509" y="1053655"/>
                </a:lnTo>
                <a:lnTo>
                  <a:pt x="1745208" y="1059484"/>
                </a:lnTo>
                <a:lnTo>
                  <a:pt x="1740001" y="1080312"/>
                </a:lnTo>
                <a:lnTo>
                  <a:pt x="1736394" y="1093330"/>
                </a:lnTo>
                <a:close/>
              </a:path>
              <a:path w="1768475" h="1728470">
                <a:moveTo>
                  <a:pt x="1715439" y="1073835"/>
                </a:moveTo>
                <a:lnTo>
                  <a:pt x="1715515" y="1073530"/>
                </a:lnTo>
                <a:lnTo>
                  <a:pt x="1715439" y="1073835"/>
                </a:lnTo>
                <a:close/>
              </a:path>
              <a:path w="1768475" h="1728470">
                <a:moveTo>
                  <a:pt x="1710176" y="1171740"/>
                </a:moveTo>
                <a:lnTo>
                  <a:pt x="1682927" y="1171740"/>
                </a:lnTo>
                <a:lnTo>
                  <a:pt x="1683042" y="1171447"/>
                </a:lnTo>
                <a:lnTo>
                  <a:pt x="1688401" y="1157655"/>
                </a:lnTo>
                <a:lnTo>
                  <a:pt x="1712074" y="1166863"/>
                </a:lnTo>
                <a:lnTo>
                  <a:pt x="1710176" y="1171740"/>
                </a:lnTo>
                <a:close/>
              </a:path>
              <a:path w="1768475" h="1728470">
                <a:moveTo>
                  <a:pt x="1683031" y="1171474"/>
                </a:moveTo>
                <a:close/>
              </a:path>
              <a:path w="1768475" h="1728470">
                <a:moveTo>
                  <a:pt x="1702534" y="1190675"/>
                </a:moveTo>
                <a:lnTo>
                  <a:pt x="1675002" y="1190675"/>
                </a:lnTo>
                <a:lnTo>
                  <a:pt x="1675129" y="1190383"/>
                </a:lnTo>
                <a:lnTo>
                  <a:pt x="1683031" y="1171474"/>
                </a:lnTo>
                <a:lnTo>
                  <a:pt x="1682927" y="1171740"/>
                </a:lnTo>
                <a:lnTo>
                  <a:pt x="1710176" y="1171740"/>
                </a:lnTo>
                <a:lnTo>
                  <a:pt x="1706473" y="1181252"/>
                </a:lnTo>
                <a:lnTo>
                  <a:pt x="1702534" y="1190675"/>
                </a:lnTo>
                <a:close/>
              </a:path>
              <a:path w="1768475" h="1728470">
                <a:moveTo>
                  <a:pt x="1675055" y="1190549"/>
                </a:moveTo>
                <a:lnTo>
                  <a:pt x="1675125" y="1190383"/>
                </a:lnTo>
                <a:lnTo>
                  <a:pt x="1675055" y="1190549"/>
                </a:lnTo>
                <a:close/>
              </a:path>
              <a:path w="1768475" h="1728470">
                <a:moveTo>
                  <a:pt x="1685965" y="1227823"/>
                </a:moveTo>
                <a:lnTo>
                  <a:pt x="1657819" y="1227823"/>
                </a:lnTo>
                <a:lnTo>
                  <a:pt x="1657959" y="1227531"/>
                </a:lnTo>
                <a:lnTo>
                  <a:pt x="1666773" y="1209078"/>
                </a:lnTo>
                <a:lnTo>
                  <a:pt x="1675055" y="1190549"/>
                </a:lnTo>
                <a:lnTo>
                  <a:pt x="1702534" y="1190675"/>
                </a:lnTo>
                <a:lnTo>
                  <a:pt x="1698320" y="1200759"/>
                </a:lnTo>
                <a:lnTo>
                  <a:pt x="1689823" y="1219746"/>
                </a:lnTo>
                <a:lnTo>
                  <a:pt x="1685965" y="1227823"/>
                </a:lnTo>
                <a:close/>
              </a:path>
              <a:path w="1768475" h="1728470">
                <a:moveTo>
                  <a:pt x="1666633" y="1209370"/>
                </a:moveTo>
                <a:lnTo>
                  <a:pt x="1666764" y="1209078"/>
                </a:lnTo>
                <a:lnTo>
                  <a:pt x="1666633" y="1209370"/>
                </a:lnTo>
                <a:close/>
              </a:path>
              <a:path w="1768475" h="1728470">
                <a:moveTo>
                  <a:pt x="1657956" y="1227537"/>
                </a:moveTo>
                <a:close/>
              </a:path>
              <a:path w="1768475" h="1728470">
                <a:moveTo>
                  <a:pt x="1677053" y="1246022"/>
                </a:moveTo>
                <a:lnTo>
                  <a:pt x="1648561" y="1246022"/>
                </a:lnTo>
                <a:lnTo>
                  <a:pt x="1657956" y="1227537"/>
                </a:lnTo>
                <a:lnTo>
                  <a:pt x="1657819" y="1227823"/>
                </a:lnTo>
                <a:lnTo>
                  <a:pt x="1685965" y="1227823"/>
                </a:lnTo>
                <a:lnTo>
                  <a:pt x="1680603" y="1239050"/>
                </a:lnTo>
                <a:lnTo>
                  <a:pt x="1677053" y="1246022"/>
                </a:lnTo>
                <a:close/>
              </a:path>
              <a:path w="1768475" h="1728470">
                <a:moveTo>
                  <a:pt x="1669465" y="1260754"/>
                </a:moveTo>
                <a:lnTo>
                  <a:pt x="1647113" y="1248689"/>
                </a:lnTo>
                <a:lnTo>
                  <a:pt x="1648701" y="1245742"/>
                </a:lnTo>
                <a:lnTo>
                  <a:pt x="1648561" y="1246022"/>
                </a:lnTo>
                <a:lnTo>
                  <a:pt x="1677053" y="1246022"/>
                </a:lnTo>
                <a:lnTo>
                  <a:pt x="1671053" y="1257807"/>
                </a:lnTo>
                <a:lnTo>
                  <a:pt x="1669465" y="1260754"/>
                </a:lnTo>
                <a:close/>
              </a:path>
              <a:path w="1768475" h="1728470">
                <a:moveTo>
                  <a:pt x="1626483" y="1333131"/>
                </a:moveTo>
                <a:lnTo>
                  <a:pt x="1595856" y="1333131"/>
                </a:lnTo>
                <a:lnTo>
                  <a:pt x="1596034" y="1332877"/>
                </a:lnTo>
                <a:lnTo>
                  <a:pt x="1607400" y="1315999"/>
                </a:lnTo>
                <a:lnTo>
                  <a:pt x="1608963" y="1313535"/>
                </a:lnTo>
                <a:lnTo>
                  <a:pt x="1630375" y="1327213"/>
                </a:lnTo>
                <a:lnTo>
                  <a:pt x="1628470" y="1330185"/>
                </a:lnTo>
                <a:lnTo>
                  <a:pt x="1626483" y="1333131"/>
                </a:lnTo>
                <a:close/>
              </a:path>
              <a:path w="1768475" h="1728470">
                <a:moveTo>
                  <a:pt x="1607223" y="1316253"/>
                </a:moveTo>
                <a:lnTo>
                  <a:pt x="1607385" y="1315999"/>
                </a:lnTo>
                <a:lnTo>
                  <a:pt x="1607223" y="1316253"/>
                </a:lnTo>
                <a:close/>
              </a:path>
              <a:path w="1768475" h="1728470">
                <a:moveTo>
                  <a:pt x="1595902" y="1333063"/>
                </a:moveTo>
                <a:lnTo>
                  <a:pt x="1596027" y="1332877"/>
                </a:lnTo>
                <a:lnTo>
                  <a:pt x="1595902" y="1333063"/>
                </a:lnTo>
                <a:close/>
              </a:path>
              <a:path w="1768475" h="1728470">
                <a:moveTo>
                  <a:pt x="1591658" y="1382013"/>
                </a:moveTo>
                <a:lnTo>
                  <a:pt x="1559369" y="1382013"/>
                </a:lnTo>
                <a:lnTo>
                  <a:pt x="1559560" y="1381772"/>
                </a:lnTo>
                <a:lnTo>
                  <a:pt x="1572107" y="1365770"/>
                </a:lnTo>
                <a:lnTo>
                  <a:pt x="1584274" y="1349476"/>
                </a:lnTo>
                <a:lnTo>
                  <a:pt x="1595902" y="1333063"/>
                </a:lnTo>
                <a:lnTo>
                  <a:pt x="1626483" y="1333131"/>
                </a:lnTo>
                <a:lnTo>
                  <a:pt x="1616748" y="1347571"/>
                </a:lnTo>
                <a:lnTo>
                  <a:pt x="1604632" y="1364665"/>
                </a:lnTo>
                <a:lnTo>
                  <a:pt x="1591658" y="1382013"/>
                </a:lnTo>
                <a:close/>
              </a:path>
              <a:path w="1768475" h="1728470">
                <a:moveTo>
                  <a:pt x="1584083" y="1349717"/>
                </a:moveTo>
                <a:lnTo>
                  <a:pt x="1584254" y="1349476"/>
                </a:lnTo>
                <a:lnTo>
                  <a:pt x="1584083" y="1349717"/>
                </a:lnTo>
                <a:close/>
              </a:path>
              <a:path w="1768475" h="1728470">
                <a:moveTo>
                  <a:pt x="1571917" y="1366011"/>
                </a:moveTo>
                <a:lnTo>
                  <a:pt x="1572097" y="1365770"/>
                </a:lnTo>
                <a:lnTo>
                  <a:pt x="1571917" y="1366011"/>
                </a:lnTo>
                <a:close/>
              </a:path>
              <a:path w="1768475" h="1728470">
                <a:moveTo>
                  <a:pt x="1559532" y="1381805"/>
                </a:moveTo>
                <a:close/>
              </a:path>
              <a:path w="1768475" h="1728470">
                <a:moveTo>
                  <a:pt x="1569123" y="1410106"/>
                </a:moveTo>
                <a:lnTo>
                  <a:pt x="1549527" y="1393964"/>
                </a:lnTo>
                <a:lnTo>
                  <a:pt x="1559532" y="1381805"/>
                </a:lnTo>
                <a:lnTo>
                  <a:pt x="1559369" y="1382013"/>
                </a:lnTo>
                <a:lnTo>
                  <a:pt x="1591658" y="1382013"/>
                </a:lnTo>
                <a:lnTo>
                  <a:pt x="1579168" y="1397927"/>
                </a:lnTo>
                <a:lnTo>
                  <a:pt x="1569123" y="1410106"/>
                </a:lnTo>
                <a:close/>
              </a:path>
              <a:path w="1768475" h="1728470">
                <a:moveTo>
                  <a:pt x="1506962" y="1457286"/>
                </a:moveTo>
                <a:lnTo>
                  <a:pt x="1491018" y="1457286"/>
                </a:lnTo>
                <a:lnTo>
                  <a:pt x="1491233" y="1457070"/>
                </a:lnTo>
                <a:lnTo>
                  <a:pt x="1498980" y="1449311"/>
                </a:lnTo>
                <a:lnTo>
                  <a:pt x="1506962" y="1457286"/>
                </a:lnTo>
                <a:close/>
              </a:path>
              <a:path w="1768475" h="1728470">
                <a:moveTo>
                  <a:pt x="1491226" y="1457077"/>
                </a:moveTo>
                <a:close/>
              </a:path>
              <a:path w="1768475" h="1728470">
                <a:moveTo>
                  <a:pt x="1498694" y="1485061"/>
                </a:moveTo>
                <a:lnTo>
                  <a:pt x="1461198" y="1485061"/>
                </a:lnTo>
                <a:lnTo>
                  <a:pt x="1461427" y="1484858"/>
                </a:lnTo>
                <a:lnTo>
                  <a:pt x="1476502" y="1471142"/>
                </a:lnTo>
                <a:lnTo>
                  <a:pt x="1491226" y="1457077"/>
                </a:lnTo>
                <a:lnTo>
                  <a:pt x="1491018" y="1457286"/>
                </a:lnTo>
                <a:lnTo>
                  <a:pt x="1506962" y="1457286"/>
                </a:lnTo>
                <a:lnTo>
                  <a:pt x="1516951" y="1467269"/>
                </a:lnTo>
                <a:lnTo>
                  <a:pt x="1508772" y="1475447"/>
                </a:lnTo>
                <a:lnTo>
                  <a:pt x="1498694" y="1485061"/>
                </a:lnTo>
                <a:close/>
              </a:path>
              <a:path w="1768475" h="1728470">
                <a:moveTo>
                  <a:pt x="1476273" y="1471345"/>
                </a:moveTo>
                <a:lnTo>
                  <a:pt x="1476486" y="1471142"/>
                </a:lnTo>
                <a:lnTo>
                  <a:pt x="1476273" y="1471345"/>
                </a:lnTo>
                <a:close/>
              </a:path>
              <a:path w="1768475" h="1728470">
                <a:moveTo>
                  <a:pt x="1461316" y="1484954"/>
                </a:moveTo>
                <a:close/>
              </a:path>
              <a:path w="1768475" h="1728470">
                <a:moveTo>
                  <a:pt x="1484251" y="1498422"/>
                </a:moveTo>
                <a:lnTo>
                  <a:pt x="1445780" y="1498422"/>
                </a:lnTo>
                <a:lnTo>
                  <a:pt x="1446009" y="1498231"/>
                </a:lnTo>
                <a:lnTo>
                  <a:pt x="1461316" y="1484954"/>
                </a:lnTo>
                <a:lnTo>
                  <a:pt x="1498694" y="1485061"/>
                </a:lnTo>
                <a:lnTo>
                  <a:pt x="1493596" y="1489925"/>
                </a:lnTo>
                <a:lnTo>
                  <a:pt x="1484251" y="1498422"/>
                </a:lnTo>
                <a:close/>
              </a:path>
              <a:path w="1768475" h="1728470">
                <a:moveTo>
                  <a:pt x="1445822" y="1498386"/>
                </a:moveTo>
                <a:lnTo>
                  <a:pt x="1446000" y="1498231"/>
                </a:lnTo>
                <a:lnTo>
                  <a:pt x="1445822" y="1498386"/>
                </a:lnTo>
                <a:close/>
              </a:path>
              <a:path w="1768475" h="1728470">
                <a:moveTo>
                  <a:pt x="1440052" y="1535861"/>
                </a:moveTo>
                <a:lnTo>
                  <a:pt x="1424343" y="1515910"/>
                </a:lnTo>
                <a:lnTo>
                  <a:pt x="1430274" y="1511249"/>
                </a:lnTo>
                <a:lnTo>
                  <a:pt x="1445822" y="1498386"/>
                </a:lnTo>
                <a:lnTo>
                  <a:pt x="1484251" y="1498422"/>
                </a:lnTo>
                <a:lnTo>
                  <a:pt x="1478064" y="1504048"/>
                </a:lnTo>
                <a:lnTo>
                  <a:pt x="1462189" y="1517815"/>
                </a:lnTo>
                <a:lnTo>
                  <a:pt x="1445983" y="1531200"/>
                </a:lnTo>
                <a:lnTo>
                  <a:pt x="1440052" y="1535861"/>
                </a:lnTo>
                <a:close/>
              </a:path>
              <a:path w="1768475" h="1728470">
                <a:moveTo>
                  <a:pt x="1430032" y="1511426"/>
                </a:moveTo>
                <a:lnTo>
                  <a:pt x="1430247" y="1511249"/>
                </a:lnTo>
                <a:lnTo>
                  <a:pt x="1430032" y="1511426"/>
                </a:lnTo>
                <a:close/>
              </a:path>
              <a:path w="1768475" h="1728470">
                <a:moveTo>
                  <a:pt x="1376937" y="1581556"/>
                </a:moveTo>
                <a:lnTo>
                  <a:pt x="1329093" y="1581556"/>
                </a:lnTo>
                <a:lnTo>
                  <a:pt x="1329347" y="1581403"/>
                </a:lnTo>
                <a:lnTo>
                  <a:pt x="1346911" y="1570685"/>
                </a:lnTo>
                <a:lnTo>
                  <a:pt x="1363649" y="1559902"/>
                </a:lnTo>
                <a:lnTo>
                  <a:pt x="1377391" y="1581264"/>
                </a:lnTo>
                <a:lnTo>
                  <a:pt x="1376937" y="1581556"/>
                </a:lnTo>
                <a:close/>
              </a:path>
              <a:path w="1768475" h="1728470">
                <a:moveTo>
                  <a:pt x="1346657" y="1570837"/>
                </a:moveTo>
                <a:lnTo>
                  <a:pt x="1346894" y="1570685"/>
                </a:lnTo>
                <a:lnTo>
                  <a:pt x="1346657" y="1570837"/>
                </a:lnTo>
                <a:close/>
              </a:path>
              <a:path w="1768475" h="1728470">
                <a:moveTo>
                  <a:pt x="1329266" y="1581450"/>
                </a:moveTo>
                <a:close/>
              </a:path>
              <a:path w="1768475" h="1728470">
                <a:moveTo>
                  <a:pt x="1360914" y="1591868"/>
                </a:moveTo>
                <a:lnTo>
                  <a:pt x="1311249" y="1591868"/>
                </a:lnTo>
                <a:lnTo>
                  <a:pt x="1329266" y="1581450"/>
                </a:lnTo>
                <a:lnTo>
                  <a:pt x="1329093" y="1581556"/>
                </a:lnTo>
                <a:lnTo>
                  <a:pt x="1376937" y="1581556"/>
                </a:lnTo>
                <a:lnTo>
                  <a:pt x="1360914" y="1591868"/>
                </a:lnTo>
                <a:close/>
              </a:path>
              <a:path w="1768475" h="1728470">
                <a:moveTo>
                  <a:pt x="1344726" y="1601762"/>
                </a:moveTo>
                <a:lnTo>
                  <a:pt x="1293126" y="1601762"/>
                </a:lnTo>
                <a:lnTo>
                  <a:pt x="1311503" y="1591716"/>
                </a:lnTo>
                <a:lnTo>
                  <a:pt x="1311249" y="1591868"/>
                </a:lnTo>
                <a:lnTo>
                  <a:pt x="1360914" y="1591868"/>
                </a:lnTo>
                <a:lnTo>
                  <a:pt x="1360144" y="1592364"/>
                </a:lnTo>
                <a:lnTo>
                  <a:pt x="1344726" y="1601762"/>
                </a:lnTo>
                <a:close/>
              </a:path>
              <a:path w="1768475" h="1728470">
                <a:moveTo>
                  <a:pt x="1288453" y="1632737"/>
                </a:moveTo>
                <a:lnTo>
                  <a:pt x="1276819" y="1610169"/>
                </a:lnTo>
                <a:lnTo>
                  <a:pt x="1293393" y="1601609"/>
                </a:lnTo>
                <a:lnTo>
                  <a:pt x="1293126" y="1601762"/>
                </a:lnTo>
                <a:lnTo>
                  <a:pt x="1344726" y="1601762"/>
                </a:lnTo>
                <a:lnTo>
                  <a:pt x="1342059" y="1603387"/>
                </a:lnTo>
                <a:lnTo>
                  <a:pt x="1323682" y="1614004"/>
                </a:lnTo>
                <a:lnTo>
                  <a:pt x="1305039" y="1624190"/>
                </a:lnTo>
                <a:lnTo>
                  <a:pt x="1288453" y="1632737"/>
                </a:lnTo>
                <a:close/>
              </a:path>
              <a:path w="1768475" h="1728470">
                <a:moveTo>
                  <a:pt x="1212926" y="1652104"/>
                </a:moveTo>
                <a:lnTo>
                  <a:pt x="1179068" y="1652104"/>
                </a:lnTo>
                <a:lnTo>
                  <a:pt x="1179347" y="1652003"/>
                </a:lnTo>
                <a:lnTo>
                  <a:pt x="1198968" y="1644713"/>
                </a:lnTo>
                <a:lnTo>
                  <a:pt x="1208455" y="1640916"/>
                </a:lnTo>
                <a:lnTo>
                  <a:pt x="1212926" y="1652104"/>
                </a:lnTo>
                <a:close/>
              </a:path>
              <a:path w="1768475" h="1728470">
                <a:moveTo>
                  <a:pt x="1198676" y="1644815"/>
                </a:moveTo>
                <a:lnTo>
                  <a:pt x="1198931" y="1644713"/>
                </a:lnTo>
                <a:lnTo>
                  <a:pt x="1198676" y="1644815"/>
                </a:lnTo>
                <a:close/>
              </a:path>
              <a:path w="1768475" h="1728470">
                <a:moveTo>
                  <a:pt x="1179266" y="1652031"/>
                </a:moveTo>
                <a:close/>
              </a:path>
              <a:path w="1768475" h="1728470">
                <a:moveTo>
                  <a:pt x="1215656" y="1658937"/>
                </a:moveTo>
                <a:lnTo>
                  <a:pt x="1159217" y="1658937"/>
                </a:lnTo>
                <a:lnTo>
                  <a:pt x="1179266" y="1652031"/>
                </a:lnTo>
                <a:lnTo>
                  <a:pt x="1179068" y="1652104"/>
                </a:lnTo>
                <a:lnTo>
                  <a:pt x="1212926" y="1652104"/>
                </a:lnTo>
                <a:lnTo>
                  <a:pt x="1215656" y="1658937"/>
                </a:lnTo>
                <a:close/>
              </a:path>
              <a:path w="1768475" h="1728470">
                <a:moveTo>
                  <a:pt x="1215877" y="1665300"/>
                </a:moveTo>
                <a:lnTo>
                  <a:pt x="1139164" y="1665300"/>
                </a:lnTo>
                <a:lnTo>
                  <a:pt x="1159510" y="1658835"/>
                </a:lnTo>
                <a:lnTo>
                  <a:pt x="1159217" y="1658937"/>
                </a:lnTo>
                <a:lnTo>
                  <a:pt x="1215656" y="1658937"/>
                </a:lnTo>
                <a:lnTo>
                  <a:pt x="1217879" y="1664500"/>
                </a:lnTo>
                <a:lnTo>
                  <a:pt x="1215877" y="1665300"/>
                </a:lnTo>
                <a:close/>
              </a:path>
              <a:path w="1768475" h="1728470">
                <a:moveTo>
                  <a:pt x="1120101" y="1697139"/>
                </a:moveTo>
                <a:lnTo>
                  <a:pt x="1113599" y="1672577"/>
                </a:lnTo>
                <a:lnTo>
                  <a:pt x="1119187" y="1671104"/>
                </a:lnTo>
                <a:lnTo>
                  <a:pt x="1139456" y="1665198"/>
                </a:lnTo>
                <a:lnTo>
                  <a:pt x="1139164" y="1665300"/>
                </a:lnTo>
                <a:lnTo>
                  <a:pt x="1215877" y="1665300"/>
                </a:lnTo>
                <a:lnTo>
                  <a:pt x="1167193" y="1683042"/>
                </a:lnTo>
                <a:lnTo>
                  <a:pt x="1125677" y="1695653"/>
                </a:lnTo>
                <a:lnTo>
                  <a:pt x="1120101" y="1697139"/>
                </a:lnTo>
                <a:close/>
              </a:path>
              <a:path w="1768475" h="1728470">
                <a:moveTo>
                  <a:pt x="1118895" y="1671180"/>
                </a:moveTo>
                <a:lnTo>
                  <a:pt x="1119157" y="1671104"/>
                </a:lnTo>
                <a:lnTo>
                  <a:pt x="1118895" y="1671180"/>
                </a:lnTo>
                <a:close/>
              </a:path>
              <a:path w="1768475" h="1728470">
                <a:moveTo>
                  <a:pt x="1040992" y="1693341"/>
                </a:moveTo>
                <a:lnTo>
                  <a:pt x="1014564" y="1693341"/>
                </a:lnTo>
                <a:lnTo>
                  <a:pt x="1036116" y="1689849"/>
                </a:lnTo>
                <a:lnTo>
                  <a:pt x="1040193" y="1689074"/>
                </a:lnTo>
                <a:lnTo>
                  <a:pt x="1040992" y="1693341"/>
                </a:lnTo>
                <a:close/>
              </a:path>
              <a:path w="1768475" h="1728470">
                <a:moveTo>
                  <a:pt x="1035799" y="1689900"/>
                </a:moveTo>
                <a:lnTo>
                  <a:pt x="1036069" y="1689849"/>
                </a:lnTo>
                <a:lnTo>
                  <a:pt x="1035799" y="1689900"/>
                </a:lnTo>
                <a:close/>
              </a:path>
              <a:path w="1768475" h="1728470">
                <a:moveTo>
                  <a:pt x="1041275" y="1694853"/>
                </a:moveTo>
                <a:lnTo>
                  <a:pt x="1003960" y="1694853"/>
                </a:lnTo>
                <a:lnTo>
                  <a:pt x="1014793" y="1693303"/>
                </a:lnTo>
                <a:lnTo>
                  <a:pt x="1014564" y="1693341"/>
                </a:lnTo>
                <a:lnTo>
                  <a:pt x="1040992" y="1693341"/>
                </a:lnTo>
                <a:lnTo>
                  <a:pt x="1041275" y="1694853"/>
                </a:lnTo>
                <a:close/>
              </a:path>
              <a:path w="1768475" h="1728470">
                <a:moveTo>
                  <a:pt x="1041536" y="1696250"/>
                </a:moveTo>
                <a:lnTo>
                  <a:pt x="993241" y="1696250"/>
                </a:lnTo>
                <a:lnTo>
                  <a:pt x="1004112" y="1694827"/>
                </a:lnTo>
                <a:lnTo>
                  <a:pt x="1003960" y="1694853"/>
                </a:lnTo>
                <a:lnTo>
                  <a:pt x="1041275" y="1694853"/>
                </a:lnTo>
                <a:lnTo>
                  <a:pt x="1041536" y="1696250"/>
                </a:lnTo>
                <a:close/>
              </a:path>
              <a:path w="1768475" h="1728470">
                <a:moveTo>
                  <a:pt x="1041988" y="1698663"/>
                </a:moveTo>
                <a:lnTo>
                  <a:pt x="971664" y="1698663"/>
                </a:lnTo>
                <a:lnTo>
                  <a:pt x="982624" y="1697507"/>
                </a:lnTo>
                <a:lnTo>
                  <a:pt x="993394" y="1696224"/>
                </a:lnTo>
                <a:lnTo>
                  <a:pt x="993241" y="1696250"/>
                </a:lnTo>
                <a:lnTo>
                  <a:pt x="1041536" y="1696250"/>
                </a:lnTo>
                <a:lnTo>
                  <a:pt x="1041988" y="1698663"/>
                </a:lnTo>
                <a:close/>
              </a:path>
              <a:path w="1768475" h="1728470">
                <a:moveTo>
                  <a:pt x="982472" y="1697520"/>
                </a:moveTo>
                <a:lnTo>
                  <a:pt x="982624" y="1697507"/>
                </a:lnTo>
                <a:lnTo>
                  <a:pt x="982472" y="1697520"/>
                </a:lnTo>
                <a:close/>
              </a:path>
              <a:path w="1768475" h="1728470">
                <a:moveTo>
                  <a:pt x="1042176" y="1699666"/>
                </a:moveTo>
                <a:lnTo>
                  <a:pt x="960818" y="1699666"/>
                </a:lnTo>
                <a:lnTo>
                  <a:pt x="960970" y="1699653"/>
                </a:lnTo>
                <a:lnTo>
                  <a:pt x="971816" y="1698637"/>
                </a:lnTo>
                <a:lnTo>
                  <a:pt x="971664" y="1698663"/>
                </a:lnTo>
                <a:lnTo>
                  <a:pt x="1041988" y="1698663"/>
                </a:lnTo>
                <a:lnTo>
                  <a:pt x="1042176" y="1699666"/>
                </a:lnTo>
                <a:close/>
              </a:path>
              <a:path w="1768475" h="1728470">
                <a:moveTo>
                  <a:pt x="960851" y="1699663"/>
                </a:moveTo>
                <a:close/>
              </a:path>
              <a:path w="1768475" h="1728470">
                <a:moveTo>
                  <a:pt x="1042340" y="1700542"/>
                </a:moveTo>
                <a:lnTo>
                  <a:pt x="949921" y="1700542"/>
                </a:lnTo>
                <a:lnTo>
                  <a:pt x="950087" y="1700529"/>
                </a:lnTo>
                <a:lnTo>
                  <a:pt x="960851" y="1699663"/>
                </a:lnTo>
                <a:lnTo>
                  <a:pt x="1042176" y="1699666"/>
                </a:lnTo>
                <a:lnTo>
                  <a:pt x="1042340" y="1700542"/>
                </a:lnTo>
                <a:close/>
              </a:path>
              <a:path w="1768475" h="1728470">
                <a:moveTo>
                  <a:pt x="950036" y="1700533"/>
                </a:moveTo>
                <a:close/>
              </a:path>
              <a:path w="1768475" h="1728470">
                <a:moveTo>
                  <a:pt x="942594" y="1726501"/>
                </a:moveTo>
                <a:lnTo>
                  <a:pt x="940866" y="1701164"/>
                </a:lnTo>
                <a:lnTo>
                  <a:pt x="950036" y="1700533"/>
                </a:lnTo>
                <a:lnTo>
                  <a:pt x="1042340" y="1700542"/>
                </a:lnTo>
                <a:lnTo>
                  <a:pt x="1007402" y="1720011"/>
                </a:lnTo>
                <a:lnTo>
                  <a:pt x="963015" y="1724964"/>
                </a:lnTo>
                <a:lnTo>
                  <a:pt x="951966" y="1725866"/>
                </a:lnTo>
                <a:lnTo>
                  <a:pt x="942594" y="1726501"/>
                </a:lnTo>
                <a:close/>
              </a:path>
              <a:path w="1768475" h="1728470">
                <a:moveTo>
                  <a:pt x="865339" y="1728177"/>
                </a:moveTo>
                <a:lnTo>
                  <a:pt x="827087" y="1726628"/>
                </a:lnTo>
                <a:lnTo>
                  <a:pt x="816013" y="1725866"/>
                </a:lnTo>
                <a:lnTo>
                  <a:pt x="815848" y="1725866"/>
                </a:lnTo>
                <a:lnTo>
                  <a:pt x="771296" y="1721434"/>
                </a:lnTo>
                <a:lnTo>
                  <a:pt x="762685" y="1720316"/>
                </a:lnTo>
                <a:lnTo>
                  <a:pt x="765975" y="1695119"/>
                </a:lnTo>
                <a:lnTo>
                  <a:pt x="774585" y="1696250"/>
                </a:lnTo>
                <a:lnTo>
                  <a:pt x="785248" y="1697507"/>
                </a:lnTo>
                <a:lnTo>
                  <a:pt x="796163" y="1698663"/>
                </a:lnTo>
                <a:lnTo>
                  <a:pt x="806872" y="1699653"/>
                </a:lnTo>
                <a:lnTo>
                  <a:pt x="817892" y="1700542"/>
                </a:lnTo>
                <a:lnTo>
                  <a:pt x="828814" y="1701291"/>
                </a:lnTo>
                <a:lnTo>
                  <a:pt x="839774" y="1701901"/>
                </a:lnTo>
                <a:lnTo>
                  <a:pt x="850785" y="1702371"/>
                </a:lnTo>
                <a:lnTo>
                  <a:pt x="850620" y="1702371"/>
                </a:lnTo>
                <a:lnTo>
                  <a:pt x="861809" y="1702714"/>
                </a:lnTo>
                <a:lnTo>
                  <a:pt x="861656" y="1702714"/>
                </a:lnTo>
                <a:lnTo>
                  <a:pt x="865809" y="1702790"/>
                </a:lnTo>
                <a:lnTo>
                  <a:pt x="865339" y="1728177"/>
                </a:lnTo>
                <a:close/>
              </a:path>
              <a:path w="1768475" h="1728470">
                <a:moveTo>
                  <a:pt x="686689" y="1706765"/>
                </a:moveTo>
                <a:lnTo>
                  <a:pt x="641845" y="1695576"/>
                </a:lnTo>
                <a:lnTo>
                  <a:pt x="600328" y="1682953"/>
                </a:lnTo>
                <a:lnTo>
                  <a:pt x="587540" y="1678546"/>
                </a:lnTo>
                <a:lnTo>
                  <a:pt x="595807" y="1654530"/>
                </a:lnTo>
                <a:lnTo>
                  <a:pt x="608596" y="1658937"/>
                </a:lnTo>
                <a:lnTo>
                  <a:pt x="628662" y="1665300"/>
                </a:lnTo>
                <a:lnTo>
                  <a:pt x="648669" y="1671104"/>
                </a:lnTo>
                <a:lnTo>
                  <a:pt x="669116" y="1676526"/>
                </a:lnTo>
                <a:lnTo>
                  <a:pt x="690092" y="1681530"/>
                </a:lnTo>
                <a:lnTo>
                  <a:pt x="691972" y="1681924"/>
                </a:lnTo>
                <a:lnTo>
                  <a:pt x="686689" y="1706765"/>
                </a:lnTo>
                <a:close/>
              </a:path>
              <a:path w="1768475" h="1728470">
                <a:moveTo>
                  <a:pt x="515607" y="1649971"/>
                </a:moveTo>
                <a:lnTo>
                  <a:pt x="462508" y="1624050"/>
                </a:lnTo>
                <a:lnTo>
                  <a:pt x="425500" y="1603235"/>
                </a:lnTo>
                <a:lnTo>
                  <a:pt x="424167" y="1602422"/>
                </a:lnTo>
                <a:lnTo>
                  <a:pt x="437400" y="1580743"/>
                </a:lnTo>
                <a:lnTo>
                  <a:pt x="438484" y="1581403"/>
                </a:lnTo>
                <a:lnTo>
                  <a:pt x="456313" y="1591716"/>
                </a:lnTo>
                <a:lnTo>
                  <a:pt x="474687" y="1601762"/>
                </a:lnTo>
                <a:lnTo>
                  <a:pt x="492806" y="1611096"/>
                </a:lnTo>
                <a:lnTo>
                  <a:pt x="511459" y="1620151"/>
                </a:lnTo>
                <a:lnTo>
                  <a:pt x="526148" y="1626869"/>
                </a:lnTo>
                <a:lnTo>
                  <a:pt x="515607" y="1649971"/>
                </a:lnTo>
                <a:close/>
              </a:path>
              <a:path w="1768475" h="1728470">
                <a:moveTo>
                  <a:pt x="474716" y="1601762"/>
                </a:moveTo>
                <a:lnTo>
                  <a:pt x="474421" y="1601609"/>
                </a:lnTo>
                <a:lnTo>
                  <a:pt x="474716" y="1601762"/>
                </a:lnTo>
                <a:close/>
              </a:path>
              <a:path w="1768475" h="1728470">
                <a:moveTo>
                  <a:pt x="359765" y="1560080"/>
                </a:moveTo>
                <a:lnTo>
                  <a:pt x="321602" y="1531010"/>
                </a:lnTo>
                <a:lnTo>
                  <a:pt x="289534" y="1503845"/>
                </a:lnTo>
                <a:lnTo>
                  <a:pt x="279831" y="1495031"/>
                </a:lnTo>
                <a:lnTo>
                  <a:pt x="296925" y="1476247"/>
                </a:lnTo>
                <a:lnTo>
                  <a:pt x="306405" y="1484858"/>
                </a:lnTo>
                <a:lnTo>
                  <a:pt x="321814" y="1498231"/>
                </a:lnTo>
                <a:lnTo>
                  <a:pt x="337566" y="1511249"/>
                </a:lnTo>
                <a:lnTo>
                  <a:pt x="353847" y="1524076"/>
                </a:lnTo>
                <a:lnTo>
                  <a:pt x="369980" y="1536166"/>
                </a:lnTo>
                <a:lnTo>
                  <a:pt x="374510" y="1539392"/>
                </a:lnTo>
                <a:lnTo>
                  <a:pt x="359765" y="1560080"/>
                </a:lnTo>
                <a:close/>
              </a:path>
              <a:path w="1768475" h="1728470">
                <a:moveTo>
                  <a:pt x="337781" y="1511426"/>
                </a:moveTo>
                <a:lnTo>
                  <a:pt x="337540" y="1511249"/>
                </a:lnTo>
                <a:lnTo>
                  <a:pt x="337781" y="1511426"/>
                </a:lnTo>
                <a:close/>
              </a:path>
              <a:path w="1768475" h="1728470">
                <a:moveTo>
                  <a:pt x="225120" y="1440319"/>
                </a:moveTo>
                <a:lnTo>
                  <a:pt x="188288" y="1397469"/>
                </a:lnTo>
                <a:lnTo>
                  <a:pt x="163017" y="1364411"/>
                </a:lnTo>
                <a:lnTo>
                  <a:pt x="160121" y="1360335"/>
                </a:lnTo>
                <a:lnTo>
                  <a:pt x="180835" y="1345641"/>
                </a:lnTo>
                <a:lnTo>
                  <a:pt x="183559" y="1349476"/>
                </a:lnTo>
                <a:lnTo>
                  <a:pt x="195717" y="1365770"/>
                </a:lnTo>
                <a:lnTo>
                  <a:pt x="208255" y="1381772"/>
                </a:lnTo>
                <a:lnTo>
                  <a:pt x="221187" y="1397469"/>
                </a:lnTo>
                <a:lnTo>
                  <a:pt x="234498" y="1412862"/>
                </a:lnTo>
                <a:lnTo>
                  <a:pt x="243916" y="1423238"/>
                </a:lnTo>
                <a:lnTo>
                  <a:pt x="225120" y="1440319"/>
                </a:lnTo>
                <a:close/>
              </a:path>
              <a:path w="1768475" h="1728470">
                <a:moveTo>
                  <a:pt x="117944" y="1295793"/>
                </a:moveTo>
                <a:lnTo>
                  <a:pt x="96621" y="1257541"/>
                </a:lnTo>
                <a:lnTo>
                  <a:pt x="78003" y="1219746"/>
                </a:lnTo>
                <a:lnTo>
                  <a:pt x="70967" y="1204023"/>
                </a:lnTo>
                <a:lnTo>
                  <a:pt x="94145" y="1193647"/>
                </a:lnTo>
                <a:lnTo>
                  <a:pt x="101180" y="1209370"/>
                </a:lnTo>
                <a:lnTo>
                  <a:pt x="109867" y="1227531"/>
                </a:lnTo>
                <a:lnTo>
                  <a:pt x="119123" y="1245742"/>
                </a:lnTo>
                <a:lnTo>
                  <a:pt x="128805" y="1263700"/>
                </a:lnTo>
                <a:lnTo>
                  <a:pt x="139077" y="1281671"/>
                </a:lnTo>
                <a:lnTo>
                  <a:pt x="139674" y="1282649"/>
                </a:lnTo>
                <a:lnTo>
                  <a:pt x="117944" y="1295793"/>
                </a:lnTo>
                <a:close/>
              </a:path>
              <a:path w="1768475" h="1728470">
                <a:moveTo>
                  <a:pt x="43192" y="1131722"/>
                </a:moveTo>
                <a:lnTo>
                  <a:pt x="27736" y="1079995"/>
                </a:lnTo>
                <a:lnTo>
                  <a:pt x="17856" y="1038161"/>
                </a:lnTo>
                <a:lnTo>
                  <a:pt x="16662" y="1032052"/>
                </a:lnTo>
                <a:lnTo>
                  <a:pt x="41592" y="1027163"/>
                </a:lnTo>
                <a:lnTo>
                  <a:pt x="42724" y="1032954"/>
                </a:lnTo>
                <a:lnTo>
                  <a:pt x="47262" y="1053337"/>
                </a:lnTo>
                <a:lnTo>
                  <a:pt x="52298" y="1073530"/>
                </a:lnTo>
                <a:lnTo>
                  <a:pt x="57827" y="1093533"/>
                </a:lnTo>
                <a:lnTo>
                  <a:pt x="63851" y="1113320"/>
                </a:lnTo>
                <a:lnTo>
                  <a:pt x="67297" y="1123721"/>
                </a:lnTo>
                <a:lnTo>
                  <a:pt x="43192" y="1131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792226" y="2972980"/>
            <a:ext cx="413384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1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71450">
              <a:lnSpc>
                <a:spcPts val="1789"/>
              </a:lnSpc>
            </a:pPr>
            <a:r>
              <a:rPr dirty="0" sz="1800">
                <a:latin typeface="仿宋"/>
                <a:cs typeface="仿宋"/>
              </a:rPr>
              <a:t>·</a:t>
            </a:r>
            <a:endParaRPr sz="1800">
              <a:latin typeface="仿宋"/>
              <a:cs typeface="仿宋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163738" y="4398061"/>
            <a:ext cx="541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仿宋"/>
                <a:cs typeface="仿宋"/>
              </a:rPr>
              <a:t>×</a:t>
            </a:r>
            <a:r>
              <a:rPr dirty="0" sz="1800" spc="-470" b="1">
                <a:latin typeface="仿宋"/>
                <a:cs typeface="仿宋"/>
              </a:rPr>
              <a:t> </a:t>
            </a:r>
            <a:r>
              <a:rPr dirty="0" baseline="-28935" sz="3600" b="1" i="1">
                <a:latin typeface="Times New Roman"/>
                <a:cs typeface="Times New Roman"/>
              </a:rPr>
              <a:t>D</a:t>
            </a:r>
            <a:endParaRPr baseline="-28935" sz="36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278763" y="2453246"/>
            <a:ext cx="7893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中性面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title"/>
          </p:nvPr>
        </p:nvSpPr>
        <p:spPr>
          <a:xfrm>
            <a:off x="2258771" y="1629119"/>
            <a:ext cx="4199255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5" b="1">
                <a:solidFill>
                  <a:srgbClr val="0000FF"/>
                </a:solidFill>
                <a:latin typeface="华文楷体"/>
                <a:cs typeface="华文楷体"/>
              </a:rPr>
              <a:t>④</a:t>
            </a:r>
            <a:r>
              <a:rPr dirty="0" spc="40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500" spc="-944" b="1" i="1">
                <a:solidFill>
                  <a:srgbClr val="0000FF"/>
                </a:solidFill>
                <a:latin typeface="华文楷体"/>
                <a:cs typeface="华文楷体"/>
              </a:rPr>
              <a:t>AB</a:t>
            </a:r>
            <a:r>
              <a:rPr dirty="0" b="1">
                <a:solidFill>
                  <a:srgbClr val="0000FF"/>
                </a:solidFill>
                <a:latin typeface="华文楷体"/>
                <a:cs typeface="华文楷体"/>
              </a:rPr>
              <a:t>边中的感应电动势多大</a:t>
            </a:r>
            <a:r>
              <a:rPr dirty="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225177" y="2196807"/>
            <a:ext cx="2877185" cy="1306830"/>
          </a:xfrm>
          <a:custGeom>
            <a:avLst/>
            <a:gdLst/>
            <a:ahLst/>
            <a:cxnLst/>
            <a:rect l="l" t="t" r="r" b="b"/>
            <a:pathLst>
              <a:path w="2877185" h="1306829">
                <a:moveTo>
                  <a:pt x="2866059" y="1306614"/>
                </a:moveTo>
                <a:lnTo>
                  <a:pt x="11112" y="1306614"/>
                </a:lnTo>
                <a:lnTo>
                  <a:pt x="8636" y="1306334"/>
                </a:lnTo>
                <a:lnTo>
                  <a:pt x="0" y="1295501"/>
                </a:lnTo>
                <a:lnTo>
                  <a:pt x="0" y="11112"/>
                </a:lnTo>
                <a:lnTo>
                  <a:pt x="11112" y="0"/>
                </a:lnTo>
                <a:lnTo>
                  <a:pt x="2866059" y="0"/>
                </a:lnTo>
                <a:lnTo>
                  <a:pt x="2877172" y="11112"/>
                </a:lnTo>
                <a:lnTo>
                  <a:pt x="22225" y="11112"/>
                </a:lnTo>
                <a:lnTo>
                  <a:pt x="11112" y="22225"/>
                </a:lnTo>
                <a:lnTo>
                  <a:pt x="22225" y="22225"/>
                </a:lnTo>
                <a:lnTo>
                  <a:pt x="22225" y="1284389"/>
                </a:lnTo>
                <a:lnTo>
                  <a:pt x="11112" y="1284389"/>
                </a:lnTo>
                <a:lnTo>
                  <a:pt x="22225" y="1295501"/>
                </a:lnTo>
                <a:lnTo>
                  <a:pt x="2877172" y="1295501"/>
                </a:lnTo>
                <a:lnTo>
                  <a:pt x="2876892" y="1297978"/>
                </a:lnTo>
                <a:lnTo>
                  <a:pt x="2868523" y="1306334"/>
                </a:lnTo>
                <a:lnTo>
                  <a:pt x="2866059" y="1306614"/>
                </a:lnTo>
                <a:close/>
              </a:path>
              <a:path w="2877185" h="1306829">
                <a:moveTo>
                  <a:pt x="22225" y="22225"/>
                </a:moveTo>
                <a:lnTo>
                  <a:pt x="11112" y="22225"/>
                </a:lnTo>
                <a:lnTo>
                  <a:pt x="22225" y="11112"/>
                </a:lnTo>
                <a:lnTo>
                  <a:pt x="22225" y="22225"/>
                </a:lnTo>
                <a:close/>
              </a:path>
              <a:path w="2877185" h="1306829">
                <a:moveTo>
                  <a:pt x="2854947" y="22225"/>
                </a:moveTo>
                <a:lnTo>
                  <a:pt x="22225" y="22225"/>
                </a:lnTo>
                <a:lnTo>
                  <a:pt x="22225" y="11112"/>
                </a:lnTo>
                <a:lnTo>
                  <a:pt x="2854947" y="11112"/>
                </a:lnTo>
                <a:lnTo>
                  <a:pt x="2854947" y="22225"/>
                </a:lnTo>
                <a:close/>
              </a:path>
              <a:path w="2877185" h="1306829">
                <a:moveTo>
                  <a:pt x="2854947" y="1295501"/>
                </a:moveTo>
                <a:lnTo>
                  <a:pt x="2854947" y="11112"/>
                </a:lnTo>
                <a:lnTo>
                  <a:pt x="2866059" y="22225"/>
                </a:lnTo>
                <a:lnTo>
                  <a:pt x="2877172" y="22225"/>
                </a:lnTo>
                <a:lnTo>
                  <a:pt x="2877172" y="1284389"/>
                </a:lnTo>
                <a:lnTo>
                  <a:pt x="2866059" y="1284389"/>
                </a:lnTo>
                <a:lnTo>
                  <a:pt x="2854947" y="1295501"/>
                </a:lnTo>
                <a:close/>
              </a:path>
              <a:path w="2877185" h="1306829">
                <a:moveTo>
                  <a:pt x="2877172" y="22225"/>
                </a:moveTo>
                <a:lnTo>
                  <a:pt x="2866059" y="22225"/>
                </a:lnTo>
                <a:lnTo>
                  <a:pt x="2854947" y="11112"/>
                </a:lnTo>
                <a:lnTo>
                  <a:pt x="2877172" y="11112"/>
                </a:lnTo>
                <a:lnTo>
                  <a:pt x="2877172" y="22225"/>
                </a:lnTo>
                <a:close/>
              </a:path>
              <a:path w="2877185" h="1306829">
                <a:moveTo>
                  <a:pt x="22225" y="1295501"/>
                </a:moveTo>
                <a:lnTo>
                  <a:pt x="11112" y="1284389"/>
                </a:lnTo>
                <a:lnTo>
                  <a:pt x="22225" y="1284389"/>
                </a:lnTo>
                <a:lnTo>
                  <a:pt x="22225" y="1295501"/>
                </a:lnTo>
                <a:close/>
              </a:path>
              <a:path w="2877185" h="1306829">
                <a:moveTo>
                  <a:pt x="2854947" y="1295501"/>
                </a:moveTo>
                <a:lnTo>
                  <a:pt x="22225" y="1295501"/>
                </a:lnTo>
                <a:lnTo>
                  <a:pt x="22225" y="1284389"/>
                </a:lnTo>
                <a:lnTo>
                  <a:pt x="2854947" y="1284389"/>
                </a:lnTo>
                <a:lnTo>
                  <a:pt x="2854947" y="1295501"/>
                </a:lnTo>
                <a:close/>
              </a:path>
              <a:path w="2877185" h="1306829">
                <a:moveTo>
                  <a:pt x="2877172" y="1295501"/>
                </a:moveTo>
                <a:lnTo>
                  <a:pt x="2854947" y="1295501"/>
                </a:lnTo>
                <a:lnTo>
                  <a:pt x="2866059" y="1284389"/>
                </a:lnTo>
                <a:lnTo>
                  <a:pt x="2877172" y="1284389"/>
                </a:lnTo>
                <a:lnTo>
                  <a:pt x="2877172" y="129550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3223590" y="2162835"/>
            <a:ext cx="22377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1809" algn="l"/>
              </a:tabLst>
            </a:pPr>
            <a:r>
              <a:rPr dirty="0" sz="3200" spc="365" i="1">
                <a:latin typeface="Cambria Math"/>
                <a:cs typeface="Cambria Math"/>
              </a:rPr>
              <a:t>e</a:t>
            </a:r>
            <a:r>
              <a:rPr dirty="0" baseline="-15700" sz="3450" spc="547" i="1">
                <a:latin typeface="Cambria Math"/>
                <a:cs typeface="Cambria Math"/>
              </a:rPr>
              <a:t>l	</a:t>
            </a:r>
            <a:r>
              <a:rPr dirty="0" sz="3200" i="1">
                <a:latin typeface="Cambria Math"/>
                <a:cs typeface="Cambria Math"/>
              </a:rPr>
              <a:t>=</a:t>
            </a:r>
            <a:r>
              <a:rPr dirty="0" sz="3200" spc="130" i="1">
                <a:latin typeface="Cambria Math"/>
                <a:cs typeface="Cambria Math"/>
              </a:rPr>
              <a:t> </a:t>
            </a:r>
            <a:r>
              <a:rPr dirty="0" sz="3200" spc="-95" i="1">
                <a:latin typeface="Cambria Math"/>
                <a:cs typeface="Cambria Math"/>
              </a:rPr>
              <a:t>B4</a:t>
            </a:r>
            <a:r>
              <a:rPr dirty="0" sz="3200" spc="-95" b="1" i="1">
                <a:latin typeface="Book Antiqua"/>
                <a:cs typeface="Book Antiqua"/>
              </a:rPr>
              <a:t>v</a:t>
            </a:r>
            <a:r>
              <a:rPr dirty="0" sz="3200" spc="-95">
                <a:latin typeface="Times New Roman"/>
                <a:cs typeface="Times New Roman"/>
              </a:rPr>
              <a:t>sin</a:t>
            </a:r>
            <a:r>
              <a:rPr dirty="0" sz="3200" spc="-95" i="1">
                <a:latin typeface="Times New Roman"/>
                <a:cs typeface="Times New Roman"/>
              </a:rPr>
              <a:t>θ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4558360" y="3167405"/>
            <a:ext cx="187960" cy="37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i="1">
                <a:latin typeface="Cambria Math"/>
                <a:cs typeface="Cambria Math"/>
              </a:rPr>
              <a:t>2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796995" y="2611145"/>
            <a:ext cx="18700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32118" sz="4800" i="1">
                <a:latin typeface="Cambria Math"/>
                <a:cs typeface="Cambria Math"/>
              </a:rPr>
              <a:t>= </a:t>
            </a:r>
            <a:r>
              <a:rPr dirty="0" u="heavy" sz="32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ωBld</a:t>
            </a:r>
            <a:r>
              <a:rPr dirty="0" sz="3200" spc="105" i="1">
                <a:latin typeface="Times New Roman"/>
                <a:cs typeface="Times New Roman"/>
              </a:rPr>
              <a:t> </a:t>
            </a:r>
            <a:r>
              <a:rPr dirty="0" baseline="-32118" sz="4800" spc="-7">
                <a:latin typeface="Times New Roman"/>
                <a:cs typeface="Times New Roman"/>
              </a:rPr>
              <a:t>sin</a:t>
            </a:r>
            <a:endParaRPr baseline="-32118" sz="48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223590" y="3460775"/>
            <a:ext cx="4260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i="1">
                <a:latin typeface="Times New Roman"/>
                <a:cs typeface="Times New Roman"/>
              </a:rPr>
              <a:t>ω</a:t>
            </a:r>
            <a:r>
              <a:rPr dirty="0" sz="3200" i="1"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7519" y="5579554"/>
            <a:ext cx="22383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→</a:t>
            </a:r>
            <a:r>
              <a:rPr dirty="0" sz="2800" spc="-60" b="1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D</a:t>
            </a:r>
            <a:r>
              <a:rPr dirty="0" sz="2800" spc="-5" b="1">
                <a:solidFill>
                  <a:srgbClr val="CC3300"/>
                </a:solidFill>
                <a:latin typeface="Times New Roman"/>
                <a:cs typeface="Times New Roman"/>
              </a:rPr>
              <a:t>→</a:t>
            </a:r>
            <a:r>
              <a:rPr dirty="0" sz="2800" spc="-5" b="1" i="1">
                <a:solidFill>
                  <a:srgbClr val="CC3300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88791" y="2976372"/>
            <a:ext cx="2598419" cy="25633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88729" y="2184033"/>
            <a:ext cx="7934325" cy="77216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315"/>
              </a:spcBef>
            </a:pPr>
            <a:r>
              <a:rPr dirty="0" sz="2400">
                <a:latin typeface="华文楷体"/>
                <a:cs typeface="华文楷体"/>
              </a:rPr>
              <a:t>在线圈由甲图转到乙图所示位置的过程中</a:t>
            </a:r>
            <a:r>
              <a:rPr dirty="0" sz="2400" spc="-515">
                <a:latin typeface="华文楷体"/>
                <a:cs typeface="华文楷体"/>
              </a:rPr>
              <a:t>，</a:t>
            </a:r>
            <a:r>
              <a:rPr dirty="0" sz="2500" spc="-515" i="1">
                <a:latin typeface="华文楷体"/>
                <a:cs typeface="华文楷体"/>
              </a:rPr>
              <a:t>AB</a:t>
            </a:r>
            <a:r>
              <a:rPr dirty="0" sz="2400">
                <a:latin typeface="华文楷体"/>
                <a:cs typeface="华文楷体"/>
              </a:rPr>
              <a:t>边</a:t>
            </a:r>
            <a:r>
              <a:rPr dirty="0" sz="2400" spc="-245">
                <a:latin typeface="华文楷体"/>
                <a:cs typeface="华文楷体"/>
              </a:rPr>
              <a:t>和</a:t>
            </a:r>
            <a:r>
              <a:rPr dirty="0" sz="2500" spc="-955" i="1">
                <a:latin typeface="华文楷体"/>
                <a:cs typeface="华文楷体"/>
              </a:rPr>
              <a:t>CD</a:t>
            </a:r>
            <a:r>
              <a:rPr dirty="0" sz="2400">
                <a:latin typeface="华文楷体"/>
                <a:cs typeface="华文楷体"/>
              </a:rPr>
              <a:t>边中 电流分别向哪个方向流动？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45178" y="3771125"/>
            <a:ext cx="294640" cy="285750"/>
          </a:xfrm>
          <a:custGeom>
            <a:avLst/>
            <a:gdLst/>
            <a:ahLst/>
            <a:cxnLst/>
            <a:rect l="l" t="t" r="r" b="b"/>
            <a:pathLst>
              <a:path w="294639" h="285750">
                <a:moveTo>
                  <a:pt x="95439" y="219442"/>
                </a:moveTo>
                <a:lnTo>
                  <a:pt x="68966" y="192041"/>
                </a:lnTo>
                <a:lnTo>
                  <a:pt x="267741" y="0"/>
                </a:lnTo>
                <a:lnTo>
                  <a:pt x="294220" y="27393"/>
                </a:lnTo>
                <a:lnTo>
                  <a:pt x="95439" y="219442"/>
                </a:lnTo>
                <a:close/>
              </a:path>
              <a:path w="294639" h="285750">
                <a:moveTo>
                  <a:pt x="0" y="285153"/>
                </a:moveTo>
                <a:lnTo>
                  <a:pt x="42494" y="164642"/>
                </a:lnTo>
                <a:lnTo>
                  <a:pt x="68966" y="192041"/>
                </a:lnTo>
                <a:lnTo>
                  <a:pt x="48412" y="211899"/>
                </a:lnTo>
                <a:lnTo>
                  <a:pt x="74891" y="239293"/>
                </a:lnTo>
                <a:lnTo>
                  <a:pt x="114618" y="239293"/>
                </a:lnTo>
                <a:lnTo>
                  <a:pt x="121907" y="246837"/>
                </a:lnTo>
                <a:lnTo>
                  <a:pt x="0" y="285153"/>
                </a:lnTo>
                <a:close/>
              </a:path>
              <a:path w="294639" h="285750">
                <a:moveTo>
                  <a:pt x="74891" y="239293"/>
                </a:moveTo>
                <a:lnTo>
                  <a:pt x="48412" y="211899"/>
                </a:lnTo>
                <a:lnTo>
                  <a:pt x="68966" y="192041"/>
                </a:lnTo>
                <a:lnTo>
                  <a:pt x="95439" y="219442"/>
                </a:lnTo>
                <a:lnTo>
                  <a:pt x="74891" y="239293"/>
                </a:lnTo>
                <a:close/>
              </a:path>
              <a:path w="294639" h="285750">
                <a:moveTo>
                  <a:pt x="114618" y="239293"/>
                </a:moveTo>
                <a:lnTo>
                  <a:pt x="74891" y="239293"/>
                </a:lnTo>
                <a:lnTo>
                  <a:pt x="95439" y="219442"/>
                </a:lnTo>
                <a:lnTo>
                  <a:pt x="114618" y="23929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71097" y="3896143"/>
            <a:ext cx="194132" cy="1689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10027" y="1732788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09672" y="1956816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4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45599" y="1471790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想一</a:t>
            </a:r>
            <a:r>
              <a:rPr dirty="0" sz="2800" spc="-5">
                <a:latin typeface="黑体"/>
                <a:cs typeface="黑体"/>
              </a:rPr>
              <a:t>想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86371" y="3352800"/>
            <a:ext cx="1926335" cy="21869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2676" y="200313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4588" y="3222167"/>
            <a:ext cx="95021" cy="166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707923" y="3168700"/>
            <a:ext cx="470534" cy="128905"/>
          </a:xfrm>
          <a:custGeom>
            <a:avLst/>
            <a:gdLst/>
            <a:ahLst/>
            <a:cxnLst/>
            <a:rect l="l" t="t" r="r" b="b"/>
            <a:pathLst>
              <a:path w="470534" h="128904">
                <a:moveTo>
                  <a:pt x="115290" y="128435"/>
                </a:moveTo>
                <a:lnTo>
                  <a:pt x="112306" y="128409"/>
                </a:lnTo>
                <a:lnTo>
                  <a:pt x="109385" y="127774"/>
                </a:lnTo>
                <a:lnTo>
                  <a:pt x="106667" y="126530"/>
                </a:lnTo>
                <a:lnTo>
                  <a:pt x="0" y="63830"/>
                </a:lnTo>
                <a:lnTo>
                  <a:pt x="107114" y="1828"/>
                </a:lnTo>
                <a:lnTo>
                  <a:pt x="109876" y="609"/>
                </a:lnTo>
                <a:lnTo>
                  <a:pt x="112737" y="0"/>
                </a:lnTo>
                <a:lnTo>
                  <a:pt x="115722" y="0"/>
                </a:lnTo>
                <a:lnTo>
                  <a:pt x="128536" y="14185"/>
                </a:lnTo>
                <a:lnTo>
                  <a:pt x="128231" y="17157"/>
                </a:lnTo>
                <a:lnTo>
                  <a:pt x="81565" y="49631"/>
                </a:lnTo>
                <a:lnTo>
                  <a:pt x="28409" y="49631"/>
                </a:lnTo>
                <a:lnTo>
                  <a:pt x="28308" y="78206"/>
                </a:lnTo>
                <a:lnTo>
                  <a:pt x="81156" y="78385"/>
                </a:lnTo>
                <a:lnTo>
                  <a:pt x="121157" y="101904"/>
                </a:lnTo>
                <a:lnTo>
                  <a:pt x="128193" y="114325"/>
                </a:lnTo>
                <a:lnTo>
                  <a:pt x="127863" y="117297"/>
                </a:lnTo>
                <a:lnTo>
                  <a:pt x="118224" y="127838"/>
                </a:lnTo>
                <a:lnTo>
                  <a:pt x="115290" y="128435"/>
                </a:lnTo>
                <a:close/>
              </a:path>
              <a:path w="470534" h="128904">
                <a:moveTo>
                  <a:pt x="81156" y="78385"/>
                </a:moveTo>
                <a:lnTo>
                  <a:pt x="28308" y="78206"/>
                </a:lnTo>
                <a:lnTo>
                  <a:pt x="28409" y="49631"/>
                </a:lnTo>
                <a:lnTo>
                  <a:pt x="81255" y="49810"/>
                </a:lnTo>
                <a:lnTo>
                  <a:pt x="78164" y="51600"/>
                </a:lnTo>
                <a:lnTo>
                  <a:pt x="35598" y="51600"/>
                </a:lnTo>
                <a:lnTo>
                  <a:pt x="35509" y="76288"/>
                </a:lnTo>
                <a:lnTo>
                  <a:pt x="77589" y="76288"/>
                </a:lnTo>
                <a:lnTo>
                  <a:pt x="81156" y="78385"/>
                </a:lnTo>
                <a:close/>
              </a:path>
              <a:path w="470534" h="128904">
                <a:moveTo>
                  <a:pt x="81255" y="49810"/>
                </a:moveTo>
                <a:lnTo>
                  <a:pt x="28409" y="49631"/>
                </a:lnTo>
                <a:lnTo>
                  <a:pt x="81565" y="49631"/>
                </a:lnTo>
                <a:lnTo>
                  <a:pt x="81255" y="49810"/>
                </a:lnTo>
                <a:close/>
              </a:path>
              <a:path w="470534" h="128904">
                <a:moveTo>
                  <a:pt x="469849" y="79705"/>
                </a:moveTo>
                <a:lnTo>
                  <a:pt x="81156" y="78385"/>
                </a:lnTo>
                <a:lnTo>
                  <a:pt x="56714" y="64015"/>
                </a:lnTo>
                <a:lnTo>
                  <a:pt x="81255" y="49810"/>
                </a:lnTo>
                <a:lnTo>
                  <a:pt x="469950" y="51130"/>
                </a:lnTo>
                <a:lnTo>
                  <a:pt x="469849" y="79705"/>
                </a:lnTo>
                <a:close/>
              </a:path>
              <a:path w="470534" h="128904">
                <a:moveTo>
                  <a:pt x="35509" y="76288"/>
                </a:moveTo>
                <a:lnTo>
                  <a:pt x="35598" y="51600"/>
                </a:lnTo>
                <a:lnTo>
                  <a:pt x="56714" y="64015"/>
                </a:lnTo>
                <a:lnTo>
                  <a:pt x="35509" y="76288"/>
                </a:lnTo>
                <a:close/>
              </a:path>
              <a:path w="470534" h="128904">
                <a:moveTo>
                  <a:pt x="56714" y="64015"/>
                </a:moveTo>
                <a:lnTo>
                  <a:pt x="35598" y="51600"/>
                </a:lnTo>
                <a:lnTo>
                  <a:pt x="78164" y="51600"/>
                </a:lnTo>
                <a:lnTo>
                  <a:pt x="56714" y="64015"/>
                </a:lnTo>
                <a:close/>
              </a:path>
              <a:path w="470534" h="128904">
                <a:moveTo>
                  <a:pt x="77589" y="76288"/>
                </a:moveTo>
                <a:lnTo>
                  <a:pt x="35509" y="76288"/>
                </a:lnTo>
                <a:lnTo>
                  <a:pt x="56714" y="64015"/>
                </a:lnTo>
                <a:lnTo>
                  <a:pt x="77589" y="76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03021" y="3233648"/>
            <a:ext cx="128905" cy="488315"/>
          </a:xfrm>
          <a:custGeom>
            <a:avLst/>
            <a:gdLst/>
            <a:ahLst/>
            <a:cxnLst/>
            <a:rect l="l" t="t" r="r" b="b"/>
            <a:pathLst>
              <a:path w="128904" h="488314">
                <a:moveTo>
                  <a:pt x="62361" y="431150"/>
                </a:moveTo>
                <a:lnTo>
                  <a:pt x="48876" y="406199"/>
                </a:lnTo>
                <a:lnTo>
                  <a:pt x="62115" y="0"/>
                </a:lnTo>
                <a:lnTo>
                  <a:pt x="90665" y="927"/>
                </a:lnTo>
                <a:lnTo>
                  <a:pt x="77437" y="407137"/>
                </a:lnTo>
                <a:lnTo>
                  <a:pt x="62361" y="431150"/>
                </a:lnTo>
                <a:close/>
              </a:path>
              <a:path w="128904" h="488314">
                <a:moveTo>
                  <a:pt x="60515" y="487832"/>
                </a:moveTo>
                <a:lnTo>
                  <a:pt x="1676" y="378968"/>
                </a:lnTo>
                <a:lnTo>
                  <a:pt x="546" y="376212"/>
                </a:lnTo>
                <a:lnTo>
                  <a:pt x="0" y="373278"/>
                </a:lnTo>
                <a:lnTo>
                  <a:pt x="88" y="370293"/>
                </a:lnTo>
                <a:lnTo>
                  <a:pt x="14655" y="357898"/>
                </a:lnTo>
                <a:lnTo>
                  <a:pt x="17614" y="358292"/>
                </a:lnTo>
                <a:lnTo>
                  <a:pt x="48876" y="406199"/>
                </a:lnTo>
                <a:lnTo>
                  <a:pt x="47155" y="459016"/>
                </a:lnTo>
                <a:lnTo>
                  <a:pt x="75717" y="459955"/>
                </a:lnTo>
                <a:lnTo>
                  <a:pt x="78017" y="459955"/>
                </a:lnTo>
                <a:lnTo>
                  <a:pt x="60515" y="487832"/>
                </a:lnTo>
                <a:close/>
              </a:path>
              <a:path w="128904" h="488314">
                <a:moveTo>
                  <a:pt x="78017" y="459955"/>
                </a:moveTo>
                <a:lnTo>
                  <a:pt x="75717" y="459955"/>
                </a:lnTo>
                <a:lnTo>
                  <a:pt x="77437" y="407137"/>
                </a:lnTo>
                <a:lnTo>
                  <a:pt x="102107" y="367842"/>
                </a:lnTo>
                <a:lnTo>
                  <a:pt x="114744" y="361162"/>
                </a:lnTo>
                <a:lnTo>
                  <a:pt x="117690" y="361581"/>
                </a:lnTo>
                <a:lnTo>
                  <a:pt x="128460" y="374472"/>
                </a:lnTo>
                <a:lnTo>
                  <a:pt x="128358" y="377456"/>
                </a:lnTo>
                <a:lnTo>
                  <a:pt x="127622" y="380352"/>
                </a:lnTo>
                <a:lnTo>
                  <a:pt x="126314" y="383032"/>
                </a:lnTo>
                <a:lnTo>
                  <a:pt x="78017" y="459955"/>
                </a:lnTo>
                <a:close/>
              </a:path>
              <a:path w="128904" h="488314">
                <a:moveTo>
                  <a:pt x="75717" y="459955"/>
                </a:moveTo>
                <a:lnTo>
                  <a:pt x="47155" y="459016"/>
                </a:lnTo>
                <a:lnTo>
                  <a:pt x="48876" y="406199"/>
                </a:lnTo>
                <a:lnTo>
                  <a:pt x="62361" y="431150"/>
                </a:lnTo>
                <a:lnTo>
                  <a:pt x="49339" y="451891"/>
                </a:lnTo>
                <a:lnTo>
                  <a:pt x="74002" y="452691"/>
                </a:lnTo>
                <a:lnTo>
                  <a:pt x="75953" y="452691"/>
                </a:lnTo>
                <a:lnTo>
                  <a:pt x="75717" y="459955"/>
                </a:lnTo>
                <a:close/>
              </a:path>
              <a:path w="128904" h="488314">
                <a:moveTo>
                  <a:pt x="75953" y="452691"/>
                </a:moveTo>
                <a:lnTo>
                  <a:pt x="74002" y="452691"/>
                </a:lnTo>
                <a:lnTo>
                  <a:pt x="62361" y="431150"/>
                </a:lnTo>
                <a:lnTo>
                  <a:pt x="77437" y="407137"/>
                </a:lnTo>
                <a:lnTo>
                  <a:pt x="75953" y="452691"/>
                </a:lnTo>
                <a:close/>
              </a:path>
              <a:path w="128904" h="488314">
                <a:moveTo>
                  <a:pt x="74002" y="452691"/>
                </a:moveTo>
                <a:lnTo>
                  <a:pt x="49339" y="451891"/>
                </a:lnTo>
                <a:lnTo>
                  <a:pt x="62361" y="431150"/>
                </a:lnTo>
                <a:lnTo>
                  <a:pt x="74002" y="4526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1098" y="3243567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39"/>
                </a:moveTo>
                <a:lnTo>
                  <a:pt x="0" y="139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2013" y="3310242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2928" y="3376904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33" y="38239"/>
                </a:moveTo>
                <a:lnTo>
                  <a:pt x="0" y="139"/>
                </a:lnTo>
                <a:lnTo>
                  <a:pt x="9525" y="0"/>
                </a:lnTo>
                <a:lnTo>
                  <a:pt x="10058" y="38100"/>
                </a:lnTo>
                <a:lnTo>
                  <a:pt x="533" y="38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13855" y="3443579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12" y="0"/>
                </a:lnTo>
                <a:lnTo>
                  <a:pt x="10045" y="38100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14769" y="3510254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087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15683" y="3576916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100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16598" y="3643591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59" h="38735">
                <a:moveTo>
                  <a:pt x="520" y="38226"/>
                </a:moveTo>
                <a:lnTo>
                  <a:pt x="0" y="126"/>
                </a:lnTo>
                <a:lnTo>
                  <a:pt x="9525" y="0"/>
                </a:lnTo>
                <a:lnTo>
                  <a:pt x="10045" y="38087"/>
                </a:lnTo>
                <a:lnTo>
                  <a:pt x="520" y="38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53885" y="3711371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52" y="10109"/>
                </a:moveTo>
                <a:lnTo>
                  <a:pt x="0" y="584"/>
                </a:lnTo>
                <a:lnTo>
                  <a:pt x="38100" y="0"/>
                </a:lnTo>
                <a:lnTo>
                  <a:pt x="38239" y="9525"/>
                </a:lnTo>
                <a:lnTo>
                  <a:pt x="152" y="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20560" y="3710355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109"/>
                </a:moveTo>
                <a:lnTo>
                  <a:pt x="0" y="584"/>
                </a:lnTo>
                <a:lnTo>
                  <a:pt x="38087" y="0"/>
                </a:lnTo>
                <a:lnTo>
                  <a:pt x="38239" y="9525"/>
                </a:lnTo>
                <a:lnTo>
                  <a:pt x="139" y="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87223" y="3709339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52" y="10109"/>
                </a:moveTo>
                <a:lnTo>
                  <a:pt x="0" y="584"/>
                </a:lnTo>
                <a:lnTo>
                  <a:pt x="38100" y="0"/>
                </a:lnTo>
                <a:lnTo>
                  <a:pt x="38239" y="9525"/>
                </a:lnTo>
                <a:lnTo>
                  <a:pt x="152" y="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53898" y="3708336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96"/>
                </a:moveTo>
                <a:lnTo>
                  <a:pt x="0" y="571"/>
                </a:lnTo>
                <a:lnTo>
                  <a:pt x="38087" y="0"/>
                </a:lnTo>
                <a:lnTo>
                  <a:pt x="38239" y="9512"/>
                </a:lnTo>
                <a:lnTo>
                  <a:pt x="139" y="1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20559" y="3707320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39" y="10096"/>
                </a:moveTo>
                <a:lnTo>
                  <a:pt x="0" y="571"/>
                </a:lnTo>
                <a:lnTo>
                  <a:pt x="38100" y="0"/>
                </a:lnTo>
                <a:lnTo>
                  <a:pt x="38239" y="9525"/>
                </a:lnTo>
                <a:lnTo>
                  <a:pt x="139" y="1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87222" y="3706304"/>
            <a:ext cx="38735" cy="10160"/>
          </a:xfrm>
          <a:custGeom>
            <a:avLst/>
            <a:gdLst/>
            <a:ahLst/>
            <a:cxnLst/>
            <a:rect l="l" t="t" r="r" b="b"/>
            <a:pathLst>
              <a:path w="38734" h="10160">
                <a:moveTo>
                  <a:pt x="152" y="10096"/>
                </a:moveTo>
                <a:lnTo>
                  <a:pt x="0" y="584"/>
                </a:lnTo>
                <a:lnTo>
                  <a:pt x="38100" y="0"/>
                </a:lnTo>
                <a:lnTo>
                  <a:pt x="38239" y="9525"/>
                </a:lnTo>
                <a:lnTo>
                  <a:pt x="152" y="10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443764" y="2792793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13308" y="2959798"/>
            <a:ext cx="2235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b="1">
                <a:latin typeface="宋体"/>
                <a:cs typeface="宋体"/>
              </a:rPr>
              <a:t>∥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23302" y="3429012"/>
            <a:ext cx="196659" cy="1359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32168" y="3804729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816975" y="3507308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90550" y="3462083"/>
            <a:ext cx="10960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5010" algn="l"/>
              </a:tabLst>
            </a:pPr>
            <a:r>
              <a:rPr dirty="0" u="heavy" sz="2400" b="1" i="1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v</a:t>
            </a:r>
            <a:r>
              <a:rPr dirty="0" sz="2400" b="1" i="1">
                <a:latin typeface="Book Antiqua"/>
                <a:cs typeface="Book Antiqua"/>
              </a:rPr>
              <a:t>	v</a:t>
            </a:r>
            <a:r>
              <a:rPr dirty="0" baseline="-10752" sz="2325" b="1">
                <a:latin typeface="宋体"/>
                <a:cs typeface="宋体"/>
              </a:rPr>
              <a:t>⊥</a:t>
            </a:r>
            <a:endParaRPr baseline="-10752" sz="2325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40867" y="3249536"/>
            <a:ext cx="439420" cy="445770"/>
          </a:xfrm>
          <a:custGeom>
            <a:avLst/>
            <a:gdLst/>
            <a:ahLst/>
            <a:cxnLst/>
            <a:rect l="l" t="t" r="r" b="b"/>
            <a:pathLst>
              <a:path w="439420" h="445770">
                <a:moveTo>
                  <a:pt x="70351" y="394197"/>
                </a:moveTo>
                <a:lnTo>
                  <a:pt x="50008" y="374141"/>
                </a:lnTo>
                <a:lnTo>
                  <a:pt x="418744" y="0"/>
                </a:lnTo>
                <a:lnTo>
                  <a:pt x="439102" y="20065"/>
                </a:lnTo>
                <a:lnTo>
                  <a:pt x="70351" y="394197"/>
                </a:lnTo>
                <a:close/>
              </a:path>
              <a:path w="439420" h="445770">
                <a:moveTo>
                  <a:pt x="0" y="445223"/>
                </a:moveTo>
                <a:lnTo>
                  <a:pt x="29654" y="354075"/>
                </a:lnTo>
                <a:lnTo>
                  <a:pt x="50008" y="374141"/>
                </a:lnTo>
                <a:lnTo>
                  <a:pt x="34963" y="389407"/>
                </a:lnTo>
                <a:lnTo>
                  <a:pt x="55308" y="409460"/>
                </a:lnTo>
                <a:lnTo>
                  <a:pt x="85833" y="409460"/>
                </a:lnTo>
                <a:lnTo>
                  <a:pt x="90703" y="414261"/>
                </a:lnTo>
                <a:lnTo>
                  <a:pt x="0" y="445223"/>
                </a:lnTo>
                <a:close/>
              </a:path>
              <a:path w="439420" h="445770">
                <a:moveTo>
                  <a:pt x="55308" y="409460"/>
                </a:moveTo>
                <a:lnTo>
                  <a:pt x="34963" y="389407"/>
                </a:lnTo>
                <a:lnTo>
                  <a:pt x="50008" y="374141"/>
                </a:lnTo>
                <a:lnTo>
                  <a:pt x="70351" y="394197"/>
                </a:lnTo>
                <a:lnTo>
                  <a:pt x="55308" y="409460"/>
                </a:lnTo>
                <a:close/>
              </a:path>
              <a:path w="439420" h="445770">
                <a:moveTo>
                  <a:pt x="85833" y="409460"/>
                </a:moveTo>
                <a:lnTo>
                  <a:pt x="55308" y="409460"/>
                </a:lnTo>
                <a:lnTo>
                  <a:pt x="70351" y="394197"/>
                </a:lnTo>
                <a:lnTo>
                  <a:pt x="85833" y="409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804975" y="27025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805419" y="290262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805877" y="310264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806321" y="330267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806766" y="35026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07211" y="370272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07655" y="390274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08112" y="410277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808556" y="430279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809001" y="4502823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809445" y="470284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0"/>
                </a:moveTo>
                <a:lnTo>
                  <a:pt x="0" y="114363"/>
                </a:lnTo>
              </a:path>
            </a:pathLst>
          </a:custGeom>
          <a:ln w="288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09865" y="4902873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91439">
                <a:moveTo>
                  <a:pt x="0" y="0"/>
                </a:moveTo>
                <a:lnTo>
                  <a:pt x="0" y="91008"/>
                </a:lnTo>
              </a:path>
            </a:pathLst>
          </a:custGeom>
          <a:ln w="287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32168" y="2863113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532168" y="3333280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532168" y="4273587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532168" y="4743754"/>
            <a:ext cx="2555875" cy="85725"/>
          </a:xfrm>
          <a:custGeom>
            <a:avLst/>
            <a:gdLst/>
            <a:ahLst/>
            <a:cxnLst/>
            <a:rect l="l" t="t" r="r" b="b"/>
            <a:pathLst>
              <a:path w="2555875" h="85725">
                <a:moveTo>
                  <a:pt x="2469883" y="85725"/>
                </a:moveTo>
                <a:lnTo>
                  <a:pt x="2469883" y="0"/>
                </a:lnTo>
                <a:lnTo>
                  <a:pt x="2527033" y="28575"/>
                </a:lnTo>
                <a:lnTo>
                  <a:pt x="2491308" y="28575"/>
                </a:lnTo>
                <a:lnTo>
                  <a:pt x="2491308" y="57150"/>
                </a:lnTo>
                <a:lnTo>
                  <a:pt x="2527033" y="57150"/>
                </a:lnTo>
                <a:lnTo>
                  <a:pt x="2469883" y="85725"/>
                </a:lnTo>
                <a:close/>
              </a:path>
              <a:path w="2555875" h="85725">
                <a:moveTo>
                  <a:pt x="2469883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469883" y="28575"/>
                </a:lnTo>
                <a:lnTo>
                  <a:pt x="2469883" y="57150"/>
                </a:lnTo>
                <a:close/>
              </a:path>
              <a:path w="2555875" h="85725">
                <a:moveTo>
                  <a:pt x="2527033" y="57150"/>
                </a:moveTo>
                <a:lnTo>
                  <a:pt x="2491308" y="57150"/>
                </a:lnTo>
                <a:lnTo>
                  <a:pt x="2491308" y="28575"/>
                </a:lnTo>
                <a:lnTo>
                  <a:pt x="2527033" y="28575"/>
                </a:lnTo>
                <a:lnTo>
                  <a:pt x="2555608" y="42862"/>
                </a:lnTo>
                <a:lnTo>
                  <a:pt x="25270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100686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300711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700761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900786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100811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300836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500861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700886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900911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00936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300961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500986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701011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901036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101061" y="3846296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096721" y="3127425"/>
            <a:ext cx="203746" cy="2044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315629" y="4360455"/>
            <a:ext cx="203746" cy="2044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218374" y="3132785"/>
            <a:ext cx="1296035" cy="1310640"/>
          </a:xfrm>
          <a:custGeom>
            <a:avLst/>
            <a:gdLst/>
            <a:ahLst/>
            <a:cxnLst/>
            <a:rect l="l" t="t" r="r" b="b"/>
            <a:pathLst>
              <a:path w="1296034" h="1310639">
                <a:moveTo>
                  <a:pt x="71424" y="90106"/>
                </a:moveTo>
                <a:lnTo>
                  <a:pt x="0" y="17856"/>
                </a:lnTo>
                <a:lnTo>
                  <a:pt x="18059" y="0"/>
                </a:lnTo>
                <a:lnTo>
                  <a:pt x="89484" y="72250"/>
                </a:lnTo>
                <a:lnTo>
                  <a:pt x="71424" y="90106"/>
                </a:lnTo>
                <a:close/>
              </a:path>
              <a:path w="1296034" h="1310639">
                <a:moveTo>
                  <a:pt x="196418" y="216547"/>
                </a:moveTo>
                <a:lnTo>
                  <a:pt x="124993" y="144297"/>
                </a:lnTo>
                <a:lnTo>
                  <a:pt x="143065" y="126441"/>
                </a:lnTo>
                <a:lnTo>
                  <a:pt x="214490" y="198691"/>
                </a:lnTo>
                <a:lnTo>
                  <a:pt x="196418" y="216547"/>
                </a:lnTo>
                <a:close/>
              </a:path>
              <a:path w="1296034" h="1310639">
                <a:moveTo>
                  <a:pt x="321424" y="343001"/>
                </a:moveTo>
                <a:lnTo>
                  <a:pt x="249999" y="270738"/>
                </a:lnTo>
                <a:lnTo>
                  <a:pt x="268058" y="252882"/>
                </a:lnTo>
                <a:lnTo>
                  <a:pt x="339483" y="325145"/>
                </a:lnTo>
                <a:lnTo>
                  <a:pt x="321424" y="343001"/>
                </a:lnTo>
                <a:close/>
              </a:path>
              <a:path w="1296034" h="1310639">
                <a:moveTo>
                  <a:pt x="446417" y="469442"/>
                </a:moveTo>
                <a:lnTo>
                  <a:pt x="374992" y="397192"/>
                </a:lnTo>
                <a:lnTo>
                  <a:pt x="393052" y="379336"/>
                </a:lnTo>
                <a:lnTo>
                  <a:pt x="464477" y="451586"/>
                </a:lnTo>
                <a:lnTo>
                  <a:pt x="446417" y="469442"/>
                </a:lnTo>
                <a:close/>
              </a:path>
              <a:path w="1296034" h="1310639">
                <a:moveTo>
                  <a:pt x="571411" y="595884"/>
                </a:moveTo>
                <a:lnTo>
                  <a:pt x="499986" y="523633"/>
                </a:lnTo>
                <a:lnTo>
                  <a:pt x="518058" y="505777"/>
                </a:lnTo>
                <a:lnTo>
                  <a:pt x="589483" y="578027"/>
                </a:lnTo>
                <a:lnTo>
                  <a:pt x="571411" y="595884"/>
                </a:lnTo>
                <a:close/>
              </a:path>
              <a:path w="1296034" h="1310639">
                <a:moveTo>
                  <a:pt x="696417" y="722337"/>
                </a:moveTo>
                <a:lnTo>
                  <a:pt x="624979" y="650074"/>
                </a:lnTo>
                <a:lnTo>
                  <a:pt x="643051" y="632218"/>
                </a:lnTo>
                <a:lnTo>
                  <a:pt x="714476" y="704481"/>
                </a:lnTo>
                <a:lnTo>
                  <a:pt x="696417" y="722337"/>
                </a:lnTo>
                <a:close/>
              </a:path>
              <a:path w="1296034" h="1310639">
                <a:moveTo>
                  <a:pt x="821410" y="848779"/>
                </a:moveTo>
                <a:lnTo>
                  <a:pt x="749985" y="776528"/>
                </a:lnTo>
                <a:lnTo>
                  <a:pt x="768045" y="758672"/>
                </a:lnTo>
                <a:lnTo>
                  <a:pt x="839470" y="830922"/>
                </a:lnTo>
                <a:lnTo>
                  <a:pt x="821410" y="848779"/>
                </a:lnTo>
                <a:close/>
              </a:path>
              <a:path w="1296034" h="1310639">
                <a:moveTo>
                  <a:pt x="946403" y="975220"/>
                </a:moveTo>
                <a:lnTo>
                  <a:pt x="874979" y="902970"/>
                </a:lnTo>
                <a:lnTo>
                  <a:pt x="893038" y="885113"/>
                </a:lnTo>
                <a:lnTo>
                  <a:pt x="964476" y="957364"/>
                </a:lnTo>
                <a:lnTo>
                  <a:pt x="946403" y="975220"/>
                </a:lnTo>
                <a:close/>
              </a:path>
              <a:path w="1296034" h="1310639">
                <a:moveTo>
                  <a:pt x="1071410" y="1101674"/>
                </a:moveTo>
                <a:lnTo>
                  <a:pt x="999972" y="1029411"/>
                </a:lnTo>
                <a:lnTo>
                  <a:pt x="1018044" y="1011555"/>
                </a:lnTo>
                <a:lnTo>
                  <a:pt x="1089469" y="1083818"/>
                </a:lnTo>
                <a:lnTo>
                  <a:pt x="1071410" y="1101674"/>
                </a:lnTo>
                <a:close/>
              </a:path>
              <a:path w="1296034" h="1310639">
                <a:moveTo>
                  <a:pt x="1196403" y="1228115"/>
                </a:moveTo>
                <a:lnTo>
                  <a:pt x="1124978" y="1155865"/>
                </a:lnTo>
                <a:lnTo>
                  <a:pt x="1143038" y="1138008"/>
                </a:lnTo>
                <a:lnTo>
                  <a:pt x="1214462" y="1210259"/>
                </a:lnTo>
                <a:lnTo>
                  <a:pt x="1196403" y="1228115"/>
                </a:lnTo>
                <a:close/>
              </a:path>
              <a:path w="1296034" h="1310639">
                <a:moveTo>
                  <a:pt x="1277797" y="1310462"/>
                </a:moveTo>
                <a:lnTo>
                  <a:pt x="1249972" y="1282306"/>
                </a:lnTo>
                <a:lnTo>
                  <a:pt x="1268031" y="1264450"/>
                </a:lnTo>
                <a:lnTo>
                  <a:pt x="1295869" y="1292606"/>
                </a:lnTo>
                <a:lnTo>
                  <a:pt x="1277797" y="1310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101865" y="3249345"/>
            <a:ext cx="1296035" cy="1310640"/>
          </a:xfrm>
          <a:custGeom>
            <a:avLst/>
            <a:gdLst/>
            <a:ahLst/>
            <a:cxnLst/>
            <a:rect l="l" t="t" r="r" b="b"/>
            <a:pathLst>
              <a:path w="1296034" h="1310639">
                <a:moveTo>
                  <a:pt x="71424" y="90119"/>
                </a:moveTo>
                <a:lnTo>
                  <a:pt x="0" y="17856"/>
                </a:lnTo>
                <a:lnTo>
                  <a:pt x="18059" y="0"/>
                </a:lnTo>
                <a:lnTo>
                  <a:pt x="89484" y="72250"/>
                </a:lnTo>
                <a:lnTo>
                  <a:pt x="71424" y="90119"/>
                </a:lnTo>
                <a:close/>
              </a:path>
              <a:path w="1296034" h="1310639">
                <a:moveTo>
                  <a:pt x="196418" y="216560"/>
                </a:moveTo>
                <a:lnTo>
                  <a:pt x="124993" y="144310"/>
                </a:lnTo>
                <a:lnTo>
                  <a:pt x="143052" y="126441"/>
                </a:lnTo>
                <a:lnTo>
                  <a:pt x="214490" y="198704"/>
                </a:lnTo>
                <a:lnTo>
                  <a:pt x="196418" y="216560"/>
                </a:lnTo>
                <a:close/>
              </a:path>
              <a:path w="1296034" h="1310639">
                <a:moveTo>
                  <a:pt x="321411" y="343001"/>
                </a:moveTo>
                <a:lnTo>
                  <a:pt x="249986" y="270751"/>
                </a:lnTo>
                <a:lnTo>
                  <a:pt x="268058" y="252895"/>
                </a:lnTo>
                <a:lnTo>
                  <a:pt x="339483" y="325145"/>
                </a:lnTo>
                <a:lnTo>
                  <a:pt x="321411" y="343001"/>
                </a:lnTo>
                <a:close/>
              </a:path>
              <a:path w="1296034" h="1310639">
                <a:moveTo>
                  <a:pt x="446417" y="469455"/>
                </a:moveTo>
                <a:lnTo>
                  <a:pt x="374992" y="397192"/>
                </a:lnTo>
                <a:lnTo>
                  <a:pt x="393052" y="379336"/>
                </a:lnTo>
                <a:lnTo>
                  <a:pt x="464477" y="451599"/>
                </a:lnTo>
                <a:lnTo>
                  <a:pt x="446417" y="469455"/>
                </a:lnTo>
                <a:close/>
              </a:path>
              <a:path w="1296034" h="1310639">
                <a:moveTo>
                  <a:pt x="571411" y="595896"/>
                </a:moveTo>
                <a:lnTo>
                  <a:pt x="499986" y="523646"/>
                </a:lnTo>
                <a:lnTo>
                  <a:pt x="518045" y="505790"/>
                </a:lnTo>
                <a:lnTo>
                  <a:pt x="589470" y="578040"/>
                </a:lnTo>
                <a:lnTo>
                  <a:pt x="571411" y="595896"/>
                </a:lnTo>
                <a:close/>
              </a:path>
              <a:path w="1296034" h="1310639">
                <a:moveTo>
                  <a:pt x="696404" y="722337"/>
                </a:moveTo>
                <a:lnTo>
                  <a:pt x="624979" y="650087"/>
                </a:lnTo>
                <a:lnTo>
                  <a:pt x="643051" y="632231"/>
                </a:lnTo>
                <a:lnTo>
                  <a:pt x="714476" y="704481"/>
                </a:lnTo>
                <a:lnTo>
                  <a:pt x="696404" y="722337"/>
                </a:lnTo>
                <a:close/>
              </a:path>
              <a:path w="1296034" h="1310639">
                <a:moveTo>
                  <a:pt x="821410" y="848791"/>
                </a:moveTo>
                <a:lnTo>
                  <a:pt x="749973" y="776528"/>
                </a:lnTo>
                <a:lnTo>
                  <a:pt x="768045" y="758672"/>
                </a:lnTo>
                <a:lnTo>
                  <a:pt x="839470" y="830935"/>
                </a:lnTo>
                <a:lnTo>
                  <a:pt x="821410" y="848791"/>
                </a:lnTo>
                <a:close/>
              </a:path>
              <a:path w="1296034" h="1310639">
                <a:moveTo>
                  <a:pt x="946403" y="975232"/>
                </a:moveTo>
                <a:lnTo>
                  <a:pt x="874979" y="902982"/>
                </a:lnTo>
                <a:lnTo>
                  <a:pt x="893038" y="885126"/>
                </a:lnTo>
                <a:lnTo>
                  <a:pt x="964463" y="957376"/>
                </a:lnTo>
                <a:lnTo>
                  <a:pt x="946403" y="975232"/>
                </a:lnTo>
                <a:close/>
              </a:path>
              <a:path w="1296034" h="1310639">
                <a:moveTo>
                  <a:pt x="1071397" y="1101674"/>
                </a:moveTo>
                <a:lnTo>
                  <a:pt x="999972" y="1029423"/>
                </a:lnTo>
                <a:lnTo>
                  <a:pt x="1018031" y="1011567"/>
                </a:lnTo>
                <a:lnTo>
                  <a:pt x="1089469" y="1083817"/>
                </a:lnTo>
                <a:lnTo>
                  <a:pt x="1071397" y="1101674"/>
                </a:lnTo>
                <a:close/>
              </a:path>
              <a:path w="1296034" h="1310639">
                <a:moveTo>
                  <a:pt x="1196403" y="1228128"/>
                </a:moveTo>
                <a:lnTo>
                  <a:pt x="1124966" y="1155865"/>
                </a:lnTo>
                <a:lnTo>
                  <a:pt x="1143038" y="1138008"/>
                </a:lnTo>
                <a:lnTo>
                  <a:pt x="1214462" y="1210271"/>
                </a:lnTo>
                <a:lnTo>
                  <a:pt x="1196403" y="1228128"/>
                </a:lnTo>
                <a:close/>
              </a:path>
              <a:path w="1296034" h="1310639">
                <a:moveTo>
                  <a:pt x="1277797" y="1310462"/>
                </a:moveTo>
                <a:lnTo>
                  <a:pt x="1249972" y="1282318"/>
                </a:lnTo>
                <a:lnTo>
                  <a:pt x="1268031" y="1264462"/>
                </a:lnTo>
                <a:lnTo>
                  <a:pt x="1295857" y="1292605"/>
                </a:lnTo>
                <a:lnTo>
                  <a:pt x="1277797" y="1310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7464907" y="3064611"/>
            <a:ext cx="325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ω</a:t>
            </a: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47672" y="3781958"/>
            <a:ext cx="124599" cy="127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924141" y="2954350"/>
            <a:ext cx="1768475" cy="1728470"/>
          </a:xfrm>
          <a:custGeom>
            <a:avLst/>
            <a:gdLst/>
            <a:ahLst/>
            <a:cxnLst/>
            <a:rect l="l" t="t" r="r" b="b"/>
            <a:pathLst>
              <a:path w="1768475" h="1728470">
                <a:moveTo>
                  <a:pt x="0" y="875182"/>
                </a:moveTo>
                <a:lnTo>
                  <a:pt x="0" y="853008"/>
                </a:lnTo>
                <a:lnTo>
                  <a:pt x="215" y="841870"/>
                </a:lnTo>
                <a:lnTo>
                  <a:pt x="2514" y="797509"/>
                </a:lnTo>
                <a:lnTo>
                  <a:pt x="4864" y="772287"/>
                </a:lnTo>
                <a:lnTo>
                  <a:pt x="30111" y="775081"/>
                </a:lnTo>
                <a:lnTo>
                  <a:pt x="29740" y="778421"/>
                </a:lnTo>
                <a:lnTo>
                  <a:pt x="28713" y="789012"/>
                </a:lnTo>
                <a:lnTo>
                  <a:pt x="25953" y="831761"/>
                </a:lnTo>
                <a:lnTo>
                  <a:pt x="25324" y="864184"/>
                </a:lnTo>
                <a:lnTo>
                  <a:pt x="25387" y="874864"/>
                </a:lnTo>
                <a:lnTo>
                  <a:pt x="12690" y="875106"/>
                </a:lnTo>
                <a:lnTo>
                  <a:pt x="0" y="875182"/>
                </a:lnTo>
                <a:close/>
              </a:path>
              <a:path w="1768475" h="1728470">
                <a:moveTo>
                  <a:pt x="29743" y="778421"/>
                </a:moveTo>
                <a:lnTo>
                  <a:pt x="29756" y="778256"/>
                </a:lnTo>
                <a:lnTo>
                  <a:pt x="29743" y="778421"/>
                </a:lnTo>
                <a:close/>
              </a:path>
              <a:path w="1768475" h="1728470">
                <a:moveTo>
                  <a:pt x="28714" y="789012"/>
                </a:moveTo>
                <a:lnTo>
                  <a:pt x="28727" y="788847"/>
                </a:lnTo>
                <a:lnTo>
                  <a:pt x="28714" y="789012"/>
                </a:lnTo>
                <a:close/>
              </a:path>
              <a:path w="1768475" h="1728470">
                <a:moveTo>
                  <a:pt x="27819" y="799567"/>
                </a:moveTo>
                <a:close/>
              </a:path>
              <a:path w="1768475" h="1728470">
                <a:moveTo>
                  <a:pt x="27814" y="799642"/>
                </a:moveTo>
                <a:close/>
              </a:path>
              <a:path w="1768475" h="1728470">
                <a:moveTo>
                  <a:pt x="25953" y="831761"/>
                </a:moveTo>
                <a:lnTo>
                  <a:pt x="25958" y="831596"/>
                </a:lnTo>
                <a:lnTo>
                  <a:pt x="25953" y="831761"/>
                </a:lnTo>
                <a:close/>
              </a:path>
              <a:path w="1768475" h="1728470">
                <a:moveTo>
                  <a:pt x="25398" y="853338"/>
                </a:moveTo>
                <a:lnTo>
                  <a:pt x="25400" y="853173"/>
                </a:lnTo>
                <a:lnTo>
                  <a:pt x="25398" y="853338"/>
                </a:lnTo>
                <a:close/>
              </a:path>
              <a:path w="1768475" h="1728470">
                <a:moveTo>
                  <a:pt x="12690" y="875106"/>
                </a:moveTo>
                <a:lnTo>
                  <a:pt x="25387" y="874864"/>
                </a:lnTo>
                <a:lnTo>
                  <a:pt x="25390" y="875030"/>
                </a:lnTo>
                <a:lnTo>
                  <a:pt x="12690" y="875106"/>
                </a:lnTo>
                <a:close/>
              </a:path>
              <a:path w="1768475" h="1728470">
                <a:moveTo>
                  <a:pt x="4851" y="955738"/>
                </a:moveTo>
                <a:lnTo>
                  <a:pt x="1066" y="908494"/>
                </a:lnTo>
                <a:lnTo>
                  <a:pt x="0" y="875347"/>
                </a:lnTo>
                <a:lnTo>
                  <a:pt x="12690" y="875106"/>
                </a:lnTo>
                <a:lnTo>
                  <a:pt x="25390" y="875030"/>
                </a:lnTo>
                <a:lnTo>
                  <a:pt x="25629" y="886485"/>
                </a:lnTo>
                <a:lnTo>
                  <a:pt x="25953" y="896442"/>
                </a:lnTo>
                <a:lnTo>
                  <a:pt x="26516" y="908494"/>
                </a:lnTo>
                <a:lnTo>
                  <a:pt x="27074" y="918044"/>
                </a:lnTo>
                <a:lnTo>
                  <a:pt x="27814" y="928547"/>
                </a:lnTo>
                <a:lnTo>
                  <a:pt x="28729" y="939342"/>
                </a:lnTo>
                <a:lnTo>
                  <a:pt x="29760" y="949934"/>
                </a:lnTo>
                <a:lnTo>
                  <a:pt x="30099" y="952944"/>
                </a:lnTo>
                <a:lnTo>
                  <a:pt x="4851" y="955738"/>
                </a:lnTo>
                <a:close/>
              </a:path>
              <a:path w="1768475" h="1728470">
                <a:moveTo>
                  <a:pt x="25608" y="885837"/>
                </a:moveTo>
                <a:lnTo>
                  <a:pt x="25603" y="885672"/>
                </a:lnTo>
                <a:lnTo>
                  <a:pt x="25608" y="885837"/>
                </a:lnTo>
                <a:close/>
              </a:path>
              <a:path w="1768475" h="1728470">
                <a:moveTo>
                  <a:pt x="26450" y="907351"/>
                </a:moveTo>
                <a:lnTo>
                  <a:pt x="26441" y="907186"/>
                </a:lnTo>
                <a:lnTo>
                  <a:pt x="26450" y="907351"/>
                </a:lnTo>
                <a:close/>
              </a:path>
              <a:path w="1768475" h="1728470">
                <a:moveTo>
                  <a:pt x="27074" y="918044"/>
                </a:moveTo>
                <a:lnTo>
                  <a:pt x="27063" y="917892"/>
                </a:lnTo>
                <a:lnTo>
                  <a:pt x="27074" y="918044"/>
                </a:lnTo>
                <a:close/>
              </a:path>
              <a:path w="1768475" h="1728470">
                <a:moveTo>
                  <a:pt x="41617" y="700849"/>
                </a:moveTo>
                <a:lnTo>
                  <a:pt x="16700" y="695960"/>
                </a:lnTo>
                <a:lnTo>
                  <a:pt x="17856" y="690029"/>
                </a:lnTo>
                <a:lnTo>
                  <a:pt x="22618" y="668705"/>
                </a:lnTo>
                <a:lnTo>
                  <a:pt x="27813" y="647890"/>
                </a:lnTo>
                <a:lnTo>
                  <a:pt x="33527" y="627265"/>
                </a:lnTo>
                <a:lnTo>
                  <a:pt x="39738" y="606856"/>
                </a:lnTo>
                <a:lnTo>
                  <a:pt x="43256" y="596290"/>
                </a:lnTo>
                <a:lnTo>
                  <a:pt x="67360" y="604304"/>
                </a:lnTo>
                <a:lnTo>
                  <a:pt x="63847" y="614870"/>
                </a:lnTo>
                <a:lnTo>
                  <a:pt x="57827" y="634657"/>
                </a:lnTo>
                <a:lnTo>
                  <a:pt x="52298" y="654659"/>
                </a:lnTo>
                <a:lnTo>
                  <a:pt x="47262" y="674852"/>
                </a:lnTo>
                <a:lnTo>
                  <a:pt x="42723" y="695236"/>
                </a:lnTo>
                <a:lnTo>
                  <a:pt x="41617" y="700849"/>
                </a:lnTo>
                <a:close/>
              </a:path>
              <a:path w="1768475" h="1728470">
                <a:moveTo>
                  <a:pt x="63900" y="614697"/>
                </a:moveTo>
                <a:lnTo>
                  <a:pt x="63944" y="614553"/>
                </a:lnTo>
                <a:lnTo>
                  <a:pt x="63900" y="614697"/>
                </a:lnTo>
                <a:close/>
              </a:path>
              <a:path w="1768475" h="1728470">
                <a:moveTo>
                  <a:pt x="63847" y="614870"/>
                </a:moveTo>
                <a:lnTo>
                  <a:pt x="63900" y="614697"/>
                </a:lnTo>
                <a:lnTo>
                  <a:pt x="63847" y="614870"/>
                </a:lnTo>
                <a:close/>
              </a:path>
              <a:path w="1768475" h="1728470">
                <a:moveTo>
                  <a:pt x="57873" y="634491"/>
                </a:moveTo>
                <a:lnTo>
                  <a:pt x="57912" y="634352"/>
                </a:lnTo>
                <a:lnTo>
                  <a:pt x="57873" y="634491"/>
                </a:lnTo>
                <a:close/>
              </a:path>
              <a:path w="1768475" h="1728470">
                <a:moveTo>
                  <a:pt x="57827" y="634657"/>
                </a:moveTo>
                <a:lnTo>
                  <a:pt x="57873" y="634491"/>
                </a:lnTo>
                <a:lnTo>
                  <a:pt x="57827" y="634657"/>
                </a:lnTo>
                <a:close/>
              </a:path>
              <a:path w="1768475" h="1728470">
                <a:moveTo>
                  <a:pt x="52299" y="654656"/>
                </a:moveTo>
                <a:lnTo>
                  <a:pt x="52374" y="654354"/>
                </a:lnTo>
                <a:lnTo>
                  <a:pt x="52299" y="654656"/>
                </a:lnTo>
                <a:close/>
              </a:path>
              <a:path w="1768475" h="1728470">
                <a:moveTo>
                  <a:pt x="52298" y="654659"/>
                </a:moveTo>
                <a:close/>
              </a:path>
              <a:path w="1768475" h="1728470">
                <a:moveTo>
                  <a:pt x="47307" y="674649"/>
                </a:moveTo>
                <a:close/>
              </a:path>
              <a:path w="1768475" h="1728470">
                <a:moveTo>
                  <a:pt x="47262" y="674852"/>
                </a:moveTo>
                <a:lnTo>
                  <a:pt x="47307" y="674649"/>
                </a:lnTo>
                <a:lnTo>
                  <a:pt x="47262" y="674852"/>
                </a:lnTo>
                <a:close/>
              </a:path>
              <a:path w="1768475" h="1728470">
                <a:moveTo>
                  <a:pt x="42731" y="695199"/>
                </a:moveTo>
                <a:lnTo>
                  <a:pt x="42786" y="694918"/>
                </a:lnTo>
                <a:lnTo>
                  <a:pt x="42731" y="695199"/>
                </a:lnTo>
                <a:close/>
              </a:path>
              <a:path w="1768475" h="1728470">
                <a:moveTo>
                  <a:pt x="42723" y="695236"/>
                </a:moveTo>
                <a:close/>
              </a:path>
              <a:path w="1768475" h="1728470">
                <a:moveTo>
                  <a:pt x="94221" y="534390"/>
                </a:moveTo>
                <a:lnTo>
                  <a:pt x="71031" y="524014"/>
                </a:lnTo>
                <a:lnTo>
                  <a:pt x="78130" y="508165"/>
                </a:lnTo>
                <a:lnTo>
                  <a:pt x="87223" y="489140"/>
                </a:lnTo>
                <a:lnTo>
                  <a:pt x="96761" y="470382"/>
                </a:lnTo>
                <a:lnTo>
                  <a:pt x="106756" y="451878"/>
                </a:lnTo>
                <a:lnTo>
                  <a:pt x="117195" y="433641"/>
                </a:lnTo>
                <a:lnTo>
                  <a:pt x="118033" y="432244"/>
                </a:lnTo>
                <a:lnTo>
                  <a:pt x="139763" y="445389"/>
                </a:lnTo>
                <a:lnTo>
                  <a:pt x="139085" y="446519"/>
                </a:lnTo>
                <a:lnTo>
                  <a:pt x="128805" y="464489"/>
                </a:lnTo>
                <a:lnTo>
                  <a:pt x="119113" y="482447"/>
                </a:lnTo>
                <a:lnTo>
                  <a:pt x="109867" y="500659"/>
                </a:lnTo>
                <a:lnTo>
                  <a:pt x="101193" y="518820"/>
                </a:lnTo>
                <a:lnTo>
                  <a:pt x="94221" y="534390"/>
                </a:lnTo>
                <a:close/>
              </a:path>
              <a:path w="1768475" h="1728470">
                <a:moveTo>
                  <a:pt x="138925" y="446786"/>
                </a:moveTo>
                <a:lnTo>
                  <a:pt x="139077" y="446519"/>
                </a:lnTo>
                <a:lnTo>
                  <a:pt x="138925" y="446786"/>
                </a:lnTo>
                <a:close/>
              </a:path>
              <a:path w="1768475" h="1728470">
                <a:moveTo>
                  <a:pt x="128832" y="464439"/>
                </a:moveTo>
                <a:lnTo>
                  <a:pt x="128955" y="464210"/>
                </a:lnTo>
                <a:lnTo>
                  <a:pt x="128832" y="464439"/>
                </a:lnTo>
                <a:close/>
              </a:path>
              <a:path w="1768475" h="1728470">
                <a:moveTo>
                  <a:pt x="128805" y="464489"/>
                </a:moveTo>
                <a:close/>
              </a:path>
              <a:path w="1768475" h="1728470">
                <a:moveTo>
                  <a:pt x="119123" y="482447"/>
                </a:moveTo>
                <a:lnTo>
                  <a:pt x="119265" y="482168"/>
                </a:lnTo>
                <a:lnTo>
                  <a:pt x="119123" y="482447"/>
                </a:lnTo>
                <a:close/>
              </a:path>
              <a:path w="1768475" h="1728470">
                <a:moveTo>
                  <a:pt x="109870" y="500653"/>
                </a:moveTo>
                <a:lnTo>
                  <a:pt x="110007" y="500367"/>
                </a:lnTo>
                <a:lnTo>
                  <a:pt x="109870" y="500653"/>
                </a:lnTo>
                <a:close/>
              </a:path>
              <a:path w="1768475" h="1728470">
                <a:moveTo>
                  <a:pt x="109867" y="500659"/>
                </a:moveTo>
                <a:close/>
              </a:path>
              <a:path w="1768475" h="1728470">
                <a:moveTo>
                  <a:pt x="101053" y="519112"/>
                </a:moveTo>
                <a:lnTo>
                  <a:pt x="101180" y="518820"/>
                </a:lnTo>
                <a:lnTo>
                  <a:pt x="101053" y="519112"/>
                </a:lnTo>
                <a:close/>
              </a:path>
              <a:path w="1768475" h="1728470">
                <a:moveTo>
                  <a:pt x="180936" y="382409"/>
                </a:moveTo>
                <a:lnTo>
                  <a:pt x="160223" y="367715"/>
                </a:lnTo>
                <a:lnTo>
                  <a:pt x="163195" y="363524"/>
                </a:lnTo>
                <a:lnTo>
                  <a:pt x="176004" y="346385"/>
                </a:lnTo>
                <a:lnTo>
                  <a:pt x="188658" y="330263"/>
                </a:lnTo>
                <a:lnTo>
                  <a:pt x="201980" y="314096"/>
                </a:lnTo>
                <a:lnTo>
                  <a:pt x="215684" y="298259"/>
                </a:lnTo>
                <a:lnTo>
                  <a:pt x="225234" y="287743"/>
                </a:lnTo>
                <a:lnTo>
                  <a:pt x="244043" y="304812"/>
                </a:lnTo>
                <a:lnTo>
                  <a:pt x="234498" y="315328"/>
                </a:lnTo>
                <a:lnTo>
                  <a:pt x="221187" y="330720"/>
                </a:lnTo>
                <a:lnTo>
                  <a:pt x="208255" y="346417"/>
                </a:lnTo>
                <a:lnTo>
                  <a:pt x="195707" y="362419"/>
                </a:lnTo>
                <a:lnTo>
                  <a:pt x="183559" y="378714"/>
                </a:lnTo>
                <a:lnTo>
                  <a:pt x="180936" y="382409"/>
                </a:lnTo>
                <a:close/>
              </a:path>
              <a:path w="1768475" h="1728470">
                <a:moveTo>
                  <a:pt x="234607" y="315202"/>
                </a:moveTo>
                <a:close/>
              </a:path>
              <a:path w="1768475" h="1728470">
                <a:moveTo>
                  <a:pt x="234498" y="315328"/>
                </a:moveTo>
                <a:close/>
              </a:path>
              <a:path w="1768475" h="1728470">
                <a:moveTo>
                  <a:pt x="221275" y="330613"/>
                </a:moveTo>
                <a:lnTo>
                  <a:pt x="221386" y="330479"/>
                </a:lnTo>
                <a:lnTo>
                  <a:pt x="221275" y="330613"/>
                </a:lnTo>
                <a:close/>
              </a:path>
              <a:path w="1768475" h="1728470">
                <a:moveTo>
                  <a:pt x="221187" y="330720"/>
                </a:moveTo>
                <a:close/>
              </a:path>
              <a:path w="1768475" h="1728470">
                <a:moveTo>
                  <a:pt x="208280" y="346385"/>
                </a:moveTo>
                <a:lnTo>
                  <a:pt x="208445" y="346176"/>
                </a:lnTo>
                <a:lnTo>
                  <a:pt x="208280" y="346385"/>
                </a:lnTo>
                <a:close/>
              </a:path>
              <a:path w="1768475" h="1728470">
                <a:moveTo>
                  <a:pt x="208255" y="346417"/>
                </a:moveTo>
                <a:close/>
              </a:path>
              <a:path w="1768475" h="1728470">
                <a:moveTo>
                  <a:pt x="195717" y="362419"/>
                </a:moveTo>
                <a:lnTo>
                  <a:pt x="195897" y="362178"/>
                </a:lnTo>
                <a:lnTo>
                  <a:pt x="195717" y="362419"/>
                </a:lnTo>
                <a:close/>
              </a:path>
              <a:path w="1768475" h="1728470">
                <a:moveTo>
                  <a:pt x="183685" y="378536"/>
                </a:moveTo>
                <a:close/>
              </a:path>
              <a:path w="1768475" h="1728470">
                <a:moveTo>
                  <a:pt x="183559" y="378714"/>
                </a:moveTo>
                <a:lnTo>
                  <a:pt x="183685" y="378536"/>
                </a:lnTo>
                <a:lnTo>
                  <a:pt x="183559" y="378714"/>
                </a:lnTo>
                <a:close/>
              </a:path>
              <a:path w="1768475" h="1728470">
                <a:moveTo>
                  <a:pt x="297065" y="251828"/>
                </a:moveTo>
                <a:lnTo>
                  <a:pt x="279971" y="233045"/>
                </a:lnTo>
                <a:lnTo>
                  <a:pt x="289750" y="224142"/>
                </a:lnTo>
                <a:lnTo>
                  <a:pt x="305625" y="210375"/>
                </a:lnTo>
                <a:lnTo>
                  <a:pt x="321830" y="196989"/>
                </a:lnTo>
                <a:lnTo>
                  <a:pt x="338378" y="183972"/>
                </a:lnTo>
                <a:lnTo>
                  <a:pt x="355231" y="171348"/>
                </a:lnTo>
                <a:lnTo>
                  <a:pt x="359905" y="168008"/>
                </a:lnTo>
                <a:lnTo>
                  <a:pt x="374650" y="188696"/>
                </a:lnTo>
                <a:lnTo>
                  <a:pt x="369980" y="192024"/>
                </a:lnTo>
                <a:lnTo>
                  <a:pt x="353860" y="204114"/>
                </a:lnTo>
                <a:lnTo>
                  <a:pt x="337540" y="216941"/>
                </a:lnTo>
                <a:lnTo>
                  <a:pt x="321805" y="229958"/>
                </a:lnTo>
                <a:lnTo>
                  <a:pt x="306405" y="243332"/>
                </a:lnTo>
                <a:lnTo>
                  <a:pt x="297065" y="251828"/>
                </a:lnTo>
                <a:close/>
              </a:path>
              <a:path w="1768475" h="1728470">
                <a:moveTo>
                  <a:pt x="370059" y="191964"/>
                </a:moveTo>
                <a:lnTo>
                  <a:pt x="370217" y="191846"/>
                </a:lnTo>
                <a:lnTo>
                  <a:pt x="370059" y="191964"/>
                </a:lnTo>
                <a:close/>
              </a:path>
              <a:path w="1768475" h="1728470">
                <a:moveTo>
                  <a:pt x="369980" y="192024"/>
                </a:moveTo>
                <a:close/>
              </a:path>
              <a:path w="1768475" h="1728470">
                <a:moveTo>
                  <a:pt x="353606" y="204304"/>
                </a:moveTo>
                <a:lnTo>
                  <a:pt x="353847" y="204114"/>
                </a:lnTo>
                <a:lnTo>
                  <a:pt x="353606" y="204304"/>
                </a:lnTo>
                <a:close/>
              </a:path>
              <a:path w="1768475" h="1728470">
                <a:moveTo>
                  <a:pt x="337566" y="216941"/>
                </a:moveTo>
                <a:lnTo>
                  <a:pt x="337781" y="216763"/>
                </a:lnTo>
                <a:lnTo>
                  <a:pt x="337566" y="216941"/>
                </a:lnTo>
                <a:close/>
              </a:path>
              <a:path w="1768475" h="1728470">
                <a:moveTo>
                  <a:pt x="321993" y="229803"/>
                </a:moveTo>
                <a:close/>
              </a:path>
              <a:path w="1768475" h="1728470">
                <a:moveTo>
                  <a:pt x="321814" y="229958"/>
                </a:moveTo>
                <a:lnTo>
                  <a:pt x="321993" y="229803"/>
                </a:lnTo>
                <a:lnTo>
                  <a:pt x="321814" y="229958"/>
                </a:lnTo>
                <a:close/>
              </a:path>
              <a:path w="1768475" h="1728470">
                <a:moveTo>
                  <a:pt x="306513" y="243234"/>
                </a:moveTo>
                <a:close/>
              </a:path>
              <a:path w="1768475" h="1728470">
                <a:moveTo>
                  <a:pt x="306405" y="243332"/>
                </a:moveTo>
                <a:close/>
              </a:path>
              <a:path w="1768475" h="1728470">
                <a:moveTo>
                  <a:pt x="437553" y="147358"/>
                </a:moveTo>
                <a:lnTo>
                  <a:pt x="424319" y="125666"/>
                </a:lnTo>
                <a:lnTo>
                  <a:pt x="425767" y="124802"/>
                </a:lnTo>
                <a:lnTo>
                  <a:pt x="444131" y="114185"/>
                </a:lnTo>
                <a:lnTo>
                  <a:pt x="462788" y="104000"/>
                </a:lnTo>
                <a:lnTo>
                  <a:pt x="481711" y="94246"/>
                </a:lnTo>
                <a:lnTo>
                  <a:pt x="500900" y="84924"/>
                </a:lnTo>
                <a:lnTo>
                  <a:pt x="515772" y="78143"/>
                </a:lnTo>
                <a:lnTo>
                  <a:pt x="526313" y="101244"/>
                </a:lnTo>
                <a:lnTo>
                  <a:pt x="511441" y="108038"/>
                </a:lnTo>
                <a:lnTo>
                  <a:pt x="492798" y="117094"/>
                </a:lnTo>
                <a:lnTo>
                  <a:pt x="474716" y="126428"/>
                </a:lnTo>
                <a:lnTo>
                  <a:pt x="456311" y="136474"/>
                </a:lnTo>
                <a:lnTo>
                  <a:pt x="438467" y="146786"/>
                </a:lnTo>
                <a:lnTo>
                  <a:pt x="437553" y="147358"/>
                </a:lnTo>
                <a:close/>
              </a:path>
              <a:path w="1768475" h="1728470">
                <a:moveTo>
                  <a:pt x="511459" y="108038"/>
                </a:moveTo>
                <a:lnTo>
                  <a:pt x="511721" y="107911"/>
                </a:lnTo>
                <a:lnTo>
                  <a:pt x="511459" y="108038"/>
                </a:lnTo>
                <a:close/>
              </a:path>
              <a:path w="1768475" h="1728470">
                <a:moveTo>
                  <a:pt x="492943" y="117023"/>
                </a:moveTo>
                <a:lnTo>
                  <a:pt x="493077" y="116954"/>
                </a:lnTo>
                <a:lnTo>
                  <a:pt x="492943" y="117023"/>
                </a:lnTo>
                <a:close/>
              </a:path>
              <a:path w="1768475" h="1728470">
                <a:moveTo>
                  <a:pt x="492806" y="117094"/>
                </a:moveTo>
                <a:lnTo>
                  <a:pt x="492943" y="117023"/>
                </a:lnTo>
                <a:lnTo>
                  <a:pt x="492806" y="117094"/>
                </a:lnTo>
                <a:close/>
              </a:path>
              <a:path w="1768475" h="1728470">
                <a:moveTo>
                  <a:pt x="474421" y="126580"/>
                </a:moveTo>
                <a:lnTo>
                  <a:pt x="474687" y="126428"/>
                </a:lnTo>
                <a:lnTo>
                  <a:pt x="474421" y="126580"/>
                </a:lnTo>
                <a:close/>
              </a:path>
              <a:path w="1768475" h="1728470">
                <a:moveTo>
                  <a:pt x="456335" y="136474"/>
                </a:moveTo>
                <a:lnTo>
                  <a:pt x="456577" y="136334"/>
                </a:lnTo>
                <a:lnTo>
                  <a:pt x="456335" y="136474"/>
                </a:lnTo>
                <a:close/>
              </a:path>
              <a:path w="1768475" h="1728470">
                <a:moveTo>
                  <a:pt x="438485" y="146786"/>
                </a:moveTo>
                <a:lnTo>
                  <a:pt x="438734" y="146634"/>
                </a:lnTo>
                <a:lnTo>
                  <a:pt x="438485" y="146786"/>
                </a:lnTo>
                <a:close/>
              </a:path>
              <a:path w="1768475" h="1728470">
                <a:moveTo>
                  <a:pt x="595972" y="73609"/>
                </a:moveTo>
                <a:lnTo>
                  <a:pt x="621271" y="38595"/>
                </a:lnTo>
                <a:lnTo>
                  <a:pt x="663219" y="26962"/>
                </a:lnTo>
                <a:lnTo>
                  <a:pt x="686866" y="21386"/>
                </a:lnTo>
                <a:lnTo>
                  <a:pt x="692150" y="46228"/>
                </a:lnTo>
                <a:lnTo>
                  <a:pt x="690142" y="46659"/>
                </a:lnTo>
                <a:lnTo>
                  <a:pt x="669112" y="51663"/>
                </a:lnTo>
                <a:lnTo>
                  <a:pt x="648627" y="57086"/>
                </a:lnTo>
                <a:lnTo>
                  <a:pt x="628707" y="62890"/>
                </a:lnTo>
                <a:lnTo>
                  <a:pt x="608624" y="69253"/>
                </a:lnTo>
                <a:lnTo>
                  <a:pt x="595972" y="73609"/>
                </a:lnTo>
                <a:close/>
              </a:path>
              <a:path w="1768475" h="1728470">
                <a:moveTo>
                  <a:pt x="689787" y="46736"/>
                </a:moveTo>
                <a:lnTo>
                  <a:pt x="690092" y="46659"/>
                </a:lnTo>
                <a:lnTo>
                  <a:pt x="689787" y="46736"/>
                </a:lnTo>
                <a:close/>
              </a:path>
              <a:path w="1768475" h="1728470">
                <a:moveTo>
                  <a:pt x="669163" y="51663"/>
                </a:moveTo>
                <a:lnTo>
                  <a:pt x="669404" y="51600"/>
                </a:lnTo>
                <a:lnTo>
                  <a:pt x="669163" y="51663"/>
                </a:lnTo>
                <a:close/>
              </a:path>
              <a:path w="1768475" h="1728470">
                <a:moveTo>
                  <a:pt x="648669" y="57086"/>
                </a:moveTo>
                <a:lnTo>
                  <a:pt x="648931" y="57010"/>
                </a:lnTo>
                <a:lnTo>
                  <a:pt x="648669" y="57086"/>
                </a:lnTo>
                <a:close/>
              </a:path>
              <a:path w="1768475" h="1728470">
                <a:moveTo>
                  <a:pt x="628357" y="62992"/>
                </a:moveTo>
                <a:lnTo>
                  <a:pt x="628662" y="62890"/>
                </a:lnTo>
                <a:lnTo>
                  <a:pt x="628357" y="62992"/>
                </a:lnTo>
                <a:close/>
              </a:path>
              <a:path w="1768475" h="1728470">
                <a:moveTo>
                  <a:pt x="608304" y="69354"/>
                </a:moveTo>
                <a:lnTo>
                  <a:pt x="608596" y="69253"/>
                </a:lnTo>
                <a:lnTo>
                  <a:pt x="608304" y="69354"/>
                </a:lnTo>
                <a:close/>
              </a:path>
              <a:path w="1768475" h="1728470">
                <a:moveTo>
                  <a:pt x="766140" y="33045"/>
                </a:moveTo>
                <a:lnTo>
                  <a:pt x="793648" y="4254"/>
                </a:lnTo>
                <a:lnTo>
                  <a:pt x="838365" y="927"/>
                </a:lnTo>
                <a:lnTo>
                  <a:pt x="865517" y="0"/>
                </a:lnTo>
                <a:lnTo>
                  <a:pt x="865987" y="25400"/>
                </a:lnTo>
                <a:lnTo>
                  <a:pt x="861656" y="25476"/>
                </a:lnTo>
                <a:lnTo>
                  <a:pt x="861809" y="25476"/>
                </a:lnTo>
                <a:lnTo>
                  <a:pt x="850620" y="25819"/>
                </a:lnTo>
                <a:lnTo>
                  <a:pt x="850773" y="25819"/>
                </a:lnTo>
                <a:lnTo>
                  <a:pt x="839915" y="26289"/>
                </a:lnTo>
                <a:lnTo>
                  <a:pt x="828889" y="26898"/>
                </a:lnTo>
                <a:lnTo>
                  <a:pt x="817924" y="27647"/>
                </a:lnTo>
                <a:lnTo>
                  <a:pt x="806843" y="28536"/>
                </a:lnTo>
                <a:lnTo>
                  <a:pt x="796269" y="29527"/>
                </a:lnTo>
                <a:lnTo>
                  <a:pt x="785248" y="30683"/>
                </a:lnTo>
                <a:lnTo>
                  <a:pt x="774647" y="31940"/>
                </a:lnTo>
                <a:lnTo>
                  <a:pt x="766140" y="33045"/>
                </a:lnTo>
                <a:close/>
              </a:path>
              <a:path w="1768475" h="1728470">
                <a:moveTo>
                  <a:pt x="839622" y="26301"/>
                </a:moveTo>
                <a:lnTo>
                  <a:pt x="839774" y="26289"/>
                </a:lnTo>
                <a:lnTo>
                  <a:pt x="839915" y="26289"/>
                </a:lnTo>
                <a:lnTo>
                  <a:pt x="839622" y="26301"/>
                </a:lnTo>
                <a:close/>
              </a:path>
              <a:path w="1768475" h="1728470">
                <a:moveTo>
                  <a:pt x="828662" y="26911"/>
                </a:moveTo>
                <a:lnTo>
                  <a:pt x="828814" y="26898"/>
                </a:lnTo>
                <a:lnTo>
                  <a:pt x="828662" y="26911"/>
                </a:lnTo>
                <a:close/>
              </a:path>
              <a:path w="1768475" h="1728470">
                <a:moveTo>
                  <a:pt x="817740" y="27660"/>
                </a:moveTo>
                <a:lnTo>
                  <a:pt x="817892" y="27647"/>
                </a:lnTo>
                <a:lnTo>
                  <a:pt x="817740" y="27660"/>
                </a:lnTo>
                <a:close/>
              </a:path>
              <a:path w="1768475" h="1728470">
                <a:moveTo>
                  <a:pt x="806872" y="28536"/>
                </a:moveTo>
                <a:lnTo>
                  <a:pt x="807008" y="28524"/>
                </a:lnTo>
                <a:lnTo>
                  <a:pt x="806872" y="28536"/>
                </a:lnTo>
                <a:close/>
              </a:path>
              <a:path w="1768475" h="1728470">
                <a:moveTo>
                  <a:pt x="795997" y="29552"/>
                </a:moveTo>
                <a:lnTo>
                  <a:pt x="796163" y="29527"/>
                </a:lnTo>
                <a:lnTo>
                  <a:pt x="795997" y="29552"/>
                </a:lnTo>
                <a:close/>
              </a:path>
              <a:path w="1768475" h="1728470">
                <a:moveTo>
                  <a:pt x="785248" y="30683"/>
                </a:moveTo>
                <a:close/>
              </a:path>
              <a:path w="1768475" h="1728470">
                <a:moveTo>
                  <a:pt x="774433" y="31965"/>
                </a:moveTo>
                <a:lnTo>
                  <a:pt x="774585" y="31940"/>
                </a:lnTo>
                <a:lnTo>
                  <a:pt x="774433" y="31965"/>
                </a:lnTo>
                <a:close/>
              </a:path>
              <a:path w="1768475" h="1728470">
                <a:moveTo>
                  <a:pt x="1042520" y="27660"/>
                </a:moveTo>
                <a:lnTo>
                  <a:pt x="949921" y="27647"/>
                </a:lnTo>
                <a:lnTo>
                  <a:pt x="941044" y="27038"/>
                </a:lnTo>
                <a:lnTo>
                  <a:pt x="942771" y="1701"/>
                </a:lnTo>
                <a:lnTo>
                  <a:pt x="985443" y="5448"/>
                </a:lnTo>
                <a:lnTo>
                  <a:pt x="1040472" y="13322"/>
                </a:lnTo>
                <a:lnTo>
                  <a:pt x="1045044" y="14173"/>
                </a:lnTo>
                <a:lnTo>
                  <a:pt x="1042520" y="27660"/>
                </a:lnTo>
                <a:close/>
              </a:path>
              <a:path w="1768475" h="1728470">
                <a:moveTo>
                  <a:pt x="1042356" y="28536"/>
                </a:moveTo>
                <a:lnTo>
                  <a:pt x="960818" y="28524"/>
                </a:lnTo>
                <a:lnTo>
                  <a:pt x="950036" y="27657"/>
                </a:lnTo>
                <a:lnTo>
                  <a:pt x="1042520" y="27660"/>
                </a:lnTo>
                <a:lnTo>
                  <a:pt x="1042356" y="28536"/>
                </a:lnTo>
                <a:close/>
              </a:path>
              <a:path w="1768475" h="1728470">
                <a:moveTo>
                  <a:pt x="1041954" y="30683"/>
                </a:moveTo>
                <a:lnTo>
                  <a:pt x="982503" y="30670"/>
                </a:lnTo>
                <a:lnTo>
                  <a:pt x="971664" y="29527"/>
                </a:lnTo>
                <a:lnTo>
                  <a:pt x="960851" y="28527"/>
                </a:lnTo>
                <a:lnTo>
                  <a:pt x="1042356" y="28536"/>
                </a:lnTo>
                <a:lnTo>
                  <a:pt x="1041954" y="30683"/>
                </a:lnTo>
                <a:close/>
              </a:path>
              <a:path w="1768475" h="1728470">
                <a:moveTo>
                  <a:pt x="1040521" y="38341"/>
                </a:moveTo>
                <a:lnTo>
                  <a:pt x="1036116" y="38341"/>
                </a:lnTo>
                <a:lnTo>
                  <a:pt x="1014564" y="34848"/>
                </a:lnTo>
                <a:lnTo>
                  <a:pt x="1003960" y="33337"/>
                </a:lnTo>
                <a:lnTo>
                  <a:pt x="993241" y="31940"/>
                </a:lnTo>
                <a:lnTo>
                  <a:pt x="982472" y="30670"/>
                </a:lnTo>
                <a:lnTo>
                  <a:pt x="982624" y="30683"/>
                </a:lnTo>
                <a:lnTo>
                  <a:pt x="1041954" y="30683"/>
                </a:lnTo>
                <a:lnTo>
                  <a:pt x="1040521" y="38341"/>
                </a:lnTo>
                <a:close/>
              </a:path>
              <a:path w="1768475" h="1728470">
                <a:moveTo>
                  <a:pt x="1040371" y="39141"/>
                </a:moveTo>
                <a:lnTo>
                  <a:pt x="1035799" y="38290"/>
                </a:lnTo>
                <a:lnTo>
                  <a:pt x="1036116" y="38341"/>
                </a:lnTo>
                <a:lnTo>
                  <a:pt x="1040521" y="38341"/>
                </a:lnTo>
                <a:lnTo>
                  <a:pt x="1040371" y="39141"/>
                </a:lnTo>
                <a:close/>
              </a:path>
              <a:path w="1768475" h="1728470">
                <a:moveTo>
                  <a:pt x="1200856" y="57086"/>
                </a:moveTo>
                <a:lnTo>
                  <a:pt x="1119187" y="57086"/>
                </a:lnTo>
                <a:lnTo>
                  <a:pt x="1113777" y="55664"/>
                </a:lnTo>
                <a:lnTo>
                  <a:pt x="1120267" y="31102"/>
                </a:lnTo>
                <a:lnTo>
                  <a:pt x="1125982" y="32613"/>
                </a:lnTo>
                <a:lnTo>
                  <a:pt x="1146848" y="38684"/>
                </a:lnTo>
                <a:lnTo>
                  <a:pt x="1167485" y="45237"/>
                </a:lnTo>
                <a:lnTo>
                  <a:pt x="1187907" y="52273"/>
                </a:lnTo>
                <a:lnTo>
                  <a:pt x="1200856" y="57086"/>
                </a:lnTo>
                <a:close/>
              </a:path>
              <a:path w="1768475" h="1728470">
                <a:moveTo>
                  <a:pt x="1213076" y="76187"/>
                </a:moveTo>
                <a:lnTo>
                  <a:pt x="1179347" y="76187"/>
                </a:lnTo>
                <a:lnTo>
                  <a:pt x="1159217" y="69253"/>
                </a:lnTo>
                <a:lnTo>
                  <a:pt x="1139164" y="62890"/>
                </a:lnTo>
                <a:lnTo>
                  <a:pt x="1118895" y="57010"/>
                </a:lnTo>
                <a:lnTo>
                  <a:pt x="1119187" y="57086"/>
                </a:lnTo>
                <a:lnTo>
                  <a:pt x="1200856" y="57086"/>
                </a:lnTo>
                <a:lnTo>
                  <a:pt x="1208100" y="59778"/>
                </a:lnTo>
                <a:lnTo>
                  <a:pt x="1218044" y="63754"/>
                </a:lnTo>
                <a:lnTo>
                  <a:pt x="1213076" y="76187"/>
                </a:lnTo>
                <a:close/>
              </a:path>
              <a:path w="1768475" h="1728470">
                <a:moveTo>
                  <a:pt x="1139456" y="62992"/>
                </a:moveTo>
                <a:lnTo>
                  <a:pt x="1139107" y="62890"/>
                </a:lnTo>
                <a:lnTo>
                  <a:pt x="1139456" y="62992"/>
                </a:lnTo>
                <a:close/>
              </a:path>
              <a:path w="1768475" h="1728470">
                <a:moveTo>
                  <a:pt x="1210163" y="83477"/>
                </a:moveTo>
                <a:lnTo>
                  <a:pt x="1198968" y="83477"/>
                </a:lnTo>
                <a:lnTo>
                  <a:pt x="1179266" y="76159"/>
                </a:lnTo>
                <a:lnTo>
                  <a:pt x="1213076" y="76187"/>
                </a:lnTo>
                <a:lnTo>
                  <a:pt x="1210163" y="83477"/>
                </a:lnTo>
                <a:close/>
              </a:path>
              <a:path w="1768475" h="1728470">
                <a:moveTo>
                  <a:pt x="1208620" y="87337"/>
                </a:moveTo>
                <a:lnTo>
                  <a:pt x="1198676" y="83375"/>
                </a:lnTo>
                <a:lnTo>
                  <a:pt x="1198968" y="83477"/>
                </a:lnTo>
                <a:lnTo>
                  <a:pt x="1210163" y="83477"/>
                </a:lnTo>
                <a:lnTo>
                  <a:pt x="1208620" y="87337"/>
                </a:lnTo>
                <a:close/>
              </a:path>
              <a:path w="1768475" h="1728470">
                <a:moveTo>
                  <a:pt x="1361149" y="136474"/>
                </a:moveTo>
                <a:lnTo>
                  <a:pt x="1311503" y="136474"/>
                </a:lnTo>
                <a:lnTo>
                  <a:pt x="1293126" y="126428"/>
                </a:lnTo>
                <a:lnTo>
                  <a:pt x="1276972" y="118110"/>
                </a:lnTo>
                <a:lnTo>
                  <a:pt x="1288618" y="95529"/>
                </a:lnTo>
                <a:lnTo>
                  <a:pt x="1305306" y="104140"/>
                </a:lnTo>
                <a:lnTo>
                  <a:pt x="1323949" y="114338"/>
                </a:lnTo>
                <a:lnTo>
                  <a:pt x="1342313" y="124955"/>
                </a:lnTo>
                <a:lnTo>
                  <a:pt x="1360398" y="135991"/>
                </a:lnTo>
                <a:lnTo>
                  <a:pt x="1361149" y="136474"/>
                </a:lnTo>
                <a:close/>
              </a:path>
              <a:path w="1768475" h="1728470">
                <a:moveTo>
                  <a:pt x="1293393" y="126580"/>
                </a:moveTo>
                <a:lnTo>
                  <a:pt x="1293097" y="126428"/>
                </a:lnTo>
                <a:lnTo>
                  <a:pt x="1293393" y="126580"/>
                </a:lnTo>
                <a:close/>
              </a:path>
              <a:path w="1768475" h="1728470">
                <a:moveTo>
                  <a:pt x="1377188" y="146786"/>
                </a:moveTo>
                <a:lnTo>
                  <a:pt x="1329347" y="146786"/>
                </a:lnTo>
                <a:lnTo>
                  <a:pt x="1311277" y="136350"/>
                </a:lnTo>
                <a:lnTo>
                  <a:pt x="1311503" y="136474"/>
                </a:lnTo>
                <a:lnTo>
                  <a:pt x="1361149" y="136474"/>
                </a:lnTo>
                <a:lnTo>
                  <a:pt x="1377188" y="146786"/>
                </a:lnTo>
                <a:close/>
              </a:path>
              <a:path w="1768475" h="1728470">
                <a:moveTo>
                  <a:pt x="1370795" y="157505"/>
                </a:moveTo>
                <a:lnTo>
                  <a:pt x="1346911" y="157505"/>
                </a:lnTo>
                <a:lnTo>
                  <a:pt x="1329268" y="146741"/>
                </a:lnTo>
                <a:lnTo>
                  <a:pt x="1377188" y="146786"/>
                </a:lnTo>
                <a:lnTo>
                  <a:pt x="1377543" y="147015"/>
                </a:lnTo>
                <a:lnTo>
                  <a:pt x="1370795" y="157505"/>
                </a:lnTo>
                <a:close/>
              </a:path>
              <a:path w="1768475" h="1728470">
                <a:moveTo>
                  <a:pt x="1363802" y="168376"/>
                </a:moveTo>
                <a:lnTo>
                  <a:pt x="1346657" y="157353"/>
                </a:lnTo>
                <a:lnTo>
                  <a:pt x="1346911" y="157505"/>
                </a:lnTo>
                <a:lnTo>
                  <a:pt x="1370795" y="157505"/>
                </a:lnTo>
                <a:lnTo>
                  <a:pt x="1363802" y="168376"/>
                </a:lnTo>
                <a:close/>
              </a:path>
              <a:path w="1768475" h="1728470">
                <a:moveTo>
                  <a:pt x="1469754" y="216941"/>
                </a:moveTo>
                <a:lnTo>
                  <a:pt x="1430274" y="216941"/>
                </a:lnTo>
                <a:lnTo>
                  <a:pt x="1424482" y="212394"/>
                </a:lnTo>
                <a:lnTo>
                  <a:pt x="1440192" y="192430"/>
                </a:lnTo>
                <a:lnTo>
                  <a:pt x="1446212" y="197180"/>
                </a:lnTo>
                <a:lnTo>
                  <a:pt x="1462417" y="210578"/>
                </a:lnTo>
                <a:lnTo>
                  <a:pt x="1469754" y="216941"/>
                </a:lnTo>
                <a:close/>
              </a:path>
              <a:path w="1768475" h="1728470">
                <a:moveTo>
                  <a:pt x="1484461" y="229958"/>
                </a:moveTo>
                <a:lnTo>
                  <a:pt x="1446009" y="229958"/>
                </a:lnTo>
                <a:lnTo>
                  <a:pt x="1430032" y="216763"/>
                </a:lnTo>
                <a:lnTo>
                  <a:pt x="1430274" y="216941"/>
                </a:lnTo>
                <a:lnTo>
                  <a:pt x="1469754" y="216941"/>
                </a:lnTo>
                <a:lnTo>
                  <a:pt x="1478292" y="224345"/>
                </a:lnTo>
                <a:lnTo>
                  <a:pt x="1484461" y="229958"/>
                </a:lnTo>
                <a:close/>
              </a:path>
              <a:path w="1768475" h="1728470">
                <a:moveTo>
                  <a:pt x="1498906" y="243332"/>
                </a:moveTo>
                <a:lnTo>
                  <a:pt x="1461427" y="243332"/>
                </a:lnTo>
                <a:lnTo>
                  <a:pt x="1445822" y="229804"/>
                </a:lnTo>
                <a:lnTo>
                  <a:pt x="1446009" y="229958"/>
                </a:lnTo>
                <a:lnTo>
                  <a:pt x="1484461" y="229958"/>
                </a:lnTo>
                <a:lnTo>
                  <a:pt x="1493812" y="238467"/>
                </a:lnTo>
                <a:lnTo>
                  <a:pt x="1498906" y="243332"/>
                </a:lnTo>
                <a:close/>
              </a:path>
              <a:path w="1768475" h="1728470">
                <a:moveTo>
                  <a:pt x="1513077" y="257048"/>
                </a:moveTo>
                <a:lnTo>
                  <a:pt x="1476502" y="257048"/>
                </a:lnTo>
                <a:lnTo>
                  <a:pt x="1461316" y="243236"/>
                </a:lnTo>
                <a:lnTo>
                  <a:pt x="1498906" y="243332"/>
                </a:lnTo>
                <a:lnTo>
                  <a:pt x="1508988" y="252958"/>
                </a:lnTo>
                <a:lnTo>
                  <a:pt x="1513077" y="257048"/>
                </a:lnTo>
                <a:close/>
              </a:path>
              <a:path w="1768475" h="1728470">
                <a:moveTo>
                  <a:pt x="1507000" y="271119"/>
                </a:moveTo>
                <a:lnTo>
                  <a:pt x="1491227" y="271112"/>
                </a:lnTo>
                <a:lnTo>
                  <a:pt x="1476273" y="256844"/>
                </a:lnTo>
                <a:lnTo>
                  <a:pt x="1476502" y="257048"/>
                </a:lnTo>
                <a:lnTo>
                  <a:pt x="1513077" y="257048"/>
                </a:lnTo>
                <a:lnTo>
                  <a:pt x="1517078" y="261048"/>
                </a:lnTo>
                <a:lnTo>
                  <a:pt x="1507000" y="271119"/>
                </a:lnTo>
                <a:close/>
              </a:path>
              <a:path w="1768475" h="1728470">
                <a:moveTo>
                  <a:pt x="1499108" y="279006"/>
                </a:moveTo>
                <a:lnTo>
                  <a:pt x="1491226" y="271112"/>
                </a:lnTo>
                <a:lnTo>
                  <a:pt x="1507000" y="271119"/>
                </a:lnTo>
                <a:lnTo>
                  <a:pt x="1499108" y="279006"/>
                </a:lnTo>
                <a:close/>
              </a:path>
              <a:path w="1768475" h="1728470">
                <a:moveTo>
                  <a:pt x="1591837" y="346417"/>
                </a:moveTo>
                <a:lnTo>
                  <a:pt x="1559560" y="346417"/>
                </a:lnTo>
                <a:lnTo>
                  <a:pt x="1549641" y="334365"/>
                </a:lnTo>
                <a:lnTo>
                  <a:pt x="1569237" y="318211"/>
                </a:lnTo>
                <a:lnTo>
                  <a:pt x="1579359" y="330492"/>
                </a:lnTo>
                <a:lnTo>
                  <a:pt x="1591837" y="346417"/>
                </a:lnTo>
                <a:close/>
              </a:path>
              <a:path w="1768475" h="1728470">
                <a:moveTo>
                  <a:pt x="1603796" y="362419"/>
                </a:moveTo>
                <a:lnTo>
                  <a:pt x="1572107" y="362419"/>
                </a:lnTo>
                <a:lnTo>
                  <a:pt x="1559533" y="346385"/>
                </a:lnTo>
                <a:lnTo>
                  <a:pt x="1591837" y="346417"/>
                </a:lnTo>
                <a:lnTo>
                  <a:pt x="1592275" y="346976"/>
                </a:lnTo>
                <a:lnTo>
                  <a:pt x="1603796" y="362419"/>
                </a:lnTo>
                <a:close/>
              </a:path>
              <a:path w="1768475" h="1728470">
                <a:moveTo>
                  <a:pt x="1615395" y="378714"/>
                </a:moveTo>
                <a:lnTo>
                  <a:pt x="1584274" y="378714"/>
                </a:lnTo>
                <a:lnTo>
                  <a:pt x="1571917" y="362178"/>
                </a:lnTo>
                <a:lnTo>
                  <a:pt x="1572107" y="362419"/>
                </a:lnTo>
                <a:lnTo>
                  <a:pt x="1603796" y="362419"/>
                </a:lnTo>
                <a:lnTo>
                  <a:pt x="1604810" y="363778"/>
                </a:lnTo>
                <a:lnTo>
                  <a:pt x="1615395" y="378714"/>
                </a:lnTo>
                <a:close/>
              </a:path>
              <a:path w="1768475" h="1728470">
                <a:moveTo>
                  <a:pt x="1626650" y="395312"/>
                </a:moveTo>
                <a:lnTo>
                  <a:pt x="1596034" y="395312"/>
                </a:lnTo>
                <a:lnTo>
                  <a:pt x="1584083" y="378472"/>
                </a:lnTo>
                <a:lnTo>
                  <a:pt x="1584274" y="378714"/>
                </a:lnTo>
                <a:lnTo>
                  <a:pt x="1615395" y="378714"/>
                </a:lnTo>
                <a:lnTo>
                  <a:pt x="1616925" y="380873"/>
                </a:lnTo>
                <a:lnTo>
                  <a:pt x="1626650" y="395312"/>
                </a:lnTo>
                <a:close/>
              </a:path>
              <a:path w="1768475" h="1728470">
                <a:moveTo>
                  <a:pt x="1613157" y="412191"/>
                </a:moveTo>
                <a:lnTo>
                  <a:pt x="1607400" y="412191"/>
                </a:lnTo>
                <a:lnTo>
                  <a:pt x="1595902" y="395127"/>
                </a:lnTo>
                <a:lnTo>
                  <a:pt x="1596034" y="395312"/>
                </a:lnTo>
                <a:lnTo>
                  <a:pt x="1626650" y="395312"/>
                </a:lnTo>
                <a:lnTo>
                  <a:pt x="1628635" y="398259"/>
                </a:lnTo>
                <a:lnTo>
                  <a:pt x="1630464" y="401129"/>
                </a:lnTo>
                <a:lnTo>
                  <a:pt x="1613157" y="412191"/>
                </a:lnTo>
                <a:close/>
              </a:path>
              <a:path w="1768475" h="1728470">
                <a:moveTo>
                  <a:pt x="1609064" y="414807"/>
                </a:moveTo>
                <a:lnTo>
                  <a:pt x="1607223" y="411937"/>
                </a:lnTo>
                <a:lnTo>
                  <a:pt x="1607400" y="412191"/>
                </a:lnTo>
                <a:lnTo>
                  <a:pt x="1613157" y="412191"/>
                </a:lnTo>
                <a:lnTo>
                  <a:pt x="1609064" y="414807"/>
                </a:lnTo>
                <a:close/>
              </a:path>
              <a:path w="1768475" h="1728470">
                <a:moveTo>
                  <a:pt x="1686105" y="500659"/>
                </a:moveTo>
                <a:lnTo>
                  <a:pt x="1657956" y="500653"/>
                </a:lnTo>
                <a:lnTo>
                  <a:pt x="1648561" y="482168"/>
                </a:lnTo>
                <a:lnTo>
                  <a:pt x="1647202" y="479666"/>
                </a:lnTo>
                <a:lnTo>
                  <a:pt x="1669554" y="467601"/>
                </a:lnTo>
                <a:lnTo>
                  <a:pt x="1671193" y="470649"/>
                </a:lnTo>
                <a:lnTo>
                  <a:pt x="1680603" y="489140"/>
                </a:lnTo>
                <a:lnTo>
                  <a:pt x="1686105" y="500659"/>
                </a:lnTo>
                <a:close/>
              </a:path>
              <a:path w="1768475" h="1728470">
                <a:moveTo>
                  <a:pt x="1694595" y="519112"/>
                </a:moveTo>
                <a:lnTo>
                  <a:pt x="1666773" y="519112"/>
                </a:lnTo>
                <a:lnTo>
                  <a:pt x="1657956" y="500653"/>
                </a:lnTo>
                <a:lnTo>
                  <a:pt x="1686105" y="500659"/>
                </a:lnTo>
                <a:lnTo>
                  <a:pt x="1689823" y="508444"/>
                </a:lnTo>
                <a:lnTo>
                  <a:pt x="1694595" y="519112"/>
                </a:lnTo>
                <a:close/>
              </a:path>
              <a:path w="1768475" h="1728470">
                <a:moveTo>
                  <a:pt x="1702659" y="537806"/>
                </a:moveTo>
                <a:lnTo>
                  <a:pt x="1675129" y="537806"/>
                </a:lnTo>
                <a:lnTo>
                  <a:pt x="1666633" y="518820"/>
                </a:lnTo>
                <a:lnTo>
                  <a:pt x="1666773" y="519112"/>
                </a:lnTo>
                <a:lnTo>
                  <a:pt x="1694595" y="519112"/>
                </a:lnTo>
                <a:lnTo>
                  <a:pt x="1698447" y="527723"/>
                </a:lnTo>
                <a:lnTo>
                  <a:pt x="1702659" y="537806"/>
                </a:lnTo>
                <a:close/>
              </a:path>
              <a:path w="1768475" h="1728470">
                <a:moveTo>
                  <a:pt x="1710292" y="556742"/>
                </a:moveTo>
                <a:lnTo>
                  <a:pt x="1683042" y="556742"/>
                </a:lnTo>
                <a:lnTo>
                  <a:pt x="1675055" y="537641"/>
                </a:lnTo>
                <a:lnTo>
                  <a:pt x="1675129" y="537806"/>
                </a:lnTo>
                <a:lnTo>
                  <a:pt x="1702659" y="537806"/>
                </a:lnTo>
                <a:lnTo>
                  <a:pt x="1706600" y="547243"/>
                </a:lnTo>
                <a:lnTo>
                  <a:pt x="1710292" y="556742"/>
                </a:lnTo>
                <a:close/>
              </a:path>
              <a:path w="1768475" h="1728470">
                <a:moveTo>
                  <a:pt x="1688465" y="570699"/>
                </a:moveTo>
                <a:lnTo>
                  <a:pt x="1683030" y="556715"/>
                </a:lnTo>
                <a:lnTo>
                  <a:pt x="1710292" y="556742"/>
                </a:lnTo>
                <a:lnTo>
                  <a:pt x="1712137" y="561492"/>
                </a:lnTo>
                <a:lnTo>
                  <a:pt x="1688465" y="570699"/>
                </a:lnTo>
                <a:close/>
              </a:path>
              <a:path w="1768475" h="1728470">
                <a:moveTo>
                  <a:pt x="1741702" y="654659"/>
                </a:moveTo>
                <a:lnTo>
                  <a:pt x="1715528" y="654659"/>
                </a:lnTo>
                <a:lnTo>
                  <a:pt x="1711972" y="641807"/>
                </a:lnTo>
                <a:lnTo>
                  <a:pt x="1736445" y="635038"/>
                </a:lnTo>
                <a:lnTo>
                  <a:pt x="1740090" y="648195"/>
                </a:lnTo>
                <a:lnTo>
                  <a:pt x="1741702" y="654659"/>
                </a:lnTo>
                <a:close/>
              </a:path>
              <a:path w="1768475" h="1728470">
                <a:moveTo>
                  <a:pt x="1750978" y="695236"/>
                </a:moveTo>
                <a:lnTo>
                  <a:pt x="1725091" y="695236"/>
                </a:lnTo>
                <a:lnTo>
                  <a:pt x="1720494" y="674535"/>
                </a:lnTo>
                <a:lnTo>
                  <a:pt x="1715439" y="654354"/>
                </a:lnTo>
                <a:lnTo>
                  <a:pt x="1715528" y="654659"/>
                </a:lnTo>
                <a:lnTo>
                  <a:pt x="1741702" y="654659"/>
                </a:lnTo>
                <a:lnTo>
                  <a:pt x="1745284" y="669023"/>
                </a:lnTo>
                <a:lnTo>
                  <a:pt x="1749958" y="690029"/>
                </a:lnTo>
                <a:lnTo>
                  <a:pt x="1750978" y="695236"/>
                </a:lnTo>
                <a:close/>
              </a:path>
              <a:path w="1768475" h="1728470">
                <a:moveTo>
                  <a:pt x="1720557" y="674852"/>
                </a:moveTo>
                <a:lnTo>
                  <a:pt x="1720478" y="674535"/>
                </a:lnTo>
                <a:lnTo>
                  <a:pt x="1720557" y="674852"/>
                </a:lnTo>
                <a:close/>
              </a:path>
              <a:path w="1768475" h="1728470">
                <a:moveTo>
                  <a:pt x="1753193" y="736536"/>
                </a:moveTo>
                <a:lnTo>
                  <a:pt x="1732635" y="736536"/>
                </a:lnTo>
                <a:lnTo>
                  <a:pt x="1729066" y="715479"/>
                </a:lnTo>
                <a:lnTo>
                  <a:pt x="1725080" y="695186"/>
                </a:lnTo>
                <a:lnTo>
                  <a:pt x="1750978" y="695236"/>
                </a:lnTo>
                <a:lnTo>
                  <a:pt x="1754111" y="711225"/>
                </a:lnTo>
                <a:lnTo>
                  <a:pt x="1757718" y="732523"/>
                </a:lnTo>
                <a:lnTo>
                  <a:pt x="1758200" y="735787"/>
                </a:lnTo>
                <a:lnTo>
                  <a:pt x="1753193" y="736536"/>
                </a:lnTo>
                <a:close/>
              </a:path>
              <a:path w="1768475" h="1728470">
                <a:moveTo>
                  <a:pt x="1733080" y="739546"/>
                </a:moveTo>
                <a:lnTo>
                  <a:pt x="1732617" y="736428"/>
                </a:lnTo>
                <a:lnTo>
                  <a:pt x="1753193" y="736536"/>
                </a:lnTo>
                <a:lnTo>
                  <a:pt x="1733080" y="739546"/>
                </a:lnTo>
                <a:close/>
              </a:path>
              <a:path w="1768475" h="1728470">
                <a:moveTo>
                  <a:pt x="1766808" y="821016"/>
                </a:moveTo>
                <a:lnTo>
                  <a:pt x="1741385" y="821016"/>
                </a:lnTo>
                <a:lnTo>
                  <a:pt x="1740979" y="814158"/>
                </a:lnTo>
                <a:lnTo>
                  <a:pt x="1766341" y="812685"/>
                </a:lnTo>
                <a:lnTo>
                  <a:pt x="1766747" y="819696"/>
                </a:lnTo>
                <a:lnTo>
                  <a:pt x="1766808" y="821016"/>
                </a:lnTo>
                <a:close/>
              </a:path>
              <a:path w="1768475" h="1728470">
                <a:moveTo>
                  <a:pt x="1767624" y="842530"/>
                </a:moveTo>
                <a:lnTo>
                  <a:pt x="1742224" y="842530"/>
                </a:lnTo>
                <a:lnTo>
                  <a:pt x="1741868" y="831596"/>
                </a:lnTo>
                <a:lnTo>
                  <a:pt x="1741373" y="820851"/>
                </a:lnTo>
                <a:lnTo>
                  <a:pt x="1741385" y="821016"/>
                </a:lnTo>
                <a:lnTo>
                  <a:pt x="1766808" y="821016"/>
                </a:lnTo>
                <a:lnTo>
                  <a:pt x="1767287" y="831761"/>
                </a:lnTo>
                <a:lnTo>
                  <a:pt x="1767624" y="842530"/>
                </a:lnTo>
                <a:close/>
              </a:path>
              <a:path w="1768475" h="1728470">
                <a:moveTo>
                  <a:pt x="1741868" y="831761"/>
                </a:moveTo>
                <a:lnTo>
                  <a:pt x="1741861" y="831596"/>
                </a:lnTo>
                <a:lnTo>
                  <a:pt x="1741868" y="831761"/>
                </a:lnTo>
                <a:close/>
              </a:path>
              <a:path w="1768475" h="1728470">
                <a:moveTo>
                  <a:pt x="1767889" y="864184"/>
                </a:moveTo>
                <a:lnTo>
                  <a:pt x="1742490" y="864184"/>
                </a:lnTo>
                <a:lnTo>
                  <a:pt x="1742417" y="852843"/>
                </a:lnTo>
                <a:lnTo>
                  <a:pt x="1742211" y="842365"/>
                </a:lnTo>
                <a:lnTo>
                  <a:pt x="1742224" y="842530"/>
                </a:lnTo>
                <a:lnTo>
                  <a:pt x="1767624" y="842530"/>
                </a:lnTo>
                <a:lnTo>
                  <a:pt x="1767827" y="852843"/>
                </a:lnTo>
                <a:lnTo>
                  <a:pt x="1767889" y="864184"/>
                </a:lnTo>
                <a:close/>
              </a:path>
              <a:path w="1768475" h="1728470">
                <a:moveTo>
                  <a:pt x="1742427" y="853338"/>
                </a:moveTo>
                <a:lnTo>
                  <a:pt x="1742424" y="853173"/>
                </a:lnTo>
                <a:lnTo>
                  <a:pt x="1742427" y="853338"/>
                </a:lnTo>
                <a:close/>
              </a:path>
              <a:path w="1768475" h="1728470">
                <a:moveTo>
                  <a:pt x="1767828" y="875030"/>
                </a:moveTo>
                <a:lnTo>
                  <a:pt x="1742427" y="875030"/>
                </a:lnTo>
                <a:lnTo>
                  <a:pt x="1742490" y="864101"/>
                </a:lnTo>
                <a:lnTo>
                  <a:pt x="1767889" y="864184"/>
                </a:lnTo>
                <a:lnTo>
                  <a:pt x="1767828" y="875030"/>
                </a:lnTo>
                <a:close/>
              </a:path>
              <a:path w="1768475" h="1728470">
                <a:moveTo>
                  <a:pt x="1767274" y="896607"/>
                </a:moveTo>
                <a:lnTo>
                  <a:pt x="1741868" y="896607"/>
                </a:lnTo>
                <a:lnTo>
                  <a:pt x="1742224" y="885672"/>
                </a:lnTo>
                <a:lnTo>
                  <a:pt x="1742427" y="874864"/>
                </a:lnTo>
                <a:lnTo>
                  <a:pt x="1742427" y="875030"/>
                </a:lnTo>
                <a:lnTo>
                  <a:pt x="1767828" y="875030"/>
                </a:lnTo>
                <a:lnTo>
                  <a:pt x="1767598" y="886485"/>
                </a:lnTo>
                <a:lnTo>
                  <a:pt x="1767274" y="896607"/>
                </a:lnTo>
                <a:close/>
              </a:path>
              <a:path w="1768475" h="1728470">
                <a:moveTo>
                  <a:pt x="1742211" y="885837"/>
                </a:moveTo>
                <a:lnTo>
                  <a:pt x="1742214" y="885672"/>
                </a:lnTo>
                <a:lnTo>
                  <a:pt x="1742211" y="885837"/>
                </a:lnTo>
                <a:close/>
              </a:path>
              <a:path w="1768475" h="1728470">
                <a:moveTo>
                  <a:pt x="1766328" y="915695"/>
                </a:moveTo>
                <a:lnTo>
                  <a:pt x="1740966" y="914222"/>
                </a:lnTo>
                <a:lnTo>
                  <a:pt x="1741385" y="907186"/>
                </a:lnTo>
                <a:lnTo>
                  <a:pt x="1741868" y="896442"/>
                </a:lnTo>
                <a:lnTo>
                  <a:pt x="1741868" y="896607"/>
                </a:lnTo>
                <a:lnTo>
                  <a:pt x="1767274" y="896607"/>
                </a:lnTo>
                <a:lnTo>
                  <a:pt x="1766735" y="908659"/>
                </a:lnTo>
                <a:lnTo>
                  <a:pt x="1766328" y="915695"/>
                </a:lnTo>
                <a:close/>
              </a:path>
              <a:path w="1768475" h="1728470">
                <a:moveTo>
                  <a:pt x="1741373" y="907351"/>
                </a:moveTo>
                <a:lnTo>
                  <a:pt x="1741380" y="907186"/>
                </a:lnTo>
                <a:lnTo>
                  <a:pt x="1741373" y="907351"/>
                </a:lnTo>
                <a:close/>
              </a:path>
              <a:path w="1768475" h="1728470">
                <a:moveTo>
                  <a:pt x="1753677" y="991908"/>
                </a:moveTo>
                <a:lnTo>
                  <a:pt x="1732597" y="991908"/>
                </a:lnTo>
                <a:lnTo>
                  <a:pt x="1732635" y="991666"/>
                </a:lnTo>
                <a:lnTo>
                  <a:pt x="1733054" y="988822"/>
                </a:lnTo>
                <a:lnTo>
                  <a:pt x="1753677" y="991908"/>
                </a:lnTo>
                <a:close/>
              </a:path>
              <a:path w="1768475" h="1728470">
                <a:moveTo>
                  <a:pt x="1732616" y="991777"/>
                </a:moveTo>
                <a:close/>
              </a:path>
              <a:path w="1768475" h="1728470">
                <a:moveTo>
                  <a:pt x="1754822" y="1012723"/>
                </a:moveTo>
                <a:lnTo>
                  <a:pt x="1729066" y="1012723"/>
                </a:lnTo>
                <a:lnTo>
                  <a:pt x="1732616" y="991777"/>
                </a:lnTo>
                <a:lnTo>
                  <a:pt x="1732597" y="991908"/>
                </a:lnTo>
                <a:lnTo>
                  <a:pt x="1753677" y="991908"/>
                </a:lnTo>
                <a:lnTo>
                  <a:pt x="1758175" y="992581"/>
                </a:lnTo>
                <a:lnTo>
                  <a:pt x="1757679" y="995908"/>
                </a:lnTo>
                <a:lnTo>
                  <a:pt x="1754822" y="1012723"/>
                </a:lnTo>
                <a:close/>
              </a:path>
              <a:path w="1768475" h="1728470">
                <a:moveTo>
                  <a:pt x="1750914" y="1033284"/>
                </a:moveTo>
                <a:lnTo>
                  <a:pt x="1725028" y="1033284"/>
                </a:lnTo>
                <a:lnTo>
                  <a:pt x="1725091" y="1032967"/>
                </a:lnTo>
                <a:lnTo>
                  <a:pt x="1729117" y="1012405"/>
                </a:lnTo>
                <a:lnTo>
                  <a:pt x="1729066" y="1012723"/>
                </a:lnTo>
                <a:lnTo>
                  <a:pt x="1754822" y="1012723"/>
                </a:lnTo>
                <a:lnTo>
                  <a:pt x="1754047" y="1017282"/>
                </a:lnTo>
                <a:lnTo>
                  <a:pt x="1750914" y="1033284"/>
                </a:lnTo>
                <a:close/>
              </a:path>
              <a:path w="1768475" h="1728470">
                <a:moveTo>
                  <a:pt x="1725080" y="1033017"/>
                </a:moveTo>
                <a:close/>
              </a:path>
              <a:path w="1768475" h="1728470">
                <a:moveTo>
                  <a:pt x="1746511" y="1053655"/>
                </a:moveTo>
                <a:lnTo>
                  <a:pt x="1720494" y="1053655"/>
                </a:lnTo>
                <a:lnTo>
                  <a:pt x="1725080" y="1033017"/>
                </a:lnTo>
                <a:lnTo>
                  <a:pt x="1725028" y="1033284"/>
                </a:lnTo>
                <a:lnTo>
                  <a:pt x="1750914" y="1033284"/>
                </a:lnTo>
                <a:lnTo>
                  <a:pt x="1749894" y="1038491"/>
                </a:lnTo>
                <a:lnTo>
                  <a:pt x="1746511" y="1053655"/>
                </a:lnTo>
                <a:close/>
              </a:path>
              <a:path w="1768475" h="1728470">
                <a:moveTo>
                  <a:pt x="1736394" y="1093330"/>
                </a:moveTo>
                <a:lnTo>
                  <a:pt x="1711921" y="1086561"/>
                </a:lnTo>
                <a:lnTo>
                  <a:pt x="1715528" y="1073543"/>
                </a:lnTo>
                <a:lnTo>
                  <a:pt x="1720557" y="1053350"/>
                </a:lnTo>
                <a:lnTo>
                  <a:pt x="1720494" y="1053655"/>
                </a:lnTo>
                <a:lnTo>
                  <a:pt x="1746511" y="1053655"/>
                </a:lnTo>
                <a:lnTo>
                  <a:pt x="1745208" y="1059497"/>
                </a:lnTo>
                <a:lnTo>
                  <a:pt x="1740001" y="1080312"/>
                </a:lnTo>
                <a:lnTo>
                  <a:pt x="1736394" y="1093330"/>
                </a:lnTo>
                <a:close/>
              </a:path>
              <a:path w="1768475" h="1728470">
                <a:moveTo>
                  <a:pt x="1715439" y="1073848"/>
                </a:moveTo>
                <a:lnTo>
                  <a:pt x="1715515" y="1073543"/>
                </a:lnTo>
                <a:lnTo>
                  <a:pt x="1715439" y="1073848"/>
                </a:lnTo>
                <a:close/>
              </a:path>
              <a:path w="1768475" h="1728470">
                <a:moveTo>
                  <a:pt x="1710171" y="1171752"/>
                </a:moveTo>
                <a:lnTo>
                  <a:pt x="1682927" y="1171752"/>
                </a:lnTo>
                <a:lnTo>
                  <a:pt x="1683042" y="1171460"/>
                </a:lnTo>
                <a:lnTo>
                  <a:pt x="1688401" y="1157655"/>
                </a:lnTo>
                <a:lnTo>
                  <a:pt x="1712074" y="1166863"/>
                </a:lnTo>
                <a:lnTo>
                  <a:pt x="1710171" y="1171752"/>
                </a:lnTo>
                <a:close/>
              </a:path>
              <a:path w="1768475" h="1728470">
                <a:moveTo>
                  <a:pt x="1683029" y="1171489"/>
                </a:moveTo>
                <a:close/>
              </a:path>
              <a:path w="1768475" h="1728470">
                <a:moveTo>
                  <a:pt x="1702537" y="1190675"/>
                </a:moveTo>
                <a:lnTo>
                  <a:pt x="1675002" y="1190675"/>
                </a:lnTo>
                <a:lnTo>
                  <a:pt x="1675129" y="1190383"/>
                </a:lnTo>
                <a:lnTo>
                  <a:pt x="1683029" y="1171489"/>
                </a:lnTo>
                <a:lnTo>
                  <a:pt x="1682927" y="1171752"/>
                </a:lnTo>
                <a:lnTo>
                  <a:pt x="1710171" y="1171752"/>
                </a:lnTo>
                <a:lnTo>
                  <a:pt x="1706473" y="1181252"/>
                </a:lnTo>
                <a:lnTo>
                  <a:pt x="1702537" y="1190675"/>
                </a:lnTo>
                <a:close/>
              </a:path>
              <a:path w="1768475" h="1728470">
                <a:moveTo>
                  <a:pt x="1675056" y="1190548"/>
                </a:moveTo>
                <a:lnTo>
                  <a:pt x="1675125" y="1190383"/>
                </a:lnTo>
                <a:lnTo>
                  <a:pt x="1675056" y="1190548"/>
                </a:lnTo>
                <a:close/>
              </a:path>
              <a:path w="1768475" h="1728470">
                <a:moveTo>
                  <a:pt x="1685968" y="1227823"/>
                </a:moveTo>
                <a:lnTo>
                  <a:pt x="1657819" y="1227823"/>
                </a:lnTo>
                <a:lnTo>
                  <a:pt x="1657959" y="1227543"/>
                </a:lnTo>
                <a:lnTo>
                  <a:pt x="1666773" y="1209090"/>
                </a:lnTo>
                <a:lnTo>
                  <a:pt x="1675056" y="1190548"/>
                </a:lnTo>
                <a:lnTo>
                  <a:pt x="1675002" y="1190675"/>
                </a:lnTo>
                <a:lnTo>
                  <a:pt x="1702537" y="1190675"/>
                </a:lnTo>
                <a:lnTo>
                  <a:pt x="1698320" y="1200772"/>
                </a:lnTo>
                <a:lnTo>
                  <a:pt x="1689684" y="1220038"/>
                </a:lnTo>
                <a:lnTo>
                  <a:pt x="1685968" y="1227823"/>
                </a:lnTo>
                <a:close/>
              </a:path>
              <a:path w="1768475" h="1728470">
                <a:moveTo>
                  <a:pt x="1666633" y="1209370"/>
                </a:moveTo>
                <a:lnTo>
                  <a:pt x="1666758" y="1209090"/>
                </a:lnTo>
                <a:lnTo>
                  <a:pt x="1666633" y="1209370"/>
                </a:lnTo>
                <a:close/>
              </a:path>
              <a:path w="1768475" h="1728470">
                <a:moveTo>
                  <a:pt x="1657856" y="1227747"/>
                </a:moveTo>
                <a:lnTo>
                  <a:pt x="1657953" y="1227543"/>
                </a:lnTo>
                <a:lnTo>
                  <a:pt x="1657856" y="1227747"/>
                </a:lnTo>
                <a:close/>
              </a:path>
              <a:path w="1768475" h="1728470">
                <a:moveTo>
                  <a:pt x="1677053" y="1246035"/>
                </a:moveTo>
                <a:lnTo>
                  <a:pt x="1648561" y="1246035"/>
                </a:lnTo>
                <a:lnTo>
                  <a:pt x="1657856" y="1227747"/>
                </a:lnTo>
                <a:lnTo>
                  <a:pt x="1685968" y="1227823"/>
                </a:lnTo>
                <a:lnTo>
                  <a:pt x="1680603" y="1239062"/>
                </a:lnTo>
                <a:lnTo>
                  <a:pt x="1677053" y="1246035"/>
                </a:lnTo>
                <a:close/>
              </a:path>
              <a:path w="1768475" h="1728470">
                <a:moveTo>
                  <a:pt x="1669465" y="1260754"/>
                </a:moveTo>
                <a:lnTo>
                  <a:pt x="1647113" y="1248689"/>
                </a:lnTo>
                <a:lnTo>
                  <a:pt x="1648701" y="1245755"/>
                </a:lnTo>
                <a:lnTo>
                  <a:pt x="1648561" y="1246035"/>
                </a:lnTo>
                <a:lnTo>
                  <a:pt x="1677053" y="1246035"/>
                </a:lnTo>
                <a:lnTo>
                  <a:pt x="1671053" y="1257820"/>
                </a:lnTo>
                <a:lnTo>
                  <a:pt x="1669465" y="1260754"/>
                </a:lnTo>
                <a:close/>
              </a:path>
              <a:path w="1768475" h="1728470">
                <a:moveTo>
                  <a:pt x="1626483" y="1333144"/>
                </a:moveTo>
                <a:lnTo>
                  <a:pt x="1595856" y="1333144"/>
                </a:lnTo>
                <a:lnTo>
                  <a:pt x="1596034" y="1332890"/>
                </a:lnTo>
                <a:lnTo>
                  <a:pt x="1607400" y="1316012"/>
                </a:lnTo>
                <a:lnTo>
                  <a:pt x="1608963" y="1313548"/>
                </a:lnTo>
                <a:lnTo>
                  <a:pt x="1630375" y="1327213"/>
                </a:lnTo>
                <a:lnTo>
                  <a:pt x="1628470" y="1330198"/>
                </a:lnTo>
                <a:lnTo>
                  <a:pt x="1626483" y="1333144"/>
                </a:lnTo>
                <a:close/>
              </a:path>
              <a:path w="1768475" h="1728470">
                <a:moveTo>
                  <a:pt x="1607223" y="1316266"/>
                </a:moveTo>
                <a:lnTo>
                  <a:pt x="1607385" y="1316012"/>
                </a:lnTo>
                <a:lnTo>
                  <a:pt x="1607223" y="1316266"/>
                </a:lnTo>
                <a:close/>
              </a:path>
              <a:path w="1768475" h="1728470">
                <a:moveTo>
                  <a:pt x="1595902" y="1333075"/>
                </a:moveTo>
                <a:lnTo>
                  <a:pt x="1596027" y="1332890"/>
                </a:lnTo>
                <a:lnTo>
                  <a:pt x="1595902" y="1333075"/>
                </a:lnTo>
                <a:close/>
              </a:path>
              <a:path w="1768475" h="1728470">
                <a:moveTo>
                  <a:pt x="1591649" y="1382026"/>
                </a:moveTo>
                <a:lnTo>
                  <a:pt x="1559369" y="1382026"/>
                </a:lnTo>
                <a:lnTo>
                  <a:pt x="1559560" y="1381785"/>
                </a:lnTo>
                <a:lnTo>
                  <a:pt x="1572107" y="1365783"/>
                </a:lnTo>
                <a:lnTo>
                  <a:pt x="1584274" y="1349476"/>
                </a:lnTo>
                <a:lnTo>
                  <a:pt x="1595902" y="1333075"/>
                </a:lnTo>
                <a:lnTo>
                  <a:pt x="1626483" y="1333144"/>
                </a:lnTo>
                <a:lnTo>
                  <a:pt x="1616748" y="1347584"/>
                </a:lnTo>
                <a:lnTo>
                  <a:pt x="1604632" y="1364665"/>
                </a:lnTo>
                <a:lnTo>
                  <a:pt x="1591649" y="1382026"/>
                </a:lnTo>
                <a:close/>
              </a:path>
              <a:path w="1768475" h="1728470">
                <a:moveTo>
                  <a:pt x="1584083" y="1349730"/>
                </a:moveTo>
                <a:lnTo>
                  <a:pt x="1584263" y="1349476"/>
                </a:lnTo>
                <a:lnTo>
                  <a:pt x="1584083" y="1349730"/>
                </a:lnTo>
                <a:close/>
              </a:path>
              <a:path w="1768475" h="1728470">
                <a:moveTo>
                  <a:pt x="1571917" y="1366024"/>
                </a:moveTo>
                <a:lnTo>
                  <a:pt x="1572097" y="1365783"/>
                </a:lnTo>
                <a:lnTo>
                  <a:pt x="1571917" y="1366024"/>
                </a:lnTo>
                <a:close/>
              </a:path>
              <a:path w="1768475" h="1728470">
                <a:moveTo>
                  <a:pt x="1559533" y="1381817"/>
                </a:moveTo>
                <a:close/>
              </a:path>
              <a:path w="1768475" h="1728470">
                <a:moveTo>
                  <a:pt x="1569123" y="1410119"/>
                </a:moveTo>
                <a:lnTo>
                  <a:pt x="1549527" y="1393964"/>
                </a:lnTo>
                <a:lnTo>
                  <a:pt x="1559533" y="1381817"/>
                </a:lnTo>
                <a:lnTo>
                  <a:pt x="1559369" y="1382026"/>
                </a:lnTo>
                <a:lnTo>
                  <a:pt x="1591649" y="1382026"/>
                </a:lnTo>
                <a:lnTo>
                  <a:pt x="1579168" y="1397939"/>
                </a:lnTo>
                <a:lnTo>
                  <a:pt x="1569123" y="1410119"/>
                </a:lnTo>
                <a:close/>
              </a:path>
              <a:path w="1768475" h="1728470">
                <a:moveTo>
                  <a:pt x="1512868" y="1471358"/>
                </a:moveTo>
                <a:lnTo>
                  <a:pt x="1476273" y="1471358"/>
                </a:lnTo>
                <a:lnTo>
                  <a:pt x="1476502" y="1471142"/>
                </a:lnTo>
                <a:lnTo>
                  <a:pt x="1491234" y="1457083"/>
                </a:lnTo>
                <a:lnTo>
                  <a:pt x="1498981" y="1449324"/>
                </a:lnTo>
                <a:lnTo>
                  <a:pt x="1516951" y="1467269"/>
                </a:lnTo>
                <a:lnTo>
                  <a:pt x="1512868" y="1471358"/>
                </a:lnTo>
                <a:close/>
              </a:path>
              <a:path w="1768475" h="1728470">
                <a:moveTo>
                  <a:pt x="1491018" y="1457286"/>
                </a:moveTo>
                <a:lnTo>
                  <a:pt x="1491221" y="1457083"/>
                </a:lnTo>
                <a:lnTo>
                  <a:pt x="1491018" y="1457286"/>
                </a:lnTo>
                <a:close/>
              </a:path>
              <a:path w="1768475" h="1728470">
                <a:moveTo>
                  <a:pt x="1476451" y="1471188"/>
                </a:moveTo>
                <a:close/>
              </a:path>
              <a:path w="1768475" h="1728470">
                <a:moveTo>
                  <a:pt x="1498694" y="1485074"/>
                </a:moveTo>
                <a:lnTo>
                  <a:pt x="1461198" y="1485074"/>
                </a:lnTo>
                <a:lnTo>
                  <a:pt x="1461427" y="1484871"/>
                </a:lnTo>
                <a:lnTo>
                  <a:pt x="1476451" y="1471188"/>
                </a:lnTo>
                <a:lnTo>
                  <a:pt x="1476273" y="1471358"/>
                </a:lnTo>
                <a:lnTo>
                  <a:pt x="1512868" y="1471358"/>
                </a:lnTo>
                <a:lnTo>
                  <a:pt x="1508772" y="1475460"/>
                </a:lnTo>
                <a:lnTo>
                  <a:pt x="1498694" y="1485074"/>
                </a:lnTo>
                <a:close/>
              </a:path>
              <a:path w="1768475" h="1728470">
                <a:moveTo>
                  <a:pt x="1461314" y="1484969"/>
                </a:moveTo>
                <a:close/>
              </a:path>
              <a:path w="1768475" h="1728470">
                <a:moveTo>
                  <a:pt x="1484251" y="1498434"/>
                </a:moveTo>
                <a:lnTo>
                  <a:pt x="1445780" y="1498434"/>
                </a:lnTo>
                <a:lnTo>
                  <a:pt x="1446009" y="1498244"/>
                </a:lnTo>
                <a:lnTo>
                  <a:pt x="1461314" y="1484969"/>
                </a:lnTo>
                <a:lnTo>
                  <a:pt x="1498694" y="1485074"/>
                </a:lnTo>
                <a:lnTo>
                  <a:pt x="1493596" y="1489938"/>
                </a:lnTo>
                <a:lnTo>
                  <a:pt x="1484251" y="1498434"/>
                </a:lnTo>
                <a:close/>
              </a:path>
              <a:path w="1768475" h="1728470">
                <a:moveTo>
                  <a:pt x="1445822" y="1498399"/>
                </a:moveTo>
                <a:lnTo>
                  <a:pt x="1446000" y="1498244"/>
                </a:lnTo>
                <a:lnTo>
                  <a:pt x="1445822" y="1498399"/>
                </a:lnTo>
                <a:close/>
              </a:path>
              <a:path w="1768475" h="1728470">
                <a:moveTo>
                  <a:pt x="1469547" y="1511439"/>
                </a:moveTo>
                <a:lnTo>
                  <a:pt x="1430032" y="1511439"/>
                </a:lnTo>
                <a:lnTo>
                  <a:pt x="1430274" y="1511249"/>
                </a:lnTo>
                <a:lnTo>
                  <a:pt x="1445822" y="1498399"/>
                </a:lnTo>
                <a:lnTo>
                  <a:pt x="1484251" y="1498434"/>
                </a:lnTo>
                <a:lnTo>
                  <a:pt x="1478064" y="1504061"/>
                </a:lnTo>
                <a:lnTo>
                  <a:pt x="1469547" y="1511439"/>
                </a:lnTo>
                <a:close/>
              </a:path>
              <a:path w="1768475" h="1728470">
                <a:moveTo>
                  <a:pt x="1430042" y="1511431"/>
                </a:moveTo>
                <a:lnTo>
                  <a:pt x="1430263" y="1511249"/>
                </a:lnTo>
                <a:lnTo>
                  <a:pt x="1430042" y="1511431"/>
                </a:lnTo>
                <a:close/>
              </a:path>
              <a:path w="1768475" h="1728470">
                <a:moveTo>
                  <a:pt x="1440052" y="1535874"/>
                </a:moveTo>
                <a:lnTo>
                  <a:pt x="1424343" y="1515922"/>
                </a:lnTo>
                <a:lnTo>
                  <a:pt x="1430042" y="1511431"/>
                </a:lnTo>
                <a:lnTo>
                  <a:pt x="1469547" y="1511439"/>
                </a:lnTo>
                <a:lnTo>
                  <a:pt x="1462189" y="1517815"/>
                </a:lnTo>
                <a:lnTo>
                  <a:pt x="1445983" y="1531213"/>
                </a:lnTo>
                <a:lnTo>
                  <a:pt x="1440052" y="1535874"/>
                </a:lnTo>
                <a:close/>
              </a:path>
              <a:path w="1768475" h="1728470">
                <a:moveTo>
                  <a:pt x="1370683" y="1570850"/>
                </a:moveTo>
                <a:lnTo>
                  <a:pt x="1346657" y="1570850"/>
                </a:lnTo>
                <a:lnTo>
                  <a:pt x="1363649" y="1559915"/>
                </a:lnTo>
                <a:lnTo>
                  <a:pt x="1370683" y="1570850"/>
                </a:lnTo>
                <a:close/>
              </a:path>
              <a:path w="1768475" h="1728470">
                <a:moveTo>
                  <a:pt x="1376937" y="1581569"/>
                </a:moveTo>
                <a:lnTo>
                  <a:pt x="1329093" y="1581569"/>
                </a:lnTo>
                <a:lnTo>
                  <a:pt x="1346911" y="1570685"/>
                </a:lnTo>
                <a:lnTo>
                  <a:pt x="1346657" y="1570850"/>
                </a:lnTo>
                <a:lnTo>
                  <a:pt x="1370683" y="1570850"/>
                </a:lnTo>
                <a:lnTo>
                  <a:pt x="1377391" y="1581277"/>
                </a:lnTo>
                <a:lnTo>
                  <a:pt x="1376937" y="1581569"/>
                </a:lnTo>
                <a:close/>
              </a:path>
              <a:path w="1768475" h="1728470">
                <a:moveTo>
                  <a:pt x="1360921" y="1591868"/>
                </a:moveTo>
                <a:lnTo>
                  <a:pt x="1311249" y="1591868"/>
                </a:lnTo>
                <a:lnTo>
                  <a:pt x="1329347" y="1581404"/>
                </a:lnTo>
                <a:lnTo>
                  <a:pt x="1329093" y="1581569"/>
                </a:lnTo>
                <a:lnTo>
                  <a:pt x="1376937" y="1581569"/>
                </a:lnTo>
                <a:lnTo>
                  <a:pt x="1360921" y="1591868"/>
                </a:lnTo>
                <a:close/>
              </a:path>
              <a:path w="1768475" h="1728470">
                <a:moveTo>
                  <a:pt x="1344745" y="1601762"/>
                </a:moveTo>
                <a:lnTo>
                  <a:pt x="1293126" y="1601762"/>
                </a:lnTo>
                <a:lnTo>
                  <a:pt x="1293393" y="1601622"/>
                </a:lnTo>
                <a:lnTo>
                  <a:pt x="1311503" y="1591716"/>
                </a:lnTo>
                <a:lnTo>
                  <a:pt x="1311249" y="1591868"/>
                </a:lnTo>
                <a:lnTo>
                  <a:pt x="1360921" y="1591868"/>
                </a:lnTo>
                <a:lnTo>
                  <a:pt x="1360131" y="1592376"/>
                </a:lnTo>
                <a:lnTo>
                  <a:pt x="1344745" y="1601762"/>
                </a:lnTo>
                <a:close/>
              </a:path>
              <a:path w="1768475" h="1728470">
                <a:moveTo>
                  <a:pt x="1293196" y="1601723"/>
                </a:moveTo>
                <a:lnTo>
                  <a:pt x="1293382" y="1601622"/>
                </a:lnTo>
                <a:lnTo>
                  <a:pt x="1293196" y="1601723"/>
                </a:lnTo>
                <a:close/>
              </a:path>
              <a:path w="1768475" h="1728470">
                <a:moveTo>
                  <a:pt x="1288453" y="1632750"/>
                </a:moveTo>
                <a:lnTo>
                  <a:pt x="1276819" y="1610169"/>
                </a:lnTo>
                <a:lnTo>
                  <a:pt x="1293196" y="1601723"/>
                </a:lnTo>
                <a:lnTo>
                  <a:pt x="1344745" y="1601762"/>
                </a:lnTo>
                <a:lnTo>
                  <a:pt x="1342059" y="1603400"/>
                </a:lnTo>
                <a:lnTo>
                  <a:pt x="1323682" y="1614017"/>
                </a:lnTo>
                <a:lnTo>
                  <a:pt x="1305039" y="1624203"/>
                </a:lnTo>
                <a:lnTo>
                  <a:pt x="1288453" y="1632750"/>
                </a:lnTo>
                <a:close/>
              </a:path>
              <a:path w="1768475" h="1728470">
                <a:moveTo>
                  <a:pt x="1210013" y="1644827"/>
                </a:moveTo>
                <a:lnTo>
                  <a:pt x="1198676" y="1644827"/>
                </a:lnTo>
                <a:lnTo>
                  <a:pt x="1198968" y="1644713"/>
                </a:lnTo>
                <a:lnTo>
                  <a:pt x="1208455" y="1640928"/>
                </a:lnTo>
                <a:lnTo>
                  <a:pt x="1210013" y="1644827"/>
                </a:lnTo>
                <a:close/>
              </a:path>
              <a:path w="1768475" h="1728470">
                <a:moveTo>
                  <a:pt x="1198887" y="1644743"/>
                </a:moveTo>
                <a:close/>
              </a:path>
              <a:path w="1768475" h="1728470">
                <a:moveTo>
                  <a:pt x="1212926" y="1652117"/>
                </a:moveTo>
                <a:lnTo>
                  <a:pt x="1179068" y="1652117"/>
                </a:lnTo>
                <a:lnTo>
                  <a:pt x="1179347" y="1652016"/>
                </a:lnTo>
                <a:lnTo>
                  <a:pt x="1198887" y="1644743"/>
                </a:lnTo>
                <a:lnTo>
                  <a:pt x="1198676" y="1644827"/>
                </a:lnTo>
                <a:lnTo>
                  <a:pt x="1210013" y="1644827"/>
                </a:lnTo>
                <a:lnTo>
                  <a:pt x="1212926" y="1652117"/>
                </a:lnTo>
                <a:close/>
              </a:path>
              <a:path w="1768475" h="1728470">
                <a:moveTo>
                  <a:pt x="1179264" y="1652044"/>
                </a:moveTo>
                <a:close/>
              </a:path>
              <a:path w="1768475" h="1728470">
                <a:moveTo>
                  <a:pt x="1215910" y="1665300"/>
                </a:moveTo>
                <a:lnTo>
                  <a:pt x="1139164" y="1665300"/>
                </a:lnTo>
                <a:lnTo>
                  <a:pt x="1139456" y="1665211"/>
                </a:lnTo>
                <a:lnTo>
                  <a:pt x="1159510" y="1658848"/>
                </a:lnTo>
                <a:lnTo>
                  <a:pt x="1179264" y="1652044"/>
                </a:lnTo>
                <a:lnTo>
                  <a:pt x="1179068" y="1652117"/>
                </a:lnTo>
                <a:lnTo>
                  <a:pt x="1212926" y="1652117"/>
                </a:lnTo>
                <a:lnTo>
                  <a:pt x="1217879" y="1664512"/>
                </a:lnTo>
                <a:lnTo>
                  <a:pt x="1215910" y="1665300"/>
                </a:lnTo>
                <a:close/>
              </a:path>
              <a:path w="1768475" h="1728470">
                <a:moveTo>
                  <a:pt x="1159217" y="1658937"/>
                </a:moveTo>
                <a:lnTo>
                  <a:pt x="1159476" y="1658848"/>
                </a:lnTo>
                <a:lnTo>
                  <a:pt x="1159217" y="1658937"/>
                </a:lnTo>
                <a:close/>
              </a:path>
              <a:path w="1768475" h="1728470">
                <a:moveTo>
                  <a:pt x="1139314" y="1665252"/>
                </a:moveTo>
                <a:lnTo>
                  <a:pt x="1139444" y="1665211"/>
                </a:lnTo>
                <a:lnTo>
                  <a:pt x="1139314" y="1665252"/>
                </a:lnTo>
                <a:close/>
              </a:path>
              <a:path w="1768475" h="1728470">
                <a:moveTo>
                  <a:pt x="1200644" y="1671193"/>
                </a:moveTo>
                <a:lnTo>
                  <a:pt x="1118895" y="1671193"/>
                </a:lnTo>
                <a:lnTo>
                  <a:pt x="1139314" y="1665252"/>
                </a:lnTo>
                <a:lnTo>
                  <a:pt x="1139164" y="1665300"/>
                </a:lnTo>
                <a:lnTo>
                  <a:pt x="1215910" y="1665300"/>
                </a:lnTo>
                <a:lnTo>
                  <a:pt x="1208100" y="1668424"/>
                </a:lnTo>
                <a:lnTo>
                  <a:pt x="1200644" y="1671193"/>
                </a:lnTo>
                <a:close/>
              </a:path>
              <a:path w="1768475" h="1728470">
                <a:moveTo>
                  <a:pt x="1120101" y="1697139"/>
                </a:moveTo>
                <a:lnTo>
                  <a:pt x="1113599" y="1672590"/>
                </a:lnTo>
                <a:lnTo>
                  <a:pt x="1119187" y="1671104"/>
                </a:lnTo>
                <a:lnTo>
                  <a:pt x="1118895" y="1671193"/>
                </a:lnTo>
                <a:lnTo>
                  <a:pt x="1200644" y="1671193"/>
                </a:lnTo>
                <a:lnTo>
                  <a:pt x="1187615" y="1676031"/>
                </a:lnTo>
                <a:lnTo>
                  <a:pt x="1167193" y="1683054"/>
                </a:lnTo>
                <a:lnTo>
                  <a:pt x="1146543" y="1689608"/>
                </a:lnTo>
                <a:lnTo>
                  <a:pt x="1125677" y="1695665"/>
                </a:lnTo>
                <a:lnTo>
                  <a:pt x="1120101" y="1697139"/>
                </a:lnTo>
                <a:close/>
              </a:path>
              <a:path w="1768475" h="1728470">
                <a:moveTo>
                  <a:pt x="1040989" y="1693341"/>
                </a:moveTo>
                <a:lnTo>
                  <a:pt x="1014564" y="1693341"/>
                </a:lnTo>
                <a:lnTo>
                  <a:pt x="1036116" y="1689862"/>
                </a:lnTo>
                <a:lnTo>
                  <a:pt x="1040193" y="1689087"/>
                </a:lnTo>
                <a:lnTo>
                  <a:pt x="1040989" y="1693341"/>
                </a:lnTo>
                <a:close/>
              </a:path>
              <a:path w="1768475" h="1728470">
                <a:moveTo>
                  <a:pt x="1035799" y="1689912"/>
                </a:moveTo>
                <a:lnTo>
                  <a:pt x="1036069" y="1689862"/>
                </a:lnTo>
                <a:lnTo>
                  <a:pt x="1035799" y="1689912"/>
                </a:lnTo>
                <a:close/>
              </a:path>
              <a:path w="1768475" h="1728470">
                <a:moveTo>
                  <a:pt x="1041275" y="1694865"/>
                </a:moveTo>
                <a:lnTo>
                  <a:pt x="1003960" y="1694865"/>
                </a:lnTo>
                <a:lnTo>
                  <a:pt x="1014793" y="1693303"/>
                </a:lnTo>
                <a:lnTo>
                  <a:pt x="1014564" y="1693341"/>
                </a:lnTo>
                <a:lnTo>
                  <a:pt x="1040989" y="1693341"/>
                </a:lnTo>
                <a:lnTo>
                  <a:pt x="1041275" y="1694865"/>
                </a:lnTo>
                <a:close/>
              </a:path>
              <a:path w="1768475" h="1728470">
                <a:moveTo>
                  <a:pt x="1041536" y="1696262"/>
                </a:moveTo>
                <a:lnTo>
                  <a:pt x="993241" y="1696262"/>
                </a:lnTo>
                <a:lnTo>
                  <a:pt x="1004112" y="1694840"/>
                </a:lnTo>
                <a:lnTo>
                  <a:pt x="1003960" y="1694865"/>
                </a:lnTo>
                <a:lnTo>
                  <a:pt x="1041275" y="1694865"/>
                </a:lnTo>
                <a:lnTo>
                  <a:pt x="1041536" y="1696262"/>
                </a:lnTo>
                <a:close/>
              </a:path>
              <a:path w="1768475" h="1728470">
                <a:moveTo>
                  <a:pt x="1041774" y="1697532"/>
                </a:moveTo>
                <a:lnTo>
                  <a:pt x="982472" y="1697532"/>
                </a:lnTo>
                <a:lnTo>
                  <a:pt x="993394" y="1696237"/>
                </a:lnTo>
                <a:lnTo>
                  <a:pt x="993241" y="1696262"/>
                </a:lnTo>
                <a:lnTo>
                  <a:pt x="1041536" y="1696262"/>
                </a:lnTo>
                <a:lnTo>
                  <a:pt x="1041774" y="1697532"/>
                </a:lnTo>
                <a:close/>
              </a:path>
              <a:path w="1768475" h="1728470">
                <a:moveTo>
                  <a:pt x="1042176" y="1699679"/>
                </a:moveTo>
                <a:lnTo>
                  <a:pt x="960818" y="1699679"/>
                </a:lnTo>
                <a:lnTo>
                  <a:pt x="960970" y="1699666"/>
                </a:lnTo>
                <a:lnTo>
                  <a:pt x="971816" y="1698650"/>
                </a:lnTo>
                <a:lnTo>
                  <a:pt x="982624" y="1697507"/>
                </a:lnTo>
                <a:lnTo>
                  <a:pt x="982472" y="1697532"/>
                </a:lnTo>
                <a:lnTo>
                  <a:pt x="1041774" y="1697532"/>
                </a:lnTo>
                <a:lnTo>
                  <a:pt x="1042176" y="1699679"/>
                </a:lnTo>
                <a:close/>
              </a:path>
              <a:path w="1768475" h="1728470">
                <a:moveTo>
                  <a:pt x="971664" y="1698663"/>
                </a:moveTo>
                <a:lnTo>
                  <a:pt x="971816" y="1698650"/>
                </a:lnTo>
                <a:lnTo>
                  <a:pt x="971664" y="1698663"/>
                </a:lnTo>
                <a:close/>
              </a:path>
              <a:path w="1768475" h="1728470">
                <a:moveTo>
                  <a:pt x="960851" y="1699675"/>
                </a:moveTo>
                <a:close/>
              </a:path>
              <a:path w="1768475" h="1728470">
                <a:moveTo>
                  <a:pt x="1042340" y="1700555"/>
                </a:moveTo>
                <a:lnTo>
                  <a:pt x="949921" y="1700555"/>
                </a:lnTo>
                <a:lnTo>
                  <a:pt x="950087" y="1700542"/>
                </a:lnTo>
                <a:lnTo>
                  <a:pt x="960851" y="1699675"/>
                </a:lnTo>
                <a:lnTo>
                  <a:pt x="1042176" y="1699679"/>
                </a:lnTo>
                <a:lnTo>
                  <a:pt x="1042340" y="1700555"/>
                </a:lnTo>
                <a:close/>
              </a:path>
              <a:path w="1768475" h="1728470">
                <a:moveTo>
                  <a:pt x="950041" y="1700545"/>
                </a:moveTo>
                <a:close/>
              </a:path>
              <a:path w="1768475" h="1728470">
                <a:moveTo>
                  <a:pt x="942594" y="1726514"/>
                </a:moveTo>
                <a:lnTo>
                  <a:pt x="940866" y="1701165"/>
                </a:lnTo>
                <a:lnTo>
                  <a:pt x="950041" y="1700545"/>
                </a:lnTo>
                <a:lnTo>
                  <a:pt x="1042340" y="1700555"/>
                </a:lnTo>
                <a:lnTo>
                  <a:pt x="1007402" y="1720024"/>
                </a:lnTo>
                <a:lnTo>
                  <a:pt x="963015" y="1724977"/>
                </a:lnTo>
                <a:lnTo>
                  <a:pt x="951814" y="1725879"/>
                </a:lnTo>
                <a:lnTo>
                  <a:pt x="942594" y="1726514"/>
                </a:lnTo>
                <a:close/>
              </a:path>
              <a:path w="1768475" h="1728470">
                <a:moveTo>
                  <a:pt x="865339" y="1728190"/>
                </a:moveTo>
                <a:lnTo>
                  <a:pt x="827252" y="1726641"/>
                </a:lnTo>
                <a:lnTo>
                  <a:pt x="782370" y="1722755"/>
                </a:lnTo>
                <a:lnTo>
                  <a:pt x="762685" y="1720316"/>
                </a:lnTo>
                <a:lnTo>
                  <a:pt x="765975" y="1695132"/>
                </a:lnTo>
                <a:lnTo>
                  <a:pt x="774585" y="1696262"/>
                </a:lnTo>
                <a:lnTo>
                  <a:pt x="785355" y="1697532"/>
                </a:lnTo>
                <a:lnTo>
                  <a:pt x="796042" y="1698650"/>
                </a:lnTo>
                <a:lnTo>
                  <a:pt x="806872" y="1699666"/>
                </a:lnTo>
                <a:lnTo>
                  <a:pt x="817892" y="1700555"/>
                </a:lnTo>
                <a:lnTo>
                  <a:pt x="828814" y="1701292"/>
                </a:lnTo>
                <a:lnTo>
                  <a:pt x="839774" y="1701901"/>
                </a:lnTo>
                <a:lnTo>
                  <a:pt x="839622" y="1701901"/>
                </a:lnTo>
                <a:lnTo>
                  <a:pt x="850773" y="1702384"/>
                </a:lnTo>
                <a:lnTo>
                  <a:pt x="861809" y="1702727"/>
                </a:lnTo>
                <a:lnTo>
                  <a:pt x="865809" y="1702790"/>
                </a:lnTo>
                <a:lnTo>
                  <a:pt x="865339" y="1728190"/>
                </a:lnTo>
                <a:close/>
              </a:path>
              <a:path w="1768475" h="1728470">
                <a:moveTo>
                  <a:pt x="686689" y="1706778"/>
                </a:moveTo>
                <a:lnTo>
                  <a:pt x="641832" y="1695577"/>
                </a:lnTo>
                <a:lnTo>
                  <a:pt x="600328" y="1682953"/>
                </a:lnTo>
                <a:lnTo>
                  <a:pt x="587540" y="1678559"/>
                </a:lnTo>
                <a:lnTo>
                  <a:pt x="595807" y="1654543"/>
                </a:lnTo>
                <a:lnTo>
                  <a:pt x="608337" y="1658848"/>
                </a:lnTo>
                <a:lnTo>
                  <a:pt x="628382" y="1665211"/>
                </a:lnTo>
                <a:lnTo>
                  <a:pt x="648931" y="1671193"/>
                </a:lnTo>
                <a:lnTo>
                  <a:pt x="669116" y="1676527"/>
                </a:lnTo>
                <a:lnTo>
                  <a:pt x="689826" y="1681467"/>
                </a:lnTo>
                <a:lnTo>
                  <a:pt x="691972" y="1681937"/>
                </a:lnTo>
                <a:lnTo>
                  <a:pt x="686689" y="1706778"/>
                </a:lnTo>
                <a:close/>
              </a:path>
              <a:path w="1768475" h="1728470">
                <a:moveTo>
                  <a:pt x="515607" y="1649984"/>
                </a:moveTo>
                <a:lnTo>
                  <a:pt x="462508" y="1624050"/>
                </a:lnTo>
                <a:lnTo>
                  <a:pt x="425500" y="1603248"/>
                </a:lnTo>
                <a:lnTo>
                  <a:pt x="424167" y="1602435"/>
                </a:lnTo>
                <a:lnTo>
                  <a:pt x="437400" y="1580756"/>
                </a:lnTo>
                <a:lnTo>
                  <a:pt x="438734" y="1581569"/>
                </a:lnTo>
                <a:lnTo>
                  <a:pt x="456313" y="1591716"/>
                </a:lnTo>
                <a:lnTo>
                  <a:pt x="474432" y="1601622"/>
                </a:lnTo>
                <a:lnTo>
                  <a:pt x="492831" y="1611109"/>
                </a:lnTo>
                <a:lnTo>
                  <a:pt x="511459" y="1620164"/>
                </a:lnTo>
                <a:lnTo>
                  <a:pt x="526148" y="1626870"/>
                </a:lnTo>
                <a:lnTo>
                  <a:pt x="515607" y="1649984"/>
                </a:lnTo>
                <a:close/>
              </a:path>
              <a:path w="1768475" h="1728470">
                <a:moveTo>
                  <a:pt x="493077" y="1611236"/>
                </a:moveTo>
                <a:lnTo>
                  <a:pt x="492798" y="1611109"/>
                </a:lnTo>
                <a:lnTo>
                  <a:pt x="493077" y="1611236"/>
                </a:lnTo>
                <a:close/>
              </a:path>
              <a:path w="1768475" h="1728470">
                <a:moveTo>
                  <a:pt x="359765" y="1560080"/>
                </a:moveTo>
                <a:lnTo>
                  <a:pt x="321602" y="1531023"/>
                </a:lnTo>
                <a:lnTo>
                  <a:pt x="289534" y="1503857"/>
                </a:lnTo>
                <a:lnTo>
                  <a:pt x="279831" y="1495044"/>
                </a:lnTo>
                <a:lnTo>
                  <a:pt x="296925" y="1476248"/>
                </a:lnTo>
                <a:lnTo>
                  <a:pt x="306405" y="1484871"/>
                </a:lnTo>
                <a:lnTo>
                  <a:pt x="321814" y="1498244"/>
                </a:lnTo>
                <a:lnTo>
                  <a:pt x="337551" y="1511249"/>
                </a:lnTo>
                <a:lnTo>
                  <a:pt x="353621" y="1523898"/>
                </a:lnTo>
                <a:lnTo>
                  <a:pt x="369980" y="1536166"/>
                </a:lnTo>
                <a:lnTo>
                  <a:pt x="374510" y="1539405"/>
                </a:lnTo>
                <a:lnTo>
                  <a:pt x="359765" y="1560080"/>
                </a:lnTo>
                <a:close/>
              </a:path>
              <a:path w="1768475" h="1728470">
                <a:moveTo>
                  <a:pt x="225120" y="1440332"/>
                </a:moveTo>
                <a:lnTo>
                  <a:pt x="188468" y="1397698"/>
                </a:lnTo>
                <a:lnTo>
                  <a:pt x="163017" y="1364424"/>
                </a:lnTo>
                <a:lnTo>
                  <a:pt x="160121" y="1360347"/>
                </a:lnTo>
                <a:lnTo>
                  <a:pt x="180835" y="1345653"/>
                </a:lnTo>
                <a:lnTo>
                  <a:pt x="183730" y="1349730"/>
                </a:lnTo>
                <a:lnTo>
                  <a:pt x="195717" y="1365783"/>
                </a:lnTo>
                <a:lnTo>
                  <a:pt x="208255" y="1381785"/>
                </a:lnTo>
                <a:lnTo>
                  <a:pt x="221197" y="1397482"/>
                </a:lnTo>
                <a:lnTo>
                  <a:pt x="234498" y="1412862"/>
                </a:lnTo>
                <a:lnTo>
                  <a:pt x="243916" y="1423250"/>
                </a:lnTo>
                <a:lnTo>
                  <a:pt x="225120" y="1440332"/>
                </a:lnTo>
                <a:close/>
              </a:path>
              <a:path w="1768475" h="1728470">
                <a:moveTo>
                  <a:pt x="117944" y="1295806"/>
                </a:moveTo>
                <a:lnTo>
                  <a:pt x="96621" y="1257541"/>
                </a:lnTo>
                <a:lnTo>
                  <a:pt x="78003" y="1219746"/>
                </a:lnTo>
                <a:lnTo>
                  <a:pt x="70954" y="1204023"/>
                </a:lnTo>
                <a:lnTo>
                  <a:pt x="94145" y="1193647"/>
                </a:lnTo>
                <a:lnTo>
                  <a:pt x="101055" y="1209090"/>
                </a:lnTo>
                <a:lnTo>
                  <a:pt x="109873" y="1227543"/>
                </a:lnTo>
                <a:lnTo>
                  <a:pt x="119123" y="1245755"/>
                </a:lnTo>
                <a:lnTo>
                  <a:pt x="128805" y="1263713"/>
                </a:lnTo>
                <a:lnTo>
                  <a:pt x="139077" y="1281684"/>
                </a:lnTo>
                <a:lnTo>
                  <a:pt x="139674" y="1282649"/>
                </a:lnTo>
                <a:lnTo>
                  <a:pt x="117944" y="1295806"/>
                </a:lnTo>
                <a:close/>
              </a:path>
              <a:path w="1768475" h="1728470">
                <a:moveTo>
                  <a:pt x="43192" y="1131735"/>
                </a:moveTo>
                <a:lnTo>
                  <a:pt x="27736" y="1080008"/>
                </a:lnTo>
                <a:lnTo>
                  <a:pt x="17856" y="1038174"/>
                </a:lnTo>
                <a:lnTo>
                  <a:pt x="16662" y="1032065"/>
                </a:lnTo>
                <a:lnTo>
                  <a:pt x="41592" y="1027176"/>
                </a:lnTo>
                <a:lnTo>
                  <a:pt x="42724" y="1032967"/>
                </a:lnTo>
                <a:lnTo>
                  <a:pt x="47264" y="1053350"/>
                </a:lnTo>
                <a:lnTo>
                  <a:pt x="52298" y="1073543"/>
                </a:lnTo>
                <a:lnTo>
                  <a:pt x="57824" y="1093533"/>
                </a:lnTo>
                <a:lnTo>
                  <a:pt x="63851" y="1113332"/>
                </a:lnTo>
                <a:lnTo>
                  <a:pt x="67297" y="1123721"/>
                </a:lnTo>
                <a:lnTo>
                  <a:pt x="43192" y="11317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918197" y="2804020"/>
            <a:ext cx="413384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1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71450">
              <a:lnSpc>
                <a:spcPts val="1789"/>
              </a:lnSpc>
            </a:pPr>
            <a:r>
              <a:rPr dirty="0" sz="1800">
                <a:latin typeface="仿宋"/>
                <a:cs typeface="仿宋"/>
              </a:rPr>
              <a:t>·</a:t>
            </a:r>
            <a:endParaRPr sz="1800">
              <a:latin typeface="仿宋"/>
              <a:cs typeface="仿宋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289721" y="4229100"/>
            <a:ext cx="541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仿宋"/>
                <a:cs typeface="仿宋"/>
              </a:rPr>
              <a:t>×</a:t>
            </a:r>
            <a:r>
              <a:rPr dirty="0" sz="1800" spc="-470" b="1">
                <a:latin typeface="仿宋"/>
                <a:cs typeface="仿宋"/>
              </a:rPr>
              <a:t> </a:t>
            </a:r>
            <a:r>
              <a:rPr dirty="0" baseline="-28935" sz="3600" b="1" i="1">
                <a:latin typeface="Times New Roman"/>
                <a:cs typeface="Times New Roman"/>
              </a:rPr>
              <a:t>D</a:t>
            </a:r>
            <a:endParaRPr baseline="-28935" sz="3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404734" y="2284272"/>
            <a:ext cx="7893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华文楷体"/>
                <a:cs typeface="华文楷体"/>
              </a:rPr>
              <a:t>中性面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title"/>
          </p:nvPr>
        </p:nvSpPr>
        <p:spPr>
          <a:xfrm>
            <a:off x="2384755" y="1460146"/>
            <a:ext cx="4199255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5" b="1">
                <a:solidFill>
                  <a:srgbClr val="0000FF"/>
                </a:solidFill>
                <a:latin typeface="华文楷体"/>
                <a:cs typeface="华文楷体"/>
              </a:rPr>
              <a:t>④</a:t>
            </a:r>
            <a:r>
              <a:rPr dirty="0" spc="40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500" spc="-944" b="1" i="1">
                <a:solidFill>
                  <a:srgbClr val="0000FF"/>
                </a:solidFill>
                <a:latin typeface="华文楷体"/>
                <a:cs typeface="华文楷体"/>
              </a:rPr>
              <a:t>AB</a:t>
            </a:r>
            <a:r>
              <a:rPr dirty="0" b="1">
                <a:solidFill>
                  <a:srgbClr val="0000FF"/>
                </a:solidFill>
                <a:latin typeface="华文楷体"/>
                <a:cs typeface="华文楷体"/>
              </a:rPr>
              <a:t>边中的感应电动势多大</a:t>
            </a:r>
            <a:r>
              <a:rPr dirty="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3111080" y="2028532"/>
            <a:ext cx="2877185" cy="1306830"/>
          </a:xfrm>
          <a:custGeom>
            <a:avLst/>
            <a:gdLst/>
            <a:ahLst/>
            <a:cxnLst/>
            <a:rect l="l" t="t" r="r" b="b"/>
            <a:pathLst>
              <a:path w="2877185" h="1306829">
                <a:moveTo>
                  <a:pt x="2866059" y="1306626"/>
                </a:moveTo>
                <a:lnTo>
                  <a:pt x="11112" y="1306626"/>
                </a:lnTo>
                <a:lnTo>
                  <a:pt x="8648" y="1306347"/>
                </a:lnTo>
                <a:lnTo>
                  <a:pt x="0" y="1295514"/>
                </a:lnTo>
                <a:lnTo>
                  <a:pt x="0" y="11112"/>
                </a:lnTo>
                <a:lnTo>
                  <a:pt x="11112" y="0"/>
                </a:lnTo>
                <a:lnTo>
                  <a:pt x="2866059" y="0"/>
                </a:lnTo>
                <a:lnTo>
                  <a:pt x="2877172" y="11112"/>
                </a:lnTo>
                <a:lnTo>
                  <a:pt x="22225" y="11112"/>
                </a:lnTo>
                <a:lnTo>
                  <a:pt x="11112" y="22225"/>
                </a:lnTo>
                <a:lnTo>
                  <a:pt x="22225" y="22225"/>
                </a:lnTo>
                <a:lnTo>
                  <a:pt x="22225" y="1284401"/>
                </a:lnTo>
                <a:lnTo>
                  <a:pt x="11112" y="1284401"/>
                </a:lnTo>
                <a:lnTo>
                  <a:pt x="22225" y="1295514"/>
                </a:lnTo>
                <a:lnTo>
                  <a:pt x="2877172" y="1295514"/>
                </a:lnTo>
                <a:lnTo>
                  <a:pt x="2876892" y="1297978"/>
                </a:lnTo>
                <a:lnTo>
                  <a:pt x="2868536" y="1306347"/>
                </a:lnTo>
                <a:lnTo>
                  <a:pt x="2866059" y="1306626"/>
                </a:lnTo>
                <a:close/>
              </a:path>
              <a:path w="2877185" h="1306829">
                <a:moveTo>
                  <a:pt x="22225" y="22225"/>
                </a:moveTo>
                <a:lnTo>
                  <a:pt x="11112" y="22225"/>
                </a:lnTo>
                <a:lnTo>
                  <a:pt x="22225" y="11112"/>
                </a:lnTo>
                <a:lnTo>
                  <a:pt x="22225" y="22225"/>
                </a:lnTo>
                <a:close/>
              </a:path>
              <a:path w="2877185" h="1306829">
                <a:moveTo>
                  <a:pt x="2854947" y="22225"/>
                </a:moveTo>
                <a:lnTo>
                  <a:pt x="22225" y="22225"/>
                </a:lnTo>
                <a:lnTo>
                  <a:pt x="22225" y="11112"/>
                </a:lnTo>
                <a:lnTo>
                  <a:pt x="2854947" y="11112"/>
                </a:lnTo>
                <a:lnTo>
                  <a:pt x="2854947" y="22225"/>
                </a:lnTo>
                <a:close/>
              </a:path>
              <a:path w="2877185" h="1306829">
                <a:moveTo>
                  <a:pt x="2854947" y="1295514"/>
                </a:moveTo>
                <a:lnTo>
                  <a:pt x="2854947" y="11112"/>
                </a:lnTo>
                <a:lnTo>
                  <a:pt x="2866059" y="22225"/>
                </a:lnTo>
                <a:lnTo>
                  <a:pt x="2877172" y="22225"/>
                </a:lnTo>
                <a:lnTo>
                  <a:pt x="2877172" y="1284401"/>
                </a:lnTo>
                <a:lnTo>
                  <a:pt x="2866059" y="1284401"/>
                </a:lnTo>
                <a:lnTo>
                  <a:pt x="2854947" y="1295514"/>
                </a:lnTo>
                <a:close/>
              </a:path>
              <a:path w="2877185" h="1306829">
                <a:moveTo>
                  <a:pt x="2877172" y="22225"/>
                </a:moveTo>
                <a:lnTo>
                  <a:pt x="2866059" y="22225"/>
                </a:lnTo>
                <a:lnTo>
                  <a:pt x="2854947" y="11112"/>
                </a:lnTo>
                <a:lnTo>
                  <a:pt x="2877172" y="11112"/>
                </a:lnTo>
                <a:lnTo>
                  <a:pt x="2877172" y="22225"/>
                </a:lnTo>
                <a:close/>
              </a:path>
              <a:path w="2877185" h="1306829">
                <a:moveTo>
                  <a:pt x="22225" y="1295514"/>
                </a:moveTo>
                <a:lnTo>
                  <a:pt x="11112" y="1284401"/>
                </a:lnTo>
                <a:lnTo>
                  <a:pt x="22225" y="1284401"/>
                </a:lnTo>
                <a:lnTo>
                  <a:pt x="22225" y="1295514"/>
                </a:lnTo>
                <a:close/>
              </a:path>
              <a:path w="2877185" h="1306829">
                <a:moveTo>
                  <a:pt x="2854947" y="1295514"/>
                </a:moveTo>
                <a:lnTo>
                  <a:pt x="22225" y="1295514"/>
                </a:lnTo>
                <a:lnTo>
                  <a:pt x="22225" y="1284401"/>
                </a:lnTo>
                <a:lnTo>
                  <a:pt x="2854947" y="1284401"/>
                </a:lnTo>
                <a:lnTo>
                  <a:pt x="2854947" y="1295514"/>
                </a:lnTo>
                <a:close/>
              </a:path>
              <a:path w="2877185" h="1306829">
                <a:moveTo>
                  <a:pt x="2877172" y="1295514"/>
                </a:moveTo>
                <a:lnTo>
                  <a:pt x="2854947" y="1295514"/>
                </a:lnTo>
                <a:lnTo>
                  <a:pt x="2866059" y="1284401"/>
                </a:lnTo>
                <a:lnTo>
                  <a:pt x="2877172" y="1284401"/>
                </a:lnTo>
                <a:lnTo>
                  <a:pt x="2877172" y="12955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3109493" y="1994560"/>
            <a:ext cx="22377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11809" algn="l"/>
              </a:tabLst>
            </a:pPr>
            <a:r>
              <a:rPr dirty="0" sz="3200" spc="365" i="1">
                <a:latin typeface="Cambria Math"/>
                <a:cs typeface="Cambria Math"/>
              </a:rPr>
              <a:t>e</a:t>
            </a:r>
            <a:r>
              <a:rPr dirty="0" baseline="-15700" sz="3450" spc="547" i="1">
                <a:latin typeface="Cambria Math"/>
                <a:cs typeface="Cambria Math"/>
              </a:rPr>
              <a:t>l	</a:t>
            </a:r>
            <a:r>
              <a:rPr dirty="0" sz="3200" i="1">
                <a:latin typeface="Cambria Math"/>
                <a:cs typeface="Cambria Math"/>
              </a:rPr>
              <a:t>=</a:t>
            </a:r>
            <a:r>
              <a:rPr dirty="0" sz="3200" spc="130" i="1">
                <a:latin typeface="Cambria Math"/>
                <a:cs typeface="Cambria Math"/>
              </a:rPr>
              <a:t> </a:t>
            </a:r>
            <a:r>
              <a:rPr dirty="0" sz="3200" spc="-95" i="1">
                <a:latin typeface="Cambria Math"/>
                <a:cs typeface="Cambria Math"/>
              </a:rPr>
              <a:t>B4</a:t>
            </a:r>
            <a:r>
              <a:rPr dirty="0" sz="3200" spc="-95" b="1" i="1">
                <a:latin typeface="Book Antiqua"/>
                <a:cs typeface="Book Antiqua"/>
              </a:rPr>
              <a:t>v</a:t>
            </a:r>
            <a:r>
              <a:rPr dirty="0" sz="3200" spc="-95">
                <a:latin typeface="Times New Roman"/>
                <a:cs typeface="Times New Roman"/>
              </a:rPr>
              <a:t>sin</a:t>
            </a:r>
            <a:r>
              <a:rPr dirty="0" sz="3200" spc="-95" i="1">
                <a:latin typeface="Times New Roman"/>
                <a:cs typeface="Times New Roman"/>
              </a:rPr>
              <a:t>θ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444263" y="2999130"/>
            <a:ext cx="187960" cy="37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i="1">
                <a:latin typeface="Cambria Math"/>
                <a:cs typeface="Cambria Math"/>
              </a:rPr>
              <a:t>2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682898" y="2442870"/>
            <a:ext cx="18700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32118" sz="4800" i="1">
                <a:latin typeface="Cambria Math"/>
                <a:cs typeface="Cambria Math"/>
              </a:rPr>
              <a:t>= </a:t>
            </a:r>
            <a:r>
              <a:rPr dirty="0" u="heavy" sz="320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ωBld</a:t>
            </a:r>
            <a:r>
              <a:rPr dirty="0" sz="3200" spc="105" i="1">
                <a:latin typeface="Times New Roman"/>
                <a:cs typeface="Times New Roman"/>
              </a:rPr>
              <a:t> </a:t>
            </a:r>
            <a:r>
              <a:rPr dirty="0" baseline="-32118" sz="4800" spc="-7">
                <a:latin typeface="Times New Roman"/>
                <a:cs typeface="Times New Roman"/>
              </a:rPr>
              <a:t>sin</a:t>
            </a:r>
            <a:endParaRPr baseline="-32118" sz="48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09493" y="3292500"/>
            <a:ext cx="4260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i="1">
                <a:latin typeface="Times New Roman"/>
                <a:cs typeface="Times New Roman"/>
              </a:rPr>
              <a:t>ω</a:t>
            </a:r>
            <a:r>
              <a:rPr dirty="0" sz="3200" i="1"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379802" y="4386364"/>
            <a:ext cx="4032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⑤</a:t>
            </a:r>
            <a:r>
              <a:rPr dirty="0" sz="2400" spc="-355" b="1">
                <a:solidFill>
                  <a:srgbClr val="0000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0000FF"/>
                </a:solidFill>
                <a:latin typeface="华文楷体"/>
                <a:cs typeface="华文楷体"/>
              </a:rPr>
              <a:t>线圈中的感应电动势多大</a:t>
            </a:r>
            <a:r>
              <a:rPr dirty="0" sz="2400" spc="-5" b="1">
                <a:solidFill>
                  <a:srgbClr val="0000FF"/>
                </a:solidFill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3093110" y="5069751"/>
            <a:ext cx="6005830" cy="514984"/>
          </a:xfrm>
          <a:custGeom>
            <a:avLst/>
            <a:gdLst/>
            <a:ahLst/>
            <a:cxnLst/>
            <a:rect l="l" t="t" r="r" b="b"/>
            <a:pathLst>
              <a:path w="6005830" h="514985">
                <a:moveTo>
                  <a:pt x="5994666" y="514667"/>
                </a:moveTo>
                <a:lnTo>
                  <a:pt x="11112" y="514667"/>
                </a:lnTo>
                <a:lnTo>
                  <a:pt x="8636" y="514388"/>
                </a:lnTo>
                <a:lnTo>
                  <a:pt x="0" y="503555"/>
                </a:lnTo>
                <a:lnTo>
                  <a:pt x="0" y="11112"/>
                </a:lnTo>
                <a:lnTo>
                  <a:pt x="11112" y="0"/>
                </a:lnTo>
                <a:lnTo>
                  <a:pt x="5994666" y="0"/>
                </a:lnTo>
                <a:lnTo>
                  <a:pt x="6005779" y="11112"/>
                </a:lnTo>
                <a:lnTo>
                  <a:pt x="22225" y="11112"/>
                </a:lnTo>
                <a:lnTo>
                  <a:pt x="11112" y="22225"/>
                </a:lnTo>
                <a:lnTo>
                  <a:pt x="22225" y="22225"/>
                </a:lnTo>
                <a:lnTo>
                  <a:pt x="22225" y="492442"/>
                </a:lnTo>
                <a:lnTo>
                  <a:pt x="11112" y="492442"/>
                </a:lnTo>
                <a:lnTo>
                  <a:pt x="22225" y="503555"/>
                </a:lnTo>
                <a:lnTo>
                  <a:pt x="6005779" y="503555"/>
                </a:lnTo>
                <a:lnTo>
                  <a:pt x="6005499" y="506031"/>
                </a:lnTo>
                <a:lnTo>
                  <a:pt x="5997143" y="514388"/>
                </a:lnTo>
                <a:lnTo>
                  <a:pt x="5994666" y="514667"/>
                </a:lnTo>
                <a:close/>
              </a:path>
              <a:path w="6005830" h="514985">
                <a:moveTo>
                  <a:pt x="22225" y="22225"/>
                </a:moveTo>
                <a:lnTo>
                  <a:pt x="11112" y="22225"/>
                </a:lnTo>
                <a:lnTo>
                  <a:pt x="22225" y="11112"/>
                </a:lnTo>
                <a:lnTo>
                  <a:pt x="22225" y="22225"/>
                </a:lnTo>
                <a:close/>
              </a:path>
              <a:path w="6005830" h="514985">
                <a:moveTo>
                  <a:pt x="5983554" y="22225"/>
                </a:moveTo>
                <a:lnTo>
                  <a:pt x="22225" y="22225"/>
                </a:lnTo>
                <a:lnTo>
                  <a:pt x="22225" y="11112"/>
                </a:lnTo>
                <a:lnTo>
                  <a:pt x="5983554" y="11112"/>
                </a:lnTo>
                <a:lnTo>
                  <a:pt x="5983554" y="22225"/>
                </a:lnTo>
                <a:close/>
              </a:path>
              <a:path w="6005830" h="514985">
                <a:moveTo>
                  <a:pt x="5983554" y="503555"/>
                </a:moveTo>
                <a:lnTo>
                  <a:pt x="5983554" y="11112"/>
                </a:lnTo>
                <a:lnTo>
                  <a:pt x="5994666" y="22225"/>
                </a:lnTo>
                <a:lnTo>
                  <a:pt x="6005779" y="22225"/>
                </a:lnTo>
                <a:lnTo>
                  <a:pt x="6005779" y="492442"/>
                </a:lnTo>
                <a:lnTo>
                  <a:pt x="5994666" y="492442"/>
                </a:lnTo>
                <a:lnTo>
                  <a:pt x="5983554" y="503555"/>
                </a:lnTo>
                <a:close/>
              </a:path>
              <a:path w="6005830" h="514985">
                <a:moveTo>
                  <a:pt x="6005779" y="22225"/>
                </a:moveTo>
                <a:lnTo>
                  <a:pt x="5994666" y="22225"/>
                </a:lnTo>
                <a:lnTo>
                  <a:pt x="5983554" y="11112"/>
                </a:lnTo>
                <a:lnTo>
                  <a:pt x="6005779" y="11112"/>
                </a:lnTo>
                <a:lnTo>
                  <a:pt x="6005779" y="22225"/>
                </a:lnTo>
                <a:close/>
              </a:path>
              <a:path w="6005830" h="514985">
                <a:moveTo>
                  <a:pt x="22225" y="503555"/>
                </a:moveTo>
                <a:lnTo>
                  <a:pt x="11112" y="492442"/>
                </a:lnTo>
                <a:lnTo>
                  <a:pt x="22225" y="492442"/>
                </a:lnTo>
                <a:lnTo>
                  <a:pt x="22225" y="503555"/>
                </a:lnTo>
                <a:close/>
              </a:path>
              <a:path w="6005830" h="514985">
                <a:moveTo>
                  <a:pt x="5983554" y="503555"/>
                </a:moveTo>
                <a:lnTo>
                  <a:pt x="22225" y="503555"/>
                </a:lnTo>
                <a:lnTo>
                  <a:pt x="22225" y="492442"/>
                </a:lnTo>
                <a:lnTo>
                  <a:pt x="5983554" y="492442"/>
                </a:lnTo>
                <a:lnTo>
                  <a:pt x="5983554" y="503555"/>
                </a:lnTo>
                <a:close/>
              </a:path>
              <a:path w="6005830" h="514985">
                <a:moveTo>
                  <a:pt x="6005779" y="503555"/>
                </a:moveTo>
                <a:lnTo>
                  <a:pt x="5983554" y="503555"/>
                </a:lnTo>
                <a:lnTo>
                  <a:pt x="5994666" y="492442"/>
                </a:lnTo>
                <a:lnTo>
                  <a:pt x="6005779" y="492442"/>
                </a:lnTo>
                <a:lnTo>
                  <a:pt x="6005779" y="5035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3181057" y="5070068"/>
            <a:ext cx="58667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68755" algn="l"/>
              </a:tabLst>
            </a:pPr>
            <a:r>
              <a:rPr dirty="0" sz="3200" spc="25" i="1">
                <a:latin typeface="Cambria Math"/>
                <a:cs typeface="Cambria Math"/>
              </a:rPr>
              <a:t>e</a:t>
            </a:r>
            <a:r>
              <a:rPr dirty="0" sz="3200" spc="190" i="1">
                <a:latin typeface="Cambria Math"/>
                <a:cs typeface="Cambria Math"/>
              </a:rPr>
              <a:t> </a:t>
            </a:r>
            <a:r>
              <a:rPr dirty="0" sz="3200" i="1">
                <a:latin typeface="Cambria Math"/>
                <a:cs typeface="Cambria Math"/>
              </a:rPr>
              <a:t>=</a:t>
            </a:r>
            <a:r>
              <a:rPr dirty="0" sz="3200" spc="185" i="1">
                <a:latin typeface="Cambria Math"/>
                <a:cs typeface="Cambria Math"/>
              </a:rPr>
              <a:t> </a:t>
            </a:r>
            <a:r>
              <a:rPr dirty="0" sz="3200" spc="245" i="1">
                <a:latin typeface="Cambria Math"/>
                <a:cs typeface="Cambria Math"/>
              </a:rPr>
              <a:t>2e</a:t>
            </a:r>
            <a:r>
              <a:rPr dirty="0" baseline="-15700" sz="3450" spc="367" i="1">
                <a:latin typeface="Cambria Math"/>
                <a:cs typeface="Cambria Math"/>
              </a:rPr>
              <a:t>l	</a:t>
            </a:r>
            <a:r>
              <a:rPr dirty="0" sz="3200" i="1">
                <a:latin typeface="Cambria Math"/>
                <a:cs typeface="Cambria Math"/>
              </a:rPr>
              <a:t>= </a:t>
            </a:r>
            <a:r>
              <a:rPr dirty="0" sz="3200" spc="-5" i="1">
                <a:latin typeface="Times New Roman"/>
                <a:cs typeface="Times New Roman"/>
              </a:rPr>
              <a:t>ωBld </a:t>
            </a:r>
            <a:r>
              <a:rPr dirty="0" sz="3200" spc="-5">
                <a:latin typeface="Times New Roman"/>
                <a:cs typeface="Times New Roman"/>
              </a:rPr>
              <a:t>sin </a:t>
            </a:r>
            <a:r>
              <a:rPr dirty="0" sz="3200" spc="-5" i="1">
                <a:latin typeface="Times New Roman"/>
                <a:cs typeface="Times New Roman"/>
              </a:rPr>
              <a:t>ωt= ωBS</a:t>
            </a:r>
            <a:r>
              <a:rPr dirty="0" sz="3200" spc="-5">
                <a:latin typeface="Times New Roman"/>
                <a:cs typeface="Times New Roman"/>
              </a:rPr>
              <a:t>sin</a:t>
            </a:r>
            <a:r>
              <a:rPr dirty="0" sz="3200" spc="-270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ωt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8870" y="1910346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华文楷体"/>
                <a:cs typeface="华文楷体"/>
              </a:rPr>
              <a:t>当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8870" y="3177819"/>
            <a:ext cx="5742305" cy="1421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从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中性面</a:t>
            </a:r>
            <a:r>
              <a:rPr dirty="0" sz="2400" b="1">
                <a:latin typeface="华文楷体"/>
                <a:cs typeface="华文楷体"/>
              </a:rPr>
              <a:t>计时开始，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sz="2400" b="1">
                <a:latin typeface="华文楷体"/>
                <a:cs typeface="华文楷体"/>
              </a:rPr>
              <a:t>为电动势在时刻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400" b="1">
                <a:latin typeface="华文楷体"/>
                <a:cs typeface="华文楷体"/>
              </a:rPr>
              <a:t>的</a:t>
            </a:r>
            <a:r>
              <a:rPr dirty="0" sz="2400" spc="-5" b="1">
                <a:latin typeface="华文楷体"/>
                <a:cs typeface="华文楷体"/>
              </a:rPr>
              <a:t>瞬 </a:t>
            </a:r>
            <a:r>
              <a:rPr dirty="0" sz="2400" b="1">
                <a:latin typeface="华文楷体"/>
                <a:cs typeface="华文楷体"/>
              </a:rPr>
              <a:t>时值，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baseline="-17921" sz="2325" b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sz="2400" b="1">
                <a:latin typeface="华文楷体"/>
                <a:cs typeface="华文楷体"/>
              </a:rPr>
              <a:t>为电动势的最大值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345"/>
              </a:spcBef>
            </a:pPr>
            <a:r>
              <a:rPr dirty="0" sz="2400" b="1">
                <a:latin typeface="华文楷体"/>
                <a:cs typeface="华文楷体"/>
              </a:rPr>
              <a:t>如果线圈匝数为</a:t>
            </a:r>
            <a:r>
              <a:rPr dirty="0" sz="2400" b="1" i="1">
                <a:latin typeface="Times New Roman"/>
                <a:cs typeface="Times New Roman"/>
              </a:rPr>
              <a:t>N</a:t>
            </a:r>
            <a:r>
              <a:rPr dirty="0" sz="2400" b="1">
                <a:latin typeface="华文楷体"/>
                <a:cs typeface="华文楷体"/>
              </a:rPr>
              <a:t>，则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baseline="-17921" sz="2325" spc="-7" b="1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＝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NωBS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3535" y="1950351"/>
            <a:ext cx="2666365" cy="975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sin</a:t>
            </a:r>
            <a:r>
              <a:rPr dirty="0" sz="2400" spc="60" b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ωt</a:t>
            </a:r>
            <a:r>
              <a:rPr dirty="0" sz="2400" spc="-5" b="1">
                <a:latin typeface="Times New Roman"/>
                <a:cs typeface="Times New Roman"/>
              </a:rPr>
              <a:t>=1</a:t>
            </a:r>
            <a:r>
              <a:rPr dirty="0" sz="2400" spc="-10" b="1">
                <a:latin typeface="宋体"/>
                <a:cs typeface="宋体"/>
              </a:rPr>
              <a:t>时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sz="2400" b="1">
                <a:latin typeface="华文楷体"/>
                <a:cs typeface="华文楷体"/>
              </a:rPr>
              <a:t>有最大值用</a:t>
            </a: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baseline="-17921" sz="2325" spc="7" b="1">
                <a:latin typeface="Times New Roman"/>
                <a:cs typeface="Times New Roman"/>
              </a:rPr>
              <a:t>m</a:t>
            </a:r>
            <a:r>
              <a:rPr dirty="0" sz="2400" b="1">
                <a:latin typeface="华文楷体"/>
                <a:cs typeface="华文楷体"/>
              </a:rPr>
              <a:t>表</a:t>
            </a:r>
            <a:r>
              <a:rPr dirty="0" sz="2400" spc="-5" b="1">
                <a:latin typeface="华文楷体"/>
                <a:cs typeface="华文楷体"/>
              </a:rPr>
              <a:t>示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9029" y="1862632"/>
            <a:ext cx="64389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华文楷体"/>
                <a:cs typeface="华文楷体"/>
              </a:rPr>
              <a:t>若电路中的负载为纯电阻电路时，负载两端的</a:t>
            </a:r>
            <a:r>
              <a:rPr dirty="0" spc="-5" b="1">
                <a:latin typeface="华文楷体"/>
                <a:cs typeface="华文楷体"/>
              </a:rPr>
              <a:t>电 </a:t>
            </a:r>
            <a:r>
              <a:rPr dirty="0" b="1">
                <a:latin typeface="华文楷体"/>
                <a:cs typeface="华文楷体"/>
              </a:rPr>
              <a:t>压和流过的电流也按正弦规律变化。即</a:t>
            </a:r>
            <a:r>
              <a:rPr dirty="0" spc="-5" b="1">
                <a:latin typeface="华文楷体"/>
                <a:cs typeface="华文楷体"/>
              </a:rPr>
              <a:t>，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49029" y="2711412"/>
            <a:ext cx="5866130" cy="2762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8402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u </a:t>
            </a:r>
            <a:r>
              <a:rPr dirty="0" sz="2400">
                <a:latin typeface="宋体"/>
                <a:cs typeface="宋体"/>
              </a:rPr>
              <a:t>＝</a:t>
            </a:r>
            <a:r>
              <a:rPr dirty="0" sz="2400" spc="-610">
                <a:latin typeface="宋体"/>
                <a:cs typeface="宋体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U</a:t>
            </a:r>
            <a:r>
              <a:rPr dirty="0" baseline="-17921" sz="2325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sin </a:t>
            </a:r>
            <a:r>
              <a:rPr dirty="0" sz="2400" i="1">
                <a:latin typeface="Times New Roman"/>
                <a:cs typeface="Times New Roman"/>
              </a:rPr>
              <a:t>ωt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684020">
              <a:lnSpc>
                <a:spcPct val="100000"/>
              </a:lnSpc>
            </a:pPr>
            <a:r>
              <a:rPr dirty="0" sz="2400" i="1">
                <a:latin typeface="Times New Roman"/>
                <a:cs typeface="Times New Roman"/>
              </a:rPr>
              <a:t>i </a:t>
            </a:r>
            <a:r>
              <a:rPr dirty="0" sz="2400">
                <a:latin typeface="宋体"/>
                <a:cs typeface="宋体"/>
              </a:rPr>
              <a:t>＝</a:t>
            </a:r>
            <a:r>
              <a:rPr dirty="0" sz="2400" spc="-615">
                <a:latin typeface="宋体"/>
                <a:cs typeface="宋体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baseline="-17921" sz="2325">
                <a:latin typeface="Times New Roman"/>
                <a:cs typeface="Times New Roman"/>
              </a:rPr>
              <a:t>m</a:t>
            </a:r>
            <a:r>
              <a:rPr dirty="0" sz="2400">
                <a:latin typeface="Times New Roman"/>
                <a:cs typeface="Times New Roman"/>
              </a:rPr>
              <a:t>sin </a:t>
            </a:r>
            <a:r>
              <a:rPr dirty="0" sz="2400" i="1">
                <a:latin typeface="Times New Roman"/>
                <a:cs typeface="Times New Roman"/>
              </a:rPr>
              <a:t>ωt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ts val="2840"/>
              </a:lnSpc>
              <a:spcBef>
                <a:spcPts val="5"/>
              </a:spcBef>
            </a:pPr>
            <a:r>
              <a:rPr dirty="0" sz="2400" b="1">
                <a:latin typeface="华文楷体"/>
                <a:cs typeface="华文楷体"/>
              </a:rPr>
              <a:t>其中</a:t>
            </a:r>
            <a:r>
              <a:rPr dirty="0" sz="2400" i="1">
                <a:latin typeface="Times New Roman"/>
                <a:cs typeface="Times New Roman"/>
              </a:rPr>
              <a:t>U</a:t>
            </a:r>
            <a:r>
              <a:rPr dirty="0" baseline="-17921" sz="2325">
                <a:latin typeface="Times New Roman"/>
                <a:cs typeface="Times New Roman"/>
              </a:rPr>
              <a:t>m</a:t>
            </a:r>
            <a:r>
              <a:rPr dirty="0" baseline="-17921" sz="2325" spc="-30">
                <a:latin typeface="Times New Roman"/>
                <a:cs typeface="Times New Roman"/>
              </a:rPr>
              <a:t> </a:t>
            </a:r>
            <a:r>
              <a:rPr dirty="0" baseline="-17921" sz="2325" spc="15">
                <a:latin typeface="宋体"/>
                <a:cs typeface="宋体"/>
              </a:rPr>
              <a:t>、</a:t>
            </a:r>
            <a:r>
              <a:rPr dirty="0" baseline="-17921" sz="2325" spc="-300">
                <a:latin typeface="宋体"/>
                <a:cs typeface="宋体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baseline="-17921" sz="2325">
                <a:latin typeface="Times New Roman"/>
                <a:cs typeface="Times New Roman"/>
              </a:rPr>
              <a:t>m</a:t>
            </a:r>
            <a:r>
              <a:rPr dirty="0" sz="2400" b="1">
                <a:latin typeface="华文楷体"/>
                <a:cs typeface="华文楷体"/>
              </a:rPr>
              <a:t>分别叫电压和电流的</a:t>
            </a:r>
            <a:r>
              <a:rPr dirty="0" sz="2400" b="1">
                <a:solidFill>
                  <a:srgbClr val="C00000"/>
                </a:solidFill>
                <a:latin typeface="华文楷体"/>
                <a:cs typeface="华文楷体"/>
              </a:rPr>
              <a:t>最大值</a:t>
            </a:r>
            <a:r>
              <a:rPr dirty="0" sz="2400" b="1">
                <a:latin typeface="华文楷体"/>
                <a:cs typeface="华文楷体"/>
              </a:rPr>
              <a:t>，</a:t>
            </a:r>
            <a:r>
              <a:rPr dirty="0" sz="2400" spc="-5" b="1">
                <a:latin typeface="华文楷体"/>
                <a:cs typeface="华文楷体"/>
              </a:rPr>
              <a:t>也 </a:t>
            </a:r>
            <a:r>
              <a:rPr dirty="0" sz="2400" b="1">
                <a:latin typeface="华文楷体"/>
                <a:cs typeface="华文楷体"/>
              </a:rPr>
              <a:t>叫</a:t>
            </a:r>
            <a:r>
              <a:rPr dirty="0" sz="2400" b="1">
                <a:solidFill>
                  <a:srgbClr val="C00000"/>
                </a:solidFill>
                <a:latin typeface="华文楷体"/>
                <a:cs typeface="华文楷体"/>
              </a:rPr>
              <a:t>峰值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2400" b="1">
                <a:latin typeface="华文楷体"/>
                <a:cs typeface="华文楷体"/>
              </a:rPr>
              <a:t>而</a:t>
            </a:r>
            <a:r>
              <a:rPr dirty="0" sz="2400" spc="-110" i="1">
                <a:latin typeface="Times New Roman"/>
                <a:cs typeface="Times New Roman"/>
              </a:rPr>
              <a:t>e</a:t>
            </a:r>
            <a:r>
              <a:rPr dirty="0" sz="2500" spc="-760" i="1">
                <a:latin typeface="宋体"/>
                <a:cs typeface="宋体"/>
              </a:rPr>
              <a:t>、</a:t>
            </a:r>
            <a:r>
              <a:rPr dirty="0" sz="2400" spc="-110" i="1">
                <a:latin typeface="Times New Roman"/>
                <a:cs typeface="Times New Roman"/>
              </a:rPr>
              <a:t>u</a:t>
            </a:r>
            <a:r>
              <a:rPr dirty="0" sz="2500" spc="-760" i="1">
                <a:latin typeface="宋体"/>
                <a:cs typeface="宋体"/>
              </a:rPr>
              <a:t>、</a:t>
            </a: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sz="2400" spc="-15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则是相应的物理量的</a:t>
            </a:r>
            <a:r>
              <a:rPr dirty="0" sz="2400" b="1">
                <a:solidFill>
                  <a:srgbClr val="C00000"/>
                </a:solidFill>
                <a:latin typeface="华文楷体"/>
                <a:cs typeface="华文楷体"/>
              </a:rPr>
              <a:t>瞬时值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105"/>
              </a:spcBef>
            </a:pPr>
            <a:r>
              <a:rPr dirty="0"/>
              <a:t>演示实</a:t>
            </a:r>
            <a:r>
              <a:rPr dirty="0" spc="5"/>
              <a:t>验</a:t>
            </a:r>
          </a:p>
        </p:txBody>
      </p:sp>
      <p:sp>
        <p:nvSpPr>
          <p:cNvPr id="3" name="object 3"/>
          <p:cNvSpPr/>
          <p:nvPr/>
        </p:nvSpPr>
        <p:spPr>
          <a:xfrm>
            <a:off x="2772155" y="1778507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71800" y="2001011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34423" y="204864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91066" y="2201506"/>
            <a:ext cx="572389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利用传感器显示的交变电流的图像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53511" y="2801111"/>
            <a:ext cx="5937503" cy="3364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6899" y="1864207"/>
            <a:ext cx="6609715" cy="762000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0"/>
              </a:spcBef>
            </a:pPr>
            <a:r>
              <a:rPr dirty="0" spc="65" b="1">
                <a:latin typeface="华文楷体"/>
                <a:cs typeface="华文楷体"/>
              </a:rPr>
              <a:t>这种按正弦规律变化的交</a:t>
            </a:r>
            <a:r>
              <a:rPr dirty="0" spc="70" b="1">
                <a:latin typeface="华文楷体"/>
                <a:cs typeface="华文楷体"/>
              </a:rPr>
              <a:t>变电流叫作正弦式交</a:t>
            </a:r>
            <a:r>
              <a:rPr dirty="0" spc="-5" b="1">
                <a:latin typeface="华文楷体"/>
                <a:cs typeface="华文楷体"/>
              </a:rPr>
              <a:t>变 </a:t>
            </a:r>
            <a:r>
              <a:rPr dirty="0" b="1">
                <a:latin typeface="华文楷体"/>
                <a:cs typeface="华文楷体"/>
              </a:rPr>
              <a:t>电流，简称</a:t>
            </a:r>
            <a:r>
              <a:rPr dirty="0" b="1">
                <a:solidFill>
                  <a:srgbClr val="FF0000"/>
                </a:solidFill>
                <a:latin typeface="华文楷体"/>
                <a:cs typeface="华文楷体"/>
              </a:rPr>
              <a:t>正弦式电流</a:t>
            </a:r>
            <a:r>
              <a:rPr dirty="0" spc="-5" b="1">
                <a:solidFill>
                  <a:srgbClr val="FF0000"/>
                </a:solidFill>
                <a:latin typeface="华文楷体"/>
                <a:cs typeface="华文楷体"/>
              </a:rPr>
              <a:t>（</a:t>
            </a:r>
            <a:r>
              <a:rPr dirty="0" spc="-5" b="1">
                <a:solidFill>
                  <a:srgbClr val="FF0000"/>
                </a:solidFill>
                <a:latin typeface="Times New Roman"/>
                <a:cs typeface="Times New Roman"/>
              </a:rPr>
              <a:t>sinusoidal</a:t>
            </a:r>
            <a:r>
              <a:rPr dirty="0" spc="-10" b="1">
                <a:solidFill>
                  <a:srgbClr val="FF0000"/>
                </a:solidFill>
                <a:latin typeface="Times New Roman"/>
                <a:cs typeface="Times New Roman"/>
              </a:rPr>
              <a:t> current</a:t>
            </a:r>
            <a:r>
              <a:rPr dirty="0" spc="-10" b="1">
                <a:solidFill>
                  <a:srgbClr val="FF0000"/>
                </a:solidFill>
                <a:latin typeface="华文楷体"/>
                <a:cs typeface="华文楷体"/>
              </a:rPr>
              <a:t>）</a:t>
            </a:r>
            <a:r>
              <a:rPr dirty="0" spc="-5" b="1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</a:p>
        </p:txBody>
      </p:sp>
      <p:sp>
        <p:nvSpPr>
          <p:cNvPr id="3" name="object 3"/>
          <p:cNvSpPr/>
          <p:nvPr/>
        </p:nvSpPr>
        <p:spPr>
          <a:xfrm>
            <a:off x="2651290" y="3298862"/>
            <a:ext cx="2532380" cy="883919"/>
          </a:xfrm>
          <a:custGeom>
            <a:avLst/>
            <a:gdLst/>
            <a:ahLst/>
            <a:cxnLst/>
            <a:rect l="l" t="t" r="r" b="b"/>
            <a:pathLst>
              <a:path w="2532379" h="883920">
                <a:moveTo>
                  <a:pt x="1337500" y="3810"/>
                </a:moveTo>
                <a:lnTo>
                  <a:pt x="1195158" y="3810"/>
                </a:lnTo>
                <a:lnTo>
                  <a:pt x="1225638" y="0"/>
                </a:lnTo>
                <a:lnTo>
                  <a:pt x="1296873" y="0"/>
                </a:lnTo>
                <a:lnTo>
                  <a:pt x="1307033" y="1270"/>
                </a:lnTo>
                <a:lnTo>
                  <a:pt x="1317205" y="1270"/>
                </a:lnTo>
                <a:lnTo>
                  <a:pt x="1337500" y="3810"/>
                </a:lnTo>
                <a:close/>
              </a:path>
              <a:path w="2532379" h="883920">
                <a:moveTo>
                  <a:pt x="40512" y="883919"/>
                </a:moveTo>
                <a:lnTo>
                  <a:pt x="0" y="843280"/>
                </a:lnTo>
                <a:lnTo>
                  <a:pt x="77952" y="765810"/>
                </a:lnTo>
                <a:lnTo>
                  <a:pt x="155930" y="687070"/>
                </a:lnTo>
                <a:lnTo>
                  <a:pt x="273100" y="572770"/>
                </a:lnTo>
                <a:lnTo>
                  <a:pt x="351332" y="499110"/>
                </a:lnTo>
                <a:lnTo>
                  <a:pt x="429691" y="427989"/>
                </a:lnTo>
                <a:lnTo>
                  <a:pt x="468845" y="393700"/>
                </a:lnTo>
                <a:lnTo>
                  <a:pt x="547382" y="327660"/>
                </a:lnTo>
                <a:lnTo>
                  <a:pt x="645794" y="251460"/>
                </a:lnTo>
                <a:lnTo>
                  <a:pt x="724763" y="195579"/>
                </a:lnTo>
                <a:lnTo>
                  <a:pt x="784161" y="157479"/>
                </a:lnTo>
                <a:lnTo>
                  <a:pt x="843711" y="123189"/>
                </a:lnTo>
                <a:lnTo>
                  <a:pt x="863180" y="113029"/>
                </a:lnTo>
                <a:lnTo>
                  <a:pt x="883526" y="101600"/>
                </a:lnTo>
                <a:lnTo>
                  <a:pt x="963409" y="64770"/>
                </a:lnTo>
                <a:lnTo>
                  <a:pt x="1023594" y="41910"/>
                </a:lnTo>
                <a:lnTo>
                  <a:pt x="1063840" y="29210"/>
                </a:lnTo>
                <a:lnTo>
                  <a:pt x="1123657" y="13970"/>
                </a:lnTo>
                <a:lnTo>
                  <a:pt x="1164717" y="7620"/>
                </a:lnTo>
                <a:lnTo>
                  <a:pt x="1174864" y="5079"/>
                </a:lnTo>
                <a:lnTo>
                  <a:pt x="1185011" y="3810"/>
                </a:lnTo>
                <a:lnTo>
                  <a:pt x="1347647" y="3810"/>
                </a:lnTo>
                <a:lnTo>
                  <a:pt x="1357795" y="5079"/>
                </a:lnTo>
                <a:lnTo>
                  <a:pt x="1367929" y="7620"/>
                </a:lnTo>
                <a:lnTo>
                  <a:pt x="1387792" y="10160"/>
                </a:lnTo>
                <a:lnTo>
                  <a:pt x="1468412" y="29210"/>
                </a:lnTo>
                <a:lnTo>
                  <a:pt x="1509280" y="41910"/>
                </a:lnTo>
                <a:lnTo>
                  <a:pt x="1528737" y="49529"/>
                </a:lnTo>
                <a:lnTo>
                  <a:pt x="1549374" y="57150"/>
                </a:lnTo>
                <a:lnTo>
                  <a:pt x="1229169" y="57150"/>
                </a:lnTo>
                <a:lnTo>
                  <a:pt x="1219441" y="58420"/>
                </a:lnTo>
                <a:lnTo>
                  <a:pt x="1219860" y="58420"/>
                </a:lnTo>
                <a:lnTo>
                  <a:pt x="1210132" y="59689"/>
                </a:lnTo>
                <a:lnTo>
                  <a:pt x="1201242" y="59689"/>
                </a:lnTo>
                <a:lnTo>
                  <a:pt x="1191501" y="60960"/>
                </a:lnTo>
                <a:lnTo>
                  <a:pt x="1191920" y="60960"/>
                </a:lnTo>
                <a:lnTo>
                  <a:pt x="1182192" y="62229"/>
                </a:lnTo>
                <a:lnTo>
                  <a:pt x="1182598" y="62229"/>
                </a:lnTo>
                <a:lnTo>
                  <a:pt x="1172857" y="63500"/>
                </a:lnTo>
                <a:lnTo>
                  <a:pt x="1173264" y="63500"/>
                </a:lnTo>
                <a:lnTo>
                  <a:pt x="1163523" y="64770"/>
                </a:lnTo>
                <a:lnTo>
                  <a:pt x="1163916" y="64770"/>
                </a:lnTo>
                <a:lnTo>
                  <a:pt x="1159052" y="66039"/>
                </a:lnTo>
                <a:lnTo>
                  <a:pt x="1154772" y="66039"/>
                </a:lnTo>
                <a:lnTo>
                  <a:pt x="1135303" y="69850"/>
                </a:lnTo>
                <a:lnTo>
                  <a:pt x="1136053" y="69850"/>
                </a:lnTo>
                <a:lnTo>
                  <a:pt x="1116583" y="74929"/>
                </a:lnTo>
                <a:lnTo>
                  <a:pt x="1117307" y="74929"/>
                </a:lnTo>
                <a:lnTo>
                  <a:pt x="1097838" y="78739"/>
                </a:lnTo>
                <a:lnTo>
                  <a:pt x="1098537" y="78739"/>
                </a:lnTo>
                <a:lnTo>
                  <a:pt x="1082972" y="83820"/>
                </a:lnTo>
                <a:lnTo>
                  <a:pt x="1079741" y="83820"/>
                </a:lnTo>
                <a:lnTo>
                  <a:pt x="1060284" y="90170"/>
                </a:lnTo>
                <a:lnTo>
                  <a:pt x="1060919" y="90170"/>
                </a:lnTo>
                <a:lnTo>
                  <a:pt x="1041463" y="96520"/>
                </a:lnTo>
                <a:lnTo>
                  <a:pt x="1042073" y="96520"/>
                </a:lnTo>
                <a:lnTo>
                  <a:pt x="1022616" y="102870"/>
                </a:lnTo>
                <a:lnTo>
                  <a:pt x="1023200" y="102870"/>
                </a:lnTo>
                <a:lnTo>
                  <a:pt x="1003731" y="110489"/>
                </a:lnTo>
                <a:lnTo>
                  <a:pt x="1004303" y="110489"/>
                </a:lnTo>
                <a:lnTo>
                  <a:pt x="984834" y="118110"/>
                </a:lnTo>
                <a:lnTo>
                  <a:pt x="985380" y="118110"/>
                </a:lnTo>
                <a:lnTo>
                  <a:pt x="965911" y="125729"/>
                </a:lnTo>
                <a:lnTo>
                  <a:pt x="966431" y="125729"/>
                </a:lnTo>
                <a:lnTo>
                  <a:pt x="946962" y="134620"/>
                </a:lnTo>
                <a:lnTo>
                  <a:pt x="947458" y="134620"/>
                </a:lnTo>
                <a:lnTo>
                  <a:pt x="927989" y="143510"/>
                </a:lnTo>
                <a:lnTo>
                  <a:pt x="928458" y="143510"/>
                </a:lnTo>
                <a:lnTo>
                  <a:pt x="911423" y="152400"/>
                </a:lnTo>
                <a:lnTo>
                  <a:pt x="909434" y="152400"/>
                </a:lnTo>
                <a:lnTo>
                  <a:pt x="889977" y="162560"/>
                </a:lnTo>
                <a:lnTo>
                  <a:pt x="890396" y="162560"/>
                </a:lnTo>
                <a:lnTo>
                  <a:pt x="870927" y="172720"/>
                </a:lnTo>
                <a:lnTo>
                  <a:pt x="871334" y="172720"/>
                </a:lnTo>
                <a:lnTo>
                  <a:pt x="851865" y="184150"/>
                </a:lnTo>
                <a:lnTo>
                  <a:pt x="852258" y="184150"/>
                </a:lnTo>
                <a:lnTo>
                  <a:pt x="832789" y="195579"/>
                </a:lnTo>
                <a:lnTo>
                  <a:pt x="833158" y="195579"/>
                </a:lnTo>
                <a:lnTo>
                  <a:pt x="813689" y="207010"/>
                </a:lnTo>
                <a:lnTo>
                  <a:pt x="814031" y="207010"/>
                </a:lnTo>
                <a:lnTo>
                  <a:pt x="794575" y="218439"/>
                </a:lnTo>
                <a:lnTo>
                  <a:pt x="794905" y="218439"/>
                </a:lnTo>
                <a:lnTo>
                  <a:pt x="775436" y="231139"/>
                </a:lnTo>
                <a:lnTo>
                  <a:pt x="775741" y="231139"/>
                </a:lnTo>
                <a:lnTo>
                  <a:pt x="756284" y="243839"/>
                </a:lnTo>
                <a:lnTo>
                  <a:pt x="756577" y="243839"/>
                </a:lnTo>
                <a:lnTo>
                  <a:pt x="737107" y="256539"/>
                </a:lnTo>
                <a:lnTo>
                  <a:pt x="737400" y="256539"/>
                </a:lnTo>
                <a:lnTo>
                  <a:pt x="719700" y="269239"/>
                </a:lnTo>
                <a:lnTo>
                  <a:pt x="718197" y="269239"/>
                </a:lnTo>
                <a:lnTo>
                  <a:pt x="698728" y="283210"/>
                </a:lnTo>
                <a:lnTo>
                  <a:pt x="698982" y="283210"/>
                </a:lnTo>
                <a:lnTo>
                  <a:pt x="679513" y="297179"/>
                </a:lnTo>
                <a:lnTo>
                  <a:pt x="679754" y="297179"/>
                </a:lnTo>
                <a:lnTo>
                  <a:pt x="660298" y="312420"/>
                </a:lnTo>
                <a:lnTo>
                  <a:pt x="660527" y="312420"/>
                </a:lnTo>
                <a:lnTo>
                  <a:pt x="641057" y="326389"/>
                </a:lnTo>
                <a:lnTo>
                  <a:pt x="641273" y="326389"/>
                </a:lnTo>
                <a:lnTo>
                  <a:pt x="621804" y="341629"/>
                </a:lnTo>
                <a:lnTo>
                  <a:pt x="622007" y="341629"/>
                </a:lnTo>
                <a:lnTo>
                  <a:pt x="602538" y="356870"/>
                </a:lnTo>
                <a:lnTo>
                  <a:pt x="602742" y="356870"/>
                </a:lnTo>
                <a:lnTo>
                  <a:pt x="583272" y="372110"/>
                </a:lnTo>
                <a:lnTo>
                  <a:pt x="583450" y="372110"/>
                </a:lnTo>
                <a:lnTo>
                  <a:pt x="563981" y="388620"/>
                </a:lnTo>
                <a:lnTo>
                  <a:pt x="564159" y="388620"/>
                </a:lnTo>
                <a:lnTo>
                  <a:pt x="544690" y="403860"/>
                </a:lnTo>
                <a:lnTo>
                  <a:pt x="544855" y="403860"/>
                </a:lnTo>
                <a:lnTo>
                  <a:pt x="525386" y="420370"/>
                </a:lnTo>
                <a:lnTo>
                  <a:pt x="525551" y="420370"/>
                </a:lnTo>
                <a:lnTo>
                  <a:pt x="506082" y="436879"/>
                </a:lnTo>
                <a:lnTo>
                  <a:pt x="506298" y="436879"/>
                </a:lnTo>
                <a:lnTo>
                  <a:pt x="467359" y="471170"/>
                </a:lnTo>
                <a:lnTo>
                  <a:pt x="467613" y="471170"/>
                </a:lnTo>
                <a:lnTo>
                  <a:pt x="428688" y="505460"/>
                </a:lnTo>
                <a:lnTo>
                  <a:pt x="428917" y="505460"/>
                </a:lnTo>
                <a:lnTo>
                  <a:pt x="389978" y="541020"/>
                </a:lnTo>
                <a:lnTo>
                  <a:pt x="390182" y="541020"/>
                </a:lnTo>
                <a:lnTo>
                  <a:pt x="351243" y="577850"/>
                </a:lnTo>
                <a:lnTo>
                  <a:pt x="351421" y="577850"/>
                </a:lnTo>
                <a:lnTo>
                  <a:pt x="312483" y="614679"/>
                </a:lnTo>
                <a:lnTo>
                  <a:pt x="312635" y="614679"/>
                </a:lnTo>
                <a:lnTo>
                  <a:pt x="273697" y="651510"/>
                </a:lnTo>
                <a:lnTo>
                  <a:pt x="273824" y="651510"/>
                </a:lnTo>
                <a:lnTo>
                  <a:pt x="234899" y="689610"/>
                </a:lnTo>
                <a:lnTo>
                  <a:pt x="197318" y="727710"/>
                </a:lnTo>
                <a:lnTo>
                  <a:pt x="196176" y="727710"/>
                </a:lnTo>
                <a:lnTo>
                  <a:pt x="118300" y="806450"/>
                </a:lnTo>
                <a:lnTo>
                  <a:pt x="40512" y="883919"/>
                </a:lnTo>
                <a:close/>
              </a:path>
              <a:path w="2532379" h="883920">
                <a:moveTo>
                  <a:pt x="1378064" y="67310"/>
                </a:moveTo>
                <a:lnTo>
                  <a:pt x="1368323" y="64770"/>
                </a:lnTo>
                <a:lnTo>
                  <a:pt x="1368717" y="64770"/>
                </a:lnTo>
                <a:lnTo>
                  <a:pt x="1358988" y="63500"/>
                </a:lnTo>
                <a:lnTo>
                  <a:pt x="1359382" y="63500"/>
                </a:lnTo>
                <a:lnTo>
                  <a:pt x="1349654" y="62229"/>
                </a:lnTo>
                <a:lnTo>
                  <a:pt x="1350060" y="62229"/>
                </a:lnTo>
                <a:lnTo>
                  <a:pt x="1340332" y="60960"/>
                </a:lnTo>
                <a:lnTo>
                  <a:pt x="1340739" y="60960"/>
                </a:lnTo>
                <a:lnTo>
                  <a:pt x="1331010" y="59689"/>
                </a:lnTo>
                <a:lnTo>
                  <a:pt x="1322108" y="59689"/>
                </a:lnTo>
                <a:lnTo>
                  <a:pt x="1312379" y="58420"/>
                </a:lnTo>
                <a:lnTo>
                  <a:pt x="1312811" y="58420"/>
                </a:lnTo>
                <a:lnTo>
                  <a:pt x="1303070" y="57150"/>
                </a:lnTo>
                <a:lnTo>
                  <a:pt x="1549374" y="57150"/>
                </a:lnTo>
                <a:lnTo>
                  <a:pt x="1569377" y="64770"/>
                </a:lnTo>
                <a:lnTo>
                  <a:pt x="1572230" y="66039"/>
                </a:lnTo>
                <a:lnTo>
                  <a:pt x="1377480" y="66039"/>
                </a:lnTo>
                <a:lnTo>
                  <a:pt x="1378064" y="67310"/>
                </a:lnTo>
                <a:close/>
              </a:path>
              <a:path w="2532379" h="883920">
                <a:moveTo>
                  <a:pt x="1154188" y="67310"/>
                </a:moveTo>
                <a:lnTo>
                  <a:pt x="1154772" y="66039"/>
                </a:lnTo>
                <a:lnTo>
                  <a:pt x="1159052" y="66039"/>
                </a:lnTo>
                <a:lnTo>
                  <a:pt x="1154188" y="67310"/>
                </a:lnTo>
                <a:close/>
              </a:path>
              <a:path w="2532379" h="883920">
                <a:moveTo>
                  <a:pt x="1453172" y="85089"/>
                </a:moveTo>
                <a:lnTo>
                  <a:pt x="1433703" y="78739"/>
                </a:lnTo>
                <a:lnTo>
                  <a:pt x="1434401" y="78739"/>
                </a:lnTo>
                <a:lnTo>
                  <a:pt x="1414932" y="74929"/>
                </a:lnTo>
                <a:lnTo>
                  <a:pt x="1415656" y="74929"/>
                </a:lnTo>
                <a:lnTo>
                  <a:pt x="1396199" y="69850"/>
                </a:lnTo>
                <a:lnTo>
                  <a:pt x="1396949" y="69850"/>
                </a:lnTo>
                <a:lnTo>
                  <a:pt x="1377480" y="66039"/>
                </a:lnTo>
                <a:lnTo>
                  <a:pt x="1572230" y="66039"/>
                </a:lnTo>
                <a:lnTo>
                  <a:pt x="1609318" y="82550"/>
                </a:lnTo>
                <a:lnTo>
                  <a:pt x="1611810" y="83820"/>
                </a:lnTo>
                <a:lnTo>
                  <a:pt x="1452498" y="83820"/>
                </a:lnTo>
                <a:lnTo>
                  <a:pt x="1453172" y="85089"/>
                </a:lnTo>
                <a:close/>
              </a:path>
              <a:path w="2532379" h="883920">
                <a:moveTo>
                  <a:pt x="1079080" y="85089"/>
                </a:moveTo>
                <a:lnTo>
                  <a:pt x="1079741" y="83820"/>
                </a:lnTo>
                <a:lnTo>
                  <a:pt x="1082972" y="83820"/>
                </a:lnTo>
                <a:lnTo>
                  <a:pt x="1079080" y="85089"/>
                </a:lnTo>
                <a:close/>
              </a:path>
              <a:path w="2532379" h="883920">
                <a:moveTo>
                  <a:pt x="1623250" y="153670"/>
                </a:moveTo>
                <a:lnTo>
                  <a:pt x="1603794" y="143510"/>
                </a:lnTo>
                <a:lnTo>
                  <a:pt x="1604264" y="143510"/>
                </a:lnTo>
                <a:lnTo>
                  <a:pt x="1584794" y="134620"/>
                </a:lnTo>
                <a:lnTo>
                  <a:pt x="1585290" y="134620"/>
                </a:lnTo>
                <a:lnTo>
                  <a:pt x="1565821" y="125729"/>
                </a:lnTo>
                <a:lnTo>
                  <a:pt x="1566329" y="125729"/>
                </a:lnTo>
                <a:lnTo>
                  <a:pt x="1546872" y="118110"/>
                </a:lnTo>
                <a:lnTo>
                  <a:pt x="1547406" y="118110"/>
                </a:lnTo>
                <a:lnTo>
                  <a:pt x="1527936" y="110489"/>
                </a:lnTo>
                <a:lnTo>
                  <a:pt x="1528508" y="110489"/>
                </a:lnTo>
                <a:lnTo>
                  <a:pt x="1509039" y="102870"/>
                </a:lnTo>
                <a:lnTo>
                  <a:pt x="1509636" y="102870"/>
                </a:lnTo>
                <a:lnTo>
                  <a:pt x="1490167" y="96520"/>
                </a:lnTo>
                <a:lnTo>
                  <a:pt x="1490789" y="96520"/>
                </a:lnTo>
                <a:lnTo>
                  <a:pt x="1471320" y="90170"/>
                </a:lnTo>
                <a:lnTo>
                  <a:pt x="1471968" y="90170"/>
                </a:lnTo>
                <a:lnTo>
                  <a:pt x="1452498" y="83820"/>
                </a:lnTo>
                <a:lnTo>
                  <a:pt x="1611810" y="83820"/>
                </a:lnTo>
                <a:lnTo>
                  <a:pt x="1629257" y="92710"/>
                </a:lnTo>
                <a:lnTo>
                  <a:pt x="1649171" y="101600"/>
                </a:lnTo>
                <a:lnTo>
                  <a:pt x="1669059" y="113029"/>
                </a:lnTo>
                <a:lnTo>
                  <a:pt x="1688934" y="123189"/>
                </a:lnTo>
                <a:lnTo>
                  <a:pt x="1739619" y="152400"/>
                </a:lnTo>
                <a:lnTo>
                  <a:pt x="1622806" y="152400"/>
                </a:lnTo>
                <a:lnTo>
                  <a:pt x="1623250" y="153670"/>
                </a:lnTo>
                <a:close/>
              </a:path>
              <a:path w="2532379" h="883920">
                <a:moveTo>
                  <a:pt x="908989" y="153670"/>
                </a:moveTo>
                <a:lnTo>
                  <a:pt x="909434" y="152400"/>
                </a:lnTo>
                <a:lnTo>
                  <a:pt x="911423" y="152400"/>
                </a:lnTo>
                <a:lnTo>
                  <a:pt x="908989" y="153670"/>
                </a:lnTo>
                <a:close/>
              </a:path>
              <a:path w="2532379" h="883920">
                <a:moveTo>
                  <a:pt x="1814321" y="270510"/>
                </a:moveTo>
                <a:lnTo>
                  <a:pt x="1794852" y="256539"/>
                </a:lnTo>
                <a:lnTo>
                  <a:pt x="1795132" y="256539"/>
                </a:lnTo>
                <a:lnTo>
                  <a:pt x="1775663" y="243839"/>
                </a:lnTo>
                <a:lnTo>
                  <a:pt x="1775968" y="243839"/>
                </a:lnTo>
                <a:lnTo>
                  <a:pt x="1756498" y="231139"/>
                </a:lnTo>
                <a:lnTo>
                  <a:pt x="1756816" y="231139"/>
                </a:lnTo>
                <a:lnTo>
                  <a:pt x="1737347" y="218439"/>
                </a:lnTo>
                <a:lnTo>
                  <a:pt x="1737677" y="218439"/>
                </a:lnTo>
                <a:lnTo>
                  <a:pt x="1718208" y="207010"/>
                </a:lnTo>
                <a:lnTo>
                  <a:pt x="1718564" y="207010"/>
                </a:lnTo>
                <a:lnTo>
                  <a:pt x="1699094" y="195579"/>
                </a:lnTo>
                <a:lnTo>
                  <a:pt x="1699463" y="195579"/>
                </a:lnTo>
                <a:lnTo>
                  <a:pt x="1679994" y="184150"/>
                </a:lnTo>
                <a:lnTo>
                  <a:pt x="1680375" y="184150"/>
                </a:lnTo>
                <a:lnTo>
                  <a:pt x="1660906" y="172720"/>
                </a:lnTo>
                <a:lnTo>
                  <a:pt x="1661312" y="172720"/>
                </a:lnTo>
                <a:lnTo>
                  <a:pt x="1641843" y="162560"/>
                </a:lnTo>
                <a:lnTo>
                  <a:pt x="1642275" y="162560"/>
                </a:lnTo>
                <a:lnTo>
                  <a:pt x="1622806" y="152400"/>
                </a:lnTo>
                <a:lnTo>
                  <a:pt x="1739619" y="152400"/>
                </a:lnTo>
                <a:lnTo>
                  <a:pt x="1748434" y="157479"/>
                </a:lnTo>
                <a:lnTo>
                  <a:pt x="1807781" y="195579"/>
                </a:lnTo>
                <a:lnTo>
                  <a:pt x="1886686" y="251460"/>
                </a:lnTo>
                <a:lnTo>
                  <a:pt x="1909645" y="269239"/>
                </a:lnTo>
                <a:lnTo>
                  <a:pt x="1814055" y="269239"/>
                </a:lnTo>
                <a:lnTo>
                  <a:pt x="1814321" y="270510"/>
                </a:lnTo>
                <a:close/>
              </a:path>
              <a:path w="2532379" h="883920">
                <a:moveTo>
                  <a:pt x="717931" y="270510"/>
                </a:moveTo>
                <a:lnTo>
                  <a:pt x="718197" y="269239"/>
                </a:lnTo>
                <a:lnTo>
                  <a:pt x="719700" y="269239"/>
                </a:lnTo>
                <a:lnTo>
                  <a:pt x="717931" y="270510"/>
                </a:lnTo>
                <a:close/>
              </a:path>
              <a:path w="2532379" h="883920">
                <a:moveTo>
                  <a:pt x="2336190" y="728979"/>
                </a:moveTo>
                <a:lnTo>
                  <a:pt x="2297252" y="689610"/>
                </a:lnTo>
                <a:lnTo>
                  <a:pt x="2258415" y="651510"/>
                </a:lnTo>
                <a:lnTo>
                  <a:pt x="2219617" y="614679"/>
                </a:lnTo>
                <a:lnTo>
                  <a:pt x="2219756" y="614679"/>
                </a:lnTo>
                <a:lnTo>
                  <a:pt x="2180831" y="577850"/>
                </a:lnTo>
                <a:lnTo>
                  <a:pt x="2180996" y="577850"/>
                </a:lnTo>
                <a:lnTo>
                  <a:pt x="2142070" y="541020"/>
                </a:lnTo>
                <a:lnTo>
                  <a:pt x="2142261" y="541020"/>
                </a:lnTo>
                <a:lnTo>
                  <a:pt x="2103335" y="505460"/>
                </a:lnTo>
                <a:lnTo>
                  <a:pt x="2103564" y="505460"/>
                </a:lnTo>
                <a:lnTo>
                  <a:pt x="2064626" y="471170"/>
                </a:lnTo>
                <a:lnTo>
                  <a:pt x="2064880" y="471170"/>
                </a:lnTo>
                <a:lnTo>
                  <a:pt x="2025954" y="436879"/>
                </a:lnTo>
                <a:lnTo>
                  <a:pt x="2026170" y="436879"/>
                </a:lnTo>
                <a:lnTo>
                  <a:pt x="2006701" y="420370"/>
                </a:lnTo>
                <a:lnTo>
                  <a:pt x="2006854" y="420370"/>
                </a:lnTo>
                <a:lnTo>
                  <a:pt x="1987384" y="403860"/>
                </a:lnTo>
                <a:lnTo>
                  <a:pt x="1987549" y="403860"/>
                </a:lnTo>
                <a:lnTo>
                  <a:pt x="1968080" y="388620"/>
                </a:lnTo>
                <a:lnTo>
                  <a:pt x="1968258" y="388620"/>
                </a:lnTo>
                <a:lnTo>
                  <a:pt x="1948789" y="372110"/>
                </a:lnTo>
                <a:lnTo>
                  <a:pt x="1948980" y="372110"/>
                </a:lnTo>
                <a:lnTo>
                  <a:pt x="1929510" y="356870"/>
                </a:lnTo>
                <a:lnTo>
                  <a:pt x="1929701" y="356870"/>
                </a:lnTo>
                <a:lnTo>
                  <a:pt x="1910232" y="341629"/>
                </a:lnTo>
                <a:lnTo>
                  <a:pt x="1910448" y="341629"/>
                </a:lnTo>
                <a:lnTo>
                  <a:pt x="1890979" y="326389"/>
                </a:lnTo>
                <a:lnTo>
                  <a:pt x="1891195" y="326389"/>
                </a:lnTo>
                <a:lnTo>
                  <a:pt x="1871725" y="312420"/>
                </a:lnTo>
                <a:lnTo>
                  <a:pt x="1871954" y="312420"/>
                </a:lnTo>
                <a:lnTo>
                  <a:pt x="1852485" y="297179"/>
                </a:lnTo>
                <a:lnTo>
                  <a:pt x="1852726" y="297179"/>
                </a:lnTo>
                <a:lnTo>
                  <a:pt x="1833257" y="283210"/>
                </a:lnTo>
                <a:lnTo>
                  <a:pt x="1833511" y="283210"/>
                </a:lnTo>
                <a:lnTo>
                  <a:pt x="1814055" y="269239"/>
                </a:lnTo>
                <a:lnTo>
                  <a:pt x="1909645" y="269239"/>
                </a:lnTo>
                <a:lnTo>
                  <a:pt x="1985048" y="327660"/>
                </a:lnTo>
                <a:lnTo>
                  <a:pt x="2063622" y="393700"/>
                </a:lnTo>
                <a:lnTo>
                  <a:pt x="2102815" y="427989"/>
                </a:lnTo>
                <a:lnTo>
                  <a:pt x="2181110" y="499110"/>
                </a:lnTo>
                <a:lnTo>
                  <a:pt x="2220214" y="535939"/>
                </a:lnTo>
                <a:lnTo>
                  <a:pt x="2259291" y="574039"/>
                </a:lnTo>
                <a:lnTo>
                  <a:pt x="2298357" y="610870"/>
                </a:lnTo>
                <a:lnTo>
                  <a:pt x="2337384" y="648970"/>
                </a:lnTo>
                <a:lnTo>
                  <a:pt x="2376436" y="688339"/>
                </a:lnTo>
                <a:lnTo>
                  <a:pt x="2416045" y="727710"/>
                </a:lnTo>
                <a:lnTo>
                  <a:pt x="2336076" y="727710"/>
                </a:lnTo>
                <a:lnTo>
                  <a:pt x="2336190" y="728979"/>
                </a:lnTo>
                <a:close/>
              </a:path>
              <a:path w="2532379" h="883920">
                <a:moveTo>
                  <a:pt x="196062" y="728979"/>
                </a:moveTo>
                <a:lnTo>
                  <a:pt x="196176" y="727710"/>
                </a:lnTo>
                <a:lnTo>
                  <a:pt x="197318" y="727710"/>
                </a:lnTo>
                <a:lnTo>
                  <a:pt x="196062" y="728979"/>
                </a:lnTo>
                <a:close/>
              </a:path>
              <a:path w="2532379" h="883920">
                <a:moveTo>
                  <a:pt x="2491727" y="883919"/>
                </a:moveTo>
                <a:lnTo>
                  <a:pt x="2413863" y="806450"/>
                </a:lnTo>
                <a:lnTo>
                  <a:pt x="2336076" y="727710"/>
                </a:lnTo>
                <a:lnTo>
                  <a:pt x="2416045" y="727710"/>
                </a:lnTo>
                <a:lnTo>
                  <a:pt x="2532240" y="843280"/>
                </a:lnTo>
                <a:lnTo>
                  <a:pt x="2491727" y="883919"/>
                </a:lnTo>
                <a:close/>
              </a:path>
            </a:pathLst>
          </a:custGeom>
          <a:solidFill>
            <a:srgbClr val="62B6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43017" y="4143273"/>
            <a:ext cx="2532380" cy="883919"/>
          </a:xfrm>
          <a:custGeom>
            <a:avLst/>
            <a:gdLst/>
            <a:ahLst/>
            <a:cxnLst/>
            <a:rect l="l" t="t" r="r" b="b"/>
            <a:pathLst>
              <a:path w="2532379" h="883920">
                <a:moveTo>
                  <a:pt x="1316774" y="882650"/>
                </a:moveTo>
                <a:lnTo>
                  <a:pt x="1215047" y="882650"/>
                </a:lnTo>
                <a:lnTo>
                  <a:pt x="1154188" y="875030"/>
                </a:lnTo>
                <a:lnTo>
                  <a:pt x="1143876" y="872489"/>
                </a:lnTo>
                <a:lnTo>
                  <a:pt x="1104188" y="864869"/>
                </a:lnTo>
                <a:lnTo>
                  <a:pt x="1084008" y="859789"/>
                </a:lnTo>
                <a:lnTo>
                  <a:pt x="1063167" y="853439"/>
                </a:lnTo>
                <a:lnTo>
                  <a:pt x="1043051" y="848360"/>
                </a:lnTo>
                <a:lnTo>
                  <a:pt x="1023581" y="840739"/>
                </a:lnTo>
                <a:lnTo>
                  <a:pt x="1002906" y="834389"/>
                </a:lnTo>
                <a:lnTo>
                  <a:pt x="983437" y="826769"/>
                </a:lnTo>
                <a:lnTo>
                  <a:pt x="962863" y="817880"/>
                </a:lnTo>
                <a:lnTo>
                  <a:pt x="942886" y="810260"/>
                </a:lnTo>
                <a:lnTo>
                  <a:pt x="922921" y="800100"/>
                </a:lnTo>
                <a:lnTo>
                  <a:pt x="902995" y="791210"/>
                </a:lnTo>
                <a:lnTo>
                  <a:pt x="843305" y="760729"/>
                </a:lnTo>
                <a:lnTo>
                  <a:pt x="803630" y="737870"/>
                </a:lnTo>
                <a:lnTo>
                  <a:pt x="783805" y="725170"/>
                </a:lnTo>
                <a:lnTo>
                  <a:pt x="764019" y="713739"/>
                </a:lnTo>
                <a:lnTo>
                  <a:pt x="744232" y="701039"/>
                </a:lnTo>
                <a:lnTo>
                  <a:pt x="724471" y="687070"/>
                </a:lnTo>
                <a:lnTo>
                  <a:pt x="704723" y="674370"/>
                </a:lnTo>
                <a:lnTo>
                  <a:pt x="665264" y="646429"/>
                </a:lnTo>
                <a:lnTo>
                  <a:pt x="645553" y="631189"/>
                </a:lnTo>
                <a:lnTo>
                  <a:pt x="625856" y="617220"/>
                </a:lnTo>
                <a:lnTo>
                  <a:pt x="566851" y="571500"/>
                </a:lnTo>
                <a:lnTo>
                  <a:pt x="547192" y="554989"/>
                </a:lnTo>
                <a:lnTo>
                  <a:pt x="527558" y="539750"/>
                </a:lnTo>
                <a:lnTo>
                  <a:pt x="488302" y="506729"/>
                </a:lnTo>
                <a:lnTo>
                  <a:pt x="468617" y="488950"/>
                </a:lnTo>
                <a:lnTo>
                  <a:pt x="429425" y="454660"/>
                </a:lnTo>
                <a:lnTo>
                  <a:pt x="351142" y="383539"/>
                </a:lnTo>
                <a:lnTo>
                  <a:pt x="272948" y="309879"/>
                </a:lnTo>
                <a:lnTo>
                  <a:pt x="155816" y="195579"/>
                </a:lnTo>
                <a:lnTo>
                  <a:pt x="77863" y="118110"/>
                </a:lnTo>
                <a:lnTo>
                  <a:pt x="0" y="39370"/>
                </a:lnTo>
                <a:lnTo>
                  <a:pt x="40512" y="0"/>
                </a:lnTo>
                <a:lnTo>
                  <a:pt x="118389" y="77470"/>
                </a:lnTo>
                <a:lnTo>
                  <a:pt x="196176" y="154939"/>
                </a:lnTo>
                <a:lnTo>
                  <a:pt x="234988" y="193039"/>
                </a:lnTo>
                <a:lnTo>
                  <a:pt x="273824" y="231139"/>
                </a:lnTo>
                <a:lnTo>
                  <a:pt x="273697" y="231139"/>
                </a:lnTo>
                <a:lnTo>
                  <a:pt x="312635" y="269239"/>
                </a:lnTo>
                <a:lnTo>
                  <a:pt x="312483" y="269239"/>
                </a:lnTo>
                <a:lnTo>
                  <a:pt x="351421" y="306070"/>
                </a:lnTo>
                <a:lnTo>
                  <a:pt x="351243" y="306070"/>
                </a:lnTo>
                <a:lnTo>
                  <a:pt x="390182" y="341629"/>
                </a:lnTo>
                <a:lnTo>
                  <a:pt x="389978" y="341629"/>
                </a:lnTo>
                <a:lnTo>
                  <a:pt x="428917" y="377189"/>
                </a:lnTo>
                <a:lnTo>
                  <a:pt x="428688" y="377189"/>
                </a:lnTo>
                <a:lnTo>
                  <a:pt x="467613" y="412750"/>
                </a:lnTo>
                <a:lnTo>
                  <a:pt x="467360" y="412750"/>
                </a:lnTo>
                <a:lnTo>
                  <a:pt x="506298" y="445770"/>
                </a:lnTo>
                <a:lnTo>
                  <a:pt x="506082" y="445770"/>
                </a:lnTo>
                <a:lnTo>
                  <a:pt x="525538" y="462279"/>
                </a:lnTo>
                <a:lnTo>
                  <a:pt x="525386" y="462279"/>
                </a:lnTo>
                <a:lnTo>
                  <a:pt x="544855" y="478789"/>
                </a:lnTo>
                <a:lnTo>
                  <a:pt x="544690" y="478789"/>
                </a:lnTo>
                <a:lnTo>
                  <a:pt x="564159" y="495300"/>
                </a:lnTo>
                <a:lnTo>
                  <a:pt x="563981" y="495300"/>
                </a:lnTo>
                <a:lnTo>
                  <a:pt x="583450" y="510539"/>
                </a:lnTo>
                <a:lnTo>
                  <a:pt x="583272" y="510539"/>
                </a:lnTo>
                <a:lnTo>
                  <a:pt x="602729" y="527050"/>
                </a:lnTo>
                <a:lnTo>
                  <a:pt x="602538" y="527050"/>
                </a:lnTo>
                <a:lnTo>
                  <a:pt x="622007" y="542289"/>
                </a:lnTo>
                <a:lnTo>
                  <a:pt x="621804" y="542289"/>
                </a:lnTo>
                <a:lnTo>
                  <a:pt x="641273" y="556260"/>
                </a:lnTo>
                <a:lnTo>
                  <a:pt x="641057" y="556260"/>
                </a:lnTo>
                <a:lnTo>
                  <a:pt x="660514" y="571500"/>
                </a:lnTo>
                <a:lnTo>
                  <a:pt x="660285" y="571500"/>
                </a:lnTo>
                <a:lnTo>
                  <a:pt x="679754" y="585470"/>
                </a:lnTo>
                <a:lnTo>
                  <a:pt x="679513" y="585470"/>
                </a:lnTo>
                <a:lnTo>
                  <a:pt x="698982" y="599439"/>
                </a:lnTo>
                <a:lnTo>
                  <a:pt x="698728" y="599439"/>
                </a:lnTo>
                <a:lnTo>
                  <a:pt x="718197" y="613410"/>
                </a:lnTo>
                <a:lnTo>
                  <a:pt x="717931" y="613410"/>
                </a:lnTo>
                <a:lnTo>
                  <a:pt x="737387" y="627379"/>
                </a:lnTo>
                <a:lnTo>
                  <a:pt x="737108" y="627379"/>
                </a:lnTo>
                <a:lnTo>
                  <a:pt x="756577" y="640079"/>
                </a:lnTo>
                <a:lnTo>
                  <a:pt x="756285" y="640079"/>
                </a:lnTo>
                <a:lnTo>
                  <a:pt x="775741" y="652779"/>
                </a:lnTo>
                <a:lnTo>
                  <a:pt x="775436" y="652779"/>
                </a:lnTo>
                <a:lnTo>
                  <a:pt x="794893" y="665479"/>
                </a:lnTo>
                <a:lnTo>
                  <a:pt x="796509" y="665479"/>
                </a:lnTo>
                <a:lnTo>
                  <a:pt x="814031" y="676910"/>
                </a:lnTo>
                <a:lnTo>
                  <a:pt x="813688" y="676910"/>
                </a:lnTo>
                <a:lnTo>
                  <a:pt x="833158" y="688339"/>
                </a:lnTo>
                <a:lnTo>
                  <a:pt x="832789" y="688339"/>
                </a:lnTo>
                <a:lnTo>
                  <a:pt x="852258" y="699770"/>
                </a:lnTo>
                <a:lnTo>
                  <a:pt x="851865" y="699770"/>
                </a:lnTo>
                <a:lnTo>
                  <a:pt x="871334" y="709929"/>
                </a:lnTo>
                <a:lnTo>
                  <a:pt x="870927" y="709929"/>
                </a:lnTo>
                <a:lnTo>
                  <a:pt x="890397" y="720089"/>
                </a:lnTo>
                <a:lnTo>
                  <a:pt x="889965" y="720089"/>
                </a:lnTo>
                <a:lnTo>
                  <a:pt x="909434" y="730250"/>
                </a:lnTo>
                <a:lnTo>
                  <a:pt x="908989" y="730250"/>
                </a:lnTo>
                <a:lnTo>
                  <a:pt x="928458" y="740410"/>
                </a:lnTo>
                <a:lnTo>
                  <a:pt x="927988" y="740410"/>
                </a:lnTo>
                <a:lnTo>
                  <a:pt x="947458" y="749300"/>
                </a:lnTo>
                <a:lnTo>
                  <a:pt x="946962" y="749300"/>
                </a:lnTo>
                <a:lnTo>
                  <a:pt x="966431" y="758189"/>
                </a:lnTo>
                <a:lnTo>
                  <a:pt x="968692" y="758189"/>
                </a:lnTo>
                <a:lnTo>
                  <a:pt x="985380" y="765810"/>
                </a:lnTo>
                <a:lnTo>
                  <a:pt x="984834" y="765810"/>
                </a:lnTo>
                <a:lnTo>
                  <a:pt x="1004303" y="773429"/>
                </a:lnTo>
                <a:lnTo>
                  <a:pt x="1003731" y="773429"/>
                </a:lnTo>
                <a:lnTo>
                  <a:pt x="1023200" y="781050"/>
                </a:lnTo>
                <a:lnTo>
                  <a:pt x="1025848" y="781050"/>
                </a:lnTo>
                <a:lnTo>
                  <a:pt x="1042073" y="787400"/>
                </a:lnTo>
                <a:lnTo>
                  <a:pt x="1041463" y="787400"/>
                </a:lnTo>
                <a:lnTo>
                  <a:pt x="1060919" y="793750"/>
                </a:lnTo>
                <a:lnTo>
                  <a:pt x="1060284" y="793750"/>
                </a:lnTo>
                <a:lnTo>
                  <a:pt x="1079741" y="798829"/>
                </a:lnTo>
                <a:lnTo>
                  <a:pt x="1079068" y="798829"/>
                </a:lnTo>
                <a:lnTo>
                  <a:pt x="1098537" y="803910"/>
                </a:lnTo>
                <a:lnTo>
                  <a:pt x="1097838" y="803910"/>
                </a:lnTo>
                <a:lnTo>
                  <a:pt x="1117307" y="808989"/>
                </a:lnTo>
                <a:lnTo>
                  <a:pt x="1116584" y="808989"/>
                </a:lnTo>
                <a:lnTo>
                  <a:pt x="1136053" y="812800"/>
                </a:lnTo>
                <a:lnTo>
                  <a:pt x="1135303" y="812800"/>
                </a:lnTo>
                <a:lnTo>
                  <a:pt x="1154760" y="816610"/>
                </a:lnTo>
                <a:lnTo>
                  <a:pt x="1154188" y="816610"/>
                </a:lnTo>
                <a:lnTo>
                  <a:pt x="1163916" y="817880"/>
                </a:lnTo>
                <a:lnTo>
                  <a:pt x="1163523" y="817880"/>
                </a:lnTo>
                <a:lnTo>
                  <a:pt x="1173264" y="820419"/>
                </a:lnTo>
                <a:lnTo>
                  <a:pt x="1177721" y="820419"/>
                </a:lnTo>
                <a:lnTo>
                  <a:pt x="1182585" y="821689"/>
                </a:lnTo>
                <a:lnTo>
                  <a:pt x="1182179" y="821689"/>
                </a:lnTo>
                <a:lnTo>
                  <a:pt x="1191920" y="822960"/>
                </a:lnTo>
                <a:lnTo>
                  <a:pt x="1200823" y="822960"/>
                </a:lnTo>
                <a:lnTo>
                  <a:pt x="1210551" y="824230"/>
                </a:lnTo>
                <a:lnTo>
                  <a:pt x="1210132" y="824230"/>
                </a:lnTo>
                <a:lnTo>
                  <a:pt x="1219860" y="825500"/>
                </a:lnTo>
                <a:lnTo>
                  <a:pt x="1228737" y="825500"/>
                </a:lnTo>
                <a:lnTo>
                  <a:pt x="1238465" y="826769"/>
                </a:lnTo>
                <a:lnTo>
                  <a:pt x="1548784" y="826769"/>
                </a:lnTo>
                <a:lnTo>
                  <a:pt x="1528737" y="834389"/>
                </a:lnTo>
                <a:lnTo>
                  <a:pt x="1508658" y="840739"/>
                </a:lnTo>
                <a:lnTo>
                  <a:pt x="1488541" y="848360"/>
                </a:lnTo>
                <a:lnTo>
                  <a:pt x="1468412" y="853439"/>
                </a:lnTo>
                <a:lnTo>
                  <a:pt x="1448244" y="859789"/>
                </a:lnTo>
                <a:lnTo>
                  <a:pt x="1428051" y="864869"/>
                </a:lnTo>
                <a:lnTo>
                  <a:pt x="1408582" y="868680"/>
                </a:lnTo>
                <a:lnTo>
                  <a:pt x="1387779" y="872489"/>
                </a:lnTo>
                <a:lnTo>
                  <a:pt x="1377657" y="875030"/>
                </a:lnTo>
                <a:lnTo>
                  <a:pt x="1316774" y="882650"/>
                </a:lnTo>
                <a:close/>
              </a:path>
              <a:path w="2532379" h="883920">
                <a:moveTo>
                  <a:pt x="1839797" y="665479"/>
                </a:moveTo>
                <a:lnTo>
                  <a:pt x="1737347" y="665479"/>
                </a:lnTo>
                <a:lnTo>
                  <a:pt x="1756816" y="652779"/>
                </a:lnTo>
                <a:lnTo>
                  <a:pt x="1756498" y="652779"/>
                </a:lnTo>
                <a:lnTo>
                  <a:pt x="1775968" y="640079"/>
                </a:lnTo>
                <a:lnTo>
                  <a:pt x="1775663" y="640079"/>
                </a:lnTo>
                <a:lnTo>
                  <a:pt x="1795132" y="627379"/>
                </a:lnTo>
                <a:lnTo>
                  <a:pt x="1794852" y="627379"/>
                </a:lnTo>
                <a:lnTo>
                  <a:pt x="1814322" y="613410"/>
                </a:lnTo>
                <a:lnTo>
                  <a:pt x="1814042" y="613410"/>
                </a:lnTo>
                <a:lnTo>
                  <a:pt x="1833511" y="599439"/>
                </a:lnTo>
                <a:lnTo>
                  <a:pt x="1833257" y="599439"/>
                </a:lnTo>
                <a:lnTo>
                  <a:pt x="1852726" y="585470"/>
                </a:lnTo>
                <a:lnTo>
                  <a:pt x="1852485" y="585470"/>
                </a:lnTo>
                <a:lnTo>
                  <a:pt x="1871954" y="571500"/>
                </a:lnTo>
                <a:lnTo>
                  <a:pt x="1871726" y="571500"/>
                </a:lnTo>
                <a:lnTo>
                  <a:pt x="1891195" y="556260"/>
                </a:lnTo>
                <a:lnTo>
                  <a:pt x="1890979" y="556260"/>
                </a:lnTo>
                <a:lnTo>
                  <a:pt x="1910435" y="542289"/>
                </a:lnTo>
                <a:lnTo>
                  <a:pt x="1910232" y="542289"/>
                </a:lnTo>
                <a:lnTo>
                  <a:pt x="1929701" y="527050"/>
                </a:lnTo>
                <a:lnTo>
                  <a:pt x="1929511" y="527050"/>
                </a:lnTo>
                <a:lnTo>
                  <a:pt x="1948980" y="510539"/>
                </a:lnTo>
                <a:lnTo>
                  <a:pt x="1948789" y="510539"/>
                </a:lnTo>
                <a:lnTo>
                  <a:pt x="1968258" y="495300"/>
                </a:lnTo>
                <a:lnTo>
                  <a:pt x="1968080" y="495300"/>
                </a:lnTo>
                <a:lnTo>
                  <a:pt x="1987550" y="478789"/>
                </a:lnTo>
                <a:lnTo>
                  <a:pt x="1987384" y="478789"/>
                </a:lnTo>
                <a:lnTo>
                  <a:pt x="2006853" y="462279"/>
                </a:lnTo>
                <a:lnTo>
                  <a:pt x="2006701" y="462279"/>
                </a:lnTo>
                <a:lnTo>
                  <a:pt x="2026170" y="445770"/>
                </a:lnTo>
                <a:lnTo>
                  <a:pt x="2025954" y="445770"/>
                </a:lnTo>
                <a:lnTo>
                  <a:pt x="2064880" y="412750"/>
                </a:lnTo>
                <a:lnTo>
                  <a:pt x="2064626" y="412750"/>
                </a:lnTo>
                <a:lnTo>
                  <a:pt x="2103564" y="377189"/>
                </a:lnTo>
                <a:lnTo>
                  <a:pt x="2103335" y="377189"/>
                </a:lnTo>
                <a:lnTo>
                  <a:pt x="2142261" y="341629"/>
                </a:lnTo>
                <a:lnTo>
                  <a:pt x="2142070" y="341629"/>
                </a:lnTo>
                <a:lnTo>
                  <a:pt x="2180996" y="306070"/>
                </a:lnTo>
                <a:lnTo>
                  <a:pt x="2180818" y="306070"/>
                </a:lnTo>
                <a:lnTo>
                  <a:pt x="2219756" y="269239"/>
                </a:lnTo>
                <a:lnTo>
                  <a:pt x="2219604" y="269239"/>
                </a:lnTo>
                <a:lnTo>
                  <a:pt x="2258542" y="231139"/>
                </a:lnTo>
                <a:lnTo>
                  <a:pt x="2297353" y="193039"/>
                </a:lnTo>
                <a:lnTo>
                  <a:pt x="2336177" y="154939"/>
                </a:lnTo>
                <a:lnTo>
                  <a:pt x="2413939" y="77470"/>
                </a:lnTo>
                <a:lnTo>
                  <a:pt x="2491727" y="0"/>
                </a:lnTo>
                <a:lnTo>
                  <a:pt x="2532240" y="39370"/>
                </a:lnTo>
                <a:lnTo>
                  <a:pt x="2454300" y="118110"/>
                </a:lnTo>
                <a:lnTo>
                  <a:pt x="2376322" y="195579"/>
                </a:lnTo>
                <a:lnTo>
                  <a:pt x="2337282" y="233679"/>
                </a:lnTo>
                <a:lnTo>
                  <a:pt x="2298230" y="273050"/>
                </a:lnTo>
                <a:lnTo>
                  <a:pt x="2259139" y="309879"/>
                </a:lnTo>
                <a:lnTo>
                  <a:pt x="2220036" y="347979"/>
                </a:lnTo>
                <a:lnTo>
                  <a:pt x="2180907" y="383539"/>
                </a:lnTo>
                <a:lnTo>
                  <a:pt x="2141740" y="420370"/>
                </a:lnTo>
                <a:lnTo>
                  <a:pt x="2063407" y="488950"/>
                </a:lnTo>
                <a:lnTo>
                  <a:pt x="2043785" y="506729"/>
                </a:lnTo>
                <a:lnTo>
                  <a:pt x="2004517" y="539750"/>
                </a:lnTo>
                <a:lnTo>
                  <a:pt x="1984857" y="554989"/>
                </a:lnTo>
                <a:lnTo>
                  <a:pt x="1965198" y="571500"/>
                </a:lnTo>
                <a:lnTo>
                  <a:pt x="1886445" y="632460"/>
                </a:lnTo>
                <a:lnTo>
                  <a:pt x="1839797" y="665479"/>
                </a:lnTo>
                <a:close/>
              </a:path>
              <a:path w="2532379" h="883920">
                <a:moveTo>
                  <a:pt x="796509" y="665479"/>
                </a:moveTo>
                <a:lnTo>
                  <a:pt x="794893" y="665479"/>
                </a:lnTo>
                <a:lnTo>
                  <a:pt x="794562" y="664210"/>
                </a:lnTo>
                <a:lnTo>
                  <a:pt x="796509" y="665479"/>
                </a:lnTo>
                <a:close/>
              </a:path>
              <a:path w="2532379" h="883920">
                <a:moveTo>
                  <a:pt x="1692942" y="758189"/>
                </a:moveTo>
                <a:lnTo>
                  <a:pt x="1565821" y="758189"/>
                </a:lnTo>
                <a:lnTo>
                  <a:pt x="1585277" y="749300"/>
                </a:lnTo>
                <a:lnTo>
                  <a:pt x="1584794" y="749300"/>
                </a:lnTo>
                <a:lnTo>
                  <a:pt x="1604251" y="740410"/>
                </a:lnTo>
                <a:lnTo>
                  <a:pt x="1603781" y="740410"/>
                </a:lnTo>
                <a:lnTo>
                  <a:pt x="1623250" y="730250"/>
                </a:lnTo>
                <a:lnTo>
                  <a:pt x="1622805" y="730250"/>
                </a:lnTo>
                <a:lnTo>
                  <a:pt x="1642275" y="720089"/>
                </a:lnTo>
                <a:lnTo>
                  <a:pt x="1641843" y="720089"/>
                </a:lnTo>
                <a:lnTo>
                  <a:pt x="1661312" y="709929"/>
                </a:lnTo>
                <a:lnTo>
                  <a:pt x="1660905" y="709929"/>
                </a:lnTo>
                <a:lnTo>
                  <a:pt x="1680375" y="699770"/>
                </a:lnTo>
                <a:lnTo>
                  <a:pt x="1679994" y="699770"/>
                </a:lnTo>
                <a:lnTo>
                  <a:pt x="1699450" y="688339"/>
                </a:lnTo>
                <a:lnTo>
                  <a:pt x="1699094" y="688339"/>
                </a:lnTo>
                <a:lnTo>
                  <a:pt x="1718551" y="676910"/>
                </a:lnTo>
                <a:lnTo>
                  <a:pt x="1718208" y="676910"/>
                </a:lnTo>
                <a:lnTo>
                  <a:pt x="1737677" y="664210"/>
                </a:lnTo>
                <a:lnTo>
                  <a:pt x="1737347" y="665479"/>
                </a:lnTo>
                <a:lnTo>
                  <a:pt x="1839797" y="665479"/>
                </a:lnTo>
                <a:lnTo>
                  <a:pt x="1827237" y="674370"/>
                </a:lnTo>
                <a:lnTo>
                  <a:pt x="1807476" y="687070"/>
                </a:lnTo>
                <a:lnTo>
                  <a:pt x="1787690" y="701039"/>
                </a:lnTo>
                <a:lnTo>
                  <a:pt x="1767903" y="713739"/>
                </a:lnTo>
                <a:lnTo>
                  <a:pt x="1748078" y="725170"/>
                </a:lnTo>
                <a:lnTo>
                  <a:pt x="1728254" y="737870"/>
                </a:lnTo>
                <a:lnTo>
                  <a:pt x="1692942" y="758189"/>
                </a:lnTo>
                <a:close/>
              </a:path>
              <a:path w="2532379" h="883920">
                <a:moveTo>
                  <a:pt x="968692" y="758189"/>
                </a:moveTo>
                <a:lnTo>
                  <a:pt x="966431" y="758189"/>
                </a:lnTo>
                <a:lnTo>
                  <a:pt x="965911" y="756920"/>
                </a:lnTo>
                <a:lnTo>
                  <a:pt x="968692" y="758189"/>
                </a:lnTo>
                <a:close/>
              </a:path>
              <a:path w="2532379" h="883920">
                <a:moveTo>
                  <a:pt x="1648701" y="781050"/>
                </a:moveTo>
                <a:lnTo>
                  <a:pt x="1509039" y="781050"/>
                </a:lnTo>
                <a:lnTo>
                  <a:pt x="1528508" y="773429"/>
                </a:lnTo>
                <a:lnTo>
                  <a:pt x="1527937" y="773429"/>
                </a:lnTo>
                <a:lnTo>
                  <a:pt x="1547406" y="765810"/>
                </a:lnTo>
                <a:lnTo>
                  <a:pt x="1546872" y="765810"/>
                </a:lnTo>
                <a:lnTo>
                  <a:pt x="1566329" y="756920"/>
                </a:lnTo>
                <a:lnTo>
                  <a:pt x="1565821" y="758189"/>
                </a:lnTo>
                <a:lnTo>
                  <a:pt x="1692942" y="758189"/>
                </a:lnTo>
                <a:lnTo>
                  <a:pt x="1688528" y="760729"/>
                </a:lnTo>
                <a:lnTo>
                  <a:pt x="1648701" y="781050"/>
                </a:lnTo>
                <a:close/>
              </a:path>
              <a:path w="2532379" h="883920">
                <a:moveTo>
                  <a:pt x="1025848" y="781050"/>
                </a:moveTo>
                <a:lnTo>
                  <a:pt x="1023200" y="781050"/>
                </a:lnTo>
                <a:lnTo>
                  <a:pt x="1022604" y="779779"/>
                </a:lnTo>
                <a:lnTo>
                  <a:pt x="1025848" y="781050"/>
                </a:lnTo>
                <a:close/>
              </a:path>
              <a:path w="2532379" h="883920">
                <a:moveTo>
                  <a:pt x="1565489" y="820419"/>
                </a:moveTo>
                <a:lnTo>
                  <a:pt x="1358988" y="820419"/>
                </a:lnTo>
                <a:lnTo>
                  <a:pt x="1368717" y="817880"/>
                </a:lnTo>
                <a:lnTo>
                  <a:pt x="1368323" y="817880"/>
                </a:lnTo>
                <a:lnTo>
                  <a:pt x="1378051" y="816610"/>
                </a:lnTo>
                <a:lnTo>
                  <a:pt x="1377480" y="816610"/>
                </a:lnTo>
                <a:lnTo>
                  <a:pt x="1396949" y="812800"/>
                </a:lnTo>
                <a:lnTo>
                  <a:pt x="1396187" y="812800"/>
                </a:lnTo>
                <a:lnTo>
                  <a:pt x="1415656" y="808989"/>
                </a:lnTo>
                <a:lnTo>
                  <a:pt x="1414932" y="808989"/>
                </a:lnTo>
                <a:lnTo>
                  <a:pt x="1434401" y="803910"/>
                </a:lnTo>
                <a:lnTo>
                  <a:pt x="1433702" y="803910"/>
                </a:lnTo>
                <a:lnTo>
                  <a:pt x="1453172" y="798829"/>
                </a:lnTo>
                <a:lnTo>
                  <a:pt x="1452499" y="798829"/>
                </a:lnTo>
                <a:lnTo>
                  <a:pt x="1471968" y="793750"/>
                </a:lnTo>
                <a:lnTo>
                  <a:pt x="1471320" y="793750"/>
                </a:lnTo>
                <a:lnTo>
                  <a:pt x="1490789" y="787400"/>
                </a:lnTo>
                <a:lnTo>
                  <a:pt x="1490167" y="787400"/>
                </a:lnTo>
                <a:lnTo>
                  <a:pt x="1509636" y="779779"/>
                </a:lnTo>
                <a:lnTo>
                  <a:pt x="1509039" y="781050"/>
                </a:lnTo>
                <a:lnTo>
                  <a:pt x="1648701" y="781050"/>
                </a:lnTo>
                <a:lnTo>
                  <a:pt x="1608823" y="801370"/>
                </a:lnTo>
                <a:lnTo>
                  <a:pt x="1568830" y="819150"/>
                </a:lnTo>
                <a:lnTo>
                  <a:pt x="1565489" y="820419"/>
                </a:lnTo>
                <a:close/>
              </a:path>
              <a:path w="2532379" h="883920">
                <a:moveTo>
                  <a:pt x="1177721" y="820419"/>
                </a:moveTo>
                <a:lnTo>
                  <a:pt x="1173264" y="820419"/>
                </a:lnTo>
                <a:lnTo>
                  <a:pt x="1172857" y="819150"/>
                </a:lnTo>
                <a:lnTo>
                  <a:pt x="1177721" y="820419"/>
                </a:lnTo>
                <a:close/>
              </a:path>
              <a:path w="2532379" h="883920">
                <a:moveTo>
                  <a:pt x="1548784" y="826769"/>
                </a:moveTo>
                <a:lnTo>
                  <a:pt x="1293774" y="826769"/>
                </a:lnTo>
                <a:lnTo>
                  <a:pt x="1303502" y="825500"/>
                </a:lnTo>
                <a:lnTo>
                  <a:pt x="1312379" y="825500"/>
                </a:lnTo>
                <a:lnTo>
                  <a:pt x="1322108" y="824230"/>
                </a:lnTo>
                <a:lnTo>
                  <a:pt x="1321689" y="824230"/>
                </a:lnTo>
                <a:lnTo>
                  <a:pt x="1331417" y="822960"/>
                </a:lnTo>
                <a:lnTo>
                  <a:pt x="1340319" y="822960"/>
                </a:lnTo>
                <a:lnTo>
                  <a:pt x="1350060" y="821689"/>
                </a:lnTo>
                <a:lnTo>
                  <a:pt x="1349654" y="821689"/>
                </a:lnTo>
                <a:lnTo>
                  <a:pt x="1359382" y="819150"/>
                </a:lnTo>
                <a:lnTo>
                  <a:pt x="1358988" y="820419"/>
                </a:lnTo>
                <a:lnTo>
                  <a:pt x="1565489" y="820419"/>
                </a:lnTo>
                <a:lnTo>
                  <a:pt x="1548784" y="826769"/>
                </a:lnTo>
                <a:close/>
              </a:path>
              <a:path w="2532379" h="883920">
                <a:moveTo>
                  <a:pt x="1296428" y="883919"/>
                </a:moveTo>
                <a:lnTo>
                  <a:pt x="1235367" y="883919"/>
                </a:lnTo>
                <a:lnTo>
                  <a:pt x="1225207" y="882650"/>
                </a:lnTo>
                <a:lnTo>
                  <a:pt x="1306601" y="882650"/>
                </a:lnTo>
                <a:lnTo>
                  <a:pt x="1296428" y="883919"/>
                </a:lnTo>
                <a:close/>
              </a:path>
            </a:pathLst>
          </a:custGeom>
          <a:solidFill>
            <a:srgbClr val="62B6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16181" y="4103039"/>
            <a:ext cx="0" cy="90170"/>
          </a:xfrm>
          <a:custGeom>
            <a:avLst/>
            <a:gdLst/>
            <a:ahLst/>
            <a:cxnLst/>
            <a:rect l="l" t="t" r="r" b="b"/>
            <a:pathLst>
              <a:path w="0" h="90170">
                <a:moveTo>
                  <a:pt x="0" y="0"/>
                </a:moveTo>
                <a:lnTo>
                  <a:pt x="0" y="89585"/>
                </a:lnTo>
              </a:path>
            </a:pathLst>
          </a:custGeom>
          <a:ln w="28575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50842" y="4103039"/>
            <a:ext cx="0" cy="90170"/>
          </a:xfrm>
          <a:custGeom>
            <a:avLst/>
            <a:gdLst/>
            <a:ahLst/>
            <a:cxnLst/>
            <a:rect l="l" t="t" r="r" b="b"/>
            <a:pathLst>
              <a:path w="0" h="90170">
                <a:moveTo>
                  <a:pt x="0" y="0"/>
                </a:moveTo>
                <a:lnTo>
                  <a:pt x="0" y="89585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98587" y="4103039"/>
            <a:ext cx="0" cy="90170"/>
          </a:xfrm>
          <a:custGeom>
            <a:avLst/>
            <a:gdLst/>
            <a:ahLst/>
            <a:cxnLst/>
            <a:rect l="l" t="t" r="r" b="b"/>
            <a:pathLst>
              <a:path w="0" h="90170">
                <a:moveTo>
                  <a:pt x="0" y="0"/>
                </a:moveTo>
                <a:lnTo>
                  <a:pt x="0" y="89585"/>
                </a:lnTo>
              </a:path>
            </a:pathLst>
          </a:custGeom>
          <a:ln w="28575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16014" y="4103039"/>
            <a:ext cx="0" cy="90170"/>
          </a:xfrm>
          <a:custGeom>
            <a:avLst/>
            <a:gdLst/>
            <a:ahLst/>
            <a:cxnLst/>
            <a:rect l="l" t="t" r="r" b="b"/>
            <a:pathLst>
              <a:path w="0" h="90170">
                <a:moveTo>
                  <a:pt x="0" y="0"/>
                </a:moveTo>
                <a:lnTo>
                  <a:pt x="0" y="89585"/>
                </a:lnTo>
              </a:path>
            </a:pathLst>
          </a:custGeom>
          <a:ln w="28575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42895" y="3254057"/>
            <a:ext cx="1326515" cy="687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05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algn="r" marR="5080">
              <a:lnSpc>
                <a:spcPts val="2605"/>
              </a:lnSpc>
            </a:pP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baseline="-17921" sz="2325" spc="7" b="1" i="1">
                <a:latin typeface="Times New Roman"/>
                <a:cs typeface="Times New Roman"/>
              </a:rPr>
              <a:t>m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4501" y="4105795"/>
            <a:ext cx="2095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 i="1"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94546" y="3456876"/>
            <a:ext cx="171450" cy="1088390"/>
          </a:xfrm>
          <a:custGeom>
            <a:avLst/>
            <a:gdLst/>
            <a:ahLst/>
            <a:cxnLst/>
            <a:rect l="l" t="t" r="r" b="b"/>
            <a:pathLst>
              <a:path w="171450" h="1088389">
                <a:moveTo>
                  <a:pt x="18897" y="170929"/>
                </a:moveTo>
                <a:lnTo>
                  <a:pt x="0" y="151726"/>
                </a:lnTo>
                <a:lnTo>
                  <a:pt x="317" y="148412"/>
                </a:lnTo>
                <a:lnTo>
                  <a:pt x="1206" y="145211"/>
                </a:lnTo>
                <a:lnTo>
                  <a:pt x="2628" y="142214"/>
                </a:lnTo>
                <a:lnTo>
                  <a:pt x="86271" y="0"/>
                </a:lnTo>
                <a:lnTo>
                  <a:pt x="108105" y="37744"/>
                </a:lnTo>
                <a:lnTo>
                  <a:pt x="67081" y="37744"/>
                </a:lnTo>
                <a:lnTo>
                  <a:pt x="66829" y="108213"/>
                </a:lnTo>
                <a:lnTo>
                  <a:pt x="35471" y="161531"/>
                </a:lnTo>
                <a:lnTo>
                  <a:pt x="22212" y="170662"/>
                </a:lnTo>
                <a:lnTo>
                  <a:pt x="18897" y="170929"/>
                </a:lnTo>
                <a:close/>
              </a:path>
              <a:path w="171450" h="1088389">
                <a:moveTo>
                  <a:pt x="66829" y="108213"/>
                </a:moveTo>
                <a:lnTo>
                  <a:pt x="67081" y="37744"/>
                </a:lnTo>
                <a:lnTo>
                  <a:pt x="105181" y="37884"/>
                </a:lnTo>
                <a:lnTo>
                  <a:pt x="105147" y="47358"/>
                </a:lnTo>
                <a:lnTo>
                  <a:pt x="69646" y="47358"/>
                </a:lnTo>
                <a:lnTo>
                  <a:pt x="85998" y="75618"/>
                </a:lnTo>
                <a:lnTo>
                  <a:pt x="66829" y="108213"/>
                </a:lnTo>
                <a:close/>
              </a:path>
              <a:path w="171450" h="1088389">
                <a:moveTo>
                  <a:pt x="152412" y="171399"/>
                </a:moveTo>
                <a:lnTo>
                  <a:pt x="104929" y="108335"/>
                </a:lnTo>
                <a:lnTo>
                  <a:pt x="105181" y="37884"/>
                </a:lnTo>
                <a:lnTo>
                  <a:pt x="67081" y="37744"/>
                </a:lnTo>
                <a:lnTo>
                  <a:pt x="108105" y="37744"/>
                </a:lnTo>
                <a:lnTo>
                  <a:pt x="168884" y="142811"/>
                </a:lnTo>
                <a:lnTo>
                  <a:pt x="170294" y="145821"/>
                </a:lnTo>
                <a:lnTo>
                  <a:pt x="171157" y="149021"/>
                </a:lnTo>
                <a:lnTo>
                  <a:pt x="171450" y="152336"/>
                </a:lnTo>
                <a:lnTo>
                  <a:pt x="171170" y="155638"/>
                </a:lnTo>
                <a:lnTo>
                  <a:pt x="155727" y="171107"/>
                </a:lnTo>
                <a:lnTo>
                  <a:pt x="152412" y="171399"/>
                </a:lnTo>
                <a:close/>
              </a:path>
              <a:path w="171450" h="1088389">
                <a:moveTo>
                  <a:pt x="85998" y="75618"/>
                </a:moveTo>
                <a:lnTo>
                  <a:pt x="69646" y="47358"/>
                </a:lnTo>
                <a:lnTo>
                  <a:pt x="102552" y="47472"/>
                </a:lnTo>
                <a:lnTo>
                  <a:pt x="85998" y="75618"/>
                </a:lnTo>
                <a:close/>
              </a:path>
              <a:path w="171450" h="1088389">
                <a:moveTo>
                  <a:pt x="104929" y="108335"/>
                </a:moveTo>
                <a:lnTo>
                  <a:pt x="85998" y="75618"/>
                </a:lnTo>
                <a:lnTo>
                  <a:pt x="102552" y="47472"/>
                </a:lnTo>
                <a:lnTo>
                  <a:pt x="69646" y="47358"/>
                </a:lnTo>
                <a:lnTo>
                  <a:pt x="105147" y="47358"/>
                </a:lnTo>
                <a:lnTo>
                  <a:pt x="104929" y="108335"/>
                </a:lnTo>
                <a:close/>
              </a:path>
              <a:path w="171450" h="1088389">
                <a:moveTo>
                  <a:pt x="101422" y="1088174"/>
                </a:moveTo>
                <a:lnTo>
                  <a:pt x="63322" y="1088047"/>
                </a:lnTo>
                <a:lnTo>
                  <a:pt x="66829" y="108213"/>
                </a:lnTo>
                <a:lnTo>
                  <a:pt x="85998" y="75618"/>
                </a:lnTo>
                <a:lnTo>
                  <a:pt x="104858" y="108213"/>
                </a:lnTo>
                <a:lnTo>
                  <a:pt x="104703" y="171399"/>
                </a:lnTo>
                <a:lnTo>
                  <a:pt x="101422" y="1088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60053" y="4085056"/>
            <a:ext cx="6042660" cy="171450"/>
          </a:xfrm>
          <a:custGeom>
            <a:avLst/>
            <a:gdLst/>
            <a:ahLst/>
            <a:cxnLst/>
            <a:rect l="l" t="t" r="r" b="b"/>
            <a:pathLst>
              <a:path w="6042659" h="171450">
                <a:moveTo>
                  <a:pt x="5966817" y="85718"/>
                </a:moveTo>
                <a:lnTo>
                  <a:pt x="5880722" y="35496"/>
                </a:lnTo>
                <a:lnTo>
                  <a:pt x="5871273" y="18961"/>
                </a:lnTo>
                <a:lnTo>
                  <a:pt x="5871578" y="15659"/>
                </a:lnTo>
                <a:lnTo>
                  <a:pt x="5890412" y="0"/>
                </a:lnTo>
                <a:lnTo>
                  <a:pt x="5893714" y="304"/>
                </a:lnTo>
                <a:lnTo>
                  <a:pt x="5896927" y="1168"/>
                </a:lnTo>
                <a:lnTo>
                  <a:pt x="5899924" y="2590"/>
                </a:lnTo>
                <a:lnTo>
                  <a:pt x="6009776" y="66675"/>
                </a:lnTo>
                <a:lnTo>
                  <a:pt x="6004623" y="66675"/>
                </a:lnTo>
                <a:lnTo>
                  <a:pt x="6004623" y="69265"/>
                </a:lnTo>
                <a:lnTo>
                  <a:pt x="5995022" y="69265"/>
                </a:lnTo>
                <a:lnTo>
                  <a:pt x="5966817" y="85718"/>
                </a:lnTo>
                <a:close/>
              </a:path>
              <a:path w="6042659" h="171450">
                <a:moveTo>
                  <a:pt x="5934149" y="104775"/>
                </a:moveTo>
                <a:lnTo>
                  <a:pt x="0" y="104775"/>
                </a:lnTo>
                <a:lnTo>
                  <a:pt x="0" y="66675"/>
                </a:lnTo>
                <a:lnTo>
                  <a:pt x="5934171" y="66675"/>
                </a:lnTo>
                <a:lnTo>
                  <a:pt x="5966817" y="85718"/>
                </a:lnTo>
                <a:lnTo>
                  <a:pt x="5934149" y="104775"/>
                </a:lnTo>
                <a:close/>
              </a:path>
              <a:path w="6042659" h="171450">
                <a:moveTo>
                  <a:pt x="6009771" y="104775"/>
                </a:moveTo>
                <a:lnTo>
                  <a:pt x="6004623" y="104775"/>
                </a:lnTo>
                <a:lnTo>
                  <a:pt x="6004623" y="66675"/>
                </a:lnTo>
                <a:lnTo>
                  <a:pt x="6009776" y="66675"/>
                </a:lnTo>
                <a:lnTo>
                  <a:pt x="6042431" y="85725"/>
                </a:lnTo>
                <a:lnTo>
                  <a:pt x="6009771" y="104775"/>
                </a:lnTo>
                <a:close/>
              </a:path>
              <a:path w="6042659" h="171450">
                <a:moveTo>
                  <a:pt x="5995022" y="102171"/>
                </a:moveTo>
                <a:lnTo>
                  <a:pt x="5966817" y="85718"/>
                </a:lnTo>
                <a:lnTo>
                  <a:pt x="5995022" y="69265"/>
                </a:lnTo>
                <a:lnTo>
                  <a:pt x="5995022" y="102171"/>
                </a:lnTo>
                <a:close/>
              </a:path>
              <a:path w="6042659" h="171450">
                <a:moveTo>
                  <a:pt x="6004623" y="102171"/>
                </a:moveTo>
                <a:lnTo>
                  <a:pt x="5995022" y="102171"/>
                </a:lnTo>
                <a:lnTo>
                  <a:pt x="5995022" y="69265"/>
                </a:lnTo>
                <a:lnTo>
                  <a:pt x="6004623" y="69265"/>
                </a:lnTo>
                <a:lnTo>
                  <a:pt x="6004623" y="102171"/>
                </a:lnTo>
                <a:close/>
              </a:path>
              <a:path w="6042659" h="171450">
                <a:moveTo>
                  <a:pt x="5890412" y="171450"/>
                </a:moveTo>
                <a:lnTo>
                  <a:pt x="5871273" y="152476"/>
                </a:lnTo>
                <a:lnTo>
                  <a:pt x="5871552" y="149174"/>
                </a:lnTo>
                <a:lnTo>
                  <a:pt x="5966828" y="85725"/>
                </a:lnTo>
                <a:lnTo>
                  <a:pt x="5995022" y="102171"/>
                </a:lnTo>
                <a:lnTo>
                  <a:pt x="6004623" y="102171"/>
                </a:lnTo>
                <a:lnTo>
                  <a:pt x="6004623" y="104775"/>
                </a:lnTo>
                <a:lnTo>
                  <a:pt x="6009771" y="104775"/>
                </a:lnTo>
                <a:lnTo>
                  <a:pt x="5899924" y="168846"/>
                </a:lnTo>
                <a:lnTo>
                  <a:pt x="5896927" y="170268"/>
                </a:lnTo>
                <a:lnTo>
                  <a:pt x="5893714" y="171145"/>
                </a:lnTo>
                <a:lnTo>
                  <a:pt x="5890412" y="171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554110" y="4159250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90251" y="3341217"/>
            <a:ext cx="125095" cy="832485"/>
          </a:xfrm>
          <a:custGeom>
            <a:avLst/>
            <a:gdLst/>
            <a:ahLst/>
            <a:cxnLst/>
            <a:rect l="l" t="t" r="r" b="b"/>
            <a:pathLst>
              <a:path w="125095" h="832485">
                <a:moveTo>
                  <a:pt x="0" y="106425"/>
                </a:moveTo>
                <a:lnTo>
                  <a:pt x="48933" y="0"/>
                </a:lnTo>
                <a:lnTo>
                  <a:pt x="91150" y="77965"/>
                </a:lnTo>
                <a:lnTo>
                  <a:pt x="68948" y="77965"/>
                </a:lnTo>
                <a:lnTo>
                  <a:pt x="34048" y="79108"/>
                </a:lnTo>
                <a:lnTo>
                  <a:pt x="34903" y="105287"/>
                </a:lnTo>
                <a:lnTo>
                  <a:pt x="0" y="106425"/>
                </a:lnTo>
                <a:close/>
              </a:path>
              <a:path w="125095" h="832485">
                <a:moveTo>
                  <a:pt x="34903" y="105287"/>
                </a:moveTo>
                <a:lnTo>
                  <a:pt x="34048" y="79108"/>
                </a:lnTo>
                <a:lnTo>
                  <a:pt x="68948" y="77965"/>
                </a:lnTo>
                <a:lnTo>
                  <a:pt x="69803" y="104148"/>
                </a:lnTo>
                <a:lnTo>
                  <a:pt x="34903" y="105287"/>
                </a:lnTo>
                <a:close/>
              </a:path>
              <a:path w="125095" h="832485">
                <a:moveTo>
                  <a:pt x="69803" y="104148"/>
                </a:moveTo>
                <a:lnTo>
                  <a:pt x="68948" y="77965"/>
                </a:lnTo>
                <a:lnTo>
                  <a:pt x="91150" y="77965"/>
                </a:lnTo>
                <a:lnTo>
                  <a:pt x="104711" y="103009"/>
                </a:lnTo>
                <a:lnTo>
                  <a:pt x="69803" y="104148"/>
                </a:lnTo>
                <a:close/>
              </a:path>
              <a:path w="125095" h="832485">
                <a:moveTo>
                  <a:pt x="55240" y="727777"/>
                </a:moveTo>
                <a:lnTo>
                  <a:pt x="34903" y="105287"/>
                </a:lnTo>
                <a:lnTo>
                  <a:pt x="69803" y="104148"/>
                </a:lnTo>
                <a:lnTo>
                  <a:pt x="90140" y="726638"/>
                </a:lnTo>
                <a:lnTo>
                  <a:pt x="55240" y="727777"/>
                </a:lnTo>
                <a:close/>
              </a:path>
              <a:path w="125095" h="832485">
                <a:moveTo>
                  <a:pt x="111958" y="753960"/>
                </a:moveTo>
                <a:lnTo>
                  <a:pt x="56095" y="753960"/>
                </a:lnTo>
                <a:lnTo>
                  <a:pt x="90995" y="752817"/>
                </a:lnTo>
                <a:lnTo>
                  <a:pt x="90140" y="726638"/>
                </a:lnTo>
                <a:lnTo>
                  <a:pt x="125044" y="725500"/>
                </a:lnTo>
                <a:lnTo>
                  <a:pt x="111958" y="753960"/>
                </a:lnTo>
                <a:close/>
              </a:path>
              <a:path w="125095" h="832485">
                <a:moveTo>
                  <a:pt x="56095" y="753960"/>
                </a:moveTo>
                <a:lnTo>
                  <a:pt x="55240" y="727777"/>
                </a:lnTo>
                <a:lnTo>
                  <a:pt x="90140" y="726638"/>
                </a:lnTo>
                <a:lnTo>
                  <a:pt x="90995" y="752817"/>
                </a:lnTo>
                <a:lnTo>
                  <a:pt x="56095" y="753960"/>
                </a:lnTo>
                <a:close/>
              </a:path>
              <a:path w="125095" h="832485">
                <a:moveTo>
                  <a:pt x="76111" y="831926"/>
                </a:moveTo>
                <a:lnTo>
                  <a:pt x="20332" y="728916"/>
                </a:lnTo>
                <a:lnTo>
                  <a:pt x="55240" y="727777"/>
                </a:lnTo>
                <a:lnTo>
                  <a:pt x="56095" y="753960"/>
                </a:lnTo>
                <a:lnTo>
                  <a:pt x="111958" y="753960"/>
                </a:lnTo>
                <a:lnTo>
                  <a:pt x="76111" y="831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3971" y="2336977"/>
            <a:ext cx="0" cy="90805"/>
          </a:xfrm>
          <a:custGeom>
            <a:avLst/>
            <a:gdLst/>
            <a:ahLst/>
            <a:cxnLst/>
            <a:rect l="l" t="t" r="r" b="b"/>
            <a:pathLst>
              <a:path w="0" h="90805">
                <a:moveTo>
                  <a:pt x="0" y="0"/>
                </a:moveTo>
                <a:lnTo>
                  <a:pt x="0" y="90639"/>
                </a:lnTo>
              </a:path>
            </a:pathLst>
          </a:custGeom>
          <a:ln w="1270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41715" y="2336977"/>
            <a:ext cx="0" cy="90805"/>
          </a:xfrm>
          <a:custGeom>
            <a:avLst/>
            <a:gdLst/>
            <a:ahLst/>
            <a:cxnLst/>
            <a:rect l="l" t="t" r="r" b="b"/>
            <a:pathLst>
              <a:path w="0" h="90805">
                <a:moveTo>
                  <a:pt x="0" y="0"/>
                </a:moveTo>
                <a:lnTo>
                  <a:pt x="0" y="90639"/>
                </a:lnTo>
              </a:path>
            </a:pathLst>
          </a:custGeom>
          <a:ln w="28575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59129" y="2336977"/>
            <a:ext cx="0" cy="90805"/>
          </a:xfrm>
          <a:custGeom>
            <a:avLst/>
            <a:gdLst/>
            <a:ahLst/>
            <a:cxnLst/>
            <a:rect l="l" t="t" r="r" b="b"/>
            <a:pathLst>
              <a:path w="0" h="90805">
                <a:moveTo>
                  <a:pt x="0" y="0"/>
                </a:moveTo>
                <a:lnTo>
                  <a:pt x="0" y="90639"/>
                </a:lnTo>
              </a:path>
            </a:pathLst>
          </a:custGeom>
          <a:ln w="28575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48723" y="1693405"/>
            <a:ext cx="171450" cy="1101090"/>
          </a:xfrm>
          <a:custGeom>
            <a:avLst/>
            <a:gdLst/>
            <a:ahLst/>
            <a:cxnLst/>
            <a:rect l="l" t="t" r="r" b="b"/>
            <a:pathLst>
              <a:path w="171450" h="1101089">
                <a:moveTo>
                  <a:pt x="18884" y="170903"/>
                </a:moveTo>
                <a:lnTo>
                  <a:pt x="0" y="151701"/>
                </a:lnTo>
                <a:lnTo>
                  <a:pt x="304" y="148399"/>
                </a:lnTo>
                <a:lnTo>
                  <a:pt x="1193" y="145199"/>
                </a:lnTo>
                <a:lnTo>
                  <a:pt x="2628" y="142201"/>
                </a:lnTo>
                <a:lnTo>
                  <a:pt x="86271" y="0"/>
                </a:lnTo>
                <a:lnTo>
                  <a:pt x="108098" y="37731"/>
                </a:lnTo>
                <a:lnTo>
                  <a:pt x="67081" y="37731"/>
                </a:lnTo>
                <a:lnTo>
                  <a:pt x="66824" y="108196"/>
                </a:lnTo>
                <a:lnTo>
                  <a:pt x="35458" y="161518"/>
                </a:lnTo>
                <a:lnTo>
                  <a:pt x="22199" y="170649"/>
                </a:lnTo>
                <a:lnTo>
                  <a:pt x="18884" y="170903"/>
                </a:lnTo>
                <a:close/>
              </a:path>
              <a:path w="171450" h="1101089">
                <a:moveTo>
                  <a:pt x="66824" y="108196"/>
                </a:moveTo>
                <a:lnTo>
                  <a:pt x="67081" y="37731"/>
                </a:lnTo>
                <a:lnTo>
                  <a:pt x="105181" y="37871"/>
                </a:lnTo>
                <a:lnTo>
                  <a:pt x="105146" y="47345"/>
                </a:lnTo>
                <a:lnTo>
                  <a:pt x="69646" y="47345"/>
                </a:lnTo>
                <a:lnTo>
                  <a:pt x="85994" y="75607"/>
                </a:lnTo>
                <a:lnTo>
                  <a:pt x="66824" y="108196"/>
                </a:lnTo>
                <a:close/>
              </a:path>
              <a:path w="171450" h="1101089">
                <a:moveTo>
                  <a:pt x="152412" y="171399"/>
                </a:moveTo>
                <a:lnTo>
                  <a:pt x="104924" y="108333"/>
                </a:lnTo>
                <a:lnTo>
                  <a:pt x="105181" y="37871"/>
                </a:lnTo>
                <a:lnTo>
                  <a:pt x="67081" y="37731"/>
                </a:lnTo>
                <a:lnTo>
                  <a:pt x="108098" y="37731"/>
                </a:lnTo>
                <a:lnTo>
                  <a:pt x="168884" y="142811"/>
                </a:lnTo>
                <a:lnTo>
                  <a:pt x="170294" y="145821"/>
                </a:lnTo>
                <a:lnTo>
                  <a:pt x="171145" y="149021"/>
                </a:lnTo>
                <a:lnTo>
                  <a:pt x="171437" y="152323"/>
                </a:lnTo>
                <a:lnTo>
                  <a:pt x="171157" y="155638"/>
                </a:lnTo>
                <a:lnTo>
                  <a:pt x="155714" y="171107"/>
                </a:lnTo>
                <a:lnTo>
                  <a:pt x="152412" y="171399"/>
                </a:lnTo>
                <a:close/>
              </a:path>
              <a:path w="171450" h="1101089">
                <a:moveTo>
                  <a:pt x="85994" y="75607"/>
                </a:moveTo>
                <a:lnTo>
                  <a:pt x="69646" y="47345"/>
                </a:lnTo>
                <a:lnTo>
                  <a:pt x="102552" y="47459"/>
                </a:lnTo>
                <a:lnTo>
                  <a:pt x="85994" y="75607"/>
                </a:lnTo>
                <a:close/>
              </a:path>
              <a:path w="171450" h="1101089">
                <a:moveTo>
                  <a:pt x="104924" y="108333"/>
                </a:moveTo>
                <a:lnTo>
                  <a:pt x="85994" y="75607"/>
                </a:lnTo>
                <a:lnTo>
                  <a:pt x="102552" y="47459"/>
                </a:lnTo>
                <a:lnTo>
                  <a:pt x="69646" y="47345"/>
                </a:lnTo>
                <a:lnTo>
                  <a:pt x="105146" y="47345"/>
                </a:lnTo>
                <a:lnTo>
                  <a:pt x="104924" y="108333"/>
                </a:lnTo>
                <a:close/>
              </a:path>
              <a:path w="171450" h="1101089">
                <a:moveTo>
                  <a:pt x="101307" y="1101089"/>
                </a:moveTo>
                <a:lnTo>
                  <a:pt x="63207" y="1100950"/>
                </a:lnTo>
                <a:lnTo>
                  <a:pt x="66824" y="108196"/>
                </a:lnTo>
                <a:lnTo>
                  <a:pt x="85994" y="75607"/>
                </a:lnTo>
                <a:lnTo>
                  <a:pt x="104845" y="108196"/>
                </a:lnTo>
                <a:lnTo>
                  <a:pt x="104694" y="171399"/>
                </a:lnTo>
                <a:lnTo>
                  <a:pt x="101307" y="1101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36226" y="3321037"/>
            <a:ext cx="114300" cy="1087755"/>
          </a:xfrm>
          <a:custGeom>
            <a:avLst/>
            <a:gdLst/>
            <a:ahLst/>
            <a:cxnLst/>
            <a:rect l="l" t="t" r="r" b="b"/>
            <a:pathLst>
              <a:path w="114300" h="1087754">
                <a:moveTo>
                  <a:pt x="0" y="115328"/>
                </a:moveTo>
                <a:lnTo>
                  <a:pt x="55054" y="0"/>
                </a:lnTo>
                <a:lnTo>
                  <a:pt x="99704" y="85356"/>
                </a:lnTo>
                <a:lnTo>
                  <a:pt x="75666" y="85356"/>
                </a:lnTo>
                <a:lnTo>
                  <a:pt x="37579" y="86055"/>
                </a:lnTo>
                <a:lnTo>
                  <a:pt x="38103" y="114630"/>
                </a:lnTo>
                <a:lnTo>
                  <a:pt x="0" y="115328"/>
                </a:lnTo>
                <a:close/>
              </a:path>
              <a:path w="114300" h="1087754">
                <a:moveTo>
                  <a:pt x="38103" y="114630"/>
                </a:moveTo>
                <a:lnTo>
                  <a:pt x="37579" y="86055"/>
                </a:lnTo>
                <a:lnTo>
                  <a:pt x="75666" y="85356"/>
                </a:lnTo>
                <a:lnTo>
                  <a:pt x="76191" y="113931"/>
                </a:lnTo>
                <a:lnTo>
                  <a:pt x="38103" y="114630"/>
                </a:lnTo>
                <a:close/>
              </a:path>
              <a:path w="114300" h="1087754">
                <a:moveTo>
                  <a:pt x="76191" y="113931"/>
                </a:moveTo>
                <a:lnTo>
                  <a:pt x="75666" y="85356"/>
                </a:lnTo>
                <a:lnTo>
                  <a:pt x="99704" y="85356"/>
                </a:lnTo>
                <a:lnTo>
                  <a:pt x="114287" y="113233"/>
                </a:lnTo>
                <a:lnTo>
                  <a:pt x="76191" y="113931"/>
                </a:lnTo>
                <a:close/>
              </a:path>
              <a:path w="114300" h="1087754">
                <a:moveTo>
                  <a:pt x="75006" y="1087589"/>
                </a:moveTo>
                <a:lnTo>
                  <a:pt x="38103" y="114630"/>
                </a:lnTo>
                <a:lnTo>
                  <a:pt x="76191" y="113931"/>
                </a:lnTo>
                <a:lnTo>
                  <a:pt x="93713" y="1068184"/>
                </a:lnTo>
                <a:lnTo>
                  <a:pt x="93484" y="1071499"/>
                </a:lnTo>
                <a:lnTo>
                  <a:pt x="75006" y="1087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10747" y="3896791"/>
            <a:ext cx="28575" cy="103505"/>
          </a:xfrm>
          <a:custGeom>
            <a:avLst/>
            <a:gdLst/>
            <a:ahLst/>
            <a:cxnLst/>
            <a:rect l="l" t="t" r="r" b="b"/>
            <a:pathLst>
              <a:path w="28575" h="103504">
                <a:moveTo>
                  <a:pt x="15786" y="103504"/>
                </a:moveTo>
                <a:lnTo>
                  <a:pt x="12788" y="103504"/>
                </a:lnTo>
                <a:lnTo>
                  <a:pt x="9867" y="102882"/>
                </a:lnTo>
                <a:lnTo>
                  <a:pt x="0" y="89293"/>
                </a:lnTo>
                <a:lnTo>
                  <a:pt x="0" y="14211"/>
                </a:lnTo>
                <a:lnTo>
                  <a:pt x="12788" y="0"/>
                </a:lnTo>
                <a:lnTo>
                  <a:pt x="15786" y="0"/>
                </a:lnTo>
                <a:lnTo>
                  <a:pt x="28575" y="14211"/>
                </a:lnTo>
                <a:lnTo>
                  <a:pt x="28575" y="89293"/>
                </a:lnTo>
                <a:lnTo>
                  <a:pt x="15786" y="1035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91222" y="3896791"/>
            <a:ext cx="28575" cy="103505"/>
          </a:xfrm>
          <a:custGeom>
            <a:avLst/>
            <a:gdLst/>
            <a:ahLst/>
            <a:cxnLst/>
            <a:rect l="l" t="t" r="r" b="b"/>
            <a:pathLst>
              <a:path w="28575" h="103504">
                <a:moveTo>
                  <a:pt x="15786" y="103504"/>
                </a:moveTo>
                <a:lnTo>
                  <a:pt x="12801" y="103504"/>
                </a:lnTo>
                <a:lnTo>
                  <a:pt x="9880" y="102882"/>
                </a:lnTo>
                <a:lnTo>
                  <a:pt x="0" y="89293"/>
                </a:lnTo>
                <a:lnTo>
                  <a:pt x="0" y="14211"/>
                </a:lnTo>
                <a:lnTo>
                  <a:pt x="12801" y="0"/>
                </a:lnTo>
                <a:lnTo>
                  <a:pt x="15786" y="0"/>
                </a:lnTo>
                <a:lnTo>
                  <a:pt x="28575" y="14211"/>
                </a:lnTo>
                <a:lnTo>
                  <a:pt x="28575" y="89293"/>
                </a:lnTo>
                <a:lnTo>
                  <a:pt x="15786" y="1035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58784" y="3896791"/>
            <a:ext cx="28575" cy="103505"/>
          </a:xfrm>
          <a:custGeom>
            <a:avLst/>
            <a:gdLst/>
            <a:ahLst/>
            <a:cxnLst/>
            <a:rect l="l" t="t" r="r" b="b"/>
            <a:pathLst>
              <a:path w="28575" h="103504">
                <a:moveTo>
                  <a:pt x="15786" y="103504"/>
                </a:moveTo>
                <a:lnTo>
                  <a:pt x="12801" y="103504"/>
                </a:lnTo>
                <a:lnTo>
                  <a:pt x="9880" y="102882"/>
                </a:lnTo>
                <a:lnTo>
                  <a:pt x="0" y="89293"/>
                </a:lnTo>
                <a:lnTo>
                  <a:pt x="0" y="14211"/>
                </a:lnTo>
                <a:lnTo>
                  <a:pt x="12801" y="0"/>
                </a:lnTo>
                <a:lnTo>
                  <a:pt x="15786" y="0"/>
                </a:lnTo>
                <a:lnTo>
                  <a:pt x="28575" y="14211"/>
                </a:lnTo>
                <a:lnTo>
                  <a:pt x="28575" y="89293"/>
                </a:lnTo>
                <a:lnTo>
                  <a:pt x="15786" y="1035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96699" y="3896791"/>
            <a:ext cx="28575" cy="103505"/>
          </a:xfrm>
          <a:custGeom>
            <a:avLst/>
            <a:gdLst/>
            <a:ahLst/>
            <a:cxnLst/>
            <a:rect l="l" t="t" r="r" b="b"/>
            <a:pathLst>
              <a:path w="28575" h="103504">
                <a:moveTo>
                  <a:pt x="15773" y="103504"/>
                </a:moveTo>
                <a:lnTo>
                  <a:pt x="12788" y="103504"/>
                </a:lnTo>
                <a:lnTo>
                  <a:pt x="9867" y="102882"/>
                </a:lnTo>
                <a:lnTo>
                  <a:pt x="0" y="89293"/>
                </a:lnTo>
                <a:lnTo>
                  <a:pt x="0" y="14211"/>
                </a:lnTo>
                <a:lnTo>
                  <a:pt x="12788" y="0"/>
                </a:lnTo>
                <a:lnTo>
                  <a:pt x="15773" y="0"/>
                </a:lnTo>
                <a:lnTo>
                  <a:pt x="28575" y="14211"/>
                </a:lnTo>
                <a:lnTo>
                  <a:pt x="28575" y="89293"/>
                </a:lnTo>
                <a:lnTo>
                  <a:pt x="15773" y="1035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67938" y="4715649"/>
            <a:ext cx="114300" cy="975994"/>
          </a:xfrm>
          <a:custGeom>
            <a:avLst/>
            <a:gdLst/>
            <a:ahLst/>
            <a:cxnLst/>
            <a:rect l="l" t="t" r="r" b="b"/>
            <a:pathLst>
              <a:path w="114300" h="975995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975995">
                <a:moveTo>
                  <a:pt x="57150" y="975804"/>
                </a:moveTo>
                <a:lnTo>
                  <a:pt x="38100" y="956754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956754"/>
                </a:lnTo>
                <a:lnTo>
                  <a:pt x="57150" y="975804"/>
                </a:lnTo>
                <a:close/>
              </a:path>
              <a:path w="114300" h="975995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62487" y="5109108"/>
            <a:ext cx="28575" cy="80645"/>
          </a:xfrm>
          <a:custGeom>
            <a:avLst/>
            <a:gdLst/>
            <a:ahLst/>
            <a:cxnLst/>
            <a:rect l="l" t="t" r="r" b="b"/>
            <a:pathLst>
              <a:path w="28575" h="80645">
                <a:moveTo>
                  <a:pt x="15773" y="80314"/>
                </a:moveTo>
                <a:lnTo>
                  <a:pt x="12788" y="80314"/>
                </a:lnTo>
                <a:lnTo>
                  <a:pt x="9867" y="79692"/>
                </a:lnTo>
                <a:lnTo>
                  <a:pt x="0" y="66103"/>
                </a:lnTo>
                <a:lnTo>
                  <a:pt x="0" y="14211"/>
                </a:lnTo>
                <a:lnTo>
                  <a:pt x="12788" y="0"/>
                </a:lnTo>
                <a:lnTo>
                  <a:pt x="15773" y="0"/>
                </a:lnTo>
                <a:lnTo>
                  <a:pt x="28575" y="14211"/>
                </a:lnTo>
                <a:lnTo>
                  <a:pt x="28575" y="66103"/>
                </a:lnTo>
                <a:lnTo>
                  <a:pt x="15773" y="80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14184" y="5109108"/>
            <a:ext cx="28575" cy="80645"/>
          </a:xfrm>
          <a:custGeom>
            <a:avLst/>
            <a:gdLst/>
            <a:ahLst/>
            <a:cxnLst/>
            <a:rect l="l" t="t" r="r" b="b"/>
            <a:pathLst>
              <a:path w="28575" h="80645">
                <a:moveTo>
                  <a:pt x="15786" y="80314"/>
                </a:moveTo>
                <a:lnTo>
                  <a:pt x="12801" y="80314"/>
                </a:lnTo>
                <a:lnTo>
                  <a:pt x="9880" y="79692"/>
                </a:lnTo>
                <a:lnTo>
                  <a:pt x="0" y="66103"/>
                </a:lnTo>
                <a:lnTo>
                  <a:pt x="0" y="14211"/>
                </a:lnTo>
                <a:lnTo>
                  <a:pt x="12801" y="0"/>
                </a:lnTo>
                <a:lnTo>
                  <a:pt x="15786" y="0"/>
                </a:lnTo>
                <a:lnTo>
                  <a:pt x="28575" y="14211"/>
                </a:lnTo>
                <a:lnTo>
                  <a:pt x="28575" y="66103"/>
                </a:lnTo>
                <a:lnTo>
                  <a:pt x="15786" y="80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411794" y="5109108"/>
            <a:ext cx="28575" cy="80645"/>
          </a:xfrm>
          <a:custGeom>
            <a:avLst/>
            <a:gdLst/>
            <a:ahLst/>
            <a:cxnLst/>
            <a:rect l="l" t="t" r="r" b="b"/>
            <a:pathLst>
              <a:path w="28575" h="80645">
                <a:moveTo>
                  <a:pt x="15786" y="80314"/>
                </a:moveTo>
                <a:lnTo>
                  <a:pt x="12801" y="80314"/>
                </a:lnTo>
                <a:lnTo>
                  <a:pt x="9880" y="79692"/>
                </a:lnTo>
                <a:lnTo>
                  <a:pt x="0" y="66103"/>
                </a:lnTo>
                <a:lnTo>
                  <a:pt x="0" y="14211"/>
                </a:lnTo>
                <a:lnTo>
                  <a:pt x="12801" y="0"/>
                </a:lnTo>
                <a:lnTo>
                  <a:pt x="15786" y="0"/>
                </a:lnTo>
                <a:lnTo>
                  <a:pt x="28575" y="14211"/>
                </a:lnTo>
                <a:lnTo>
                  <a:pt x="28575" y="66103"/>
                </a:lnTo>
                <a:lnTo>
                  <a:pt x="15786" y="80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33719" y="5109108"/>
            <a:ext cx="28575" cy="80645"/>
          </a:xfrm>
          <a:custGeom>
            <a:avLst/>
            <a:gdLst/>
            <a:ahLst/>
            <a:cxnLst/>
            <a:rect l="l" t="t" r="r" b="b"/>
            <a:pathLst>
              <a:path w="28575" h="80645">
                <a:moveTo>
                  <a:pt x="15786" y="80314"/>
                </a:moveTo>
                <a:lnTo>
                  <a:pt x="12788" y="80314"/>
                </a:lnTo>
                <a:lnTo>
                  <a:pt x="9867" y="79692"/>
                </a:lnTo>
                <a:lnTo>
                  <a:pt x="0" y="66103"/>
                </a:lnTo>
                <a:lnTo>
                  <a:pt x="0" y="14211"/>
                </a:lnTo>
                <a:lnTo>
                  <a:pt x="12788" y="0"/>
                </a:lnTo>
                <a:lnTo>
                  <a:pt x="15786" y="0"/>
                </a:lnTo>
                <a:lnTo>
                  <a:pt x="28575" y="14211"/>
                </a:lnTo>
                <a:lnTo>
                  <a:pt x="28575" y="66103"/>
                </a:lnTo>
                <a:lnTo>
                  <a:pt x="15786" y="80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33430" y="1575155"/>
            <a:ext cx="125730" cy="842010"/>
          </a:xfrm>
          <a:custGeom>
            <a:avLst/>
            <a:gdLst/>
            <a:ahLst/>
            <a:cxnLst/>
            <a:rect l="l" t="t" r="r" b="b"/>
            <a:pathLst>
              <a:path w="125729" h="842010">
                <a:moveTo>
                  <a:pt x="0" y="106451"/>
                </a:moveTo>
                <a:lnTo>
                  <a:pt x="48882" y="0"/>
                </a:lnTo>
                <a:lnTo>
                  <a:pt x="91156" y="77952"/>
                </a:lnTo>
                <a:lnTo>
                  <a:pt x="68948" y="77952"/>
                </a:lnTo>
                <a:lnTo>
                  <a:pt x="34036" y="79120"/>
                </a:lnTo>
                <a:lnTo>
                  <a:pt x="34905" y="105291"/>
                </a:lnTo>
                <a:lnTo>
                  <a:pt x="0" y="106451"/>
                </a:lnTo>
                <a:close/>
              </a:path>
              <a:path w="125729" h="842010">
                <a:moveTo>
                  <a:pt x="34905" y="105291"/>
                </a:moveTo>
                <a:lnTo>
                  <a:pt x="34036" y="79120"/>
                </a:lnTo>
                <a:lnTo>
                  <a:pt x="68948" y="77952"/>
                </a:lnTo>
                <a:lnTo>
                  <a:pt x="69818" y="104131"/>
                </a:lnTo>
                <a:lnTo>
                  <a:pt x="34905" y="105291"/>
                </a:lnTo>
                <a:close/>
              </a:path>
              <a:path w="125729" h="842010">
                <a:moveTo>
                  <a:pt x="69818" y="104131"/>
                </a:moveTo>
                <a:lnTo>
                  <a:pt x="68948" y="77952"/>
                </a:lnTo>
                <a:lnTo>
                  <a:pt x="91156" y="77952"/>
                </a:lnTo>
                <a:lnTo>
                  <a:pt x="104724" y="102971"/>
                </a:lnTo>
                <a:lnTo>
                  <a:pt x="69818" y="104131"/>
                </a:lnTo>
                <a:close/>
              </a:path>
              <a:path w="125729" h="842010">
                <a:moveTo>
                  <a:pt x="55924" y="737675"/>
                </a:moveTo>
                <a:lnTo>
                  <a:pt x="34905" y="105291"/>
                </a:lnTo>
                <a:lnTo>
                  <a:pt x="69818" y="104131"/>
                </a:lnTo>
                <a:lnTo>
                  <a:pt x="90836" y="736514"/>
                </a:lnTo>
                <a:lnTo>
                  <a:pt x="55924" y="737675"/>
                </a:lnTo>
                <a:close/>
              </a:path>
              <a:path w="125729" h="842010">
                <a:moveTo>
                  <a:pt x="112646" y="763854"/>
                </a:moveTo>
                <a:lnTo>
                  <a:pt x="56794" y="763854"/>
                </a:lnTo>
                <a:lnTo>
                  <a:pt x="91706" y="762685"/>
                </a:lnTo>
                <a:lnTo>
                  <a:pt x="90836" y="736514"/>
                </a:lnTo>
                <a:lnTo>
                  <a:pt x="125729" y="735355"/>
                </a:lnTo>
                <a:lnTo>
                  <a:pt x="112646" y="763854"/>
                </a:lnTo>
                <a:close/>
              </a:path>
              <a:path w="125729" h="842010">
                <a:moveTo>
                  <a:pt x="56794" y="763854"/>
                </a:moveTo>
                <a:lnTo>
                  <a:pt x="55924" y="737675"/>
                </a:lnTo>
                <a:lnTo>
                  <a:pt x="90836" y="736514"/>
                </a:lnTo>
                <a:lnTo>
                  <a:pt x="91706" y="762685"/>
                </a:lnTo>
                <a:lnTo>
                  <a:pt x="56794" y="763854"/>
                </a:lnTo>
                <a:close/>
              </a:path>
              <a:path w="125729" h="842010">
                <a:moveTo>
                  <a:pt x="76860" y="841806"/>
                </a:moveTo>
                <a:lnTo>
                  <a:pt x="21018" y="738835"/>
                </a:lnTo>
                <a:lnTo>
                  <a:pt x="55924" y="737675"/>
                </a:lnTo>
                <a:lnTo>
                  <a:pt x="56794" y="763854"/>
                </a:lnTo>
                <a:lnTo>
                  <a:pt x="112646" y="763854"/>
                </a:lnTo>
                <a:lnTo>
                  <a:pt x="76860" y="8418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93145" y="3631984"/>
            <a:ext cx="111125" cy="388620"/>
          </a:xfrm>
          <a:custGeom>
            <a:avLst/>
            <a:gdLst/>
            <a:ahLst/>
            <a:cxnLst/>
            <a:rect l="l" t="t" r="r" b="b"/>
            <a:pathLst>
              <a:path w="111125" h="388620">
                <a:moveTo>
                  <a:pt x="0" y="106527"/>
                </a:moveTo>
                <a:lnTo>
                  <a:pt x="48729" y="0"/>
                </a:lnTo>
                <a:lnTo>
                  <a:pt x="91128" y="77939"/>
                </a:lnTo>
                <a:lnTo>
                  <a:pt x="68897" y="77939"/>
                </a:lnTo>
                <a:lnTo>
                  <a:pt x="33997" y="79146"/>
                </a:lnTo>
                <a:lnTo>
                  <a:pt x="34902" y="105321"/>
                </a:lnTo>
                <a:lnTo>
                  <a:pt x="0" y="106527"/>
                </a:lnTo>
                <a:close/>
              </a:path>
              <a:path w="111125" h="388620">
                <a:moveTo>
                  <a:pt x="34902" y="105321"/>
                </a:moveTo>
                <a:lnTo>
                  <a:pt x="33997" y="79146"/>
                </a:lnTo>
                <a:lnTo>
                  <a:pt x="68897" y="77939"/>
                </a:lnTo>
                <a:lnTo>
                  <a:pt x="69803" y="104114"/>
                </a:lnTo>
                <a:lnTo>
                  <a:pt x="34902" y="105321"/>
                </a:lnTo>
                <a:close/>
              </a:path>
              <a:path w="111125" h="388620">
                <a:moveTo>
                  <a:pt x="69803" y="104114"/>
                </a:moveTo>
                <a:lnTo>
                  <a:pt x="68897" y="77939"/>
                </a:lnTo>
                <a:lnTo>
                  <a:pt x="91128" y="77939"/>
                </a:lnTo>
                <a:lnTo>
                  <a:pt x="104711" y="102908"/>
                </a:lnTo>
                <a:lnTo>
                  <a:pt x="69803" y="104114"/>
                </a:lnTo>
                <a:close/>
              </a:path>
              <a:path w="111125" h="388620">
                <a:moveTo>
                  <a:pt x="41081" y="284099"/>
                </a:moveTo>
                <a:lnTo>
                  <a:pt x="34902" y="105321"/>
                </a:lnTo>
                <a:lnTo>
                  <a:pt x="69803" y="104114"/>
                </a:lnTo>
                <a:lnTo>
                  <a:pt x="75992" y="282892"/>
                </a:lnTo>
                <a:lnTo>
                  <a:pt x="41081" y="284099"/>
                </a:lnTo>
                <a:close/>
              </a:path>
              <a:path w="111125" h="388620">
                <a:moveTo>
                  <a:pt x="97815" y="310273"/>
                </a:moveTo>
                <a:lnTo>
                  <a:pt x="41986" y="310273"/>
                </a:lnTo>
                <a:lnTo>
                  <a:pt x="76898" y="309067"/>
                </a:lnTo>
                <a:lnTo>
                  <a:pt x="75992" y="282892"/>
                </a:lnTo>
                <a:lnTo>
                  <a:pt x="110896" y="281686"/>
                </a:lnTo>
                <a:lnTo>
                  <a:pt x="97815" y="310273"/>
                </a:lnTo>
                <a:close/>
              </a:path>
              <a:path w="111125" h="388620">
                <a:moveTo>
                  <a:pt x="41986" y="310273"/>
                </a:moveTo>
                <a:lnTo>
                  <a:pt x="41081" y="284099"/>
                </a:lnTo>
                <a:lnTo>
                  <a:pt x="75992" y="282892"/>
                </a:lnTo>
                <a:lnTo>
                  <a:pt x="76898" y="309067"/>
                </a:lnTo>
                <a:lnTo>
                  <a:pt x="41986" y="310273"/>
                </a:lnTo>
                <a:close/>
              </a:path>
              <a:path w="111125" h="388620">
                <a:moveTo>
                  <a:pt x="62153" y="388213"/>
                </a:moveTo>
                <a:lnTo>
                  <a:pt x="6184" y="285305"/>
                </a:lnTo>
                <a:lnTo>
                  <a:pt x="41081" y="284099"/>
                </a:lnTo>
                <a:lnTo>
                  <a:pt x="41986" y="310273"/>
                </a:lnTo>
                <a:lnTo>
                  <a:pt x="97815" y="310273"/>
                </a:lnTo>
                <a:lnTo>
                  <a:pt x="62153" y="3882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15167" y="4715649"/>
            <a:ext cx="104775" cy="474980"/>
          </a:xfrm>
          <a:custGeom>
            <a:avLst/>
            <a:gdLst/>
            <a:ahLst/>
            <a:cxnLst/>
            <a:rect l="l" t="t" r="r" b="b"/>
            <a:pathLst>
              <a:path w="104775" h="474979">
                <a:moveTo>
                  <a:pt x="34925" y="104775"/>
                </a:moveTo>
                <a:lnTo>
                  <a:pt x="0" y="104775"/>
                </a:lnTo>
                <a:lnTo>
                  <a:pt x="52387" y="0"/>
                </a:lnTo>
                <a:lnTo>
                  <a:pt x="91681" y="78587"/>
                </a:lnTo>
                <a:lnTo>
                  <a:pt x="34925" y="78587"/>
                </a:lnTo>
                <a:lnTo>
                  <a:pt x="34925" y="104775"/>
                </a:lnTo>
                <a:close/>
              </a:path>
              <a:path w="104775" h="474979">
                <a:moveTo>
                  <a:pt x="69850" y="396290"/>
                </a:moveTo>
                <a:lnTo>
                  <a:pt x="34925" y="396290"/>
                </a:lnTo>
                <a:lnTo>
                  <a:pt x="34925" y="78587"/>
                </a:lnTo>
                <a:lnTo>
                  <a:pt x="69850" y="78587"/>
                </a:lnTo>
                <a:lnTo>
                  <a:pt x="69850" y="396290"/>
                </a:lnTo>
                <a:close/>
              </a:path>
              <a:path w="104775" h="474979">
                <a:moveTo>
                  <a:pt x="104775" y="104775"/>
                </a:moveTo>
                <a:lnTo>
                  <a:pt x="69850" y="104775"/>
                </a:lnTo>
                <a:lnTo>
                  <a:pt x="69850" y="78587"/>
                </a:lnTo>
                <a:lnTo>
                  <a:pt x="91681" y="78587"/>
                </a:lnTo>
                <a:lnTo>
                  <a:pt x="104775" y="104775"/>
                </a:lnTo>
                <a:close/>
              </a:path>
              <a:path w="104775" h="474979">
                <a:moveTo>
                  <a:pt x="52387" y="474878"/>
                </a:moveTo>
                <a:lnTo>
                  <a:pt x="0" y="370103"/>
                </a:lnTo>
                <a:lnTo>
                  <a:pt x="34925" y="370103"/>
                </a:lnTo>
                <a:lnTo>
                  <a:pt x="34925" y="396290"/>
                </a:lnTo>
                <a:lnTo>
                  <a:pt x="91681" y="396290"/>
                </a:lnTo>
                <a:lnTo>
                  <a:pt x="52387" y="474878"/>
                </a:lnTo>
                <a:close/>
              </a:path>
              <a:path w="104775" h="474979">
                <a:moveTo>
                  <a:pt x="91681" y="396290"/>
                </a:moveTo>
                <a:lnTo>
                  <a:pt x="69850" y="396290"/>
                </a:lnTo>
                <a:lnTo>
                  <a:pt x="69850" y="370103"/>
                </a:lnTo>
                <a:lnTo>
                  <a:pt x="104775" y="370103"/>
                </a:lnTo>
                <a:lnTo>
                  <a:pt x="91681" y="396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64430" y="1592592"/>
            <a:ext cx="115570" cy="3587750"/>
          </a:xfrm>
          <a:custGeom>
            <a:avLst/>
            <a:gdLst/>
            <a:ahLst/>
            <a:cxnLst/>
            <a:rect l="l" t="t" r="r" b="b"/>
            <a:pathLst>
              <a:path w="115570" h="3587750">
                <a:moveTo>
                  <a:pt x="2552" y="102196"/>
                </a:moveTo>
                <a:lnTo>
                  <a:pt x="0" y="634"/>
                </a:lnTo>
                <a:lnTo>
                  <a:pt x="25387" y="0"/>
                </a:lnTo>
                <a:lnTo>
                  <a:pt x="27940" y="101561"/>
                </a:lnTo>
                <a:lnTo>
                  <a:pt x="2552" y="102196"/>
                </a:lnTo>
                <a:close/>
              </a:path>
              <a:path w="115570" h="3587750">
                <a:moveTo>
                  <a:pt x="7010" y="279946"/>
                </a:moveTo>
                <a:lnTo>
                  <a:pt x="4457" y="178384"/>
                </a:lnTo>
                <a:lnTo>
                  <a:pt x="29857" y="177736"/>
                </a:lnTo>
                <a:lnTo>
                  <a:pt x="32410" y="279311"/>
                </a:lnTo>
                <a:lnTo>
                  <a:pt x="7010" y="279946"/>
                </a:lnTo>
                <a:close/>
              </a:path>
              <a:path w="115570" h="3587750">
                <a:moveTo>
                  <a:pt x="11480" y="457695"/>
                </a:moveTo>
                <a:lnTo>
                  <a:pt x="8928" y="356120"/>
                </a:lnTo>
                <a:lnTo>
                  <a:pt x="34328" y="355485"/>
                </a:lnTo>
                <a:lnTo>
                  <a:pt x="36868" y="457047"/>
                </a:lnTo>
                <a:lnTo>
                  <a:pt x="11480" y="457695"/>
                </a:lnTo>
                <a:close/>
              </a:path>
              <a:path w="115570" h="3587750">
                <a:moveTo>
                  <a:pt x="15951" y="635431"/>
                </a:moveTo>
                <a:lnTo>
                  <a:pt x="13398" y="533869"/>
                </a:lnTo>
                <a:lnTo>
                  <a:pt x="38785" y="533222"/>
                </a:lnTo>
                <a:lnTo>
                  <a:pt x="41338" y="634796"/>
                </a:lnTo>
                <a:lnTo>
                  <a:pt x="15951" y="635431"/>
                </a:lnTo>
                <a:close/>
              </a:path>
              <a:path w="115570" h="3587750">
                <a:moveTo>
                  <a:pt x="20408" y="813181"/>
                </a:moveTo>
                <a:lnTo>
                  <a:pt x="17856" y="711606"/>
                </a:lnTo>
                <a:lnTo>
                  <a:pt x="43256" y="710971"/>
                </a:lnTo>
                <a:lnTo>
                  <a:pt x="45808" y="812545"/>
                </a:lnTo>
                <a:lnTo>
                  <a:pt x="20408" y="813181"/>
                </a:lnTo>
                <a:close/>
              </a:path>
              <a:path w="115570" h="3587750">
                <a:moveTo>
                  <a:pt x="24879" y="990917"/>
                </a:moveTo>
                <a:lnTo>
                  <a:pt x="22326" y="889355"/>
                </a:lnTo>
                <a:lnTo>
                  <a:pt x="47713" y="888720"/>
                </a:lnTo>
                <a:lnTo>
                  <a:pt x="50266" y="990282"/>
                </a:lnTo>
                <a:lnTo>
                  <a:pt x="24879" y="990917"/>
                </a:lnTo>
                <a:close/>
              </a:path>
              <a:path w="115570" h="3587750">
                <a:moveTo>
                  <a:pt x="29349" y="1168666"/>
                </a:moveTo>
                <a:lnTo>
                  <a:pt x="26797" y="1067092"/>
                </a:lnTo>
                <a:lnTo>
                  <a:pt x="52184" y="1066457"/>
                </a:lnTo>
                <a:lnTo>
                  <a:pt x="54737" y="1168031"/>
                </a:lnTo>
                <a:lnTo>
                  <a:pt x="29349" y="1168666"/>
                </a:lnTo>
                <a:close/>
              </a:path>
              <a:path w="115570" h="3587750">
                <a:moveTo>
                  <a:pt x="33807" y="1346403"/>
                </a:moveTo>
                <a:lnTo>
                  <a:pt x="31254" y="1244841"/>
                </a:lnTo>
                <a:lnTo>
                  <a:pt x="56654" y="1244206"/>
                </a:lnTo>
                <a:lnTo>
                  <a:pt x="59207" y="1345768"/>
                </a:lnTo>
                <a:lnTo>
                  <a:pt x="33807" y="1346403"/>
                </a:lnTo>
                <a:close/>
              </a:path>
              <a:path w="115570" h="3587750">
                <a:moveTo>
                  <a:pt x="38277" y="1524152"/>
                </a:moveTo>
                <a:lnTo>
                  <a:pt x="35725" y="1422590"/>
                </a:lnTo>
                <a:lnTo>
                  <a:pt x="61112" y="1421942"/>
                </a:lnTo>
                <a:lnTo>
                  <a:pt x="63665" y="1523517"/>
                </a:lnTo>
                <a:lnTo>
                  <a:pt x="38277" y="1524152"/>
                </a:lnTo>
                <a:close/>
              </a:path>
              <a:path w="115570" h="3587750">
                <a:moveTo>
                  <a:pt x="42748" y="1701901"/>
                </a:moveTo>
                <a:lnTo>
                  <a:pt x="40195" y="1600327"/>
                </a:lnTo>
                <a:lnTo>
                  <a:pt x="65582" y="1599691"/>
                </a:lnTo>
                <a:lnTo>
                  <a:pt x="68135" y="1701253"/>
                </a:lnTo>
                <a:lnTo>
                  <a:pt x="42748" y="1701901"/>
                </a:lnTo>
                <a:close/>
              </a:path>
              <a:path w="115570" h="3587750">
                <a:moveTo>
                  <a:pt x="47205" y="1879638"/>
                </a:moveTo>
                <a:lnTo>
                  <a:pt x="44653" y="1778076"/>
                </a:lnTo>
                <a:lnTo>
                  <a:pt x="70053" y="1777441"/>
                </a:lnTo>
                <a:lnTo>
                  <a:pt x="72605" y="1879003"/>
                </a:lnTo>
                <a:lnTo>
                  <a:pt x="47205" y="1879638"/>
                </a:lnTo>
                <a:close/>
              </a:path>
              <a:path w="115570" h="3587750">
                <a:moveTo>
                  <a:pt x="51676" y="2057387"/>
                </a:moveTo>
                <a:lnTo>
                  <a:pt x="49123" y="1955812"/>
                </a:lnTo>
                <a:lnTo>
                  <a:pt x="74510" y="1955177"/>
                </a:lnTo>
                <a:lnTo>
                  <a:pt x="77063" y="2056752"/>
                </a:lnTo>
                <a:lnTo>
                  <a:pt x="51676" y="2057387"/>
                </a:lnTo>
                <a:close/>
              </a:path>
              <a:path w="115570" h="3587750">
                <a:moveTo>
                  <a:pt x="56146" y="2235123"/>
                </a:moveTo>
                <a:lnTo>
                  <a:pt x="53594" y="2133561"/>
                </a:lnTo>
                <a:lnTo>
                  <a:pt x="78981" y="2132926"/>
                </a:lnTo>
                <a:lnTo>
                  <a:pt x="81534" y="2234488"/>
                </a:lnTo>
                <a:lnTo>
                  <a:pt x="56146" y="2235123"/>
                </a:lnTo>
                <a:close/>
              </a:path>
              <a:path w="115570" h="3587750">
                <a:moveTo>
                  <a:pt x="60604" y="2412873"/>
                </a:moveTo>
                <a:lnTo>
                  <a:pt x="58051" y="2311298"/>
                </a:lnTo>
                <a:lnTo>
                  <a:pt x="83451" y="2310663"/>
                </a:lnTo>
                <a:lnTo>
                  <a:pt x="86004" y="2412238"/>
                </a:lnTo>
                <a:lnTo>
                  <a:pt x="60604" y="2412873"/>
                </a:lnTo>
                <a:close/>
              </a:path>
              <a:path w="115570" h="3587750">
                <a:moveTo>
                  <a:pt x="65074" y="2590622"/>
                </a:moveTo>
                <a:lnTo>
                  <a:pt x="62522" y="2489047"/>
                </a:lnTo>
                <a:lnTo>
                  <a:pt x="87909" y="2488412"/>
                </a:lnTo>
                <a:lnTo>
                  <a:pt x="90462" y="2589974"/>
                </a:lnTo>
                <a:lnTo>
                  <a:pt x="65074" y="2590622"/>
                </a:lnTo>
                <a:close/>
              </a:path>
              <a:path w="115570" h="3587750">
                <a:moveTo>
                  <a:pt x="69545" y="2768358"/>
                </a:moveTo>
                <a:lnTo>
                  <a:pt x="66992" y="2666796"/>
                </a:lnTo>
                <a:lnTo>
                  <a:pt x="92379" y="2666149"/>
                </a:lnTo>
                <a:lnTo>
                  <a:pt x="94932" y="2767723"/>
                </a:lnTo>
                <a:lnTo>
                  <a:pt x="69545" y="2768358"/>
                </a:lnTo>
                <a:close/>
              </a:path>
              <a:path w="115570" h="3587750">
                <a:moveTo>
                  <a:pt x="74002" y="2946107"/>
                </a:moveTo>
                <a:lnTo>
                  <a:pt x="71450" y="2844533"/>
                </a:lnTo>
                <a:lnTo>
                  <a:pt x="96850" y="2843898"/>
                </a:lnTo>
                <a:lnTo>
                  <a:pt x="99402" y="2945460"/>
                </a:lnTo>
                <a:lnTo>
                  <a:pt x="74002" y="2946107"/>
                </a:lnTo>
                <a:close/>
              </a:path>
              <a:path w="115570" h="3587750">
                <a:moveTo>
                  <a:pt x="78473" y="3123844"/>
                </a:moveTo>
                <a:lnTo>
                  <a:pt x="75920" y="3022282"/>
                </a:lnTo>
                <a:lnTo>
                  <a:pt x="101307" y="3021647"/>
                </a:lnTo>
                <a:lnTo>
                  <a:pt x="103860" y="3123209"/>
                </a:lnTo>
                <a:lnTo>
                  <a:pt x="78473" y="3123844"/>
                </a:lnTo>
                <a:close/>
              </a:path>
              <a:path w="115570" h="3587750">
                <a:moveTo>
                  <a:pt x="82943" y="3301593"/>
                </a:moveTo>
                <a:lnTo>
                  <a:pt x="80391" y="3200018"/>
                </a:lnTo>
                <a:lnTo>
                  <a:pt x="105778" y="3199384"/>
                </a:lnTo>
                <a:lnTo>
                  <a:pt x="108331" y="3300958"/>
                </a:lnTo>
                <a:lnTo>
                  <a:pt x="82943" y="3301593"/>
                </a:lnTo>
                <a:close/>
              </a:path>
              <a:path w="115570" h="3587750">
                <a:moveTo>
                  <a:pt x="87401" y="3479330"/>
                </a:moveTo>
                <a:lnTo>
                  <a:pt x="84848" y="3377768"/>
                </a:lnTo>
                <a:lnTo>
                  <a:pt x="110248" y="3377133"/>
                </a:lnTo>
                <a:lnTo>
                  <a:pt x="112801" y="3478695"/>
                </a:lnTo>
                <a:lnTo>
                  <a:pt x="87401" y="3479330"/>
                </a:lnTo>
                <a:close/>
              </a:path>
              <a:path w="115570" h="3587750">
                <a:moveTo>
                  <a:pt x="90131" y="3587750"/>
                </a:moveTo>
                <a:lnTo>
                  <a:pt x="89319" y="3555517"/>
                </a:lnTo>
                <a:lnTo>
                  <a:pt x="114706" y="3554869"/>
                </a:lnTo>
                <a:lnTo>
                  <a:pt x="115519" y="3587102"/>
                </a:lnTo>
                <a:lnTo>
                  <a:pt x="90131" y="3587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48921" y="2453004"/>
            <a:ext cx="115570" cy="2696210"/>
          </a:xfrm>
          <a:custGeom>
            <a:avLst/>
            <a:gdLst/>
            <a:ahLst/>
            <a:cxnLst/>
            <a:rect l="l" t="t" r="r" b="b"/>
            <a:pathLst>
              <a:path w="115570" h="2696210">
                <a:moveTo>
                  <a:pt x="3390" y="102400"/>
                </a:moveTo>
                <a:lnTo>
                  <a:pt x="0" y="850"/>
                </a:lnTo>
                <a:lnTo>
                  <a:pt x="25387" y="0"/>
                </a:lnTo>
                <a:lnTo>
                  <a:pt x="28778" y="101549"/>
                </a:lnTo>
                <a:lnTo>
                  <a:pt x="3390" y="102400"/>
                </a:lnTo>
                <a:close/>
              </a:path>
              <a:path w="115570" h="2696210">
                <a:moveTo>
                  <a:pt x="9334" y="280098"/>
                </a:moveTo>
                <a:lnTo>
                  <a:pt x="5943" y="178562"/>
                </a:lnTo>
                <a:lnTo>
                  <a:pt x="31330" y="177711"/>
                </a:lnTo>
                <a:lnTo>
                  <a:pt x="34721" y="279247"/>
                </a:lnTo>
                <a:lnTo>
                  <a:pt x="9334" y="280098"/>
                </a:lnTo>
                <a:close/>
              </a:path>
              <a:path w="115570" h="2696210">
                <a:moveTo>
                  <a:pt x="15278" y="457796"/>
                </a:moveTo>
                <a:lnTo>
                  <a:pt x="11887" y="356260"/>
                </a:lnTo>
                <a:lnTo>
                  <a:pt x="37274" y="355409"/>
                </a:lnTo>
                <a:lnTo>
                  <a:pt x="40665" y="456946"/>
                </a:lnTo>
                <a:lnTo>
                  <a:pt x="15278" y="457796"/>
                </a:lnTo>
                <a:close/>
              </a:path>
              <a:path w="115570" h="2696210">
                <a:moveTo>
                  <a:pt x="21221" y="635495"/>
                </a:moveTo>
                <a:lnTo>
                  <a:pt x="17830" y="533958"/>
                </a:lnTo>
                <a:lnTo>
                  <a:pt x="43218" y="533107"/>
                </a:lnTo>
                <a:lnTo>
                  <a:pt x="46609" y="634657"/>
                </a:lnTo>
                <a:lnTo>
                  <a:pt x="21221" y="635495"/>
                </a:lnTo>
                <a:close/>
              </a:path>
              <a:path w="115570" h="2696210">
                <a:moveTo>
                  <a:pt x="27165" y="813206"/>
                </a:moveTo>
                <a:lnTo>
                  <a:pt x="23774" y="711657"/>
                </a:lnTo>
                <a:lnTo>
                  <a:pt x="49161" y="710806"/>
                </a:lnTo>
                <a:lnTo>
                  <a:pt x="52552" y="812355"/>
                </a:lnTo>
                <a:lnTo>
                  <a:pt x="27165" y="813206"/>
                </a:lnTo>
                <a:close/>
              </a:path>
              <a:path w="115570" h="2696210">
                <a:moveTo>
                  <a:pt x="33108" y="990904"/>
                </a:moveTo>
                <a:lnTo>
                  <a:pt x="29718" y="889355"/>
                </a:lnTo>
                <a:lnTo>
                  <a:pt x="55092" y="888504"/>
                </a:lnTo>
                <a:lnTo>
                  <a:pt x="58496" y="990053"/>
                </a:lnTo>
                <a:lnTo>
                  <a:pt x="33108" y="990904"/>
                </a:lnTo>
                <a:close/>
              </a:path>
              <a:path w="115570" h="2696210">
                <a:moveTo>
                  <a:pt x="39052" y="1168603"/>
                </a:moveTo>
                <a:lnTo>
                  <a:pt x="35661" y="1067054"/>
                </a:lnTo>
                <a:lnTo>
                  <a:pt x="61036" y="1066215"/>
                </a:lnTo>
                <a:lnTo>
                  <a:pt x="64439" y="1167752"/>
                </a:lnTo>
                <a:lnTo>
                  <a:pt x="39052" y="1168603"/>
                </a:lnTo>
                <a:close/>
              </a:path>
              <a:path w="115570" h="2696210">
                <a:moveTo>
                  <a:pt x="44996" y="1346301"/>
                </a:moveTo>
                <a:lnTo>
                  <a:pt x="41592" y="1244765"/>
                </a:lnTo>
                <a:lnTo>
                  <a:pt x="66979" y="1243914"/>
                </a:lnTo>
                <a:lnTo>
                  <a:pt x="70383" y="1345450"/>
                </a:lnTo>
                <a:lnTo>
                  <a:pt x="44996" y="1346301"/>
                </a:lnTo>
                <a:close/>
              </a:path>
              <a:path w="115570" h="2696210">
                <a:moveTo>
                  <a:pt x="50939" y="1524000"/>
                </a:moveTo>
                <a:lnTo>
                  <a:pt x="47536" y="1422463"/>
                </a:lnTo>
                <a:lnTo>
                  <a:pt x="72923" y="1421612"/>
                </a:lnTo>
                <a:lnTo>
                  <a:pt x="76326" y="1523149"/>
                </a:lnTo>
                <a:lnTo>
                  <a:pt x="50939" y="1524000"/>
                </a:lnTo>
                <a:close/>
              </a:path>
              <a:path w="115570" h="2696210">
                <a:moveTo>
                  <a:pt x="56883" y="1701698"/>
                </a:moveTo>
                <a:lnTo>
                  <a:pt x="53479" y="1600161"/>
                </a:lnTo>
                <a:lnTo>
                  <a:pt x="78866" y="1599311"/>
                </a:lnTo>
                <a:lnTo>
                  <a:pt x="82270" y="1700860"/>
                </a:lnTo>
                <a:lnTo>
                  <a:pt x="56883" y="1701698"/>
                </a:lnTo>
                <a:close/>
              </a:path>
              <a:path w="115570" h="2696210">
                <a:moveTo>
                  <a:pt x="62826" y="1879409"/>
                </a:moveTo>
                <a:lnTo>
                  <a:pt x="59423" y="1777860"/>
                </a:lnTo>
                <a:lnTo>
                  <a:pt x="84810" y="1777009"/>
                </a:lnTo>
                <a:lnTo>
                  <a:pt x="88214" y="1878558"/>
                </a:lnTo>
                <a:lnTo>
                  <a:pt x="62826" y="1879409"/>
                </a:lnTo>
                <a:close/>
              </a:path>
              <a:path w="115570" h="2696210">
                <a:moveTo>
                  <a:pt x="68770" y="2057107"/>
                </a:moveTo>
                <a:lnTo>
                  <a:pt x="65366" y="1955558"/>
                </a:lnTo>
                <a:lnTo>
                  <a:pt x="90754" y="1954707"/>
                </a:lnTo>
                <a:lnTo>
                  <a:pt x="94157" y="2056257"/>
                </a:lnTo>
                <a:lnTo>
                  <a:pt x="68770" y="2057107"/>
                </a:lnTo>
                <a:close/>
              </a:path>
              <a:path w="115570" h="2696210">
                <a:moveTo>
                  <a:pt x="74714" y="2234806"/>
                </a:moveTo>
                <a:lnTo>
                  <a:pt x="71310" y="2133257"/>
                </a:lnTo>
                <a:lnTo>
                  <a:pt x="96697" y="2132418"/>
                </a:lnTo>
                <a:lnTo>
                  <a:pt x="100088" y="2233955"/>
                </a:lnTo>
                <a:lnTo>
                  <a:pt x="74714" y="2234806"/>
                </a:lnTo>
                <a:close/>
              </a:path>
              <a:path w="115570" h="2696210">
                <a:moveTo>
                  <a:pt x="80645" y="2412504"/>
                </a:moveTo>
                <a:lnTo>
                  <a:pt x="77254" y="2310968"/>
                </a:lnTo>
                <a:lnTo>
                  <a:pt x="102641" y="2310117"/>
                </a:lnTo>
                <a:lnTo>
                  <a:pt x="106032" y="2411653"/>
                </a:lnTo>
                <a:lnTo>
                  <a:pt x="80645" y="2412504"/>
                </a:lnTo>
                <a:close/>
              </a:path>
              <a:path w="115570" h="2696210">
                <a:moveTo>
                  <a:pt x="86588" y="2590203"/>
                </a:moveTo>
                <a:lnTo>
                  <a:pt x="83197" y="2488666"/>
                </a:lnTo>
                <a:lnTo>
                  <a:pt x="108585" y="2487815"/>
                </a:lnTo>
                <a:lnTo>
                  <a:pt x="111975" y="2589352"/>
                </a:lnTo>
                <a:lnTo>
                  <a:pt x="86588" y="2590203"/>
                </a:lnTo>
                <a:close/>
              </a:path>
              <a:path w="115570" h="2696210">
                <a:moveTo>
                  <a:pt x="90131" y="2695905"/>
                </a:moveTo>
                <a:lnTo>
                  <a:pt x="89141" y="2666365"/>
                </a:lnTo>
                <a:lnTo>
                  <a:pt x="114528" y="2665514"/>
                </a:lnTo>
                <a:lnTo>
                  <a:pt x="115519" y="2695054"/>
                </a:lnTo>
                <a:lnTo>
                  <a:pt x="90131" y="2695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39343" y="2432215"/>
            <a:ext cx="130810" cy="3232785"/>
          </a:xfrm>
          <a:custGeom>
            <a:avLst/>
            <a:gdLst/>
            <a:ahLst/>
            <a:cxnLst/>
            <a:rect l="l" t="t" r="r" b="b"/>
            <a:pathLst>
              <a:path w="130809" h="3232785">
                <a:moveTo>
                  <a:pt x="3301" y="102361"/>
                </a:moveTo>
                <a:lnTo>
                  <a:pt x="0" y="825"/>
                </a:lnTo>
                <a:lnTo>
                  <a:pt x="25387" y="0"/>
                </a:lnTo>
                <a:lnTo>
                  <a:pt x="28689" y="101536"/>
                </a:lnTo>
                <a:lnTo>
                  <a:pt x="3301" y="102361"/>
                </a:lnTo>
                <a:close/>
              </a:path>
              <a:path w="130809" h="3232785">
                <a:moveTo>
                  <a:pt x="9080" y="280073"/>
                </a:moveTo>
                <a:lnTo>
                  <a:pt x="5778" y="178523"/>
                </a:lnTo>
                <a:lnTo>
                  <a:pt x="31165" y="177698"/>
                </a:lnTo>
                <a:lnTo>
                  <a:pt x="34467" y="279247"/>
                </a:lnTo>
                <a:lnTo>
                  <a:pt x="9080" y="280073"/>
                </a:lnTo>
                <a:close/>
              </a:path>
              <a:path w="130809" h="3232785">
                <a:moveTo>
                  <a:pt x="14846" y="457784"/>
                </a:moveTo>
                <a:lnTo>
                  <a:pt x="11556" y="356234"/>
                </a:lnTo>
                <a:lnTo>
                  <a:pt x="36944" y="355409"/>
                </a:lnTo>
                <a:lnTo>
                  <a:pt x="40233" y="456958"/>
                </a:lnTo>
                <a:lnTo>
                  <a:pt x="14846" y="457784"/>
                </a:lnTo>
                <a:close/>
              </a:path>
              <a:path w="130809" h="3232785">
                <a:moveTo>
                  <a:pt x="20624" y="635482"/>
                </a:moveTo>
                <a:lnTo>
                  <a:pt x="17322" y="533933"/>
                </a:lnTo>
                <a:lnTo>
                  <a:pt x="42710" y="533107"/>
                </a:lnTo>
                <a:lnTo>
                  <a:pt x="46012" y="634657"/>
                </a:lnTo>
                <a:lnTo>
                  <a:pt x="20624" y="635482"/>
                </a:lnTo>
                <a:close/>
              </a:path>
              <a:path w="130809" h="3232785">
                <a:moveTo>
                  <a:pt x="26403" y="813193"/>
                </a:moveTo>
                <a:lnTo>
                  <a:pt x="23101" y="711644"/>
                </a:lnTo>
                <a:lnTo>
                  <a:pt x="48488" y="710818"/>
                </a:lnTo>
                <a:lnTo>
                  <a:pt x="51790" y="812368"/>
                </a:lnTo>
                <a:lnTo>
                  <a:pt x="26403" y="813193"/>
                </a:lnTo>
                <a:close/>
              </a:path>
              <a:path w="130809" h="3232785">
                <a:moveTo>
                  <a:pt x="32169" y="990892"/>
                </a:moveTo>
                <a:lnTo>
                  <a:pt x="28867" y="889355"/>
                </a:lnTo>
                <a:lnTo>
                  <a:pt x="54254" y="888530"/>
                </a:lnTo>
                <a:lnTo>
                  <a:pt x="57556" y="990066"/>
                </a:lnTo>
                <a:lnTo>
                  <a:pt x="32169" y="990892"/>
                </a:lnTo>
                <a:close/>
              </a:path>
              <a:path w="130809" h="3232785">
                <a:moveTo>
                  <a:pt x="37947" y="1168603"/>
                </a:moveTo>
                <a:lnTo>
                  <a:pt x="34645" y="1067053"/>
                </a:lnTo>
                <a:lnTo>
                  <a:pt x="60032" y="1066228"/>
                </a:lnTo>
                <a:lnTo>
                  <a:pt x="63334" y="1167777"/>
                </a:lnTo>
                <a:lnTo>
                  <a:pt x="37947" y="1168603"/>
                </a:lnTo>
                <a:close/>
              </a:path>
              <a:path w="130809" h="3232785">
                <a:moveTo>
                  <a:pt x="43713" y="1346314"/>
                </a:moveTo>
                <a:lnTo>
                  <a:pt x="40424" y="1244765"/>
                </a:lnTo>
                <a:lnTo>
                  <a:pt x="65811" y="1243939"/>
                </a:lnTo>
                <a:lnTo>
                  <a:pt x="69100" y="1345488"/>
                </a:lnTo>
                <a:lnTo>
                  <a:pt x="43713" y="1346314"/>
                </a:lnTo>
                <a:close/>
              </a:path>
              <a:path w="130809" h="3232785">
                <a:moveTo>
                  <a:pt x="49491" y="1524012"/>
                </a:moveTo>
                <a:lnTo>
                  <a:pt x="46189" y="1422476"/>
                </a:lnTo>
                <a:lnTo>
                  <a:pt x="71577" y="1421650"/>
                </a:lnTo>
                <a:lnTo>
                  <a:pt x="74879" y="1523187"/>
                </a:lnTo>
                <a:lnTo>
                  <a:pt x="49491" y="1524012"/>
                </a:lnTo>
                <a:close/>
              </a:path>
              <a:path w="130809" h="3232785">
                <a:moveTo>
                  <a:pt x="55270" y="1701723"/>
                </a:moveTo>
                <a:lnTo>
                  <a:pt x="51968" y="1600174"/>
                </a:lnTo>
                <a:lnTo>
                  <a:pt x="77355" y="1599349"/>
                </a:lnTo>
                <a:lnTo>
                  <a:pt x="80657" y="1700898"/>
                </a:lnTo>
                <a:lnTo>
                  <a:pt x="55270" y="1701723"/>
                </a:lnTo>
                <a:close/>
              </a:path>
              <a:path w="130809" h="3232785">
                <a:moveTo>
                  <a:pt x="61036" y="1879434"/>
                </a:moveTo>
                <a:lnTo>
                  <a:pt x="57734" y="1777885"/>
                </a:lnTo>
                <a:lnTo>
                  <a:pt x="83121" y="1777060"/>
                </a:lnTo>
                <a:lnTo>
                  <a:pt x="86423" y="1878609"/>
                </a:lnTo>
                <a:lnTo>
                  <a:pt x="61036" y="1879434"/>
                </a:lnTo>
                <a:close/>
              </a:path>
              <a:path w="130809" h="3232785">
                <a:moveTo>
                  <a:pt x="66814" y="2057133"/>
                </a:moveTo>
                <a:lnTo>
                  <a:pt x="63512" y="1955584"/>
                </a:lnTo>
                <a:lnTo>
                  <a:pt x="88900" y="1954758"/>
                </a:lnTo>
                <a:lnTo>
                  <a:pt x="92201" y="2056307"/>
                </a:lnTo>
                <a:lnTo>
                  <a:pt x="66814" y="2057133"/>
                </a:lnTo>
                <a:close/>
              </a:path>
              <a:path w="130809" h="3232785">
                <a:moveTo>
                  <a:pt x="72580" y="2234844"/>
                </a:moveTo>
                <a:lnTo>
                  <a:pt x="69291" y="2133295"/>
                </a:lnTo>
                <a:lnTo>
                  <a:pt x="94678" y="2132469"/>
                </a:lnTo>
                <a:lnTo>
                  <a:pt x="97967" y="2234018"/>
                </a:lnTo>
                <a:lnTo>
                  <a:pt x="72580" y="2234844"/>
                </a:lnTo>
                <a:close/>
              </a:path>
              <a:path w="130809" h="3232785">
                <a:moveTo>
                  <a:pt x="78358" y="2412542"/>
                </a:moveTo>
                <a:lnTo>
                  <a:pt x="75056" y="2311006"/>
                </a:lnTo>
                <a:lnTo>
                  <a:pt x="100444" y="2310180"/>
                </a:lnTo>
                <a:lnTo>
                  <a:pt x="103746" y="2411717"/>
                </a:lnTo>
                <a:lnTo>
                  <a:pt x="78358" y="2412542"/>
                </a:lnTo>
                <a:close/>
              </a:path>
              <a:path w="130809" h="3232785">
                <a:moveTo>
                  <a:pt x="84137" y="2590253"/>
                </a:moveTo>
                <a:lnTo>
                  <a:pt x="80835" y="2488704"/>
                </a:lnTo>
                <a:lnTo>
                  <a:pt x="106222" y="2487879"/>
                </a:lnTo>
                <a:lnTo>
                  <a:pt x="109512" y="2589428"/>
                </a:lnTo>
                <a:lnTo>
                  <a:pt x="84137" y="2590253"/>
                </a:lnTo>
                <a:close/>
              </a:path>
              <a:path w="130809" h="3232785">
                <a:moveTo>
                  <a:pt x="89903" y="2767965"/>
                </a:moveTo>
                <a:lnTo>
                  <a:pt x="86601" y="2666415"/>
                </a:lnTo>
                <a:lnTo>
                  <a:pt x="111988" y="2665590"/>
                </a:lnTo>
                <a:lnTo>
                  <a:pt x="115290" y="2767139"/>
                </a:lnTo>
                <a:lnTo>
                  <a:pt x="89903" y="2767965"/>
                </a:lnTo>
                <a:close/>
              </a:path>
              <a:path w="130809" h="3232785">
                <a:moveTo>
                  <a:pt x="95681" y="2945663"/>
                </a:moveTo>
                <a:lnTo>
                  <a:pt x="92379" y="2844114"/>
                </a:lnTo>
                <a:lnTo>
                  <a:pt x="117767" y="2843301"/>
                </a:lnTo>
                <a:lnTo>
                  <a:pt x="121069" y="2944837"/>
                </a:lnTo>
                <a:lnTo>
                  <a:pt x="95681" y="2945663"/>
                </a:lnTo>
                <a:close/>
              </a:path>
              <a:path w="130809" h="3232785">
                <a:moveTo>
                  <a:pt x="101447" y="3123374"/>
                </a:moveTo>
                <a:lnTo>
                  <a:pt x="98158" y="3021825"/>
                </a:lnTo>
                <a:lnTo>
                  <a:pt x="123532" y="3020999"/>
                </a:lnTo>
                <a:lnTo>
                  <a:pt x="126834" y="3122548"/>
                </a:lnTo>
                <a:lnTo>
                  <a:pt x="101447" y="3123374"/>
                </a:lnTo>
                <a:close/>
              </a:path>
              <a:path w="130809" h="3232785">
                <a:moveTo>
                  <a:pt x="104990" y="3232378"/>
                </a:moveTo>
                <a:lnTo>
                  <a:pt x="103924" y="3199536"/>
                </a:lnTo>
                <a:lnTo>
                  <a:pt x="129311" y="3198710"/>
                </a:lnTo>
                <a:lnTo>
                  <a:pt x="130378" y="3231553"/>
                </a:lnTo>
                <a:lnTo>
                  <a:pt x="104990" y="3232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330082" y="2386101"/>
            <a:ext cx="99695" cy="2768600"/>
          </a:xfrm>
          <a:custGeom>
            <a:avLst/>
            <a:gdLst/>
            <a:ahLst/>
            <a:cxnLst/>
            <a:rect l="l" t="t" r="r" b="b"/>
            <a:pathLst>
              <a:path w="99695" h="2768600">
                <a:moveTo>
                  <a:pt x="2705" y="102234"/>
                </a:moveTo>
                <a:lnTo>
                  <a:pt x="0" y="673"/>
                </a:lnTo>
                <a:lnTo>
                  <a:pt x="25387" y="0"/>
                </a:lnTo>
                <a:lnTo>
                  <a:pt x="28092" y="101561"/>
                </a:lnTo>
                <a:lnTo>
                  <a:pt x="2705" y="102234"/>
                </a:lnTo>
                <a:close/>
              </a:path>
              <a:path w="99695" h="2768600">
                <a:moveTo>
                  <a:pt x="7454" y="279971"/>
                </a:moveTo>
                <a:lnTo>
                  <a:pt x="4737" y="178409"/>
                </a:lnTo>
                <a:lnTo>
                  <a:pt x="30137" y="177736"/>
                </a:lnTo>
                <a:lnTo>
                  <a:pt x="32842" y="279298"/>
                </a:lnTo>
                <a:lnTo>
                  <a:pt x="7454" y="279971"/>
                </a:lnTo>
                <a:close/>
              </a:path>
              <a:path w="99695" h="2768600">
                <a:moveTo>
                  <a:pt x="12191" y="457707"/>
                </a:moveTo>
                <a:lnTo>
                  <a:pt x="9486" y="356146"/>
                </a:lnTo>
                <a:lnTo>
                  <a:pt x="34874" y="355473"/>
                </a:lnTo>
                <a:lnTo>
                  <a:pt x="37579" y="457034"/>
                </a:lnTo>
                <a:lnTo>
                  <a:pt x="12191" y="457707"/>
                </a:lnTo>
                <a:close/>
              </a:path>
              <a:path w="99695" h="2768600">
                <a:moveTo>
                  <a:pt x="16941" y="635444"/>
                </a:moveTo>
                <a:lnTo>
                  <a:pt x="14224" y="533882"/>
                </a:lnTo>
                <a:lnTo>
                  <a:pt x="39611" y="533209"/>
                </a:lnTo>
                <a:lnTo>
                  <a:pt x="42329" y="634771"/>
                </a:lnTo>
                <a:lnTo>
                  <a:pt x="16941" y="635444"/>
                </a:lnTo>
                <a:close/>
              </a:path>
              <a:path w="99695" h="2768600">
                <a:moveTo>
                  <a:pt x="21678" y="813181"/>
                </a:moveTo>
                <a:lnTo>
                  <a:pt x="18973" y="711619"/>
                </a:lnTo>
                <a:lnTo>
                  <a:pt x="44361" y="710945"/>
                </a:lnTo>
                <a:lnTo>
                  <a:pt x="47066" y="812507"/>
                </a:lnTo>
                <a:lnTo>
                  <a:pt x="21678" y="813181"/>
                </a:lnTo>
                <a:close/>
              </a:path>
              <a:path w="99695" h="2768600">
                <a:moveTo>
                  <a:pt x="26428" y="990930"/>
                </a:moveTo>
                <a:lnTo>
                  <a:pt x="23710" y="889355"/>
                </a:lnTo>
                <a:lnTo>
                  <a:pt x="49110" y="888682"/>
                </a:lnTo>
                <a:lnTo>
                  <a:pt x="51815" y="990244"/>
                </a:lnTo>
                <a:lnTo>
                  <a:pt x="26428" y="990930"/>
                </a:lnTo>
                <a:close/>
              </a:path>
              <a:path w="99695" h="2768600">
                <a:moveTo>
                  <a:pt x="31165" y="1168666"/>
                </a:moveTo>
                <a:lnTo>
                  <a:pt x="28460" y="1067092"/>
                </a:lnTo>
                <a:lnTo>
                  <a:pt x="53848" y="1066418"/>
                </a:lnTo>
                <a:lnTo>
                  <a:pt x="56553" y="1167980"/>
                </a:lnTo>
                <a:lnTo>
                  <a:pt x="31165" y="1168666"/>
                </a:lnTo>
                <a:close/>
              </a:path>
              <a:path w="99695" h="2768600">
                <a:moveTo>
                  <a:pt x="35915" y="1346403"/>
                </a:moveTo>
                <a:lnTo>
                  <a:pt x="33197" y="1244828"/>
                </a:lnTo>
                <a:lnTo>
                  <a:pt x="58597" y="1244155"/>
                </a:lnTo>
                <a:lnTo>
                  <a:pt x="61302" y="1345717"/>
                </a:lnTo>
                <a:lnTo>
                  <a:pt x="35915" y="1346403"/>
                </a:lnTo>
                <a:close/>
              </a:path>
              <a:path w="99695" h="2768600">
                <a:moveTo>
                  <a:pt x="40652" y="1524139"/>
                </a:moveTo>
                <a:lnTo>
                  <a:pt x="37947" y="1422565"/>
                </a:lnTo>
                <a:lnTo>
                  <a:pt x="63334" y="1421891"/>
                </a:lnTo>
                <a:lnTo>
                  <a:pt x="66039" y="1523453"/>
                </a:lnTo>
                <a:lnTo>
                  <a:pt x="40652" y="1524139"/>
                </a:lnTo>
                <a:close/>
              </a:path>
              <a:path w="99695" h="2768600">
                <a:moveTo>
                  <a:pt x="45402" y="1701876"/>
                </a:moveTo>
                <a:lnTo>
                  <a:pt x="42684" y="1600301"/>
                </a:lnTo>
                <a:lnTo>
                  <a:pt x="68072" y="1599628"/>
                </a:lnTo>
                <a:lnTo>
                  <a:pt x="70789" y="1701190"/>
                </a:lnTo>
                <a:lnTo>
                  <a:pt x="45402" y="1701876"/>
                </a:lnTo>
                <a:close/>
              </a:path>
              <a:path w="99695" h="2768600">
                <a:moveTo>
                  <a:pt x="50139" y="1879612"/>
                </a:moveTo>
                <a:lnTo>
                  <a:pt x="47434" y="1778038"/>
                </a:lnTo>
                <a:lnTo>
                  <a:pt x="72821" y="1777364"/>
                </a:lnTo>
                <a:lnTo>
                  <a:pt x="75526" y="1878926"/>
                </a:lnTo>
                <a:lnTo>
                  <a:pt x="50139" y="1879612"/>
                </a:lnTo>
                <a:close/>
              </a:path>
              <a:path w="99695" h="2768600">
                <a:moveTo>
                  <a:pt x="54889" y="2057349"/>
                </a:moveTo>
                <a:lnTo>
                  <a:pt x="52171" y="1955774"/>
                </a:lnTo>
                <a:lnTo>
                  <a:pt x="77558" y="1955101"/>
                </a:lnTo>
                <a:lnTo>
                  <a:pt x="80276" y="2056663"/>
                </a:lnTo>
                <a:lnTo>
                  <a:pt x="54889" y="2057349"/>
                </a:lnTo>
                <a:close/>
              </a:path>
              <a:path w="99695" h="2768600">
                <a:moveTo>
                  <a:pt x="59626" y="2235085"/>
                </a:moveTo>
                <a:lnTo>
                  <a:pt x="56921" y="2133511"/>
                </a:lnTo>
                <a:lnTo>
                  <a:pt x="82308" y="2132838"/>
                </a:lnTo>
                <a:lnTo>
                  <a:pt x="85013" y="2234399"/>
                </a:lnTo>
                <a:lnTo>
                  <a:pt x="59626" y="2235085"/>
                </a:lnTo>
                <a:close/>
              </a:path>
              <a:path w="99695" h="2768600">
                <a:moveTo>
                  <a:pt x="64376" y="2412822"/>
                </a:moveTo>
                <a:lnTo>
                  <a:pt x="61658" y="2311247"/>
                </a:lnTo>
                <a:lnTo>
                  <a:pt x="87045" y="2310574"/>
                </a:lnTo>
                <a:lnTo>
                  <a:pt x="89763" y="2412136"/>
                </a:lnTo>
                <a:lnTo>
                  <a:pt x="64376" y="2412822"/>
                </a:lnTo>
                <a:close/>
              </a:path>
              <a:path w="99695" h="2768600">
                <a:moveTo>
                  <a:pt x="69113" y="2590558"/>
                </a:moveTo>
                <a:lnTo>
                  <a:pt x="66408" y="2488984"/>
                </a:lnTo>
                <a:lnTo>
                  <a:pt x="91795" y="2488311"/>
                </a:lnTo>
                <a:lnTo>
                  <a:pt x="94500" y="2589872"/>
                </a:lnTo>
                <a:lnTo>
                  <a:pt x="69113" y="2590558"/>
                </a:lnTo>
                <a:close/>
              </a:path>
              <a:path w="99695" h="2768600">
                <a:moveTo>
                  <a:pt x="73863" y="2768295"/>
                </a:moveTo>
                <a:lnTo>
                  <a:pt x="71145" y="2666733"/>
                </a:lnTo>
                <a:lnTo>
                  <a:pt x="96532" y="2666047"/>
                </a:lnTo>
                <a:lnTo>
                  <a:pt x="99250" y="2767609"/>
                </a:lnTo>
                <a:lnTo>
                  <a:pt x="73863" y="27682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4311" y="984503"/>
            <a:ext cx="8958072" cy="5039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939" y="2246540"/>
            <a:ext cx="15944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Times New Roman"/>
                <a:cs typeface="Times New Roman"/>
              </a:rPr>
              <a:t>(1)</a:t>
            </a:r>
            <a:r>
              <a:rPr dirty="0" sz="2000" b="1">
                <a:latin typeface="华文楷体"/>
                <a:cs typeface="华文楷体"/>
              </a:rPr>
              <a:t>正弦交流电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4612" y="2231872"/>
            <a:ext cx="14033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Times New Roman"/>
                <a:cs typeface="Times New Roman"/>
              </a:rPr>
              <a:t>(2)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华文楷体"/>
                <a:cs typeface="华文楷体"/>
              </a:rPr>
              <a:t>矩形脉冲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9774" y="2226462"/>
            <a:ext cx="11487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Times New Roman"/>
                <a:cs typeface="Times New Roman"/>
              </a:rPr>
              <a:t>(3)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华文楷体"/>
                <a:cs typeface="华文楷体"/>
              </a:rPr>
              <a:t>锯齿波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4608" y="3032760"/>
            <a:ext cx="2225040" cy="2072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56432" y="3032760"/>
            <a:ext cx="2025395" cy="2097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57088" y="3032760"/>
            <a:ext cx="2025395" cy="20695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45309" y="199212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82852" y="172212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1" y="0"/>
                </a:lnTo>
                <a:lnTo>
                  <a:pt x="362711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82495" y="194462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05888" y="1439659"/>
            <a:ext cx="25139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交变电流的种</a:t>
            </a:r>
            <a:r>
              <a:rPr dirty="0" sz="2800" spc="-5">
                <a:latin typeface="黑体"/>
                <a:cs typeface="黑体"/>
              </a:rPr>
              <a:t>类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939" y="2246540"/>
            <a:ext cx="15944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Times New Roman"/>
                <a:cs typeface="Times New Roman"/>
              </a:rPr>
              <a:t>(1)</a:t>
            </a:r>
            <a:r>
              <a:rPr dirty="0" sz="2000" b="1">
                <a:latin typeface="华文楷体"/>
                <a:cs typeface="华文楷体"/>
              </a:rPr>
              <a:t>正弦交流电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4612" y="2231872"/>
            <a:ext cx="14033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Times New Roman"/>
                <a:cs typeface="Times New Roman"/>
              </a:rPr>
              <a:t>(2)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华文楷体"/>
                <a:cs typeface="华文楷体"/>
              </a:rPr>
              <a:t>矩形脉冲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9774" y="2226462"/>
            <a:ext cx="11487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Times New Roman"/>
                <a:cs typeface="Times New Roman"/>
              </a:rPr>
              <a:t>(3)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华文楷体"/>
                <a:cs typeface="华文楷体"/>
              </a:rPr>
              <a:t>锯齿波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45309" y="199212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82852" y="1722120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1" y="0"/>
                </a:lnTo>
                <a:lnTo>
                  <a:pt x="362711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82495" y="194462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4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05888" y="1439659"/>
            <a:ext cx="25139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交变电流的种</a:t>
            </a:r>
            <a:r>
              <a:rPr dirty="0" sz="2800" spc="-5">
                <a:latin typeface="黑体"/>
                <a:cs typeface="黑体"/>
              </a:rPr>
              <a:t>类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0952" y="2775204"/>
            <a:ext cx="5439156" cy="30601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13111" y="205186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80166" y="1520456"/>
            <a:ext cx="25139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二、交流发电</a:t>
            </a:r>
            <a:r>
              <a:rPr dirty="0" sz="2800" spc="-5">
                <a:latin typeface="黑体"/>
                <a:cs typeface="黑体"/>
              </a:rPr>
              <a:t>机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50464" y="1781555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50107" y="200558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/>
              <a:t>组成</a:t>
            </a:r>
            <a:r>
              <a:rPr dirty="0" spc="-5"/>
              <a:t>：</a:t>
            </a: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/>
              <a:t>①用来产生感应电动势的</a:t>
            </a:r>
            <a:r>
              <a:rPr dirty="0">
                <a:solidFill>
                  <a:srgbClr val="FF0000"/>
                </a:solidFill>
              </a:rPr>
              <a:t>线圈</a:t>
            </a:r>
            <a:r>
              <a:rPr dirty="0"/>
              <a:t>（叫电枢</a:t>
            </a:r>
            <a:r>
              <a:rPr dirty="0" spc="-5"/>
              <a:t>）</a:t>
            </a: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/>
              <a:t>②用来产生磁场的</a:t>
            </a:r>
            <a:r>
              <a:rPr dirty="0">
                <a:solidFill>
                  <a:srgbClr val="FF0000"/>
                </a:solidFill>
              </a:rPr>
              <a:t>磁</a:t>
            </a:r>
            <a:r>
              <a:rPr dirty="0" spc="-5">
                <a:solidFill>
                  <a:srgbClr val="FF0000"/>
                </a:solidFill>
              </a:rPr>
              <a:t>极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96539" y="3782745"/>
          <a:ext cx="380428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0700"/>
                <a:gridCol w="997585"/>
                <a:gridCol w="1016000"/>
              </a:tblGrid>
              <a:tr h="623570">
                <a:tc>
                  <a:txBody>
                    <a:bodyPr/>
                    <a:lstStyle/>
                    <a:p>
                      <a:pPr algn="ctr" marL="2413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基本类型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29539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转子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29539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定子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29539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473024"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00" b="1">
                          <a:latin typeface="华文楷体"/>
                          <a:cs typeface="华文楷体"/>
                        </a:rPr>
                        <a:t>旋转电枢式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53975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00" b="1">
                          <a:latin typeface="华文楷体"/>
                          <a:cs typeface="华文楷体"/>
                        </a:rPr>
                        <a:t>线圈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53975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00" b="1">
                          <a:latin typeface="华文楷体"/>
                          <a:cs typeface="华文楷体"/>
                        </a:rPr>
                        <a:t>磁极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53975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</a:tr>
              <a:tr h="732205"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2000" b="1">
                          <a:latin typeface="华文楷体"/>
                          <a:cs typeface="华文楷体"/>
                        </a:rPr>
                        <a:t>旋转磁极式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83515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2000" b="1">
                          <a:latin typeface="华文楷体"/>
                          <a:cs typeface="华文楷体"/>
                        </a:rPr>
                        <a:t>磁极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83515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2000" b="1">
                          <a:latin typeface="华文楷体"/>
                          <a:cs typeface="华文楷体"/>
                        </a:rPr>
                        <a:t>线圈</a:t>
                      </a:r>
                      <a:endParaRPr sz="2000">
                        <a:latin typeface="华文楷体"/>
                        <a:cs typeface="华文楷体"/>
                      </a:endParaRPr>
                    </a:p>
                  </a:txBody>
                  <a:tcPr marL="0" marR="0" marB="0" marT="183515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6600443" y="3304032"/>
            <a:ext cx="2404872" cy="2319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31580" y="205186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98622" y="1520456"/>
            <a:ext cx="25139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二、交流发电</a:t>
            </a:r>
            <a:r>
              <a:rPr dirty="0" sz="2800" spc="-5">
                <a:latin typeface="黑体"/>
                <a:cs typeface="黑体"/>
              </a:rPr>
              <a:t>机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68196" y="1781555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67839" y="20055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56537" y="2124887"/>
            <a:ext cx="8882380" cy="276860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0499"/>
              </a:lnSpc>
              <a:spcBef>
                <a:spcPts val="85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旋转电枢式发电机</a:t>
            </a:r>
            <a:r>
              <a:rPr dirty="0" sz="2400" b="1">
                <a:latin typeface="华文楷体"/>
                <a:cs typeface="华文楷体"/>
              </a:rPr>
              <a:t>转子产生的电流，必须经过裸露的滑环和电刷</a:t>
            </a:r>
            <a:r>
              <a:rPr dirty="0" sz="2400" spc="-5" b="1">
                <a:latin typeface="华文楷体"/>
                <a:cs typeface="华文楷体"/>
              </a:rPr>
              <a:t>引 </a:t>
            </a:r>
            <a:r>
              <a:rPr dirty="0" sz="2400" b="1">
                <a:latin typeface="华文楷体"/>
                <a:cs typeface="华文楷体"/>
              </a:rPr>
              <a:t>到外电路，如果电压很高，可能发生火花放电，滑环和电刷很快</a:t>
            </a:r>
            <a:r>
              <a:rPr dirty="0" sz="2400" spc="-5" b="1">
                <a:latin typeface="华文楷体"/>
                <a:cs typeface="华文楷体"/>
              </a:rPr>
              <a:t>会 </a:t>
            </a:r>
            <a:r>
              <a:rPr dirty="0" sz="2400" b="1">
                <a:latin typeface="华文楷体"/>
                <a:cs typeface="华文楷体"/>
              </a:rPr>
              <a:t>烧坏。同时，转动的电枢无法做得很大，线圈匝数也不可能很多</a:t>
            </a:r>
            <a:r>
              <a:rPr dirty="0" sz="2400" spc="-5" b="1">
                <a:latin typeface="华文楷体"/>
                <a:cs typeface="华文楷体"/>
              </a:rPr>
              <a:t>， </a:t>
            </a:r>
            <a:r>
              <a:rPr dirty="0" sz="2400" b="1">
                <a:latin typeface="华文楷体"/>
                <a:cs typeface="华文楷体"/>
              </a:rPr>
              <a:t>所以产生</a:t>
            </a:r>
            <a:r>
              <a:rPr dirty="0" sz="2400" spc="-5" b="1">
                <a:latin typeface="华文楷体"/>
                <a:cs typeface="华文楷体"/>
              </a:rPr>
              <a:t>的 </a:t>
            </a:r>
            <a:r>
              <a:rPr dirty="0" sz="2400" b="1">
                <a:latin typeface="华文楷体"/>
                <a:cs typeface="华文楷体"/>
              </a:rPr>
              <a:t>感应电动势也不能很高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00000"/>
              </a:lnSpc>
              <a:spcBef>
                <a:spcPts val="14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旋转磁极式发电机</a:t>
            </a:r>
            <a:r>
              <a:rPr dirty="0" sz="2400" b="1">
                <a:latin typeface="华文楷体"/>
                <a:cs typeface="华文楷体"/>
              </a:rPr>
              <a:t>克服了上述缺点，能够产生几千伏到几万伏的</a:t>
            </a:r>
            <a:r>
              <a:rPr dirty="0" sz="2400" spc="-5" b="1">
                <a:latin typeface="华文楷体"/>
                <a:cs typeface="华文楷体"/>
              </a:rPr>
              <a:t>电 </a:t>
            </a:r>
            <a:r>
              <a:rPr dirty="0" sz="2400" b="1">
                <a:latin typeface="华文楷体"/>
                <a:cs typeface="华文楷体"/>
              </a:rPr>
              <a:t>压，输出功率可达几百兆瓦。所以，大多数发电机是旋转磁极</a:t>
            </a:r>
            <a:r>
              <a:rPr dirty="0" sz="2400" spc="-5" b="1">
                <a:latin typeface="华文楷体"/>
                <a:cs typeface="华文楷体"/>
              </a:rPr>
              <a:t>式 </a:t>
            </a:r>
            <a:r>
              <a:rPr dirty="0" sz="2400" b="1">
                <a:latin typeface="华文楷体"/>
                <a:cs typeface="华文楷体"/>
              </a:rPr>
              <a:t>的。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72684" y="1872995"/>
            <a:ext cx="3537204" cy="1709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472684" y="4030979"/>
            <a:ext cx="3537204" cy="1836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68421" y="1746478"/>
            <a:ext cx="1857375" cy="40487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0499"/>
              </a:lnSpc>
              <a:spcBef>
                <a:spcPts val="85"/>
              </a:spcBef>
            </a:pPr>
            <a:r>
              <a:rPr dirty="0" sz="2400" b="1">
                <a:latin typeface="华文楷体"/>
                <a:cs typeface="华文楷体"/>
              </a:rPr>
              <a:t>发电机的转</a:t>
            </a:r>
            <a:r>
              <a:rPr dirty="0" sz="2400" spc="-5" b="1">
                <a:latin typeface="华文楷体"/>
                <a:cs typeface="华文楷体"/>
              </a:rPr>
              <a:t>子 </a:t>
            </a:r>
            <a:r>
              <a:rPr dirty="0" sz="2400" b="1">
                <a:latin typeface="华文楷体"/>
                <a:cs typeface="华文楷体"/>
              </a:rPr>
              <a:t>可以由蒸汽</a:t>
            </a:r>
            <a:r>
              <a:rPr dirty="0" sz="2400" spc="-5" b="1">
                <a:latin typeface="华文楷体"/>
                <a:cs typeface="华文楷体"/>
              </a:rPr>
              <a:t>轮 </a:t>
            </a:r>
            <a:r>
              <a:rPr dirty="0" sz="2400" b="1">
                <a:latin typeface="华文楷体"/>
                <a:cs typeface="华文楷体"/>
              </a:rPr>
              <a:t>机、水轮机</a:t>
            </a:r>
            <a:r>
              <a:rPr dirty="0" sz="2400" spc="-5" b="1">
                <a:latin typeface="华文楷体"/>
                <a:cs typeface="华文楷体"/>
              </a:rPr>
              <a:t>等 </a:t>
            </a:r>
            <a:r>
              <a:rPr dirty="0" sz="2400" b="1">
                <a:latin typeface="华文楷体"/>
                <a:cs typeface="华文楷体"/>
              </a:rPr>
              <a:t>带动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algn="just" marL="12700" marR="5080">
              <a:lnSpc>
                <a:spcPts val="2880"/>
              </a:lnSpc>
              <a:spcBef>
                <a:spcPts val="55"/>
              </a:spcBef>
            </a:pPr>
            <a:r>
              <a:rPr dirty="0" sz="2400" b="1">
                <a:latin typeface="华文楷体"/>
                <a:cs typeface="华文楷体"/>
              </a:rPr>
              <a:t>蒸汽轮机、</a:t>
            </a:r>
            <a:r>
              <a:rPr dirty="0" sz="2400" spc="-5" b="1">
                <a:latin typeface="华文楷体"/>
                <a:cs typeface="华文楷体"/>
              </a:rPr>
              <a:t>水 </a:t>
            </a:r>
            <a:r>
              <a:rPr dirty="0" sz="2400" b="1">
                <a:latin typeface="华文楷体"/>
                <a:cs typeface="华文楷体"/>
              </a:rPr>
              <a:t>轮机等将机</a:t>
            </a:r>
            <a:r>
              <a:rPr dirty="0" sz="2400" spc="-5" b="1">
                <a:latin typeface="华文楷体"/>
                <a:cs typeface="华文楷体"/>
              </a:rPr>
              <a:t>械 </a:t>
            </a:r>
            <a:r>
              <a:rPr dirty="0" sz="2400" b="1">
                <a:latin typeface="华文楷体"/>
                <a:cs typeface="华文楷体"/>
              </a:rPr>
              <a:t>能传递给发</a:t>
            </a:r>
            <a:r>
              <a:rPr dirty="0" sz="2400" spc="-5" b="1">
                <a:latin typeface="华文楷体"/>
                <a:cs typeface="华文楷体"/>
              </a:rPr>
              <a:t>电 </a:t>
            </a:r>
            <a:r>
              <a:rPr dirty="0" sz="2400" b="1">
                <a:latin typeface="华文楷体"/>
                <a:cs typeface="华文楷体"/>
              </a:rPr>
              <a:t>机，发电机</a:t>
            </a:r>
            <a:r>
              <a:rPr dirty="0" sz="2400" spc="-5" b="1">
                <a:latin typeface="华文楷体"/>
                <a:cs typeface="华文楷体"/>
              </a:rPr>
              <a:t>将 </a:t>
            </a:r>
            <a:r>
              <a:rPr dirty="0" sz="2400" b="1">
                <a:latin typeface="华文楷体"/>
                <a:cs typeface="华文楷体"/>
              </a:rPr>
              <a:t>机械能转化</a:t>
            </a:r>
            <a:r>
              <a:rPr dirty="0" sz="2400" spc="-5" b="1">
                <a:latin typeface="华文楷体"/>
                <a:cs typeface="华文楷体"/>
              </a:rPr>
              <a:t>为 </a:t>
            </a:r>
            <a:r>
              <a:rPr dirty="0" sz="2400" b="1">
                <a:latin typeface="华文楷体"/>
                <a:cs typeface="华文楷体"/>
              </a:rPr>
              <a:t>电能，输送</a:t>
            </a:r>
            <a:r>
              <a:rPr dirty="0" sz="2400" spc="-5" b="1">
                <a:latin typeface="华文楷体"/>
                <a:cs typeface="华文楷体"/>
              </a:rPr>
              <a:t>给 </a:t>
            </a:r>
            <a:r>
              <a:rPr dirty="0" sz="2400" b="1">
                <a:latin typeface="华文楷体"/>
                <a:cs typeface="华文楷体"/>
              </a:rPr>
              <a:t>外电路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14334" y="5078056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4E79"/>
                </a:solidFill>
                <a:latin typeface="华文楷体"/>
                <a:cs typeface="华文楷体"/>
              </a:rPr>
              <a:t>科</a:t>
            </a:r>
            <a:r>
              <a:rPr dirty="0" sz="2400" spc="-5" b="1">
                <a:solidFill>
                  <a:srgbClr val="1F4E79"/>
                </a:solidFill>
                <a:latin typeface="华文楷体"/>
                <a:cs typeface="华文楷体"/>
              </a:rPr>
              <a:t>学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01297" y="5123345"/>
            <a:ext cx="635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4E79"/>
                </a:solidFill>
                <a:latin typeface="华文楷体"/>
                <a:cs typeface="华文楷体"/>
              </a:rPr>
              <a:t>技</a:t>
            </a:r>
            <a:r>
              <a:rPr dirty="0" sz="2400" spc="-5" b="1">
                <a:solidFill>
                  <a:srgbClr val="1F4E79"/>
                </a:solidFill>
                <a:latin typeface="华文楷体"/>
                <a:cs typeface="华文楷体"/>
              </a:rPr>
              <a:t>术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0213" y="5078056"/>
            <a:ext cx="1551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1F4E79"/>
                </a:solidFill>
                <a:latin typeface="华文楷体"/>
                <a:cs typeface="华文楷体"/>
              </a:rPr>
              <a:t>生产、应</a:t>
            </a:r>
            <a:r>
              <a:rPr dirty="0" sz="2400" spc="-5" b="1">
                <a:solidFill>
                  <a:srgbClr val="1F4E79"/>
                </a:solidFill>
                <a:latin typeface="华文楷体"/>
                <a:cs typeface="华文楷体"/>
              </a:rPr>
              <a:t>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6840" y="5343271"/>
            <a:ext cx="1365250" cy="142875"/>
          </a:xfrm>
          <a:custGeom>
            <a:avLst/>
            <a:gdLst/>
            <a:ahLst/>
            <a:cxnLst/>
            <a:rect l="l" t="t" r="r" b="b"/>
            <a:pathLst>
              <a:path w="1365250" h="142875">
                <a:moveTo>
                  <a:pt x="1302187" y="71405"/>
                </a:moveTo>
                <a:lnTo>
                  <a:pt x="1230439" y="29552"/>
                </a:lnTo>
                <a:lnTo>
                  <a:pt x="1222590" y="16814"/>
                </a:lnTo>
                <a:lnTo>
                  <a:pt x="1222705" y="13703"/>
                </a:lnTo>
                <a:lnTo>
                  <a:pt x="1237475" y="0"/>
                </a:lnTo>
                <a:lnTo>
                  <a:pt x="1240586" y="114"/>
                </a:lnTo>
                <a:lnTo>
                  <a:pt x="1243609" y="838"/>
                </a:lnTo>
                <a:lnTo>
                  <a:pt x="1246441" y="2133"/>
                </a:lnTo>
                <a:lnTo>
                  <a:pt x="1337986" y="55537"/>
                </a:lnTo>
                <a:lnTo>
                  <a:pt x="1333690" y="55537"/>
                </a:lnTo>
                <a:lnTo>
                  <a:pt x="1333690" y="57696"/>
                </a:lnTo>
                <a:lnTo>
                  <a:pt x="1325689" y="57696"/>
                </a:lnTo>
                <a:lnTo>
                  <a:pt x="1302187" y="71405"/>
                </a:lnTo>
                <a:close/>
              </a:path>
              <a:path w="1365250" h="142875">
                <a:moveTo>
                  <a:pt x="1274962" y="87287"/>
                </a:moveTo>
                <a:lnTo>
                  <a:pt x="0" y="87287"/>
                </a:lnTo>
                <a:lnTo>
                  <a:pt x="0" y="55537"/>
                </a:lnTo>
                <a:lnTo>
                  <a:pt x="1274983" y="55537"/>
                </a:lnTo>
                <a:lnTo>
                  <a:pt x="1302187" y="71405"/>
                </a:lnTo>
                <a:lnTo>
                  <a:pt x="1274962" y="87287"/>
                </a:lnTo>
                <a:close/>
              </a:path>
              <a:path w="1365250" h="142875">
                <a:moveTo>
                  <a:pt x="1337981" y="87287"/>
                </a:moveTo>
                <a:lnTo>
                  <a:pt x="1333690" y="87287"/>
                </a:lnTo>
                <a:lnTo>
                  <a:pt x="1333690" y="55537"/>
                </a:lnTo>
                <a:lnTo>
                  <a:pt x="1337986" y="55537"/>
                </a:lnTo>
                <a:lnTo>
                  <a:pt x="1365199" y="71412"/>
                </a:lnTo>
                <a:lnTo>
                  <a:pt x="1337981" y="87287"/>
                </a:lnTo>
                <a:close/>
              </a:path>
              <a:path w="1365250" h="142875">
                <a:moveTo>
                  <a:pt x="1325689" y="85115"/>
                </a:moveTo>
                <a:lnTo>
                  <a:pt x="1302187" y="71405"/>
                </a:lnTo>
                <a:lnTo>
                  <a:pt x="1325689" y="57696"/>
                </a:lnTo>
                <a:lnTo>
                  <a:pt x="1325689" y="85115"/>
                </a:lnTo>
                <a:close/>
              </a:path>
              <a:path w="1365250" h="142875">
                <a:moveTo>
                  <a:pt x="1333690" y="85115"/>
                </a:moveTo>
                <a:lnTo>
                  <a:pt x="1325689" y="85115"/>
                </a:lnTo>
                <a:lnTo>
                  <a:pt x="1325689" y="57696"/>
                </a:lnTo>
                <a:lnTo>
                  <a:pt x="1333690" y="57696"/>
                </a:lnTo>
                <a:lnTo>
                  <a:pt x="1333690" y="85115"/>
                </a:lnTo>
                <a:close/>
              </a:path>
              <a:path w="1365250" h="142875">
                <a:moveTo>
                  <a:pt x="1237475" y="142811"/>
                </a:moveTo>
                <a:lnTo>
                  <a:pt x="1222590" y="125996"/>
                </a:lnTo>
                <a:lnTo>
                  <a:pt x="1223086" y="122923"/>
                </a:lnTo>
                <a:lnTo>
                  <a:pt x="1302198" y="71412"/>
                </a:lnTo>
                <a:lnTo>
                  <a:pt x="1325689" y="85115"/>
                </a:lnTo>
                <a:lnTo>
                  <a:pt x="1333690" y="85115"/>
                </a:lnTo>
                <a:lnTo>
                  <a:pt x="1333690" y="87287"/>
                </a:lnTo>
                <a:lnTo>
                  <a:pt x="1337981" y="87287"/>
                </a:lnTo>
                <a:lnTo>
                  <a:pt x="1246441" y="140677"/>
                </a:lnTo>
                <a:lnTo>
                  <a:pt x="1243609" y="141973"/>
                </a:lnTo>
                <a:lnTo>
                  <a:pt x="1240586" y="142697"/>
                </a:lnTo>
                <a:lnTo>
                  <a:pt x="1237475" y="14281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63384" y="5343271"/>
            <a:ext cx="1478280" cy="142875"/>
          </a:xfrm>
          <a:custGeom>
            <a:avLst/>
            <a:gdLst/>
            <a:ahLst/>
            <a:cxnLst/>
            <a:rect l="l" t="t" r="r" b="b"/>
            <a:pathLst>
              <a:path w="1478279" h="142875">
                <a:moveTo>
                  <a:pt x="1415077" y="71405"/>
                </a:moveTo>
                <a:lnTo>
                  <a:pt x="1343329" y="29552"/>
                </a:lnTo>
                <a:lnTo>
                  <a:pt x="1335493" y="16814"/>
                </a:lnTo>
                <a:lnTo>
                  <a:pt x="1335608" y="13703"/>
                </a:lnTo>
                <a:lnTo>
                  <a:pt x="1350365" y="0"/>
                </a:lnTo>
                <a:lnTo>
                  <a:pt x="1353477" y="114"/>
                </a:lnTo>
                <a:lnTo>
                  <a:pt x="1356499" y="838"/>
                </a:lnTo>
                <a:lnTo>
                  <a:pt x="1359331" y="2133"/>
                </a:lnTo>
                <a:lnTo>
                  <a:pt x="1450876" y="55537"/>
                </a:lnTo>
                <a:lnTo>
                  <a:pt x="1446580" y="55537"/>
                </a:lnTo>
                <a:lnTo>
                  <a:pt x="1446580" y="57696"/>
                </a:lnTo>
                <a:lnTo>
                  <a:pt x="1438579" y="57696"/>
                </a:lnTo>
                <a:lnTo>
                  <a:pt x="1415077" y="71405"/>
                </a:lnTo>
                <a:close/>
              </a:path>
              <a:path w="1478279" h="142875">
                <a:moveTo>
                  <a:pt x="1387852" y="87287"/>
                </a:moveTo>
                <a:lnTo>
                  <a:pt x="0" y="87287"/>
                </a:lnTo>
                <a:lnTo>
                  <a:pt x="0" y="55537"/>
                </a:lnTo>
                <a:lnTo>
                  <a:pt x="1387874" y="55537"/>
                </a:lnTo>
                <a:lnTo>
                  <a:pt x="1415077" y="71405"/>
                </a:lnTo>
                <a:lnTo>
                  <a:pt x="1387852" y="87287"/>
                </a:lnTo>
                <a:close/>
              </a:path>
              <a:path w="1478279" h="142875">
                <a:moveTo>
                  <a:pt x="1450871" y="87287"/>
                </a:moveTo>
                <a:lnTo>
                  <a:pt x="1446580" y="87287"/>
                </a:lnTo>
                <a:lnTo>
                  <a:pt x="1446580" y="55537"/>
                </a:lnTo>
                <a:lnTo>
                  <a:pt x="1450876" y="55537"/>
                </a:lnTo>
                <a:lnTo>
                  <a:pt x="1478089" y="71412"/>
                </a:lnTo>
                <a:lnTo>
                  <a:pt x="1450871" y="87287"/>
                </a:lnTo>
                <a:close/>
              </a:path>
              <a:path w="1478279" h="142875">
                <a:moveTo>
                  <a:pt x="1438579" y="85115"/>
                </a:moveTo>
                <a:lnTo>
                  <a:pt x="1415077" y="71405"/>
                </a:lnTo>
                <a:lnTo>
                  <a:pt x="1438579" y="57696"/>
                </a:lnTo>
                <a:lnTo>
                  <a:pt x="1438579" y="85115"/>
                </a:lnTo>
                <a:close/>
              </a:path>
              <a:path w="1478279" h="142875">
                <a:moveTo>
                  <a:pt x="1446580" y="85115"/>
                </a:moveTo>
                <a:lnTo>
                  <a:pt x="1438579" y="85115"/>
                </a:lnTo>
                <a:lnTo>
                  <a:pt x="1438579" y="57696"/>
                </a:lnTo>
                <a:lnTo>
                  <a:pt x="1446580" y="57696"/>
                </a:lnTo>
                <a:lnTo>
                  <a:pt x="1446580" y="85115"/>
                </a:lnTo>
                <a:close/>
              </a:path>
              <a:path w="1478279" h="142875">
                <a:moveTo>
                  <a:pt x="1350365" y="142811"/>
                </a:moveTo>
                <a:lnTo>
                  <a:pt x="1335493" y="125996"/>
                </a:lnTo>
                <a:lnTo>
                  <a:pt x="1335976" y="122923"/>
                </a:lnTo>
                <a:lnTo>
                  <a:pt x="1415088" y="71412"/>
                </a:lnTo>
                <a:lnTo>
                  <a:pt x="1438579" y="85115"/>
                </a:lnTo>
                <a:lnTo>
                  <a:pt x="1446580" y="85115"/>
                </a:lnTo>
                <a:lnTo>
                  <a:pt x="1446580" y="87287"/>
                </a:lnTo>
                <a:lnTo>
                  <a:pt x="1450871" y="87287"/>
                </a:lnTo>
                <a:lnTo>
                  <a:pt x="1359331" y="140677"/>
                </a:lnTo>
                <a:lnTo>
                  <a:pt x="1356499" y="141973"/>
                </a:lnTo>
                <a:lnTo>
                  <a:pt x="1353477" y="142697"/>
                </a:lnTo>
                <a:lnTo>
                  <a:pt x="1350365" y="14281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4108" y="1642872"/>
            <a:ext cx="2915412" cy="29641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94047" y="1662683"/>
            <a:ext cx="2278379" cy="296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88480" y="1691639"/>
            <a:ext cx="4343400" cy="2964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01961" y="205186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80203" y="1520456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做一</a:t>
            </a:r>
            <a:r>
              <a:rPr dirty="0" sz="2800" spc="-5">
                <a:latin typeface="黑体"/>
                <a:cs typeface="黑体"/>
              </a:rPr>
              <a:t>做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9439" y="1781555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39084" y="200558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1708" y="2395639"/>
            <a:ext cx="1129538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Times New Roman"/>
                <a:cs typeface="Times New Roman"/>
              </a:rPr>
              <a:t>1.</a:t>
            </a:r>
            <a:r>
              <a:rPr dirty="0" spc="-5" b="1">
                <a:latin typeface="Times New Roman"/>
                <a:cs typeface="Times New Roman"/>
              </a:rPr>
              <a:t> </a:t>
            </a:r>
            <a:r>
              <a:rPr dirty="0" b="1">
                <a:latin typeface="华文楷体"/>
                <a:cs typeface="华文楷体"/>
              </a:rPr>
              <a:t>图中，设磁感应强度为</a:t>
            </a:r>
            <a:r>
              <a:rPr dirty="0" b="1">
                <a:latin typeface="Times New Roman"/>
                <a:cs typeface="Times New Roman"/>
              </a:rPr>
              <a:t>0.01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spc="-5" b="1">
                <a:latin typeface="Times New Roman"/>
                <a:cs typeface="Times New Roman"/>
              </a:rPr>
              <a:t>T</a:t>
            </a:r>
            <a:r>
              <a:rPr dirty="0" spc="-5" b="1">
                <a:latin typeface="华文楷体"/>
                <a:cs typeface="华文楷体"/>
              </a:rPr>
              <a:t>，</a:t>
            </a:r>
            <a:r>
              <a:rPr dirty="0" b="1">
                <a:latin typeface="华文楷体"/>
                <a:cs typeface="华文楷体"/>
              </a:rPr>
              <a:t>单匝线圈边长</a:t>
            </a:r>
            <a:r>
              <a:rPr dirty="0" spc="-5" b="1" i="1">
                <a:latin typeface="Times New Roman"/>
                <a:cs typeface="Times New Roman"/>
              </a:rPr>
              <a:t>AB</a:t>
            </a:r>
            <a:r>
              <a:rPr dirty="0" b="1">
                <a:latin typeface="华文楷体"/>
                <a:cs typeface="华文楷体"/>
              </a:rPr>
              <a:t>为</a:t>
            </a:r>
            <a:r>
              <a:rPr dirty="0" b="1">
                <a:latin typeface="Times New Roman"/>
                <a:cs typeface="Times New Roman"/>
              </a:rPr>
              <a:t>20 </a:t>
            </a:r>
            <a:r>
              <a:rPr dirty="0" spc="-5" b="1">
                <a:latin typeface="Times New Roman"/>
                <a:cs typeface="Times New Roman"/>
              </a:rPr>
              <a:t>cm</a:t>
            </a:r>
            <a:r>
              <a:rPr dirty="0" spc="-5" b="1">
                <a:latin typeface="华文楷体"/>
                <a:cs typeface="华文楷体"/>
              </a:rPr>
              <a:t>，</a:t>
            </a:r>
            <a:r>
              <a:rPr dirty="0" b="1">
                <a:latin typeface="华文楷体"/>
                <a:cs typeface="华文楷体"/>
              </a:rPr>
              <a:t>宽</a:t>
            </a:r>
            <a:r>
              <a:rPr dirty="0" spc="-5" b="1" i="1">
                <a:latin typeface="Times New Roman"/>
                <a:cs typeface="Times New Roman"/>
              </a:rPr>
              <a:t>BC</a:t>
            </a:r>
            <a:r>
              <a:rPr dirty="0" b="1">
                <a:latin typeface="华文楷体"/>
                <a:cs typeface="华文楷体"/>
              </a:rPr>
              <a:t>为</a:t>
            </a:r>
            <a:r>
              <a:rPr dirty="0" b="1">
                <a:latin typeface="Times New Roman"/>
                <a:cs typeface="Times New Roman"/>
              </a:rPr>
              <a:t>10 </a:t>
            </a:r>
            <a:r>
              <a:rPr dirty="0" spc="-5" b="1">
                <a:latin typeface="Times New Roman"/>
                <a:cs typeface="Times New Roman"/>
              </a:rPr>
              <a:t>cm</a:t>
            </a:r>
            <a:r>
              <a:rPr dirty="0" spc="-5" b="1">
                <a:latin typeface="华文楷体"/>
                <a:cs typeface="华文楷体"/>
              </a:rPr>
              <a:t>，</a:t>
            </a:r>
            <a:r>
              <a:rPr dirty="0" b="1">
                <a:latin typeface="华文楷体"/>
                <a:cs typeface="华文楷体"/>
              </a:rPr>
              <a:t>转速</a:t>
            </a:r>
            <a:r>
              <a:rPr dirty="0" spc="-5" b="1" i="1">
                <a:latin typeface="Times New Roman"/>
                <a:cs typeface="Times New Roman"/>
              </a:rPr>
              <a:t>n</a:t>
            </a:r>
            <a:r>
              <a:rPr dirty="0" spc="-5" b="1">
                <a:latin typeface="华文楷体"/>
                <a:cs typeface="华文楷体"/>
              </a:rPr>
              <a:t>＝  </a:t>
            </a:r>
            <a:r>
              <a:rPr dirty="0" b="1">
                <a:latin typeface="Times New Roman"/>
                <a:cs typeface="Times New Roman"/>
              </a:rPr>
              <a:t>50</a:t>
            </a:r>
            <a:r>
              <a:rPr dirty="0" spc="-5" b="1">
                <a:latin typeface="Times New Roman"/>
                <a:cs typeface="Times New Roman"/>
              </a:rPr>
              <a:t> r/s</a:t>
            </a:r>
            <a:r>
              <a:rPr dirty="0" spc="-5" b="1">
                <a:latin typeface="华文楷体"/>
                <a:cs typeface="华文楷体"/>
              </a:rPr>
              <a:t>，</a:t>
            </a:r>
            <a:r>
              <a:rPr dirty="0" b="1">
                <a:latin typeface="华文楷体"/>
                <a:cs typeface="华文楷体"/>
              </a:rPr>
              <a:t>求线圈转动时感应电动势的最大值</a:t>
            </a:r>
            <a:r>
              <a:rPr dirty="0" spc="-5" b="1">
                <a:latin typeface="华文楷体"/>
                <a:cs typeface="华文楷体"/>
              </a:rPr>
              <a:t>。</a:t>
            </a:r>
          </a:p>
        </p:txBody>
      </p:sp>
      <p:sp>
        <p:nvSpPr>
          <p:cNvPr id="7" name="object 7"/>
          <p:cNvSpPr/>
          <p:nvPr/>
        </p:nvSpPr>
        <p:spPr>
          <a:xfrm>
            <a:off x="1277111" y="3357371"/>
            <a:ext cx="9515856" cy="2778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14331" y="206180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92573" y="1530388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做一</a:t>
            </a:r>
            <a:r>
              <a:rPr dirty="0" sz="2800" spc="-5">
                <a:latin typeface="黑体"/>
                <a:cs typeface="黑体"/>
              </a:rPr>
              <a:t>做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52344" y="1792223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50464" y="2014727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39288" y="2392946"/>
            <a:ext cx="58305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>
                <a:latin typeface="Times New Roman"/>
                <a:cs typeface="Times New Roman"/>
              </a:rPr>
              <a:t>1.	</a:t>
            </a:r>
            <a:r>
              <a:rPr dirty="0"/>
              <a:t>解：已知</a:t>
            </a:r>
            <a:r>
              <a:rPr dirty="0" spc="-10"/>
              <a:t> </a:t>
            </a:r>
            <a:r>
              <a:rPr dirty="0" spc="-5" i="1">
                <a:latin typeface="Times New Roman"/>
                <a:cs typeface="Times New Roman"/>
              </a:rPr>
              <a:t>B</a:t>
            </a:r>
            <a:r>
              <a:rPr dirty="0" spc="-5">
                <a:latin typeface="Times New Roman"/>
                <a:cs typeface="Times New Roman"/>
              </a:rPr>
              <a:t>=0.01</a:t>
            </a:r>
            <a:r>
              <a:rPr dirty="0" spc="-55">
                <a:latin typeface="Times New Roman"/>
                <a:cs typeface="Times New Roman"/>
              </a:rPr>
              <a:t> </a:t>
            </a:r>
            <a:r>
              <a:rPr dirty="0" spc="-70">
                <a:latin typeface="Times New Roman"/>
                <a:cs typeface="Times New Roman"/>
              </a:rPr>
              <a:t>T;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l</a:t>
            </a:r>
            <a:r>
              <a:rPr dirty="0" baseline="-17921" sz="2325" i="1">
                <a:latin typeface="Times New Roman"/>
                <a:cs typeface="Times New Roman"/>
              </a:rPr>
              <a:t>AB</a:t>
            </a:r>
            <a:r>
              <a:rPr dirty="0" sz="2400">
                <a:latin typeface="Times New Roman"/>
                <a:cs typeface="Times New Roman"/>
              </a:rPr>
              <a:t>=20</a:t>
            </a:r>
            <a:r>
              <a:rPr dirty="0" sz="2400" spc="-5">
                <a:latin typeface="Times New Roman"/>
                <a:cs typeface="Times New Roman"/>
              </a:rPr>
              <a:t> cm;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l</a:t>
            </a:r>
            <a:r>
              <a:rPr dirty="0" baseline="-17921" sz="2325" i="1">
                <a:latin typeface="Times New Roman"/>
                <a:cs typeface="Times New Roman"/>
              </a:rPr>
              <a:t>BC</a:t>
            </a:r>
            <a:r>
              <a:rPr dirty="0" sz="2400">
                <a:latin typeface="Times New Roman"/>
                <a:cs typeface="Times New Roman"/>
              </a:rPr>
              <a:t>=10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cm;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99891" y="2954286"/>
            <a:ext cx="2329180" cy="1826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Times New Roman"/>
                <a:cs typeface="Times New Roman"/>
              </a:rPr>
              <a:t>ω</a:t>
            </a:r>
            <a:r>
              <a:rPr dirty="0" sz="2400" spc="-5">
                <a:latin typeface="Times New Roman"/>
                <a:cs typeface="Times New Roman"/>
              </a:rPr>
              <a:t>=2π</a:t>
            </a:r>
            <a:r>
              <a:rPr dirty="0" sz="2400" spc="-5" i="1">
                <a:latin typeface="Times New Roman"/>
                <a:cs typeface="Times New Roman"/>
              </a:rPr>
              <a:t>n</a:t>
            </a:r>
            <a:r>
              <a:rPr dirty="0" sz="2400" spc="-5">
                <a:latin typeface="Times New Roman"/>
                <a:cs typeface="Times New Roman"/>
              </a:rPr>
              <a:t>=100π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rad/s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华文楷体"/>
                <a:cs typeface="华文楷体"/>
              </a:rPr>
              <a:t>代入数据得：</a:t>
            </a:r>
            <a:endParaRPr sz="2400">
              <a:latin typeface="华文楷体"/>
              <a:cs typeface="华文楷体"/>
            </a:endParaRPr>
          </a:p>
          <a:p>
            <a:pPr marL="393700">
              <a:lnSpc>
                <a:spcPct val="100000"/>
              </a:lnSpc>
              <a:spcBef>
                <a:spcPts val="1480"/>
              </a:spcBef>
            </a:pPr>
            <a:r>
              <a:rPr dirty="0" sz="2400" i="1">
                <a:latin typeface="Times New Roman"/>
                <a:cs typeface="Times New Roman"/>
              </a:rPr>
              <a:t>E</a:t>
            </a:r>
            <a:r>
              <a:rPr dirty="0" baseline="-17921" sz="2325">
                <a:latin typeface="华文楷体"/>
                <a:cs typeface="华文楷体"/>
              </a:rPr>
              <a:t>ｍ </a:t>
            </a:r>
            <a:r>
              <a:rPr dirty="0" sz="2400">
                <a:latin typeface="华文楷体"/>
                <a:cs typeface="华文楷体"/>
              </a:rPr>
              <a:t>＝</a:t>
            </a:r>
            <a:r>
              <a:rPr dirty="0" sz="2400">
                <a:latin typeface="Times New Roman"/>
                <a:cs typeface="Times New Roman"/>
              </a:rPr>
              <a:t>0.06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>
                <a:latin typeface="华文楷体"/>
                <a:cs typeface="华文楷体"/>
              </a:rPr>
              <a:t>Ｖ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23665" y="205186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01908" y="1520456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做一</a:t>
            </a:r>
            <a:r>
              <a:rPr dirty="0" sz="2800" spc="-5">
                <a:latin typeface="黑体"/>
                <a:cs typeface="黑体"/>
              </a:rPr>
              <a:t>做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60548" y="1781555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60192" y="20055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8" y="0"/>
                </a:lnTo>
                <a:lnTo>
                  <a:pt x="246888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08215" y="2370289"/>
            <a:ext cx="10754360" cy="148336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5"/>
              </a:spcBef>
            </a:pPr>
            <a:r>
              <a:rPr dirty="0" b="1">
                <a:latin typeface="Times New Roman"/>
                <a:cs typeface="Times New Roman"/>
              </a:rPr>
              <a:t>2.</a:t>
            </a:r>
            <a:r>
              <a:rPr dirty="0" spc="-5" b="1">
                <a:latin typeface="Times New Roman"/>
                <a:cs typeface="Times New Roman"/>
              </a:rPr>
              <a:t> </a:t>
            </a:r>
            <a:r>
              <a:rPr dirty="0" b="1">
                <a:latin typeface="华文楷体"/>
                <a:cs typeface="华文楷体"/>
              </a:rPr>
              <a:t>一台发电机产生正弦式电流。如果发电机电动势的峰值</a:t>
            </a:r>
            <a:r>
              <a:rPr dirty="0" b="1" i="1">
                <a:latin typeface="Times New Roman"/>
                <a:cs typeface="Times New Roman"/>
              </a:rPr>
              <a:t>E</a:t>
            </a:r>
            <a:r>
              <a:rPr dirty="0" baseline="-17921" sz="2325" b="1">
                <a:latin typeface="Times New Roman"/>
                <a:cs typeface="Times New Roman"/>
              </a:rPr>
              <a:t>m</a:t>
            </a:r>
            <a:r>
              <a:rPr dirty="0" sz="2400" b="1">
                <a:latin typeface="华文楷体"/>
                <a:cs typeface="华文楷体"/>
              </a:rPr>
              <a:t>＝</a:t>
            </a:r>
            <a:r>
              <a:rPr dirty="0" sz="2400" b="1">
                <a:latin typeface="Times New Roman"/>
                <a:cs typeface="Times New Roman"/>
              </a:rPr>
              <a:t>400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</a:t>
            </a:r>
            <a:r>
              <a:rPr dirty="0" sz="2400" b="1">
                <a:latin typeface="华文楷体"/>
                <a:cs typeface="华文楷体"/>
              </a:rPr>
              <a:t>，线圈匀</a:t>
            </a:r>
            <a:r>
              <a:rPr dirty="0" sz="2400" spc="-5" b="1">
                <a:latin typeface="华文楷体"/>
                <a:cs typeface="华文楷体"/>
              </a:rPr>
              <a:t>速 </a:t>
            </a:r>
            <a:r>
              <a:rPr dirty="0" sz="2400" b="1">
                <a:latin typeface="华文楷体"/>
                <a:cs typeface="华文楷体"/>
              </a:rPr>
              <a:t>转动的角速度</a:t>
            </a:r>
            <a:r>
              <a:rPr dirty="0" sz="2400" spc="-5" b="1" i="1">
                <a:latin typeface="Times New Roman"/>
                <a:cs typeface="Times New Roman"/>
              </a:rPr>
              <a:t>ω</a:t>
            </a:r>
            <a:r>
              <a:rPr dirty="0" sz="2400" spc="-5" b="1">
                <a:latin typeface="华文楷体"/>
                <a:cs typeface="华文楷体"/>
              </a:rPr>
              <a:t>＝</a:t>
            </a:r>
            <a:r>
              <a:rPr dirty="0" sz="2400" spc="-5" b="1">
                <a:latin typeface="Times New Roman"/>
                <a:cs typeface="Times New Roman"/>
              </a:rPr>
              <a:t>314</a:t>
            </a:r>
            <a:r>
              <a:rPr dirty="0" sz="2400" spc="1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rad/s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试写出电动势瞬时值的表达式（设</a:t>
            </a:r>
            <a:r>
              <a:rPr dirty="0" sz="2400" b="1">
                <a:latin typeface="Times New Roman"/>
                <a:cs typeface="Times New Roman"/>
              </a:rPr>
              <a:t>0</a:t>
            </a:r>
            <a:r>
              <a:rPr dirty="0" sz="2400" b="1">
                <a:latin typeface="华文楷体"/>
                <a:cs typeface="华文楷体"/>
              </a:rPr>
              <a:t>时刻电动势瞬</a:t>
            </a:r>
            <a:r>
              <a:rPr dirty="0" sz="2400" spc="-5" b="1">
                <a:latin typeface="华文楷体"/>
                <a:cs typeface="华文楷体"/>
              </a:rPr>
              <a:t>时 </a:t>
            </a:r>
            <a:r>
              <a:rPr dirty="0" sz="2400" b="1">
                <a:latin typeface="华文楷体"/>
                <a:cs typeface="华文楷体"/>
              </a:rPr>
              <a:t>值为</a:t>
            </a:r>
            <a:r>
              <a:rPr dirty="0" sz="2400" b="1">
                <a:latin typeface="Times New Roman"/>
                <a:cs typeface="Times New Roman"/>
              </a:rPr>
              <a:t>0</a:t>
            </a:r>
            <a:r>
              <a:rPr dirty="0" sz="2400" b="1">
                <a:latin typeface="华文楷体"/>
                <a:cs typeface="华文楷体"/>
              </a:rPr>
              <a:t>）。如果这个发电机的外电路只有电阻元件，总电阻为</a:t>
            </a:r>
            <a:r>
              <a:rPr dirty="0" sz="2400" b="1">
                <a:latin typeface="Times New Roman"/>
                <a:cs typeface="Times New Roman"/>
              </a:rPr>
              <a:t>2</a:t>
            </a:r>
            <a:r>
              <a:rPr dirty="0" sz="2400" spc="-5" b="1">
                <a:latin typeface="Times New Roman"/>
                <a:cs typeface="Times New Roman"/>
              </a:rPr>
              <a:t> kΩ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r>
              <a:rPr dirty="0" sz="2400" b="1">
                <a:latin typeface="华文楷体"/>
                <a:cs typeface="华文楷体"/>
              </a:rPr>
              <a:t>电路中电</a:t>
            </a:r>
            <a:r>
              <a:rPr dirty="0" sz="2400" spc="-5" b="1">
                <a:latin typeface="华文楷体"/>
                <a:cs typeface="华文楷体"/>
              </a:rPr>
              <a:t>流 </a:t>
            </a:r>
            <a:r>
              <a:rPr dirty="0" sz="2400" b="1">
                <a:latin typeface="华文楷体"/>
                <a:cs typeface="华文楷体"/>
              </a:rPr>
              <a:t>的峰值为多少？写出电流瞬时值的表达式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33000" y="205186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11242" y="1520456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做一</a:t>
            </a:r>
            <a:r>
              <a:rPr dirty="0" sz="2800" spc="-5">
                <a:latin typeface="黑体"/>
                <a:cs typeface="黑体"/>
              </a:rPr>
              <a:t>做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0276" y="1781555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69920" y="2005583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4" y="0"/>
                </a:lnTo>
                <a:lnTo>
                  <a:pt x="245364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36662" y="2530094"/>
            <a:ext cx="100838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574665" algn="l"/>
              </a:tabLst>
            </a:pPr>
            <a:r>
              <a:rPr dirty="0">
                <a:latin typeface="Times New Roman"/>
                <a:cs typeface="Times New Roman"/>
              </a:rPr>
              <a:t>2.</a:t>
            </a:r>
            <a:r>
              <a:rPr dirty="0" spc="-100">
                <a:latin typeface="Times New Roman"/>
                <a:cs typeface="Times New Roman"/>
              </a:rPr>
              <a:t> </a:t>
            </a:r>
            <a:r>
              <a:rPr dirty="0"/>
              <a:t>解：</a:t>
            </a:r>
            <a:r>
              <a:rPr dirty="0">
                <a:latin typeface="Times New Roman"/>
                <a:cs typeface="Times New Roman"/>
              </a:rPr>
              <a:t>0</a:t>
            </a:r>
            <a:r>
              <a:rPr dirty="0"/>
              <a:t>时刻电动势瞬时值为</a:t>
            </a:r>
            <a:r>
              <a:rPr dirty="0">
                <a:latin typeface="Times New Roman"/>
                <a:cs typeface="Times New Roman"/>
              </a:rPr>
              <a:t>0</a:t>
            </a:r>
            <a:r>
              <a:rPr dirty="0"/>
              <a:t>，即发电机的线圈平面是从中性面开始计时， 感应电动势瞬时值的表达式为正弦函数	</a:t>
            </a:r>
            <a:r>
              <a:rPr dirty="0" spc="-5" i="1">
                <a:latin typeface="Times New Roman"/>
                <a:cs typeface="Times New Roman"/>
              </a:rPr>
              <a:t>e=E</a:t>
            </a:r>
            <a:r>
              <a:rPr dirty="0" baseline="-17921" sz="2325" spc="-7">
                <a:latin typeface="Times New Roman"/>
                <a:cs typeface="Times New Roman"/>
              </a:rPr>
              <a:t>m</a:t>
            </a:r>
            <a:r>
              <a:rPr dirty="0" sz="2400" spc="-5">
                <a:latin typeface="Times New Roman"/>
                <a:cs typeface="Times New Roman"/>
              </a:rPr>
              <a:t>sin </a:t>
            </a:r>
            <a:r>
              <a:rPr dirty="0" sz="2400" i="1">
                <a:latin typeface="Times New Roman"/>
                <a:cs typeface="Times New Roman"/>
              </a:rPr>
              <a:t>ω 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6662" y="3261614"/>
            <a:ext cx="6121400" cy="112268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540"/>
              </a:spcBef>
              <a:tabLst>
                <a:tab pos="850265" algn="l"/>
              </a:tabLst>
            </a:pPr>
            <a:r>
              <a:rPr dirty="0" sz="2400">
                <a:latin typeface="华文楷体"/>
                <a:cs typeface="华文楷体"/>
              </a:rPr>
              <a:t>即	</a:t>
            </a:r>
            <a:r>
              <a:rPr dirty="0" sz="2400" spc="-5" i="1">
                <a:latin typeface="Times New Roman"/>
                <a:cs typeface="Times New Roman"/>
              </a:rPr>
              <a:t>e= </a:t>
            </a:r>
            <a:r>
              <a:rPr dirty="0" sz="2400" spc="-5">
                <a:latin typeface="Times New Roman"/>
                <a:cs typeface="Times New Roman"/>
              </a:rPr>
              <a:t>400sin</a:t>
            </a:r>
            <a:r>
              <a:rPr dirty="0" sz="2400" spc="-5">
                <a:latin typeface="华文楷体"/>
                <a:cs typeface="华文楷体"/>
              </a:rPr>
              <a:t>（</a:t>
            </a:r>
            <a:r>
              <a:rPr dirty="0" sz="2400" spc="-5">
                <a:latin typeface="Times New Roman"/>
                <a:cs typeface="Times New Roman"/>
              </a:rPr>
              <a:t>314</a:t>
            </a:r>
            <a:r>
              <a:rPr dirty="0" sz="2400" spc="-5" i="1">
                <a:latin typeface="Times New Roman"/>
                <a:cs typeface="Times New Roman"/>
              </a:rPr>
              <a:t>t</a:t>
            </a:r>
            <a:r>
              <a:rPr dirty="0" sz="2400" spc="-5"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华文楷体"/>
                <a:cs typeface="华文楷体"/>
              </a:rPr>
              <a:t>不计发电机线圈的内阻，则电路中电流的峰值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56522" y="5054796"/>
            <a:ext cx="340360" cy="0"/>
          </a:xfrm>
          <a:custGeom>
            <a:avLst/>
            <a:gdLst/>
            <a:ahLst/>
            <a:cxnLst/>
            <a:rect l="l" t="t" r="r" b="b"/>
            <a:pathLst>
              <a:path w="340360" h="0">
                <a:moveTo>
                  <a:pt x="0" y="0"/>
                </a:moveTo>
                <a:lnTo>
                  <a:pt x="340359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74862" y="4824348"/>
            <a:ext cx="1849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baseline="-17921" sz="2325">
                <a:latin typeface="Times New Roman"/>
                <a:cs typeface="Times New Roman"/>
              </a:rPr>
              <a:t>m</a:t>
            </a:r>
            <a:r>
              <a:rPr dirty="0" sz="2400" i="1">
                <a:latin typeface="Cambria Math"/>
                <a:cs typeface="Cambria Math"/>
              </a:rPr>
              <a:t>= </a:t>
            </a:r>
            <a:r>
              <a:rPr dirty="0" baseline="32407" sz="3600" i="1">
                <a:latin typeface="Times New Roman"/>
                <a:cs typeface="Times New Roman"/>
              </a:rPr>
              <a:t>E</a:t>
            </a:r>
            <a:r>
              <a:rPr dirty="0" baseline="32258" sz="2325">
                <a:latin typeface="Times New Roman"/>
                <a:cs typeface="Times New Roman"/>
              </a:rPr>
              <a:t>m</a:t>
            </a:r>
            <a:r>
              <a:rPr dirty="0" baseline="32258" sz="2325" spc="509">
                <a:latin typeface="Times New Roman"/>
                <a:cs typeface="Times New Roman"/>
              </a:rPr>
              <a:t> </a:t>
            </a:r>
            <a:r>
              <a:rPr dirty="0" sz="2400" i="1">
                <a:latin typeface="Cambria Math"/>
                <a:cs typeface="Cambria Math"/>
              </a:rPr>
              <a:t>=</a:t>
            </a:r>
            <a:r>
              <a:rPr dirty="0" sz="2400">
                <a:latin typeface="Times New Roman"/>
                <a:cs typeface="Times New Roman"/>
              </a:rPr>
              <a:t>0.2A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36662" y="4982318"/>
            <a:ext cx="6148705" cy="84391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518920">
              <a:lnSpc>
                <a:spcPct val="100000"/>
              </a:lnSpc>
              <a:spcBef>
                <a:spcPts val="715"/>
              </a:spcBef>
            </a:pPr>
            <a:r>
              <a:rPr dirty="0" sz="1750" spc="25" i="1">
                <a:latin typeface="Cambria Math"/>
                <a:cs typeface="Cambria Math"/>
              </a:rPr>
              <a:t>R</a:t>
            </a:r>
            <a:endParaRPr sz="17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400">
                <a:latin typeface="华文楷体"/>
                <a:cs typeface="华文楷体"/>
              </a:rPr>
              <a:t>电流的瞬时值表达式</a:t>
            </a:r>
            <a:r>
              <a:rPr dirty="0" sz="2400" spc="-5">
                <a:latin typeface="华文楷体"/>
                <a:cs typeface="华文楷体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sz="2400" spc="-10" i="1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=</a:t>
            </a:r>
            <a:r>
              <a:rPr dirty="0" sz="2400" spc="-5" i="1">
                <a:latin typeface="Times New Roman"/>
                <a:cs typeface="Times New Roman"/>
              </a:rPr>
              <a:t>I</a:t>
            </a:r>
            <a:r>
              <a:rPr dirty="0" baseline="-17921" sz="2325" spc="-7">
                <a:latin typeface="Times New Roman"/>
                <a:cs typeface="Times New Roman"/>
              </a:rPr>
              <a:t>m</a:t>
            </a:r>
            <a:r>
              <a:rPr dirty="0" sz="2400" spc="-5">
                <a:latin typeface="Times New Roman"/>
                <a:cs typeface="Times New Roman"/>
              </a:rPr>
              <a:t>sin</a:t>
            </a:r>
            <a:r>
              <a:rPr dirty="0" sz="2400" spc="-5" i="1">
                <a:latin typeface="Times New Roman"/>
                <a:cs typeface="Times New Roman"/>
              </a:rPr>
              <a:t>ωt</a:t>
            </a:r>
            <a:r>
              <a:rPr dirty="0" sz="2400" spc="-5">
                <a:latin typeface="Times New Roman"/>
                <a:cs typeface="Times New Roman"/>
              </a:rPr>
              <a:t>=0.2sin</a:t>
            </a:r>
            <a:r>
              <a:rPr dirty="0" sz="2400" spc="-5">
                <a:latin typeface="华文楷体"/>
                <a:cs typeface="华文楷体"/>
              </a:rPr>
              <a:t>（</a:t>
            </a:r>
            <a:r>
              <a:rPr dirty="0" sz="2400" spc="-5">
                <a:latin typeface="Times New Roman"/>
                <a:cs typeface="Times New Roman"/>
              </a:rPr>
              <a:t>314</a:t>
            </a:r>
            <a:r>
              <a:rPr dirty="0" sz="2400" spc="-5" i="1">
                <a:latin typeface="Times New Roman"/>
                <a:cs typeface="Times New Roman"/>
              </a:rPr>
              <a:t>t</a:t>
            </a:r>
            <a:r>
              <a:rPr dirty="0" sz="2400" spc="-5"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59770" y="153502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38013" y="1003617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做一</a:t>
            </a:r>
            <a:r>
              <a:rPr dirty="0" sz="2800" spc="-5">
                <a:latin typeface="黑体"/>
                <a:cs typeface="黑体"/>
              </a:rPr>
              <a:t>做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97579" y="1264919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95700" y="1487424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64540" y="1632191"/>
            <a:ext cx="10600690" cy="184912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3.</a:t>
            </a:r>
            <a:r>
              <a:rPr dirty="0" b="1">
                <a:latin typeface="华文楷体"/>
                <a:cs typeface="华文楷体"/>
              </a:rPr>
              <a:t>如</a:t>
            </a:r>
            <a:r>
              <a:rPr dirty="0" spc="-5" b="1">
                <a:latin typeface="华文楷体"/>
                <a:cs typeface="华文楷体"/>
              </a:rPr>
              <a:t>图</a:t>
            </a:r>
            <a:r>
              <a:rPr dirty="0" spc="-15" b="1">
                <a:latin typeface="华文楷体"/>
                <a:cs typeface="华文楷体"/>
              </a:rPr>
              <a:t> </a:t>
            </a:r>
            <a:r>
              <a:rPr dirty="0" b="1">
                <a:latin typeface="Times New Roman"/>
                <a:cs typeface="Times New Roman"/>
              </a:rPr>
              <a:t>3.1-9</a:t>
            </a:r>
            <a:r>
              <a:rPr dirty="0" b="1">
                <a:latin typeface="华文楷体"/>
                <a:cs typeface="华文楷体"/>
              </a:rPr>
              <a:t>所示</a:t>
            </a:r>
            <a:r>
              <a:rPr dirty="0" spc="-5" b="1">
                <a:latin typeface="华文楷体"/>
                <a:cs typeface="华文楷体"/>
              </a:rPr>
              <a:t>，</a:t>
            </a:r>
            <a:r>
              <a:rPr dirty="0" spc="-5" b="1" i="1">
                <a:latin typeface="Times New Roman"/>
                <a:cs typeface="Times New Roman"/>
              </a:rPr>
              <a:t>KLMN</a:t>
            </a:r>
            <a:r>
              <a:rPr dirty="0" b="1">
                <a:latin typeface="华文楷体"/>
                <a:cs typeface="华文楷体"/>
              </a:rPr>
              <a:t>是一个竖直的矩形导线框，全部处于磁感应强度为</a:t>
            </a:r>
            <a:r>
              <a:rPr dirty="0" spc="-5" b="1" i="1">
                <a:latin typeface="Times New Roman"/>
                <a:cs typeface="Times New Roman"/>
              </a:rPr>
              <a:t>B</a:t>
            </a:r>
            <a:r>
              <a:rPr dirty="0" spc="-5" b="1">
                <a:latin typeface="华文楷体"/>
                <a:cs typeface="华文楷体"/>
              </a:rPr>
              <a:t>的 </a:t>
            </a:r>
            <a:r>
              <a:rPr dirty="0" b="1">
                <a:latin typeface="华文楷体"/>
                <a:cs typeface="华文楷体"/>
              </a:rPr>
              <a:t>水平方向的匀强磁场中，线框面积为</a:t>
            </a:r>
            <a:r>
              <a:rPr dirty="0" b="1" i="1">
                <a:latin typeface="Times New Roman"/>
                <a:cs typeface="Times New Roman"/>
              </a:rPr>
              <a:t>S</a:t>
            </a:r>
            <a:r>
              <a:rPr dirty="0" b="1">
                <a:latin typeface="华文楷体"/>
                <a:cs typeface="华文楷体"/>
              </a:rPr>
              <a:t>，</a:t>
            </a:r>
            <a:r>
              <a:rPr dirty="0" b="1" i="1">
                <a:latin typeface="Times New Roman"/>
                <a:cs typeface="Times New Roman"/>
              </a:rPr>
              <a:t>MN</a:t>
            </a:r>
            <a:r>
              <a:rPr dirty="0" b="1">
                <a:latin typeface="华文楷体"/>
                <a:cs typeface="华文楷体"/>
              </a:rPr>
              <a:t>边水平，线框绕某一竖直固定轴</a:t>
            </a:r>
            <a:r>
              <a:rPr dirty="0" spc="-5" b="1">
                <a:latin typeface="华文楷体"/>
                <a:cs typeface="华文楷体"/>
              </a:rPr>
              <a:t>以 </a:t>
            </a:r>
            <a:r>
              <a:rPr dirty="0" b="1">
                <a:latin typeface="华文楷体"/>
                <a:cs typeface="华文楷体"/>
              </a:rPr>
              <a:t>角速度</a:t>
            </a:r>
            <a:r>
              <a:rPr dirty="0" spc="-5" b="1" i="1">
                <a:latin typeface="Times New Roman"/>
                <a:cs typeface="Times New Roman"/>
              </a:rPr>
              <a:t>ω</a:t>
            </a:r>
            <a:r>
              <a:rPr dirty="0" b="1">
                <a:latin typeface="华文楷体"/>
                <a:cs typeface="华文楷体"/>
              </a:rPr>
              <a:t>匀速转动。在</a:t>
            </a:r>
            <a:r>
              <a:rPr dirty="0" b="1" i="1">
                <a:latin typeface="Times New Roman"/>
                <a:cs typeface="Times New Roman"/>
              </a:rPr>
              <a:t>MN</a:t>
            </a:r>
            <a:r>
              <a:rPr dirty="0" b="1">
                <a:latin typeface="华文楷体"/>
                <a:cs typeface="华文楷体"/>
              </a:rPr>
              <a:t>边与磁场方向的夹角到达</a:t>
            </a:r>
            <a:r>
              <a:rPr dirty="0" b="1">
                <a:latin typeface="Times New Roman"/>
                <a:cs typeface="Times New Roman"/>
              </a:rPr>
              <a:t>30</a:t>
            </a:r>
            <a:r>
              <a:rPr dirty="0" b="1">
                <a:latin typeface="华文楷体"/>
                <a:cs typeface="华文楷体"/>
              </a:rPr>
              <a:t>°的时刻（图示位置），  导线框中产生的瞬时电动势</a:t>
            </a:r>
            <a:r>
              <a:rPr dirty="0" spc="-5" b="1" i="1">
                <a:latin typeface="Times New Roman"/>
                <a:cs typeface="Times New Roman"/>
              </a:rPr>
              <a:t>e</a:t>
            </a:r>
            <a:r>
              <a:rPr dirty="0" b="1">
                <a:latin typeface="华文楷体"/>
                <a:cs typeface="华文楷体"/>
              </a:rPr>
              <a:t>的大小是多少？标出线框此时的电流方向。已知</a:t>
            </a:r>
            <a:r>
              <a:rPr dirty="0" spc="-5" b="1">
                <a:latin typeface="华文楷体"/>
                <a:cs typeface="华文楷体"/>
              </a:rPr>
              <a:t>线 </a:t>
            </a:r>
            <a:r>
              <a:rPr dirty="0" b="1">
                <a:latin typeface="华文楷体"/>
                <a:cs typeface="华文楷体"/>
              </a:rPr>
              <a:t>框按俯视的逆时针方向转动</a:t>
            </a:r>
            <a:r>
              <a:rPr dirty="0" spc="-5" b="1">
                <a:latin typeface="华文楷体"/>
                <a:cs typeface="华文楷体"/>
              </a:rPr>
              <a:t>。</a:t>
            </a:r>
          </a:p>
        </p:txBody>
      </p:sp>
      <p:sp>
        <p:nvSpPr>
          <p:cNvPr id="7" name="object 7"/>
          <p:cNvSpPr/>
          <p:nvPr/>
        </p:nvSpPr>
        <p:spPr>
          <a:xfrm>
            <a:off x="7741919" y="3221735"/>
            <a:ext cx="2097024" cy="3110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1295" y="205186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89537" y="1520456"/>
            <a:ext cx="1091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做一</a:t>
            </a:r>
            <a:r>
              <a:rPr dirty="0" sz="2800" spc="-5">
                <a:latin typeface="黑体"/>
                <a:cs typeface="黑体"/>
              </a:rPr>
              <a:t>做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9167" y="1781555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47288" y="20055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3.</a:t>
            </a:r>
            <a:r>
              <a:rPr dirty="0"/>
              <a:t>解：如图所示，在</a:t>
            </a:r>
            <a:r>
              <a:rPr dirty="0" i="1">
                <a:latin typeface="Times New Roman"/>
                <a:cs typeface="Times New Roman"/>
              </a:rPr>
              <a:t>M</a:t>
            </a:r>
            <a:r>
              <a:rPr dirty="0" spc="-5" i="1">
                <a:latin typeface="Times New Roman"/>
                <a:cs typeface="Times New Roman"/>
              </a:rPr>
              <a:t>N</a:t>
            </a:r>
            <a:r>
              <a:rPr dirty="0"/>
              <a:t>边与磁场方向的夹角到达</a:t>
            </a:r>
            <a:r>
              <a:rPr dirty="0">
                <a:latin typeface="Times New Roman"/>
                <a:cs typeface="Times New Roman"/>
              </a:rPr>
              <a:t>30</a:t>
            </a:r>
            <a:r>
              <a:rPr dirty="0"/>
              <a:t>°时，线圈平面与中性面夹 角为</a:t>
            </a:r>
            <a:r>
              <a:rPr dirty="0">
                <a:latin typeface="Times New Roman"/>
                <a:cs typeface="Times New Roman"/>
              </a:rPr>
              <a:t>60</a:t>
            </a:r>
            <a:r>
              <a:rPr dirty="0"/>
              <a:t>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5635" y="3038195"/>
            <a:ext cx="4112260" cy="112268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>
                <a:latin typeface="华文楷体"/>
                <a:cs typeface="华文楷体"/>
              </a:rPr>
              <a:t>此时感应电动势</a:t>
            </a:r>
            <a:r>
              <a:rPr dirty="0" sz="2400" spc="-5" i="1">
                <a:latin typeface="Times New Roman"/>
                <a:cs typeface="Times New Roman"/>
              </a:rPr>
              <a:t>e=N</a:t>
            </a:r>
            <a:r>
              <a:rPr dirty="0" sz="2400" spc="-30" i="1">
                <a:latin typeface="Times New Roman"/>
                <a:cs typeface="Times New Roman"/>
              </a:rPr>
              <a:t> </a:t>
            </a:r>
            <a:r>
              <a:rPr dirty="0" sz="2400" spc="-5" i="1">
                <a:latin typeface="Times New Roman"/>
                <a:cs typeface="Times New Roman"/>
              </a:rPr>
              <a:t>ωBS</a:t>
            </a:r>
            <a:r>
              <a:rPr dirty="0" sz="2400" spc="-5">
                <a:latin typeface="Times New Roman"/>
                <a:cs typeface="Times New Roman"/>
              </a:rPr>
              <a:t>sin</a:t>
            </a:r>
            <a:r>
              <a:rPr dirty="0" sz="2400" spc="-5" i="1">
                <a:latin typeface="Times New Roman"/>
                <a:cs typeface="Times New Roman"/>
              </a:rPr>
              <a:t>ωt</a:t>
            </a:r>
            <a:endParaRPr sz="2400">
              <a:latin typeface="Times New Roman"/>
              <a:cs typeface="Times New Roman"/>
            </a:endParaRPr>
          </a:p>
          <a:p>
            <a:pPr marL="2298700">
              <a:lnSpc>
                <a:spcPct val="100000"/>
              </a:lnSpc>
              <a:spcBef>
                <a:spcPts val="1440"/>
              </a:spcBef>
            </a:pPr>
            <a:r>
              <a:rPr dirty="0" sz="2400" i="1">
                <a:latin typeface="Times New Roman"/>
                <a:cs typeface="Times New Roman"/>
              </a:rPr>
              <a:t>=</a:t>
            </a:r>
            <a:r>
              <a:rPr dirty="0" sz="2400" spc="-55" i="1">
                <a:latin typeface="Times New Roman"/>
                <a:cs typeface="Times New Roman"/>
              </a:rPr>
              <a:t> </a:t>
            </a:r>
            <a:r>
              <a:rPr dirty="0" sz="2400" spc="-5" i="1">
                <a:latin typeface="Times New Roman"/>
                <a:cs typeface="Times New Roman"/>
              </a:rPr>
              <a:t>ωBS</a:t>
            </a:r>
            <a:r>
              <a:rPr dirty="0" sz="2400" spc="-5">
                <a:latin typeface="Times New Roman"/>
                <a:cs typeface="Times New Roman"/>
              </a:rPr>
              <a:t>sin60</a:t>
            </a:r>
            <a:r>
              <a:rPr dirty="0" sz="2400" spc="-5">
                <a:latin typeface="华文楷体"/>
                <a:cs typeface="华文楷体"/>
              </a:rPr>
              <a:t>°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70072" y="4559109"/>
            <a:ext cx="265430" cy="213995"/>
          </a:xfrm>
          <a:custGeom>
            <a:avLst/>
            <a:gdLst/>
            <a:ahLst/>
            <a:cxnLst/>
            <a:rect l="l" t="t" r="r" b="b"/>
            <a:pathLst>
              <a:path w="265429" h="213995">
                <a:moveTo>
                  <a:pt x="85543" y="185242"/>
                </a:moveTo>
                <a:lnTo>
                  <a:pt x="73901" y="185242"/>
                </a:lnTo>
                <a:lnTo>
                  <a:pt x="127507" y="0"/>
                </a:lnTo>
                <a:lnTo>
                  <a:pt x="264807" y="0"/>
                </a:lnTo>
                <a:lnTo>
                  <a:pt x="264807" y="14439"/>
                </a:lnTo>
                <a:lnTo>
                  <a:pt x="135547" y="14439"/>
                </a:lnTo>
                <a:lnTo>
                  <a:pt x="85543" y="185242"/>
                </a:lnTo>
                <a:close/>
              </a:path>
              <a:path w="265429" h="213995">
                <a:moveTo>
                  <a:pt x="264807" y="14668"/>
                </a:moveTo>
                <a:lnTo>
                  <a:pt x="141617" y="14668"/>
                </a:lnTo>
                <a:lnTo>
                  <a:pt x="141617" y="14439"/>
                </a:lnTo>
                <a:lnTo>
                  <a:pt x="264807" y="14439"/>
                </a:lnTo>
                <a:lnTo>
                  <a:pt x="264807" y="14668"/>
                </a:lnTo>
                <a:close/>
              </a:path>
              <a:path w="265429" h="213995">
                <a:moveTo>
                  <a:pt x="77152" y="213906"/>
                </a:moveTo>
                <a:lnTo>
                  <a:pt x="66624" y="213906"/>
                </a:lnTo>
                <a:lnTo>
                  <a:pt x="21704" y="117309"/>
                </a:lnTo>
                <a:lnTo>
                  <a:pt x="0" y="117309"/>
                </a:lnTo>
                <a:lnTo>
                  <a:pt x="35598" y="101041"/>
                </a:lnTo>
                <a:lnTo>
                  <a:pt x="42998" y="117309"/>
                </a:lnTo>
                <a:lnTo>
                  <a:pt x="21704" y="117309"/>
                </a:lnTo>
                <a:lnTo>
                  <a:pt x="3365" y="125450"/>
                </a:lnTo>
                <a:lnTo>
                  <a:pt x="46701" y="125450"/>
                </a:lnTo>
                <a:lnTo>
                  <a:pt x="73901" y="185242"/>
                </a:lnTo>
                <a:lnTo>
                  <a:pt x="85543" y="185242"/>
                </a:lnTo>
                <a:lnTo>
                  <a:pt x="77152" y="213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66275" y="4848523"/>
            <a:ext cx="268605" cy="0"/>
          </a:xfrm>
          <a:custGeom>
            <a:avLst/>
            <a:gdLst/>
            <a:ahLst/>
            <a:cxnLst/>
            <a:rect l="l" t="t" r="r" b="b"/>
            <a:pathLst>
              <a:path w="268604" h="0">
                <a:moveTo>
                  <a:pt x="0" y="0"/>
                </a:moveTo>
                <a:lnTo>
                  <a:pt x="268605" y="0"/>
                </a:lnTo>
              </a:path>
            </a:pathLst>
          </a:custGeom>
          <a:ln w="200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871635" y="4618075"/>
            <a:ext cx="11296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9420" algn="l"/>
              </a:tabLst>
            </a:pPr>
            <a:r>
              <a:rPr dirty="0" sz="2400" i="1">
                <a:latin typeface="Times New Roman"/>
                <a:cs typeface="Times New Roman"/>
              </a:rPr>
              <a:t>=	</a:t>
            </a:r>
            <a:r>
              <a:rPr dirty="0" baseline="44444" sz="2625" i="1">
                <a:latin typeface="Cambria Math"/>
                <a:cs typeface="Cambria Math"/>
              </a:rPr>
              <a:t>3</a:t>
            </a:r>
            <a:r>
              <a:rPr dirty="0" sz="2400" i="1">
                <a:latin typeface="Times New Roman"/>
                <a:cs typeface="Times New Roman"/>
              </a:rPr>
              <a:t>ω</a:t>
            </a:r>
            <a:r>
              <a:rPr dirty="0" sz="2400" spc="-5" i="1">
                <a:latin typeface="Times New Roman"/>
                <a:cs typeface="Times New Roman"/>
              </a:rPr>
              <a:t>B</a:t>
            </a:r>
            <a:r>
              <a:rPr dirty="0" sz="2400" i="1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95235" y="4766429"/>
            <a:ext cx="2517775" cy="94678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r" marR="343535">
              <a:lnSpc>
                <a:spcPct val="100000"/>
              </a:lnSpc>
              <a:spcBef>
                <a:spcPts val="790"/>
              </a:spcBef>
            </a:pPr>
            <a:r>
              <a:rPr dirty="0" sz="1750" i="1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400">
                <a:latin typeface="华文楷体"/>
                <a:cs typeface="华文楷体"/>
              </a:rPr>
              <a:t>电流方向为</a:t>
            </a:r>
            <a:r>
              <a:rPr dirty="0" sz="2800" i="1">
                <a:latin typeface="Times New Roman"/>
                <a:cs typeface="Times New Roman"/>
              </a:rPr>
              <a:t>KN</a:t>
            </a:r>
            <a:r>
              <a:rPr dirty="0" sz="2800" spc="-5" i="1">
                <a:latin typeface="Times New Roman"/>
                <a:cs typeface="Times New Roman"/>
              </a:rPr>
              <a:t>ML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84819" y="2833116"/>
            <a:ext cx="2212848" cy="3281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3524" y="1489798"/>
            <a:ext cx="14471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黑体"/>
                <a:cs typeface="黑体"/>
              </a:rPr>
              <a:t>课堂小</a:t>
            </a:r>
            <a:r>
              <a:rPr dirty="0" sz="2800" spc="-5">
                <a:latin typeface="黑体"/>
                <a:cs typeface="黑体"/>
              </a:rPr>
              <a:t>结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84803" y="1802892"/>
            <a:ext cx="332740" cy="363220"/>
          </a:xfrm>
          <a:custGeom>
            <a:avLst/>
            <a:gdLst/>
            <a:ahLst/>
            <a:cxnLst/>
            <a:rect l="l" t="t" r="r" b="b"/>
            <a:pathLst>
              <a:path w="332739" h="363219">
                <a:moveTo>
                  <a:pt x="0" y="0"/>
                </a:moveTo>
                <a:lnTo>
                  <a:pt x="332232" y="0"/>
                </a:lnTo>
                <a:lnTo>
                  <a:pt x="33223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66159" y="2025395"/>
            <a:ext cx="226060" cy="247015"/>
          </a:xfrm>
          <a:custGeom>
            <a:avLst/>
            <a:gdLst/>
            <a:ahLst/>
            <a:cxnLst/>
            <a:rect l="l" t="t" r="r" b="b"/>
            <a:pathLst>
              <a:path w="226060" h="247014">
                <a:moveTo>
                  <a:pt x="0" y="0"/>
                </a:moveTo>
                <a:lnTo>
                  <a:pt x="225551" y="0"/>
                </a:lnTo>
                <a:lnTo>
                  <a:pt x="225551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91267" y="2053323"/>
            <a:ext cx="5408930" cy="0"/>
          </a:xfrm>
          <a:custGeom>
            <a:avLst/>
            <a:gdLst/>
            <a:ahLst/>
            <a:cxnLst/>
            <a:rect l="l" t="t" r="r" b="b"/>
            <a:pathLst>
              <a:path w="5408930" h="0">
                <a:moveTo>
                  <a:pt x="0" y="0"/>
                </a:moveTo>
                <a:lnTo>
                  <a:pt x="5408841" y="0"/>
                </a:lnTo>
              </a:path>
            </a:pathLst>
          </a:custGeom>
          <a:ln w="47371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57841" y="2219363"/>
            <a:ext cx="4030979" cy="1009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 marR="5080" indent="-35560">
              <a:lnSpc>
                <a:spcPct val="1344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1.</a:t>
            </a:r>
            <a:r>
              <a:rPr dirty="0" sz="2400" b="1">
                <a:latin typeface="华文楷体"/>
                <a:cs typeface="华文楷体"/>
              </a:rPr>
              <a:t>推导和理解交变电流的规</a:t>
            </a:r>
            <a:r>
              <a:rPr dirty="0" sz="2400" spc="-5" b="1">
                <a:latin typeface="华文楷体"/>
                <a:cs typeface="华文楷体"/>
              </a:rPr>
              <a:t>律 </a:t>
            </a:r>
            <a:r>
              <a:rPr dirty="0" sz="2400" b="1">
                <a:latin typeface="华文楷体"/>
                <a:cs typeface="华文楷体"/>
              </a:rPr>
              <a:t>正弦式电流的瞬时值表达式</a:t>
            </a:r>
            <a:r>
              <a:rPr dirty="0" sz="2400" spc="-5" b="1">
                <a:latin typeface="华文楷体"/>
                <a:cs typeface="华文楷体"/>
              </a:rPr>
              <a:t>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37959" y="3390353"/>
            <a:ext cx="167576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华文楷体"/>
                <a:cs typeface="华文楷体"/>
              </a:rPr>
              <a:t>（</a:t>
            </a: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baseline="-17921" sz="2325" spc="-7" b="1" i="1">
                <a:latin typeface="Times New Roman"/>
                <a:cs typeface="Times New Roman"/>
              </a:rPr>
              <a:t>m</a:t>
            </a:r>
            <a:r>
              <a:rPr dirty="0" sz="2400" spc="-5" b="1" i="1">
                <a:latin typeface="Times New Roman"/>
                <a:cs typeface="Times New Roman"/>
              </a:rPr>
              <a:t>=NωBS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93125" y="3390353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最大值</a:t>
            </a:r>
            <a:r>
              <a:rPr dirty="0" sz="2400" spc="-5" b="1"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22065" y="3194773"/>
            <a:ext cx="2360930" cy="213614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897255" marR="5080" indent="105410">
              <a:lnSpc>
                <a:spcPct val="151700"/>
              </a:lnSpc>
              <a:spcBef>
                <a:spcPts val="150"/>
              </a:spcBef>
            </a:pP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sz="2400" b="1" i="1">
                <a:latin typeface="Times New Roman"/>
                <a:cs typeface="Times New Roman"/>
              </a:rPr>
              <a:t>=</a:t>
            </a:r>
            <a:r>
              <a:rPr dirty="0" sz="2400" spc="-5" b="1" i="1">
                <a:latin typeface="Times New Roman"/>
                <a:cs typeface="Times New Roman"/>
              </a:rPr>
              <a:t>E</a:t>
            </a:r>
            <a:r>
              <a:rPr dirty="0" baseline="-17921" sz="2325" spc="7" b="1" i="1">
                <a:latin typeface="Times New Roman"/>
                <a:cs typeface="Times New Roman"/>
              </a:rPr>
              <a:t>m</a:t>
            </a:r>
            <a:r>
              <a:rPr dirty="0" sz="2400" b="1">
                <a:latin typeface="Times New Roman"/>
                <a:cs typeface="Times New Roman"/>
              </a:rPr>
              <a:t>s</a:t>
            </a:r>
            <a:r>
              <a:rPr dirty="0" sz="2400" spc="-5" b="1">
                <a:latin typeface="Times New Roman"/>
                <a:cs typeface="Times New Roman"/>
              </a:rPr>
              <a:t>i</a:t>
            </a:r>
            <a:r>
              <a:rPr dirty="0" sz="2400" b="1">
                <a:latin typeface="Times New Roman"/>
                <a:cs typeface="Times New Roman"/>
              </a:rPr>
              <a:t>n</a:t>
            </a:r>
            <a:r>
              <a:rPr dirty="0" sz="2400" spc="-5" b="1" i="1">
                <a:latin typeface="Times New Roman"/>
                <a:cs typeface="Times New Roman"/>
              </a:rPr>
              <a:t>ω</a:t>
            </a:r>
            <a:r>
              <a:rPr dirty="0" sz="2400" b="1" i="1">
                <a:latin typeface="Times New Roman"/>
                <a:cs typeface="Times New Roman"/>
              </a:rPr>
              <a:t>t </a:t>
            </a:r>
            <a:r>
              <a:rPr dirty="0" sz="2400" b="1" i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sz="2400" spc="-5" b="1">
                <a:latin typeface="Times New Roman"/>
                <a:cs typeface="Times New Roman"/>
              </a:rPr>
              <a:t>=</a:t>
            </a:r>
            <a:r>
              <a:rPr dirty="0" sz="2400" spc="-5" b="1" i="1">
                <a:latin typeface="Times New Roman"/>
                <a:cs typeface="Times New Roman"/>
              </a:rPr>
              <a:t>I</a:t>
            </a:r>
            <a:r>
              <a:rPr dirty="0" baseline="-17921" sz="2325" spc="-7" b="1" i="1">
                <a:latin typeface="Times New Roman"/>
                <a:cs typeface="Times New Roman"/>
              </a:rPr>
              <a:t>m</a:t>
            </a:r>
            <a:r>
              <a:rPr dirty="0" sz="2400" spc="-5" b="1">
                <a:latin typeface="Times New Roman"/>
                <a:cs typeface="Times New Roman"/>
              </a:rPr>
              <a:t>sin</a:t>
            </a:r>
            <a:r>
              <a:rPr dirty="0" sz="2400" spc="-5" b="1" i="1">
                <a:latin typeface="Times New Roman"/>
                <a:cs typeface="Times New Roman"/>
              </a:rPr>
              <a:t>ωt  </a:t>
            </a:r>
            <a:r>
              <a:rPr dirty="0" sz="2400" spc="-5" b="1" i="1">
                <a:latin typeface="Times New Roman"/>
                <a:cs typeface="Times New Roman"/>
              </a:rPr>
              <a:t>u=U</a:t>
            </a:r>
            <a:r>
              <a:rPr dirty="0" baseline="-17921" sz="2325" spc="-7" b="1" i="1">
                <a:latin typeface="Times New Roman"/>
                <a:cs typeface="Times New Roman"/>
              </a:rPr>
              <a:t>m</a:t>
            </a:r>
            <a:r>
              <a:rPr dirty="0" sz="2400" spc="-5" b="1">
                <a:latin typeface="Times New Roman"/>
                <a:cs typeface="Times New Roman"/>
              </a:rPr>
              <a:t>sin</a:t>
            </a:r>
            <a:r>
              <a:rPr dirty="0" sz="2400" spc="-5" b="1" i="1">
                <a:latin typeface="Times New Roman"/>
                <a:cs typeface="Times New Roman"/>
              </a:rPr>
              <a:t>ωt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 b="1">
                <a:latin typeface="Times New Roman"/>
                <a:cs typeface="Times New Roman"/>
              </a:rPr>
              <a:t>2.</a:t>
            </a:r>
            <a:r>
              <a:rPr dirty="0" sz="2400" b="1">
                <a:latin typeface="华文楷体"/>
                <a:cs typeface="华文楷体"/>
              </a:rPr>
              <a:t>交流发电</a:t>
            </a:r>
            <a:r>
              <a:rPr dirty="0" sz="2400" spc="-5" b="1">
                <a:latin typeface="华文楷体"/>
                <a:cs typeface="华文楷体"/>
              </a:rPr>
              <a:t>机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8600" y="2368232"/>
            <a:ext cx="42926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latin typeface="微软雅黑"/>
                <a:cs typeface="微软雅黑"/>
              </a:rPr>
              <a:t>同学们，再见！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2025-04-20T10:33:32Z</dcterms:created>
  <dcterms:modified xsi:type="dcterms:W3CDTF">2025-04-20T10:33:32Z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