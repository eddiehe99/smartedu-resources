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Default Extension="jpg" ContentType="image/jpg"/>
  <Override PartName="/ppt/slides/slide1.xml" ContentType="application/vnd.openxmlformats-officedocument.presentationml.slide+xml"/>
  <Override PartName="/ppt/slides/slide2.xml" ContentType="application/vnd.openxmlformats-officedocument.presentationml.slide+xml"/>
  <Default Extension="png" ContentType="image/png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</p:sldIdLst>
  <p:sldSz cx="12192000" cy="6858000"/>
  <p:notesSz cx="12192000" cy="685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751840" y="-32156"/>
            <a:ext cx="10688319" cy="6343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0000CC"/>
                </a:solidFill>
                <a:latin typeface="楷体"/>
                <a:cs typeface="楷体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wo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0000CC"/>
                </a:solidFill>
                <a:latin typeface="楷体"/>
                <a:cs typeface="楷体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0000CC"/>
                </a:solidFill>
                <a:latin typeface="楷体"/>
                <a:cs typeface="楷体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jpg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067969" y="748294"/>
            <a:ext cx="3779520" cy="4730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rgbClr val="0000CC"/>
                </a:solidFill>
                <a:latin typeface="楷体"/>
                <a:cs typeface="楷体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png"/><Relationship Id="rId7" Type="http://schemas.openxmlformats.org/officeDocument/2006/relationships/image" Target="../media/image8.png"/><Relationship Id="rId8" Type="http://schemas.openxmlformats.org/officeDocument/2006/relationships/image" Target="../media/image9.png"/><Relationship Id="rId9" Type="http://schemas.openxmlformats.org/officeDocument/2006/relationships/image" Target="../media/image10.png"/><Relationship Id="rId10" Type="http://schemas.openxmlformats.org/officeDocument/2006/relationships/image" Target="../media/image11.png"/><Relationship Id="rId11" Type="http://schemas.openxmlformats.org/officeDocument/2006/relationships/image" Target="../media/image12.png"/><Relationship Id="rId12" Type="http://schemas.openxmlformats.org/officeDocument/2006/relationships/image" Target="../media/image13.png"/><Relationship Id="rId13" Type="http://schemas.openxmlformats.org/officeDocument/2006/relationships/image" Target="../media/image14.png"/><Relationship Id="rId14" Type="http://schemas.openxmlformats.org/officeDocument/2006/relationships/image" Target="../media/image15.png"/><Relationship Id="rId15" Type="http://schemas.openxmlformats.org/officeDocument/2006/relationships/image" Target="../media/image16.png"/><Relationship Id="rId16" Type="http://schemas.openxmlformats.org/officeDocument/2006/relationships/image" Target="../media/image17.png"/><Relationship Id="rId17" Type="http://schemas.openxmlformats.org/officeDocument/2006/relationships/image" Target="../media/image18.png"/><Relationship Id="rId18" Type="http://schemas.openxmlformats.org/officeDocument/2006/relationships/image" Target="../media/image19.png"/><Relationship Id="rId19" Type="http://schemas.openxmlformats.org/officeDocument/2006/relationships/image" Target="../media/image20.png"/><Relationship Id="rId20" Type="http://schemas.openxmlformats.org/officeDocument/2006/relationships/image" Target="../media/image21.png"/><Relationship Id="rId21" Type="http://schemas.openxmlformats.org/officeDocument/2006/relationships/image" Target="../media/image22.png"/><Relationship Id="rId22" Type="http://schemas.openxmlformats.org/officeDocument/2006/relationships/image" Target="../media/image23.png"/><Relationship Id="rId23" Type="http://schemas.openxmlformats.org/officeDocument/2006/relationships/image" Target="../media/image24.png"/><Relationship Id="rId24" Type="http://schemas.openxmlformats.org/officeDocument/2006/relationships/image" Target="../media/image25.png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6.jpg"/><Relationship Id="rId3" Type="http://schemas.openxmlformats.org/officeDocument/2006/relationships/image" Target="../media/image27.png"/><Relationship Id="rId4" Type="http://schemas.openxmlformats.org/officeDocument/2006/relationships/image" Target="../media/image28.png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9.png"/><Relationship Id="rId3" Type="http://schemas.openxmlformats.org/officeDocument/2006/relationships/image" Target="../media/image30.jpg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1.jpg"/><Relationship Id="rId3" Type="http://schemas.openxmlformats.org/officeDocument/2006/relationships/image" Target="../media/image32.jpg"/><Relationship Id="rId4" Type="http://schemas.openxmlformats.org/officeDocument/2006/relationships/image" Target="../media/image33.jpg"/><Relationship Id="rId5" Type="http://schemas.openxmlformats.org/officeDocument/2006/relationships/image" Target="../media/image34.jpg"/><Relationship Id="rId6" Type="http://schemas.openxmlformats.org/officeDocument/2006/relationships/image" Target="../media/image35.png"/><Relationship Id="rId7" Type="http://schemas.openxmlformats.org/officeDocument/2006/relationships/image" Target="../media/image36.jpg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7.png"/><Relationship Id="rId3" Type="http://schemas.openxmlformats.org/officeDocument/2006/relationships/image" Target="../media/image38.png"/><Relationship Id="rId4" Type="http://schemas.openxmlformats.org/officeDocument/2006/relationships/image" Target="../media/image39.png"/><Relationship Id="rId5" Type="http://schemas.openxmlformats.org/officeDocument/2006/relationships/image" Target="../media/image40.png"/><Relationship Id="rId6" Type="http://schemas.openxmlformats.org/officeDocument/2006/relationships/image" Target="../media/image41.png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2.png"/><Relationship Id="rId3" Type="http://schemas.openxmlformats.org/officeDocument/2006/relationships/image" Target="../media/image43.png"/><Relationship Id="rId4" Type="http://schemas.openxmlformats.org/officeDocument/2006/relationships/image" Target="../media/image44.png"/><Relationship Id="rId5" Type="http://schemas.openxmlformats.org/officeDocument/2006/relationships/image" Target="../media/image45.png"/><Relationship Id="rId6" Type="http://schemas.openxmlformats.org/officeDocument/2006/relationships/image" Target="../media/image46.png"/><Relationship Id="rId7" Type="http://schemas.openxmlformats.org/officeDocument/2006/relationships/image" Target="../media/image47.png"/><Relationship Id="rId8" Type="http://schemas.openxmlformats.org/officeDocument/2006/relationships/image" Target="../media/image48.png"/><Relationship Id="rId9" Type="http://schemas.openxmlformats.org/officeDocument/2006/relationships/image" Target="../media/image49.png"/><Relationship Id="rId10" Type="http://schemas.openxmlformats.org/officeDocument/2006/relationships/image" Target="../media/image50.png"/><Relationship Id="rId11" Type="http://schemas.openxmlformats.org/officeDocument/2006/relationships/image" Target="../media/image51.png"/><Relationship Id="rId12" Type="http://schemas.openxmlformats.org/officeDocument/2006/relationships/image" Target="../media/image52.png"/><Relationship Id="rId13" Type="http://schemas.openxmlformats.org/officeDocument/2006/relationships/image" Target="../media/image53.png"/><Relationship Id="rId14" Type="http://schemas.openxmlformats.org/officeDocument/2006/relationships/image" Target="../media/image54.png"/><Relationship Id="rId15" Type="http://schemas.openxmlformats.org/officeDocument/2006/relationships/image" Target="../media/image55.png"/><Relationship Id="rId16" Type="http://schemas.openxmlformats.org/officeDocument/2006/relationships/image" Target="../media/image56.png"/><Relationship Id="rId17" Type="http://schemas.openxmlformats.org/officeDocument/2006/relationships/image" Target="../media/image57.png"/><Relationship Id="rId18" Type="http://schemas.openxmlformats.org/officeDocument/2006/relationships/image" Target="../media/image58.png"/><Relationship Id="rId19" Type="http://schemas.openxmlformats.org/officeDocument/2006/relationships/image" Target="../media/image59.png"/><Relationship Id="rId20" Type="http://schemas.openxmlformats.org/officeDocument/2006/relationships/image" Target="../media/image60.png"/><Relationship Id="rId21" Type="http://schemas.openxmlformats.org/officeDocument/2006/relationships/image" Target="../media/image61.png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2.png"/><Relationship Id="rId3" Type="http://schemas.openxmlformats.org/officeDocument/2006/relationships/image" Target="../media/image63.png"/><Relationship Id="rId4" Type="http://schemas.openxmlformats.org/officeDocument/2006/relationships/image" Target="../media/image64.png"/><Relationship Id="rId5" Type="http://schemas.openxmlformats.org/officeDocument/2006/relationships/image" Target="../media/image65.png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6.jpg"/><Relationship Id="rId3" Type="http://schemas.openxmlformats.org/officeDocument/2006/relationships/image" Target="../media/image67.png"/><Relationship Id="rId4" Type="http://schemas.openxmlformats.org/officeDocument/2006/relationships/image" Target="../media/image68.png"/><Relationship Id="rId5" Type="http://schemas.openxmlformats.org/officeDocument/2006/relationships/image" Target="../media/image69.png"/><Relationship Id="rId6" Type="http://schemas.openxmlformats.org/officeDocument/2006/relationships/image" Target="../media/image70.png"/><Relationship Id="rId7" Type="http://schemas.openxmlformats.org/officeDocument/2006/relationships/image" Target="../media/image71.png"/><Relationship Id="rId8" Type="http://schemas.openxmlformats.org/officeDocument/2006/relationships/image" Target="../media/image72.png"/><Relationship Id="rId9" Type="http://schemas.openxmlformats.org/officeDocument/2006/relationships/image" Target="../media/image73.png"/><Relationship Id="rId10" Type="http://schemas.openxmlformats.org/officeDocument/2006/relationships/image" Target="../media/image74.png"/><Relationship Id="rId11" Type="http://schemas.openxmlformats.org/officeDocument/2006/relationships/image" Target="../media/image75.png"/><Relationship Id="rId12" Type="http://schemas.openxmlformats.org/officeDocument/2006/relationships/image" Target="../media/image76.png"/><Relationship Id="rId13" Type="http://schemas.openxmlformats.org/officeDocument/2006/relationships/image" Target="../media/image77.png"/><Relationship Id="rId14" Type="http://schemas.openxmlformats.org/officeDocument/2006/relationships/image" Target="../media/image78.jpg"/><Relationship Id="rId15" Type="http://schemas.openxmlformats.org/officeDocument/2006/relationships/image" Target="../media/image79.png"/><Relationship Id="rId16" Type="http://schemas.openxmlformats.org/officeDocument/2006/relationships/image" Target="../media/image80.png"/><Relationship Id="rId17" Type="http://schemas.openxmlformats.org/officeDocument/2006/relationships/image" Target="../media/image81.png"/><Relationship Id="rId18" Type="http://schemas.openxmlformats.org/officeDocument/2006/relationships/image" Target="../media/image82.png"/><Relationship Id="rId19" Type="http://schemas.openxmlformats.org/officeDocument/2006/relationships/image" Target="../media/image83.png"/><Relationship Id="rId20" Type="http://schemas.openxmlformats.org/officeDocument/2006/relationships/image" Target="../media/image84.png"/><Relationship Id="rId21" Type="http://schemas.openxmlformats.org/officeDocument/2006/relationships/image" Target="../media/image85.png"/><Relationship Id="rId22" Type="http://schemas.openxmlformats.org/officeDocument/2006/relationships/image" Target="../media/image86.png"/><Relationship Id="rId23" Type="http://schemas.openxmlformats.org/officeDocument/2006/relationships/image" Target="../media/image87.png"/><Relationship Id="rId24" Type="http://schemas.openxmlformats.org/officeDocument/2006/relationships/image" Target="../media/image88.png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89.png"/><Relationship Id="rId3" Type="http://schemas.openxmlformats.org/officeDocument/2006/relationships/image" Target="../media/image90.jpg"/><Relationship Id="rId4" Type="http://schemas.openxmlformats.org/officeDocument/2006/relationships/image" Target="../media/image91.png"/><Relationship Id="rId5" Type="http://schemas.openxmlformats.org/officeDocument/2006/relationships/image" Target="../media/image92.png"/><Relationship Id="rId6" Type="http://schemas.openxmlformats.org/officeDocument/2006/relationships/image" Target="../media/image93.png"/><Relationship Id="rId7" Type="http://schemas.openxmlformats.org/officeDocument/2006/relationships/image" Target="../media/image94.png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95.png"/><Relationship Id="rId3" Type="http://schemas.openxmlformats.org/officeDocument/2006/relationships/image" Target="../media/image96.png"/><Relationship Id="rId4" Type="http://schemas.openxmlformats.org/officeDocument/2006/relationships/image" Target="../media/image97.png"/><Relationship Id="rId5" Type="http://schemas.openxmlformats.org/officeDocument/2006/relationships/image" Target="../media/image98.png"/><Relationship Id="rId6" Type="http://schemas.openxmlformats.org/officeDocument/2006/relationships/image" Target="../media/image99.png"/><Relationship Id="rId7" Type="http://schemas.openxmlformats.org/officeDocument/2006/relationships/image" Target="../media/image100.png"/><Relationship Id="rId8" Type="http://schemas.openxmlformats.org/officeDocument/2006/relationships/image" Target="../media/image101.jpg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2.png"/><Relationship Id="rId3" Type="http://schemas.openxmlformats.org/officeDocument/2006/relationships/image" Target="../media/image103.png"/><Relationship Id="rId4" Type="http://schemas.openxmlformats.org/officeDocument/2006/relationships/image" Target="../media/image104.png"/><Relationship Id="rId5" Type="http://schemas.openxmlformats.org/officeDocument/2006/relationships/image" Target="../media/image105.png"/><Relationship Id="rId6" Type="http://schemas.openxmlformats.org/officeDocument/2006/relationships/image" Target="../media/image101.jpg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6.png"/><Relationship Id="rId3" Type="http://schemas.openxmlformats.org/officeDocument/2006/relationships/image" Target="../media/image107.jpg"/><Relationship Id="rId4" Type="http://schemas.openxmlformats.org/officeDocument/2006/relationships/image" Target="../media/image108.jpg"/><Relationship Id="rId5" Type="http://schemas.openxmlformats.org/officeDocument/2006/relationships/image" Target="../media/image109.png"/></Relationships>
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10.png"/><Relationship Id="rId3" Type="http://schemas.openxmlformats.org/officeDocument/2006/relationships/image" Target="../media/image111.jpg"/><Relationship Id="rId4" Type="http://schemas.openxmlformats.org/officeDocument/2006/relationships/image" Target="../media/image112.jpg"/><Relationship Id="rId5" Type="http://schemas.openxmlformats.org/officeDocument/2006/relationships/image" Target="../media/image113.png"/><Relationship Id="rId6" Type="http://schemas.openxmlformats.org/officeDocument/2006/relationships/image" Target="../media/image114.png"/><Relationship Id="rId7" Type="http://schemas.openxmlformats.org/officeDocument/2006/relationships/image" Target="../media/image115.png"/><Relationship Id="rId8" Type="http://schemas.openxmlformats.org/officeDocument/2006/relationships/image" Target="../media/image116.png"/><Relationship Id="rId9" Type="http://schemas.openxmlformats.org/officeDocument/2006/relationships/image" Target="../media/image117.png"/></Relationships>
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1.jpg"/><Relationship Id="rId3" Type="http://schemas.openxmlformats.org/officeDocument/2006/relationships/image" Target="../media/image118.png"/><Relationship Id="rId4" Type="http://schemas.openxmlformats.org/officeDocument/2006/relationships/image" Target="../media/image119.png"/><Relationship Id="rId5" Type="http://schemas.openxmlformats.org/officeDocument/2006/relationships/image" Target="../media/image120.png"/><Relationship Id="rId6" Type="http://schemas.openxmlformats.org/officeDocument/2006/relationships/image" Target="../media/image121.png"/><Relationship Id="rId7" Type="http://schemas.openxmlformats.org/officeDocument/2006/relationships/image" Target="../media/image122.png"/><Relationship Id="rId8" Type="http://schemas.openxmlformats.org/officeDocument/2006/relationships/image" Target="../media/image123.png"/><Relationship Id="rId9" Type="http://schemas.openxmlformats.org/officeDocument/2006/relationships/image" Target="../media/image105.png"/><Relationship Id="rId10" Type="http://schemas.openxmlformats.org/officeDocument/2006/relationships/image" Target="../media/image124.png"/><Relationship Id="rId11" Type="http://schemas.openxmlformats.org/officeDocument/2006/relationships/image" Target="../media/image125.png"/><Relationship Id="rId12" Type="http://schemas.openxmlformats.org/officeDocument/2006/relationships/image" Target="../media/image126.png"/><Relationship Id="rId13" Type="http://schemas.openxmlformats.org/officeDocument/2006/relationships/image" Target="../media/image127.png"/><Relationship Id="rId14" Type="http://schemas.openxmlformats.org/officeDocument/2006/relationships/image" Target="../media/image128.png"/><Relationship Id="rId15" Type="http://schemas.openxmlformats.org/officeDocument/2006/relationships/image" Target="../media/image129.png"/><Relationship Id="rId16" Type="http://schemas.openxmlformats.org/officeDocument/2006/relationships/image" Target="../media/image130.png"/><Relationship Id="rId17" Type="http://schemas.openxmlformats.org/officeDocument/2006/relationships/image" Target="../media/image131.png"/><Relationship Id="rId18" Type="http://schemas.openxmlformats.org/officeDocument/2006/relationships/image" Target="../media/image132.png"/><Relationship Id="rId19" Type="http://schemas.openxmlformats.org/officeDocument/2006/relationships/image" Target="../media/image133.png"/></Relationships>
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07.jpg"/><Relationship Id="rId3" Type="http://schemas.openxmlformats.org/officeDocument/2006/relationships/image" Target="../media/image108.jpg"/><Relationship Id="rId4" Type="http://schemas.openxmlformats.org/officeDocument/2006/relationships/image" Target="../media/image111.jpg"/><Relationship Id="rId5" Type="http://schemas.openxmlformats.org/officeDocument/2006/relationships/image" Target="../media/image112.jpg"/><Relationship Id="rId6" Type="http://schemas.openxmlformats.org/officeDocument/2006/relationships/image" Target="../media/image134.png"/><Relationship Id="rId7" Type="http://schemas.openxmlformats.org/officeDocument/2006/relationships/image" Target="../media/image135.png"/><Relationship Id="rId8" Type="http://schemas.openxmlformats.org/officeDocument/2006/relationships/image" Target="../media/image136.png"/><Relationship Id="rId9" Type="http://schemas.openxmlformats.org/officeDocument/2006/relationships/image" Target="../media/image137.png"/><Relationship Id="rId10" Type="http://schemas.openxmlformats.org/officeDocument/2006/relationships/image" Target="../media/image138.png"/><Relationship Id="rId11" Type="http://schemas.openxmlformats.org/officeDocument/2006/relationships/image" Target="../media/image139.png"/><Relationship Id="rId12" Type="http://schemas.openxmlformats.org/officeDocument/2006/relationships/image" Target="../media/image140.png"/><Relationship Id="rId13" Type="http://schemas.openxmlformats.org/officeDocument/2006/relationships/image" Target="../media/image141.png"/><Relationship Id="rId14" Type="http://schemas.openxmlformats.org/officeDocument/2006/relationships/image" Target="../media/image142.png"/><Relationship Id="rId15" Type="http://schemas.openxmlformats.org/officeDocument/2006/relationships/image" Target="../media/image143.png"/><Relationship Id="rId16" Type="http://schemas.openxmlformats.org/officeDocument/2006/relationships/image" Target="../media/image144.png"/><Relationship Id="rId17" Type="http://schemas.openxmlformats.org/officeDocument/2006/relationships/image" Target="../media/image145.png"/><Relationship Id="rId18" Type="http://schemas.openxmlformats.org/officeDocument/2006/relationships/image" Target="../media/image146.png"/><Relationship Id="rId19" Type="http://schemas.openxmlformats.org/officeDocument/2006/relationships/image" Target="../media/image147.png"/><Relationship Id="rId20" Type="http://schemas.openxmlformats.org/officeDocument/2006/relationships/image" Target="../media/image148.png"/><Relationship Id="rId21" Type="http://schemas.openxmlformats.org/officeDocument/2006/relationships/image" Target="../media/image149.png"/><Relationship Id="rId22" Type="http://schemas.openxmlformats.org/officeDocument/2006/relationships/image" Target="../media/image150.png"/><Relationship Id="rId23" Type="http://schemas.openxmlformats.org/officeDocument/2006/relationships/image" Target="../media/image151.png"/><Relationship Id="rId24" Type="http://schemas.openxmlformats.org/officeDocument/2006/relationships/image" Target="../media/image152.png"/><Relationship Id="rId25" Type="http://schemas.openxmlformats.org/officeDocument/2006/relationships/image" Target="../media/image153.png"/><Relationship Id="rId26" Type="http://schemas.openxmlformats.org/officeDocument/2006/relationships/image" Target="../media/image154.png"/><Relationship Id="rId27" Type="http://schemas.openxmlformats.org/officeDocument/2006/relationships/image" Target="../media/image155.png"/><Relationship Id="rId28" Type="http://schemas.openxmlformats.org/officeDocument/2006/relationships/image" Target="../media/image156.png"/><Relationship Id="rId29" Type="http://schemas.openxmlformats.org/officeDocument/2006/relationships/image" Target="../media/image157.png"/><Relationship Id="rId30" Type="http://schemas.openxmlformats.org/officeDocument/2006/relationships/image" Target="../media/image158.png"/><Relationship Id="rId31" Type="http://schemas.openxmlformats.org/officeDocument/2006/relationships/image" Target="../media/image159.png"/><Relationship Id="rId32" Type="http://schemas.openxmlformats.org/officeDocument/2006/relationships/image" Target="../media/image160.png"/><Relationship Id="rId33" Type="http://schemas.openxmlformats.org/officeDocument/2006/relationships/image" Target="../media/image161.png"/><Relationship Id="rId34" Type="http://schemas.openxmlformats.org/officeDocument/2006/relationships/image" Target="../media/image162.png"/><Relationship Id="rId35" Type="http://schemas.openxmlformats.org/officeDocument/2006/relationships/image" Target="../media/image163.png"/><Relationship Id="rId36" Type="http://schemas.openxmlformats.org/officeDocument/2006/relationships/image" Target="../media/image164.png"/><Relationship Id="rId37" Type="http://schemas.openxmlformats.org/officeDocument/2006/relationships/image" Target="../media/image165.png"/><Relationship Id="rId38" Type="http://schemas.openxmlformats.org/officeDocument/2006/relationships/image" Target="../media/image166.png"/><Relationship Id="rId39" Type="http://schemas.openxmlformats.org/officeDocument/2006/relationships/image" Target="../media/image167.png"/><Relationship Id="rId40" Type="http://schemas.openxmlformats.org/officeDocument/2006/relationships/image" Target="../media/image168.png"/><Relationship Id="rId41" Type="http://schemas.openxmlformats.org/officeDocument/2006/relationships/image" Target="../media/image169.png"/><Relationship Id="rId42" Type="http://schemas.openxmlformats.org/officeDocument/2006/relationships/image" Target="../media/image170.png"/><Relationship Id="rId43" Type="http://schemas.openxmlformats.org/officeDocument/2006/relationships/image" Target="../media/image171.png"/><Relationship Id="rId44" Type="http://schemas.openxmlformats.org/officeDocument/2006/relationships/image" Target="../media/image172.png"/><Relationship Id="rId45" Type="http://schemas.openxmlformats.org/officeDocument/2006/relationships/image" Target="../media/image173.png"/><Relationship Id="rId46" Type="http://schemas.openxmlformats.org/officeDocument/2006/relationships/image" Target="../media/image174.png"/><Relationship Id="rId47" Type="http://schemas.openxmlformats.org/officeDocument/2006/relationships/image" Target="../media/image175.png"/><Relationship Id="rId48" Type="http://schemas.openxmlformats.org/officeDocument/2006/relationships/image" Target="../media/image176.png"/><Relationship Id="rId49" Type="http://schemas.openxmlformats.org/officeDocument/2006/relationships/image" Target="../media/image177.png"/><Relationship Id="rId50" Type="http://schemas.openxmlformats.org/officeDocument/2006/relationships/image" Target="../media/image178.png"/><Relationship Id="rId51" Type="http://schemas.openxmlformats.org/officeDocument/2006/relationships/image" Target="../media/image179.png"/></Relationships>
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180.png"/><Relationship Id="rId3" Type="http://schemas.openxmlformats.org/officeDocument/2006/relationships/image" Target="../media/image181.png"/><Relationship Id="rId4" Type="http://schemas.openxmlformats.org/officeDocument/2006/relationships/image" Target="../media/image182.png"/><Relationship Id="rId5" Type="http://schemas.openxmlformats.org/officeDocument/2006/relationships/image" Target="../media/image183.png"/><Relationship Id="rId6" Type="http://schemas.openxmlformats.org/officeDocument/2006/relationships/image" Target="../media/image184.png"/><Relationship Id="rId7" Type="http://schemas.openxmlformats.org/officeDocument/2006/relationships/image" Target="../media/image185.png"/><Relationship Id="rId8" Type="http://schemas.openxmlformats.org/officeDocument/2006/relationships/image" Target="../media/image186.png"/><Relationship Id="rId9" Type="http://schemas.openxmlformats.org/officeDocument/2006/relationships/image" Target="../media/image187.png"/><Relationship Id="rId10" Type="http://schemas.openxmlformats.org/officeDocument/2006/relationships/image" Target="../media/image188.png"/><Relationship Id="rId11" Type="http://schemas.openxmlformats.org/officeDocument/2006/relationships/image" Target="../media/image189.png"/><Relationship Id="rId12" Type="http://schemas.openxmlformats.org/officeDocument/2006/relationships/image" Target="../media/image190.png"/><Relationship Id="rId13" Type="http://schemas.openxmlformats.org/officeDocument/2006/relationships/image" Target="../media/image191.png"/><Relationship Id="rId14" Type="http://schemas.openxmlformats.org/officeDocument/2006/relationships/image" Target="../media/image192.png"/><Relationship Id="rId15" Type="http://schemas.openxmlformats.org/officeDocument/2006/relationships/image" Target="../media/image193.png"/><Relationship Id="rId16" Type="http://schemas.openxmlformats.org/officeDocument/2006/relationships/image" Target="../media/image194.png"/><Relationship Id="rId17" Type="http://schemas.openxmlformats.org/officeDocument/2006/relationships/image" Target="../media/image195.png"/><Relationship Id="rId18" Type="http://schemas.openxmlformats.org/officeDocument/2006/relationships/image" Target="../media/image196.png"/><Relationship Id="rId19" Type="http://schemas.openxmlformats.org/officeDocument/2006/relationships/image" Target="../media/image197.png"/><Relationship Id="rId20" Type="http://schemas.openxmlformats.org/officeDocument/2006/relationships/image" Target="../media/image198.png"/><Relationship Id="rId21" Type="http://schemas.openxmlformats.org/officeDocument/2006/relationships/image" Target="../media/image199.png"/><Relationship Id="rId22" Type="http://schemas.openxmlformats.org/officeDocument/2006/relationships/image" Target="../media/image200.png"/><Relationship Id="rId23" Type="http://schemas.openxmlformats.org/officeDocument/2006/relationships/image" Target="../media/image201.png"/><Relationship Id="rId24" Type="http://schemas.openxmlformats.org/officeDocument/2006/relationships/image" Target="../media/image202.png"/><Relationship Id="rId25" Type="http://schemas.openxmlformats.org/officeDocument/2006/relationships/image" Target="../media/image203.png"/><Relationship Id="rId26" Type="http://schemas.openxmlformats.org/officeDocument/2006/relationships/image" Target="../media/image204.png"/><Relationship Id="rId27" Type="http://schemas.openxmlformats.org/officeDocument/2006/relationships/image" Target="../media/image205.png"/><Relationship Id="rId28" Type="http://schemas.openxmlformats.org/officeDocument/2006/relationships/image" Target="../media/image206.png"/><Relationship Id="rId29" Type="http://schemas.openxmlformats.org/officeDocument/2006/relationships/image" Target="../media/image207.png"/><Relationship Id="rId30" Type="http://schemas.openxmlformats.org/officeDocument/2006/relationships/image" Target="../media/image208.png"/><Relationship Id="rId31" Type="http://schemas.openxmlformats.org/officeDocument/2006/relationships/image" Target="../media/image209.png"/><Relationship Id="rId32" Type="http://schemas.openxmlformats.org/officeDocument/2006/relationships/image" Target="../media/image210.png"/><Relationship Id="rId33" Type="http://schemas.openxmlformats.org/officeDocument/2006/relationships/image" Target="../media/image211.png"/><Relationship Id="rId34" Type="http://schemas.openxmlformats.org/officeDocument/2006/relationships/image" Target="../media/image212.png"/><Relationship Id="rId35" Type="http://schemas.openxmlformats.org/officeDocument/2006/relationships/image" Target="../media/image213.png"/><Relationship Id="rId36" Type="http://schemas.openxmlformats.org/officeDocument/2006/relationships/image" Target="../media/image214.png"/><Relationship Id="rId37" Type="http://schemas.openxmlformats.org/officeDocument/2006/relationships/image" Target="../media/image215.png"/><Relationship Id="rId38" Type="http://schemas.openxmlformats.org/officeDocument/2006/relationships/image" Target="../media/image216.png"/><Relationship Id="rId39" Type="http://schemas.openxmlformats.org/officeDocument/2006/relationships/image" Target="../media/image217.png"/><Relationship Id="rId40" Type="http://schemas.openxmlformats.org/officeDocument/2006/relationships/image" Target="../media/image218.png"/><Relationship Id="rId41" Type="http://schemas.openxmlformats.org/officeDocument/2006/relationships/image" Target="../media/image219.png"/><Relationship Id="rId42" Type="http://schemas.openxmlformats.org/officeDocument/2006/relationships/image" Target="../media/image220.png"/><Relationship Id="rId43" Type="http://schemas.openxmlformats.org/officeDocument/2006/relationships/image" Target="../media/image221.png"/><Relationship Id="rId44" Type="http://schemas.openxmlformats.org/officeDocument/2006/relationships/image" Target="../media/image222.png"/><Relationship Id="rId45" Type="http://schemas.openxmlformats.org/officeDocument/2006/relationships/image" Target="../media/image223.png"/><Relationship Id="rId46" Type="http://schemas.openxmlformats.org/officeDocument/2006/relationships/image" Target="../media/image224.png"/><Relationship Id="rId47" Type="http://schemas.openxmlformats.org/officeDocument/2006/relationships/image" Target="../media/image225.png"/><Relationship Id="rId48" Type="http://schemas.openxmlformats.org/officeDocument/2006/relationships/image" Target="../media/image226.png"/><Relationship Id="rId49" Type="http://schemas.openxmlformats.org/officeDocument/2006/relationships/image" Target="../media/image227.png"/><Relationship Id="rId50" Type="http://schemas.openxmlformats.org/officeDocument/2006/relationships/image" Target="../media/image228.png"/><Relationship Id="rId51" Type="http://schemas.openxmlformats.org/officeDocument/2006/relationships/image" Target="../media/image229.png"/><Relationship Id="rId52" Type="http://schemas.openxmlformats.org/officeDocument/2006/relationships/image" Target="../media/image230.png"/><Relationship Id="rId53" Type="http://schemas.openxmlformats.org/officeDocument/2006/relationships/image" Target="../media/image231.png"/></Relationships>
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2.png"/><Relationship Id="rId3" Type="http://schemas.openxmlformats.org/officeDocument/2006/relationships/image" Target="../media/image233.png"/><Relationship Id="rId4" Type="http://schemas.openxmlformats.org/officeDocument/2006/relationships/image" Target="../media/image234.png"/><Relationship Id="rId5" Type="http://schemas.openxmlformats.org/officeDocument/2006/relationships/image" Target="../media/image235.png"/><Relationship Id="rId6" Type="http://schemas.openxmlformats.org/officeDocument/2006/relationships/image" Target="../media/image236.png"/><Relationship Id="rId7" Type="http://schemas.openxmlformats.org/officeDocument/2006/relationships/image" Target="../media/image237.png"/><Relationship Id="rId8" Type="http://schemas.openxmlformats.org/officeDocument/2006/relationships/image" Target="../media/image238.png"/><Relationship Id="rId9" Type="http://schemas.openxmlformats.org/officeDocument/2006/relationships/image" Target="../media/image239.png"/><Relationship Id="rId10" Type="http://schemas.openxmlformats.org/officeDocument/2006/relationships/image" Target="../media/image240.png"/><Relationship Id="rId11" Type="http://schemas.openxmlformats.org/officeDocument/2006/relationships/image" Target="../media/image241.png"/><Relationship Id="rId12" Type="http://schemas.openxmlformats.org/officeDocument/2006/relationships/image" Target="../media/image242.png"/><Relationship Id="rId13" Type="http://schemas.openxmlformats.org/officeDocument/2006/relationships/image" Target="../media/image243.png"/><Relationship Id="rId14" Type="http://schemas.openxmlformats.org/officeDocument/2006/relationships/image" Target="../media/image244.png"/><Relationship Id="rId15" Type="http://schemas.openxmlformats.org/officeDocument/2006/relationships/image" Target="../media/image245.png"/><Relationship Id="rId16" Type="http://schemas.openxmlformats.org/officeDocument/2006/relationships/image" Target="../media/image246.png"/><Relationship Id="rId17" Type="http://schemas.openxmlformats.org/officeDocument/2006/relationships/image" Target="../media/image247.png"/><Relationship Id="rId18" Type="http://schemas.openxmlformats.org/officeDocument/2006/relationships/image" Target="../media/image248.png"/><Relationship Id="rId19" Type="http://schemas.openxmlformats.org/officeDocument/2006/relationships/image" Target="../media/image249.png"/><Relationship Id="rId20" Type="http://schemas.openxmlformats.org/officeDocument/2006/relationships/image" Target="../media/image250.png"/><Relationship Id="rId21" Type="http://schemas.openxmlformats.org/officeDocument/2006/relationships/image" Target="../media/image251.png"/><Relationship Id="rId22" Type="http://schemas.openxmlformats.org/officeDocument/2006/relationships/image" Target="../media/image252.png"/><Relationship Id="rId23" Type="http://schemas.openxmlformats.org/officeDocument/2006/relationships/image" Target="../media/image253.png"/><Relationship Id="rId24" Type="http://schemas.openxmlformats.org/officeDocument/2006/relationships/image" Target="../media/image254.png"/><Relationship Id="rId25" Type="http://schemas.openxmlformats.org/officeDocument/2006/relationships/image" Target="../media/image255.png"/><Relationship Id="rId26" Type="http://schemas.openxmlformats.org/officeDocument/2006/relationships/image" Target="../media/image256.png"/><Relationship Id="rId27" Type="http://schemas.openxmlformats.org/officeDocument/2006/relationships/image" Target="../media/image257.png"/><Relationship Id="rId28" Type="http://schemas.openxmlformats.org/officeDocument/2006/relationships/image" Target="../media/image258.png"/><Relationship Id="rId29" Type="http://schemas.openxmlformats.org/officeDocument/2006/relationships/image" Target="../media/image259.jpg"/><Relationship Id="rId30" Type="http://schemas.openxmlformats.org/officeDocument/2006/relationships/image" Target="../media/image260.png"/><Relationship Id="rId31" Type="http://schemas.openxmlformats.org/officeDocument/2006/relationships/image" Target="../media/image261.png"/><Relationship Id="rId32" Type="http://schemas.openxmlformats.org/officeDocument/2006/relationships/image" Target="../media/image262.png"/><Relationship Id="rId33" Type="http://schemas.openxmlformats.org/officeDocument/2006/relationships/image" Target="../media/image263.png"/><Relationship Id="rId34" Type="http://schemas.openxmlformats.org/officeDocument/2006/relationships/image" Target="../media/image264.png"/><Relationship Id="rId35" Type="http://schemas.openxmlformats.org/officeDocument/2006/relationships/image" Target="../media/image265.png"/><Relationship Id="rId36" Type="http://schemas.openxmlformats.org/officeDocument/2006/relationships/image" Target="../media/image266.png"/></Relationships>
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67.png"/><Relationship Id="rId3" Type="http://schemas.openxmlformats.org/officeDocument/2006/relationships/image" Target="../media/image268.png"/><Relationship Id="rId4" Type="http://schemas.openxmlformats.org/officeDocument/2006/relationships/image" Target="../media/image269.png"/><Relationship Id="rId5" Type="http://schemas.openxmlformats.org/officeDocument/2006/relationships/image" Target="../media/image270.png"/><Relationship Id="rId6" Type="http://schemas.openxmlformats.org/officeDocument/2006/relationships/image" Target="../media/image271.png"/><Relationship Id="rId7" Type="http://schemas.openxmlformats.org/officeDocument/2006/relationships/image" Target="../media/image272.png"/><Relationship Id="rId8" Type="http://schemas.openxmlformats.org/officeDocument/2006/relationships/image" Target="../media/image273.png"/><Relationship Id="rId9" Type="http://schemas.openxmlformats.org/officeDocument/2006/relationships/image" Target="../media/image274.png"/><Relationship Id="rId10" Type="http://schemas.openxmlformats.org/officeDocument/2006/relationships/image" Target="../media/image275.png"/><Relationship Id="rId11" Type="http://schemas.openxmlformats.org/officeDocument/2006/relationships/image" Target="../media/image276.png"/><Relationship Id="rId12" Type="http://schemas.openxmlformats.org/officeDocument/2006/relationships/image" Target="../media/image277.png"/><Relationship Id="rId13" Type="http://schemas.openxmlformats.org/officeDocument/2006/relationships/image" Target="../media/image278.png"/><Relationship Id="rId14" Type="http://schemas.openxmlformats.org/officeDocument/2006/relationships/image" Target="../media/image279.png"/><Relationship Id="rId15" Type="http://schemas.openxmlformats.org/officeDocument/2006/relationships/image" Target="../media/image280.png"/><Relationship Id="rId16" Type="http://schemas.openxmlformats.org/officeDocument/2006/relationships/image" Target="../media/image281.png"/><Relationship Id="rId17" Type="http://schemas.openxmlformats.org/officeDocument/2006/relationships/image" Target="../media/image282.png"/><Relationship Id="rId18" Type="http://schemas.openxmlformats.org/officeDocument/2006/relationships/image" Target="../media/image283.png"/><Relationship Id="rId19" Type="http://schemas.openxmlformats.org/officeDocument/2006/relationships/image" Target="../media/image284.png"/><Relationship Id="rId20" Type="http://schemas.openxmlformats.org/officeDocument/2006/relationships/image" Target="../media/image285.png"/><Relationship Id="rId21" Type="http://schemas.openxmlformats.org/officeDocument/2006/relationships/image" Target="../media/image286.jpg"/><Relationship Id="rId22" Type="http://schemas.openxmlformats.org/officeDocument/2006/relationships/image" Target="../media/image287.jpg"/><Relationship Id="rId23" Type="http://schemas.openxmlformats.org/officeDocument/2006/relationships/image" Target="../media/image288.png"/><Relationship Id="rId24" Type="http://schemas.openxmlformats.org/officeDocument/2006/relationships/image" Target="../media/image289.png"/><Relationship Id="rId25" Type="http://schemas.openxmlformats.org/officeDocument/2006/relationships/image" Target="../media/image290.png"/><Relationship Id="rId26" Type="http://schemas.openxmlformats.org/officeDocument/2006/relationships/image" Target="../media/image291.png"/><Relationship Id="rId27" Type="http://schemas.openxmlformats.org/officeDocument/2006/relationships/image" Target="../media/image292.png"/><Relationship Id="rId28" Type="http://schemas.openxmlformats.org/officeDocument/2006/relationships/image" Target="../media/image293.png"/><Relationship Id="rId29" Type="http://schemas.openxmlformats.org/officeDocument/2006/relationships/image" Target="../media/image294.png"/><Relationship Id="rId30" Type="http://schemas.openxmlformats.org/officeDocument/2006/relationships/image" Target="../media/image295.png"/><Relationship Id="rId31" Type="http://schemas.openxmlformats.org/officeDocument/2006/relationships/image" Target="../media/image296.png"/><Relationship Id="rId32" Type="http://schemas.openxmlformats.org/officeDocument/2006/relationships/image" Target="../media/image297.png"/></Relationships>
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98.png"/><Relationship Id="rId3" Type="http://schemas.openxmlformats.org/officeDocument/2006/relationships/image" Target="../media/image299.png"/><Relationship Id="rId4" Type="http://schemas.openxmlformats.org/officeDocument/2006/relationships/image" Target="../media/image300.png"/><Relationship Id="rId5" Type="http://schemas.openxmlformats.org/officeDocument/2006/relationships/image" Target="../media/image301.png"/><Relationship Id="rId6" Type="http://schemas.openxmlformats.org/officeDocument/2006/relationships/image" Target="../media/image302.png"/><Relationship Id="rId7" Type="http://schemas.openxmlformats.org/officeDocument/2006/relationships/image" Target="../media/image303.png"/><Relationship Id="rId8" Type="http://schemas.openxmlformats.org/officeDocument/2006/relationships/image" Target="../media/image304.png"/><Relationship Id="rId9" Type="http://schemas.openxmlformats.org/officeDocument/2006/relationships/image" Target="../media/image305.png"/><Relationship Id="rId10" Type="http://schemas.openxmlformats.org/officeDocument/2006/relationships/image" Target="../media/image306.png"/><Relationship Id="rId11" Type="http://schemas.openxmlformats.org/officeDocument/2006/relationships/image" Target="../media/image307.png"/><Relationship Id="rId12" Type="http://schemas.openxmlformats.org/officeDocument/2006/relationships/image" Target="../media/image308.png"/><Relationship Id="rId13" Type="http://schemas.openxmlformats.org/officeDocument/2006/relationships/image" Target="../media/image309.png"/><Relationship Id="rId14" Type="http://schemas.openxmlformats.org/officeDocument/2006/relationships/image" Target="../media/image310.png"/><Relationship Id="rId15" Type="http://schemas.openxmlformats.org/officeDocument/2006/relationships/image" Target="../media/image311.png"/><Relationship Id="rId16" Type="http://schemas.openxmlformats.org/officeDocument/2006/relationships/image" Target="../media/image312.png"/><Relationship Id="rId17" Type="http://schemas.openxmlformats.org/officeDocument/2006/relationships/image" Target="../media/image313.png"/><Relationship Id="rId18" Type="http://schemas.openxmlformats.org/officeDocument/2006/relationships/image" Target="../media/image314.png"/><Relationship Id="rId19" Type="http://schemas.openxmlformats.org/officeDocument/2006/relationships/image" Target="../media/image315.png"/><Relationship Id="rId20" Type="http://schemas.openxmlformats.org/officeDocument/2006/relationships/image" Target="../media/image316.png"/><Relationship Id="rId21" Type="http://schemas.openxmlformats.org/officeDocument/2006/relationships/image" Target="../media/image317.png"/><Relationship Id="rId22" Type="http://schemas.openxmlformats.org/officeDocument/2006/relationships/image" Target="../media/image318.png"/><Relationship Id="rId23" Type="http://schemas.openxmlformats.org/officeDocument/2006/relationships/image" Target="../media/image319.png"/><Relationship Id="rId24" Type="http://schemas.openxmlformats.org/officeDocument/2006/relationships/image" Target="../media/image320.png"/><Relationship Id="rId25" Type="http://schemas.openxmlformats.org/officeDocument/2006/relationships/image" Target="../media/image321.png"/><Relationship Id="rId26" Type="http://schemas.openxmlformats.org/officeDocument/2006/relationships/image" Target="../media/image322.png"/><Relationship Id="rId27" Type="http://schemas.openxmlformats.org/officeDocument/2006/relationships/image" Target="../media/image323.png"/><Relationship Id="rId28" Type="http://schemas.openxmlformats.org/officeDocument/2006/relationships/image" Target="../media/image324.png"/><Relationship Id="rId29" Type="http://schemas.openxmlformats.org/officeDocument/2006/relationships/image" Target="../media/image325.png"/><Relationship Id="rId30" Type="http://schemas.openxmlformats.org/officeDocument/2006/relationships/image" Target="../media/image326.png"/><Relationship Id="rId31" Type="http://schemas.openxmlformats.org/officeDocument/2006/relationships/image" Target="../media/image327.png"/><Relationship Id="rId32" Type="http://schemas.openxmlformats.org/officeDocument/2006/relationships/image" Target="../media/image328.png"/><Relationship Id="rId33" Type="http://schemas.openxmlformats.org/officeDocument/2006/relationships/image" Target="../media/image329.png"/><Relationship Id="rId34" Type="http://schemas.openxmlformats.org/officeDocument/2006/relationships/image" Target="../media/image330.png"/><Relationship Id="rId35" Type="http://schemas.openxmlformats.org/officeDocument/2006/relationships/image" Target="../media/image331.png"/><Relationship Id="rId36" Type="http://schemas.openxmlformats.org/officeDocument/2006/relationships/image" Target="../media/image332.png"/></Relationships>
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33.png"/><Relationship Id="rId3" Type="http://schemas.openxmlformats.org/officeDocument/2006/relationships/image" Target="../media/image334.png"/><Relationship Id="rId4" Type="http://schemas.openxmlformats.org/officeDocument/2006/relationships/image" Target="../media/image335.png"/><Relationship Id="rId5" Type="http://schemas.openxmlformats.org/officeDocument/2006/relationships/image" Target="../media/image336.png"/><Relationship Id="rId6" Type="http://schemas.openxmlformats.org/officeDocument/2006/relationships/image" Target="../media/image337.png"/><Relationship Id="rId7" Type="http://schemas.openxmlformats.org/officeDocument/2006/relationships/image" Target="../media/image338.png"/><Relationship Id="rId8" Type="http://schemas.openxmlformats.org/officeDocument/2006/relationships/image" Target="../media/image339.png"/><Relationship Id="rId9" Type="http://schemas.openxmlformats.org/officeDocument/2006/relationships/image" Target="../media/image340.png"/><Relationship Id="rId10" Type="http://schemas.openxmlformats.org/officeDocument/2006/relationships/image" Target="../media/image341.png"/></Relationships>
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42.png"/><Relationship Id="rId3" Type="http://schemas.openxmlformats.org/officeDocument/2006/relationships/image" Target="../media/image343.png"/><Relationship Id="rId4" Type="http://schemas.openxmlformats.org/officeDocument/2006/relationships/image" Target="../media/image344.png"/><Relationship Id="rId5" Type="http://schemas.openxmlformats.org/officeDocument/2006/relationships/image" Target="../media/image345.png"/><Relationship Id="rId6" Type="http://schemas.openxmlformats.org/officeDocument/2006/relationships/image" Target="../media/image346.png"/><Relationship Id="rId7" Type="http://schemas.openxmlformats.org/officeDocument/2006/relationships/image" Target="../media/image347.png"/><Relationship Id="rId8" Type="http://schemas.openxmlformats.org/officeDocument/2006/relationships/image" Target="../media/image348.png"/><Relationship Id="rId9" Type="http://schemas.openxmlformats.org/officeDocument/2006/relationships/image" Target="../media/image349.png"/><Relationship Id="rId10" Type="http://schemas.openxmlformats.org/officeDocument/2006/relationships/image" Target="../media/image350.png"/><Relationship Id="rId11" Type="http://schemas.openxmlformats.org/officeDocument/2006/relationships/image" Target="../media/image351.png"/><Relationship Id="rId12" Type="http://schemas.openxmlformats.org/officeDocument/2006/relationships/image" Target="../media/image352.png"/></Relationships>
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53.png"/><Relationship Id="rId3" Type="http://schemas.openxmlformats.org/officeDocument/2006/relationships/image" Target="../media/image354.png"/><Relationship Id="rId4" Type="http://schemas.openxmlformats.org/officeDocument/2006/relationships/image" Target="../media/image355.png"/><Relationship Id="rId5" Type="http://schemas.openxmlformats.org/officeDocument/2006/relationships/image" Target="../media/image356.png"/><Relationship Id="rId6" Type="http://schemas.openxmlformats.org/officeDocument/2006/relationships/image" Target="../media/image357.png"/><Relationship Id="rId7" Type="http://schemas.openxmlformats.org/officeDocument/2006/relationships/image" Target="../media/image358.png"/><Relationship Id="rId8" Type="http://schemas.openxmlformats.org/officeDocument/2006/relationships/image" Target="../media/image359.png"/><Relationship Id="rId9" Type="http://schemas.openxmlformats.org/officeDocument/2006/relationships/image" Target="../media/image360.png"/><Relationship Id="rId10" Type="http://schemas.openxmlformats.org/officeDocument/2006/relationships/image" Target="../media/image361.png"/><Relationship Id="rId11" Type="http://schemas.openxmlformats.org/officeDocument/2006/relationships/image" Target="../media/image362.png"/></Relationships>
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63.png"/><Relationship Id="rId3" Type="http://schemas.openxmlformats.org/officeDocument/2006/relationships/image" Target="../media/image364.png"/><Relationship Id="rId4" Type="http://schemas.openxmlformats.org/officeDocument/2006/relationships/image" Target="../media/image365.png"/><Relationship Id="rId5" Type="http://schemas.openxmlformats.org/officeDocument/2006/relationships/image" Target="../media/image366.png"/><Relationship Id="rId6" Type="http://schemas.openxmlformats.org/officeDocument/2006/relationships/image" Target="../media/image367.png"/><Relationship Id="rId7" Type="http://schemas.openxmlformats.org/officeDocument/2006/relationships/image" Target="../media/image368.png"/><Relationship Id="rId8" Type="http://schemas.openxmlformats.org/officeDocument/2006/relationships/image" Target="../media/image369.png"/><Relationship Id="rId9" Type="http://schemas.openxmlformats.org/officeDocument/2006/relationships/image" Target="../media/image370.png"/><Relationship Id="rId10" Type="http://schemas.openxmlformats.org/officeDocument/2006/relationships/image" Target="../media/image371.png"/><Relationship Id="rId11" Type="http://schemas.openxmlformats.org/officeDocument/2006/relationships/image" Target="../media/image372.png"/><Relationship Id="rId12" Type="http://schemas.openxmlformats.org/officeDocument/2006/relationships/image" Target="../media/image373.png"/><Relationship Id="rId13" Type="http://schemas.openxmlformats.org/officeDocument/2006/relationships/image" Target="../media/image374.png"/><Relationship Id="rId14" Type="http://schemas.openxmlformats.org/officeDocument/2006/relationships/image" Target="../media/image375.png"/><Relationship Id="rId15" Type="http://schemas.openxmlformats.org/officeDocument/2006/relationships/image" Target="../media/image376.png"/><Relationship Id="rId16" Type="http://schemas.openxmlformats.org/officeDocument/2006/relationships/image" Target="../media/image377.png"/><Relationship Id="rId17" Type="http://schemas.openxmlformats.org/officeDocument/2006/relationships/image" Target="../media/image378.png"/><Relationship Id="rId18" Type="http://schemas.openxmlformats.org/officeDocument/2006/relationships/image" Target="../media/image379.png"/></Relationships>
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80.png"/><Relationship Id="rId3" Type="http://schemas.openxmlformats.org/officeDocument/2006/relationships/image" Target="../media/image101.jpg"/><Relationship Id="rId4" Type="http://schemas.openxmlformats.org/officeDocument/2006/relationships/image" Target="../media/image381.png"/><Relationship Id="rId5" Type="http://schemas.openxmlformats.org/officeDocument/2006/relationships/image" Target="../media/image382.png"/></Relationships>
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83.jpg"/><Relationship Id="rId3" Type="http://schemas.openxmlformats.org/officeDocument/2006/relationships/image" Target="../media/image384.jpg"/><Relationship Id="rId4" Type="http://schemas.openxmlformats.org/officeDocument/2006/relationships/image" Target="../media/image385.jpg"/></Relationships>
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86.png"/><Relationship Id="rId3" Type="http://schemas.openxmlformats.org/officeDocument/2006/relationships/image" Target="../media/image387.png"/><Relationship Id="rId4" Type="http://schemas.openxmlformats.org/officeDocument/2006/relationships/image" Target="../media/image388.png"/><Relationship Id="rId5" Type="http://schemas.openxmlformats.org/officeDocument/2006/relationships/image" Target="../media/image389.png"/><Relationship Id="rId6" Type="http://schemas.openxmlformats.org/officeDocument/2006/relationships/image" Target="../media/image390.png"/><Relationship Id="rId7" Type="http://schemas.openxmlformats.org/officeDocument/2006/relationships/image" Target="../media/image391.png"/><Relationship Id="rId8" Type="http://schemas.openxmlformats.org/officeDocument/2006/relationships/image" Target="../media/image392.png"/><Relationship Id="rId9" Type="http://schemas.openxmlformats.org/officeDocument/2006/relationships/image" Target="../media/image393.png"/><Relationship Id="rId10" Type="http://schemas.openxmlformats.org/officeDocument/2006/relationships/image" Target="../media/image394.jpg"/><Relationship Id="rId11" Type="http://schemas.openxmlformats.org/officeDocument/2006/relationships/image" Target="../media/image395.png"/><Relationship Id="rId12" Type="http://schemas.openxmlformats.org/officeDocument/2006/relationships/image" Target="../media/image396.png"/><Relationship Id="rId13" Type="http://schemas.openxmlformats.org/officeDocument/2006/relationships/image" Target="../media/image397.png"/><Relationship Id="rId14" Type="http://schemas.openxmlformats.org/officeDocument/2006/relationships/image" Target="../media/image398.png"/><Relationship Id="rId15" Type="http://schemas.openxmlformats.org/officeDocument/2006/relationships/image" Target="../media/image399.png"/><Relationship Id="rId16" Type="http://schemas.openxmlformats.org/officeDocument/2006/relationships/image" Target="../media/image400.png"/><Relationship Id="rId17" Type="http://schemas.openxmlformats.org/officeDocument/2006/relationships/image" Target="../media/image401.png"/><Relationship Id="rId18" Type="http://schemas.openxmlformats.org/officeDocument/2006/relationships/image" Target="../media/image402.png"/><Relationship Id="rId19" Type="http://schemas.openxmlformats.org/officeDocument/2006/relationships/image" Target="../media/image403.png"/><Relationship Id="rId20" Type="http://schemas.openxmlformats.org/officeDocument/2006/relationships/image" Target="../media/image404.png"/></Relationships>
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05.png"/><Relationship Id="rId3" Type="http://schemas.openxmlformats.org/officeDocument/2006/relationships/image" Target="../media/image406.png"/><Relationship Id="rId4" Type="http://schemas.openxmlformats.org/officeDocument/2006/relationships/image" Target="../media/image407.png"/><Relationship Id="rId5" Type="http://schemas.openxmlformats.org/officeDocument/2006/relationships/image" Target="../media/image408.png"/><Relationship Id="rId6" Type="http://schemas.openxmlformats.org/officeDocument/2006/relationships/image" Target="../media/image409.png"/><Relationship Id="rId7" Type="http://schemas.openxmlformats.org/officeDocument/2006/relationships/image" Target="../media/image410.png"/><Relationship Id="rId8" Type="http://schemas.openxmlformats.org/officeDocument/2006/relationships/image" Target="../media/image411.png"/><Relationship Id="rId9" Type="http://schemas.openxmlformats.org/officeDocument/2006/relationships/image" Target="../media/image412.png"/><Relationship Id="rId10" Type="http://schemas.openxmlformats.org/officeDocument/2006/relationships/image" Target="../media/image413.png"/><Relationship Id="rId11" Type="http://schemas.openxmlformats.org/officeDocument/2006/relationships/image" Target="../media/image414.png"/><Relationship Id="rId12" Type="http://schemas.openxmlformats.org/officeDocument/2006/relationships/image" Target="../media/image415.png"/><Relationship Id="rId13" Type="http://schemas.openxmlformats.org/officeDocument/2006/relationships/image" Target="../media/image416.png"/><Relationship Id="rId14" Type="http://schemas.openxmlformats.org/officeDocument/2006/relationships/image" Target="../media/image417.png"/><Relationship Id="rId15" Type="http://schemas.openxmlformats.org/officeDocument/2006/relationships/image" Target="../media/image418.png"/><Relationship Id="rId16" Type="http://schemas.openxmlformats.org/officeDocument/2006/relationships/image" Target="../media/image419.png"/><Relationship Id="rId17" Type="http://schemas.openxmlformats.org/officeDocument/2006/relationships/image" Target="../media/image420.png"/><Relationship Id="rId18" Type="http://schemas.openxmlformats.org/officeDocument/2006/relationships/image" Target="../media/image421.png"/><Relationship Id="rId19" Type="http://schemas.openxmlformats.org/officeDocument/2006/relationships/image" Target="../media/image422.png"/><Relationship Id="rId20" Type="http://schemas.openxmlformats.org/officeDocument/2006/relationships/image" Target="../media/image423.png"/><Relationship Id="rId21" Type="http://schemas.openxmlformats.org/officeDocument/2006/relationships/image" Target="../media/image424.png"/><Relationship Id="rId22" Type="http://schemas.openxmlformats.org/officeDocument/2006/relationships/image" Target="../media/image425.png"/><Relationship Id="rId23" Type="http://schemas.openxmlformats.org/officeDocument/2006/relationships/image" Target="../media/image426.png"/><Relationship Id="rId24" Type="http://schemas.openxmlformats.org/officeDocument/2006/relationships/image" Target="../media/image427.png"/><Relationship Id="rId25" Type="http://schemas.openxmlformats.org/officeDocument/2006/relationships/image" Target="../media/image428.png"/><Relationship Id="rId26" Type="http://schemas.openxmlformats.org/officeDocument/2006/relationships/image" Target="../media/image429.png"/><Relationship Id="rId27" Type="http://schemas.openxmlformats.org/officeDocument/2006/relationships/image" Target="../media/image430.png"/><Relationship Id="rId28" Type="http://schemas.openxmlformats.org/officeDocument/2006/relationships/image" Target="../media/image431.png"/><Relationship Id="rId29" Type="http://schemas.openxmlformats.org/officeDocument/2006/relationships/image" Target="../media/image432.png"/><Relationship Id="rId30" Type="http://schemas.openxmlformats.org/officeDocument/2006/relationships/image" Target="../media/image433.png"/><Relationship Id="rId31" Type="http://schemas.openxmlformats.org/officeDocument/2006/relationships/image" Target="../media/image434.png"/><Relationship Id="rId32" Type="http://schemas.openxmlformats.org/officeDocument/2006/relationships/image" Target="../media/image435.png"/><Relationship Id="rId33" Type="http://schemas.openxmlformats.org/officeDocument/2006/relationships/image" Target="../media/image436.png"/><Relationship Id="rId34" Type="http://schemas.openxmlformats.org/officeDocument/2006/relationships/image" Target="../media/image437.png"/><Relationship Id="rId35" Type="http://schemas.openxmlformats.org/officeDocument/2006/relationships/image" Target="../media/image438.png"/><Relationship Id="rId36" Type="http://schemas.openxmlformats.org/officeDocument/2006/relationships/image" Target="../media/image439.png"/><Relationship Id="rId37" Type="http://schemas.openxmlformats.org/officeDocument/2006/relationships/image" Target="../media/image440.png"/><Relationship Id="rId38" Type="http://schemas.openxmlformats.org/officeDocument/2006/relationships/image" Target="../media/image441.png"/></Relationships>
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42.png"/><Relationship Id="rId3" Type="http://schemas.openxmlformats.org/officeDocument/2006/relationships/image" Target="../media/image443.png"/><Relationship Id="rId4" Type="http://schemas.openxmlformats.org/officeDocument/2006/relationships/image" Target="../media/image444.png"/><Relationship Id="rId5" Type="http://schemas.openxmlformats.org/officeDocument/2006/relationships/image" Target="../media/image445.png"/><Relationship Id="rId6" Type="http://schemas.openxmlformats.org/officeDocument/2006/relationships/image" Target="../media/image446.png"/><Relationship Id="rId7" Type="http://schemas.openxmlformats.org/officeDocument/2006/relationships/image" Target="../media/image447.png"/><Relationship Id="rId8" Type="http://schemas.openxmlformats.org/officeDocument/2006/relationships/image" Target="../media/image448.png"/><Relationship Id="rId9" Type="http://schemas.openxmlformats.org/officeDocument/2006/relationships/image" Target="../media/image449.png"/><Relationship Id="rId10" Type="http://schemas.openxmlformats.org/officeDocument/2006/relationships/image" Target="../media/image450.png"/><Relationship Id="rId11" Type="http://schemas.openxmlformats.org/officeDocument/2006/relationships/image" Target="../media/image451.png"/><Relationship Id="rId12" Type="http://schemas.openxmlformats.org/officeDocument/2006/relationships/image" Target="../media/image452.png"/><Relationship Id="rId13" Type="http://schemas.openxmlformats.org/officeDocument/2006/relationships/image" Target="../media/image453.png"/><Relationship Id="rId14" Type="http://schemas.openxmlformats.org/officeDocument/2006/relationships/image" Target="../media/image454.png"/><Relationship Id="rId15" Type="http://schemas.openxmlformats.org/officeDocument/2006/relationships/image" Target="../media/image455.png"/><Relationship Id="rId16" Type="http://schemas.openxmlformats.org/officeDocument/2006/relationships/image" Target="../media/image456.png"/><Relationship Id="rId17" Type="http://schemas.openxmlformats.org/officeDocument/2006/relationships/image" Target="../media/image457.png"/><Relationship Id="rId18" Type="http://schemas.openxmlformats.org/officeDocument/2006/relationships/image" Target="../media/image458.png"/><Relationship Id="rId19" Type="http://schemas.openxmlformats.org/officeDocument/2006/relationships/image" Target="../media/image459.png"/><Relationship Id="rId20" Type="http://schemas.openxmlformats.org/officeDocument/2006/relationships/image" Target="../media/image460.png"/><Relationship Id="rId21" Type="http://schemas.openxmlformats.org/officeDocument/2006/relationships/image" Target="../media/image461.png"/><Relationship Id="rId22" Type="http://schemas.openxmlformats.org/officeDocument/2006/relationships/image" Target="../media/image462.png"/><Relationship Id="rId23" Type="http://schemas.openxmlformats.org/officeDocument/2006/relationships/image" Target="../media/image463.png"/><Relationship Id="rId24" Type="http://schemas.openxmlformats.org/officeDocument/2006/relationships/image" Target="../media/image464.png"/><Relationship Id="rId25" Type="http://schemas.openxmlformats.org/officeDocument/2006/relationships/image" Target="../media/image465.png"/><Relationship Id="rId26" Type="http://schemas.openxmlformats.org/officeDocument/2006/relationships/image" Target="../media/image466.png"/><Relationship Id="rId27" Type="http://schemas.openxmlformats.org/officeDocument/2006/relationships/image" Target="../media/image467.png"/><Relationship Id="rId28" Type="http://schemas.openxmlformats.org/officeDocument/2006/relationships/image" Target="../media/image468.png"/><Relationship Id="rId29" Type="http://schemas.openxmlformats.org/officeDocument/2006/relationships/image" Target="../media/image469.png"/><Relationship Id="rId30" Type="http://schemas.openxmlformats.org/officeDocument/2006/relationships/image" Target="../media/image470.png"/><Relationship Id="rId31" Type="http://schemas.openxmlformats.org/officeDocument/2006/relationships/image" Target="../media/image471.png"/><Relationship Id="rId32" Type="http://schemas.openxmlformats.org/officeDocument/2006/relationships/image" Target="../media/image472.png"/><Relationship Id="rId33" Type="http://schemas.openxmlformats.org/officeDocument/2006/relationships/image" Target="../media/image473.png"/><Relationship Id="rId34" Type="http://schemas.openxmlformats.org/officeDocument/2006/relationships/image" Target="../media/image474.png"/><Relationship Id="rId35" Type="http://schemas.openxmlformats.org/officeDocument/2006/relationships/image" Target="../media/image475.png"/><Relationship Id="rId36" Type="http://schemas.openxmlformats.org/officeDocument/2006/relationships/image" Target="../media/image476.png"/><Relationship Id="rId37" Type="http://schemas.openxmlformats.org/officeDocument/2006/relationships/image" Target="../media/image477.png"/><Relationship Id="rId38" Type="http://schemas.openxmlformats.org/officeDocument/2006/relationships/image" Target="../media/image478.png"/><Relationship Id="rId39" Type="http://schemas.openxmlformats.org/officeDocument/2006/relationships/image" Target="../media/image479.png"/><Relationship Id="rId40" Type="http://schemas.openxmlformats.org/officeDocument/2006/relationships/image" Target="../media/image480.png"/><Relationship Id="rId41" Type="http://schemas.openxmlformats.org/officeDocument/2006/relationships/image" Target="../media/image481.png"/><Relationship Id="rId42" Type="http://schemas.openxmlformats.org/officeDocument/2006/relationships/image" Target="../media/image482.png"/><Relationship Id="rId43" Type="http://schemas.openxmlformats.org/officeDocument/2006/relationships/image" Target="../media/image483.png"/><Relationship Id="rId44" Type="http://schemas.openxmlformats.org/officeDocument/2006/relationships/image" Target="../media/image484.png"/><Relationship Id="rId45" Type="http://schemas.openxmlformats.org/officeDocument/2006/relationships/image" Target="../media/image485.png"/><Relationship Id="rId46" Type="http://schemas.openxmlformats.org/officeDocument/2006/relationships/image" Target="../media/image486.png"/><Relationship Id="rId47" Type="http://schemas.openxmlformats.org/officeDocument/2006/relationships/image" Target="../media/image487.png"/><Relationship Id="rId48" Type="http://schemas.openxmlformats.org/officeDocument/2006/relationships/image" Target="../media/image488.png"/><Relationship Id="rId49" Type="http://schemas.openxmlformats.org/officeDocument/2006/relationships/image" Target="../media/image489.png"/><Relationship Id="rId50" Type="http://schemas.openxmlformats.org/officeDocument/2006/relationships/image" Target="../media/image490.png"/><Relationship Id="rId51" Type="http://schemas.openxmlformats.org/officeDocument/2006/relationships/image" Target="../media/image491.png"/><Relationship Id="rId52" Type="http://schemas.openxmlformats.org/officeDocument/2006/relationships/image" Target="../media/image492.png"/><Relationship Id="rId53" Type="http://schemas.openxmlformats.org/officeDocument/2006/relationships/image" Target="../media/image493.png"/><Relationship Id="rId54" Type="http://schemas.openxmlformats.org/officeDocument/2006/relationships/image" Target="../media/image494.png"/><Relationship Id="rId55" Type="http://schemas.openxmlformats.org/officeDocument/2006/relationships/image" Target="../media/image495.png"/><Relationship Id="rId56" Type="http://schemas.openxmlformats.org/officeDocument/2006/relationships/image" Target="../media/image496.png"/><Relationship Id="rId57" Type="http://schemas.openxmlformats.org/officeDocument/2006/relationships/image" Target="../media/image497.png"/><Relationship Id="rId58" Type="http://schemas.openxmlformats.org/officeDocument/2006/relationships/image" Target="../media/image498.png"/><Relationship Id="rId59" Type="http://schemas.openxmlformats.org/officeDocument/2006/relationships/image" Target="../media/image499.png"/><Relationship Id="rId60" Type="http://schemas.openxmlformats.org/officeDocument/2006/relationships/image" Target="../media/image500.png"/><Relationship Id="rId61" Type="http://schemas.openxmlformats.org/officeDocument/2006/relationships/image" Target="../media/image501.png"/><Relationship Id="rId62" Type="http://schemas.openxmlformats.org/officeDocument/2006/relationships/image" Target="../media/image502.png"/><Relationship Id="rId63" Type="http://schemas.openxmlformats.org/officeDocument/2006/relationships/image" Target="../media/image503.png"/><Relationship Id="rId64" Type="http://schemas.openxmlformats.org/officeDocument/2006/relationships/image" Target="../media/image504.png"/><Relationship Id="rId65" Type="http://schemas.openxmlformats.org/officeDocument/2006/relationships/image" Target="../media/image505.png"/><Relationship Id="rId66" Type="http://schemas.openxmlformats.org/officeDocument/2006/relationships/image" Target="../media/image506.png"/><Relationship Id="rId67" Type="http://schemas.openxmlformats.org/officeDocument/2006/relationships/image" Target="../media/image507.png"/><Relationship Id="rId68" Type="http://schemas.openxmlformats.org/officeDocument/2006/relationships/image" Target="../media/image508.png"/><Relationship Id="rId69" Type="http://schemas.openxmlformats.org/officeDocument/2006/relationships/image" Target="../media/image509.png"/><Relationship Id="rId70" Type="http://schemas.openxmlformats.org/officeDocument/2006/relationships/image" Target="../media/image510.png"/><Relationship Id="rId71" Type="http://schemas.openxmlformats.org/officeDocument/2006/relationships/image" Target="../media/image511.png"/><Relationship Id="rId72" Type="http://schemas.openxmlformats.org/officeDocument/2006/relationships/image" Target="../media/image512.png"/><Relationship Id="rId73" Type="http://schemas.openxmlformats.org/officeDocument/2006/relationships/image" Target="../media/image513.png"/><Relationship Id="rId74" Type="http://schemas.openxmlformats.org/officeDocument/2006/relationships/image" Target="../media/image514.png"/><Relationship Id="rId75" Type="http://schemas.openxmlformats.org/officeDocument/2006/relationships/image" Target="../media/image515.png"/><Relationship Id="rId76" Type="http://schemas.openxmlformats.org/officeDocument/2006/relationships/image" Target="../media/image516.png"/><Relationship Id="rId77" Type="http://schemas.openxmlformats.org/officeDocument/2006/relationships/image" Target="../media/image517.png"/><Relationship Id="rId78" Type="http://schemas.openxmlformats.org/officeDocument/2006/relationships/image" Target="../media/image518.png"/><Relationship Id="rId79" Type="http://schemas.openxmlformats.org/officeDocument/2006/relationships/image" Target="../media/image519.png"/><Relationship Id="rId80" Type="http://schemas.openxmlformats.org/officeDocument/2006/relationships/image" Target="../media/image520.png"/><Relationship Id="rId81" Type="http://schemas.openxmlformats.org/officeDocument/2006/relationships/image" Target="../media/image521.png"/><Relationship Id="rId82" Type="http://schemas.openxmlformats.org/officeDocument/2006/relationships/image" Target="../media/image522.png"/><Relationship Id="rId83" Type="http://schemas.openxmlformats.org/officeDocument/2006/relationships/image" Target="../media/image523.png"/><Relationship Id="rId84" Type="http://schemas.openxmlformats.org/officeDocument/2006/relationships/image" Target="../media/image524.png"/><Relationship Id="rId85" Type="http://schemas.openxmlformats.org/officeDocument/2006/relationships/image" Target="../media/image525.png"/><Relationship Id="rId86" Type="http://schemas.openxmlformats.org/officeDocument/2006/relationships/image" Target="../media/image526.png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77018" y="2525572"/>
            <a:ext cx="6731634" cy="697230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4400">
                <a:solidFill>
                  <a:srgbClr val="FFFFFF"/>
                </a:solidFill>
                <a:latin typeface="微软雅黑"/>
                <a:cs typeface="微软雅黑"/>
              </a:rPr>
              <a:t>交变电流的产生和变化规</a:t>
            </a:r>
            <a:r>
              <a:rPr dirty="0" sz="4400" spc="5">
                <a:solidFill>
                  <a:srgbClr val="FFFFFF"/>
                </a:solidFill>
                <a:latin typeface="微软雅黑"/>
                <a:cs typeface="微软雅黑"/>
              </a:rPr>
              <a:t>律</a:t>
            </a:r>
            <a:endParaRPr sz="4400">
              <a:latin typeface="微软雅黑"/>
              <a:cs typeface="微软雅黑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160354" y="3478212"/>
            <a:ext cx="3386454" cy="937260"/>
          </a:xfrm>
          <a:prstGeom prst="rect">
            <a:avLst/>
          </a:prstGeom>
        </p:spPr>
        <p:txBody>
          <a:bodyPr wrap="square" lIns="0" tIns="1028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10"/>
              </a:spcBef>
            </a:pPr>
            <a:r>
              <a:rPr dirty="0" sz="2400" b="1">
                <a:solidFill>
                  <a:srgbClr val="FFFFFF"/>
                </a:solidFill>
                <a:latin typeface="华文楷体"/>
                <a:cs typeface="华文楷体"/>
              </a:rPr>
              <a:t>主讲人：张</a:t>
            </a:r>
            <a:r>
              <a:rPr dirty="0" sz="2400" spc="-5" b="1">
                <a:solidFill>
                  <a:srgbClr val="FFFFFF"/>
                </a:solidFill>
                <a:latin typeface="华文楷体"/>
                <a:cs typeface="华文楷体"/>
              </a:rPr>
              <a:t>聪</a:t>
            </a:r>
            <a:endParaRPr sz="2400">
              <a:latin typeface="华文楷体"/>
              <a:cs typeface="华文楷体"/>
            </a:endParaRPr>
          </a:p>
          <a:p>
            <a:pPr marL="12700">
              <a:lnSpc>
                <a:spcPct val="100000"/>
              </a:lnSpc>
              <a:spcBef>
                <a:spcPts val="710"/>
              </a:spcBef>
              <a:tabLst>
                <a:tab pos="624840" algn="l"/>
              </a:tabLst>
            </a:pPr>
            <a:r>
              <a:rPr dirty="0" sz="2400" spc="-5" b="1">
                <a:solidFill>
                  <a:srgbClr val="FFFFFF"/>
                </a:solidFill>
                <a:latin typeface="华文楷体"/>
                <a:cs typeface="华文楷体"/>
              </a:rPr>
              <a:t>学</a:t>
            </a:r>
            <a:r>
              <a:rPr dirty="0" sz="2400" spc="-5" b="1">
                <a:solidFill>
                  <a:srgbClr val="FFFFFF"/>
                </a:solidFill>
                <a:latin typeface="华文楷体"/>
                <a:cs typeface="华文楷体"/>
              </a:rPr>
              <a:t>	</a:t>
            </a:r>
            <a:r>
              <a:rPr dirty="0" sz="2400" b="1">
                <a:solidFill>
                  <a:srgbClr val="FFFFFF"/>
                </a:solidFill>
                <a:latin typeface="华文楷体"/>
                <a:cs typeface="华文楷体"/>
              </a:rPr>
              <a:t>科：物理（人教版</a:t>
            </a:r>
            <a:r>
              <a:rPr dirty="0" sz="2400" spc="-5" b="1">
                <a:solidFill>
                  <a:srgbClr val="FFFFFF"/>
                </a:solidFill>
                <a:latin typeface="华文楷体"/>
                <a:cs typeface="华文楷体"/>
              </a:rPr>
              <a:t>）</a:t>
            </a:r>
            <a:endParaRPr sz="2400">
              <a:latin typeface="华文楷体"/>
              <a:cs typeface="华文楷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983054" y="3478212"/>
            <a:ext cx="3545840" cy="9372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 marR="5080" indent="7620">
              <a:lnSpc>
                <a:spcPct val="124700"/>
              </a:lnSpc>
              <a:spcBef>
                <a:spcPts val="95"/>
              </a:spcBef>
              <a:tabLst>
                <a:tab pos="471170" algn="l"/>
              </a:tabLst>
            </a:pPr>
            <a:r>
              <a:rPr dirty="0" sz="2400" spc="-5" b="1">
                <a:solidFill>
                  <a:srgbClr val="FFFFFF"/>
                </a:solidFill>
                <a:latin typeface="华文楷体"/>
                <a:cs typeface="华文楷体"/>
              </a:rPr>
              <a:t>学</a:t>
            </a:r>
            <a:r>
              <a:rPr dirty="0" sz="2400" spc="-5" b="1">
                <a:solidFill>
                  <a:srgbClr val="FFFFFF"/>
                </a:solidFill>
                <a:latin typeface="华文楷体"/>
                <a:cs typeface="华文楷体"/>
              </a:rPr>
              <a:t>	</a:t>
            </a:r>
            <a:r>
              <a:rPr dirty="0" sz="2400" spc="-550" b="1">
                <a:solidFill>
                  <a:srgbClr val="FFFFFF"/>
                </a:solidFill>
                <a:latin typeface="华文楷体"/>
                <a:cs typeface="华文楷体"/>
              </a:rPr>
              <a:t> </a:t>
            </a:r>
            <a:r>
              <a:rPr dirty="0" sz="2400" b="1">
                <a:solidFill>
                  <a:srgbClr val="FFFFFF"/>
                </a:solidFill>
                <a:latin typeface="华文楷体"/>
                <a:cs typeface="华文楷体"/>
              </a:rPr>
              <a:t>校：北京市第八十中</a:t>
            </a:r>
            <a:r>
              <a:rPr dirty="0" sz="2400" spc="-5" b="1">
                <a:solidFill>
                  <a:srgbClr val="FFFFFF"/>
                </a:solidFill>
                <a:latin typeface="华文楷体"/>
                <a:cs typeface="华文楷体"/>
              </a:rPr>
              <a:t>学 </a:t>
            </a:r>
            <a:r>
              <a:rPr dirty="0" sz="2400" spc="-5" b="1">
                <a:solidFill>
                  <a:srgbClr val="FFFFFF"/>
                </a:solidFill>
                <a:latin typeface="华文楷体"/>
                <a:cs typeface="华文楷体"/>
              </a:rPr>
              <a:t>年	</a:t>
            </a:r>
            <a:r>
              <a:rPr dirty="0" sz="2400" b="1">
                <a:solidFill>
                  <a:srgbClr val="FFFFFF"/>
                </a:solidFill>
                <a:latin typeface="华文楷体"/>
                <a:cs typeface="华文楷体"/>
              </a:rPr>
              <a:t>级：高二下学期选修</a:t>
            </a:r>
            <a:r>
              <a:rPr dirty="0" sz="2400" spc="-5" b="1">
                <a:solidFill>
                  <a:srgbClr val="FFFFFF"/>
                </a:solidFill>
                <a:latin typeface="华文楷体"/>
                <a:cs typeface="华文楷体"/>
              </a:rPr>
              <a:t>3</a:t>
            </a:r>
            <a:endParaRPr sz="2400">
              <a:latin typeface="华文楷体"/>
              <a:cs typeface="华文楷体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1840" y="0"/>
            <a:ext cx="2058670" cy="63436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>
                <a:solidFill>
                  <a:srgbClr val="F1F1F1"/>
                </a:solidFill>
                <a:latin typeface="华文楷体"/>
                <a:cs typeface="华文楷体"/>
              </a:rPr>
              <a:t>高中物</a:t>
            </a:r>
            <a:r>
              <a:rPr dirty="0" sz="4000" spc="-10">
                <a:solidFill>
                  <a:srgbClr val="F1F1F1"/>
                </a:solidFill>
                <a:latin typeface="华文楷体"/>
                <a:cs typeface="华文楷体"/>
              </a:rPr>
              <a:t>理</a:t>
            </a:r>
            <a:endParaRPr sz="4000">
              <a:latin typeface="华文楷体"/>
              <a:cs typeface="华文楷体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348060" y="230924"/>
            <a:ext cx="2064385" cy="6343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 b="1">
                <a:solidFill>
                  <a:srgbClr val="FF0000"/>
                </a:solidFill>
                <a:latin typeface="黑体"/>
                <a:cs typeface="黑体"/>
              </a:rPr>
              <a:t>复习回</a:t>
            </a:r>
            <a:r>
              <a:rPr dirty="0" sz="4000" spc="-25" b="1">
                <a:solidFill>
                  <a:srgbClr val="FF0000"/>
                </a:solidFill>
                <a:latin typeface="黑体"/>
                <a:cs typeface="黑体"/>
              </a:rPr>
              <a:t>顾</a:t>
            </a:r>
            <a:endParaRPr sz="4000">
              <a:latin typeface="黑体"/>
              <a:cs typeface="黑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88403" y="940511"/>
            <a:ext cx="610514" cy="44521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472806" y="903401"/>
            <a:ext cx="2061286" cy="48232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539076" y="1549920"/>
            <a:ext cx="5013096" cy="34315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5700433" y="1548726"/>
            <a:ext cx="4908016" cy="344347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0579607" y="1555877"/>
            <a:ext cx="1068565" cy="332435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846327" y="2251849"/>
            <a:ext cx="599770" cy="44201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1430731" y="2219896"/>
            <a:ext cx="1646923" cy="473963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508774" y="4115320"/>
            <a:ext cx="4296029" cy="341960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4799787" y="4321289"/>
            <a:ext cx="101460" cy="150279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5089106" y="4115320"/>
            <a:ext cx="4105846" cy="343154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801877" y="3502799"/>
            <a:ext cx="601764" cy="442010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1386281" y="3468458"/>
            <a:ext cx="4087317" cy="476351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552030" y="2990176"/>
            <a:ext cx="3986479" cy="343153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8691371" y="1985772"/>
            <a:ext cx="2785872" cy="2232660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5365470" y="2769590"/>
            <a:ext cx="331444" cy="297243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5656097" y="2848089"/>
            <a:ext cx="251752" cy="141135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5924638" y="2764218"/>
            <a:ext cx="604710" cy="308013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744727" y="4771669"/>
            <a:ext cx="1418526" cy="472770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2110981" y="4768088"/>
            <a:ext cx="3305073" cy="461860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2354008" y="5857912"/>
            <a:ext cx="640080" cy="0"/>
          </a:xfrm>
          <a:custGeom>
            <a:avLst/>
            <a:gdLst/>
            <a:ahLst/>
            <a:cxnLst/>
            <a:rect l="l" t="t" r="r" b="b"/>
            <a:pathLst>
              <a:path w="640080" h="0">
                <a:moveTo>
                  <a:pt x="0" y="0"/>
                </a:moveTo>
                <a:lnTo>
                  <a:pt x="639711" y="0"/>
                </a:lnTo>
              </a:path>
            </a:pathLst>
          </a:custGeom>
          <a:ln w="1550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 txBox="1"/>
          <p:nvPr/>
        </p:nvSpPr>
        <p:spPr>
          <a:xfrm>
            <a:off x="2465946" y="5855233"/>
            <a:ext cx="373380" cy="4121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500" spc="20">
                <a:latin typeface="Symbol"/>
                <a:cs typeface="Symbol"/>
              </a:rPr>
              <a:t></a:t>
            </a:r>
            <a:r>
              <a:rPr dirty="0" sz="2500" spc="-225">
                <a:latin typeface="Times New Roman"/>
                <a:cs typeface="Times New Roman"/>
              </a:rPr>
              <a:t> </a:t>
            </a:r>
            <a:r>
              <a:rPr dirty="0" sz="2500" spc="5" i="1">
                <a:latin typeface="Times New Roman"/>
                <a:cs typeface="Times New Roman"/>
              </a:rPr>
              <a:t>t</a:t>
            </a:r>
            <a:endParaRPr sz="25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626603" y="5402122"/>
            <a:ext cx="1212215" cy="41211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389255" algn="l"/>
                <a:tab pos="755650" algn="l"/>
              </a:tabLst>
            </a:pPr>
            <a:r>
              <a:rPr dirty="0" baseline="-35555" sz="3750" spc="30" i="1">
                <a:latin typeface="Times New Roman"/>
                <a:cs typeface="Times New Roman"/>
              </a:rPr>
              <a:t>E</a:t>
            </a:r>
            <a:r>
              <a:rPr dirty="0" baseline="-35555" sz="3750" spc="30" i="1">
                <a:latin typeface="Times New Roman"/>
                <a:cs typeface="Times New Roman"/>
              </a:rPr>
              <a:t>	</a:t>
            </a:r>
            <a:r>
              <a:rPr dirty="0" baseline="-35555" sz="3750" spc="22">
                <a:latin typeface="Symbol"/>
                <a:cs typeface="Symbol"/>
              </a:rPr>
              <a:t></a:t>
            </a:r>
            <a:r>
              <a:rPr dirty="0" baseline="-35555" sz="3750" spc="22">
                <a:latin typeface="Times New Roman"/>
                <a:cs typeface="Times New Roman"/>
              </a:rPr>
              <a:t>	</a:t>
            </a:r>
            <a:r>
              <a:rPr dirty="0" sz="2500" spc="20">
                <a:latin typeface="Symbol"/>
                <a:cs typeface="Symbol"/>
              </a:rPr>
              <a:t></a:t>
            </a:r>
            <a:endParaRPr sz="2500">
              <a:latin typeface="Symbol"/>
              <a:cs typeface="Symbo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574019" y="5829947"/>
            <a:ext cx="341630" cy="3886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350" spc="15">
                <a:latin typeface="Symbol"/>
                <a:cs typeface="Symbol"/>
              </a:rPr>
              <a:t></a:t>
            </a:r>
            <a:r>
              <a:rPr dirty="0" sz="2350" spc="-300">
                <a:latin typeface="Times New Roman"/>
                <a:cs typeface="Times New Roman"/>
              </a:rPr>
              <a:t> </a:t>
            </a:r>
            <a:r>
              <a:rPr dirty="0" sz="2350" spc="5" i="1">
                <a:latin typeface="Times New Roman"/>
                <a:cs typeface="Times New Roman"/>
              </a:rPr>
              <a:t>t</a:t>
            </a:r>
            <a:endParaRPr sz="235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577247" y="5593931"/>
            <a:ext cx="1351280" cy="3886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351155" algn="l"/>
                <a:tab pos="647700" algn="l"/>
              </a:tabLst>
            </a:pPr>
            <a:r>
              <a:rPr dirty="0" sz="2350" spc="15" i="1">
                <a:latin typeface="Times New Roman"/>
                <a:cs typeface="Times New Roman"/>
              </a:rPr>
              <a:t>E	</a:t>
            </a:r>
            <a:r>
              <a:rPr dirty="0" sz="2350" spc="15">
                <a:latin typeface="Symbol"/>
                <a:cs typeface="Symbol"/>
              </a:rPr>
              <a:t></a:t>
            </a:r>
            <a:r>
              <a:rPr dirty="0" sz="2350" spc="15">
                <a:latin typeface="Times New Roman"/>
                <a:cs typeface="Times New Roman"/>
              </a:rPr>
              <a:t>	</a:t>
            </a:r>
            <a:r>
              <a:rPr dirty="0" sz="2350" spc="15" i="1">
                <a:latin typeface="Times New Roman"/>
                <a:cs typeface="Times New Roman"/>
              </a:rPr>
              <a:t>n</a:t>
            </a:r>
            <a:r>
              <a:rPr dirty="0" baseline="35460" sz="3525" spc="450" i="1">
                <a:latin typeface="Times New Roman"/>
                <a:cs typeface="Times New Roman"/>
              </a:rPr>
              <a:t> </a:t>
            </a:r>
            <a:r>
              <a:rPr dirty="0" u="heavy" baseline="35460" sz="3525" spc="22">
                <a:uFill>
                  <a:solidFill>
                    <a:srgbClr val="000000"/>
                  </a:solidFill>
                </a:uFill>
                <a:latin typeface="Symbol"/>
                <a:cs typeface="Symbol"/>
              </a:rPr>
              <a:t></a:t>
            </a:r>
            <a:endParaRPr baseline="35460" sz="3525">
              <a:latin typeface="Symbol"/>
              <a:cs typeface="Symbol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6236868" y="5119535"/>
            <a:ext cx="3075635" cy="343154"/>
          </a:xfrm>
          <a:prstGeom prst="rect">
            <a:avLst/>
          </a:prstGeom>
          <a:blipFill>
            <a:blip r:embed="rId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6212204" y="5756630"/>
            <a:ext cx="515632" cy="297243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6744639" y="5756630"/>
            <a:ext cx="300189" cy="297243"/>
          </a:xfrm>
          <a:prstGeom prst="rect">
            <a:avLst/>
          </a:prstGeom>
          <a:blipFill>
            <a:blip r:embed="rId2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7068591" y="5756643"/>
            <a:ext cx="447738" cy="302094"/>
          </a:xfrm>
          <a:prstGeom prst="rect">
            <a:avLst/>
          </a:prstGeom>
          <a:blipFill>
            <a:blip r:embed="rId2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51840" y="0"/>
            <a:ext cx="2058670" cy="6343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 b="1">
                <a:solidFill>
                  <a:srgbClr val="F1F1F1"/>
                </a:solidFill>
                <a:latin typeface="华文楷体"/>
                <a:cs typeface="华文楷体"/>
              </a:rPr>
              <a:t>高中物</a:t>
            </a:r>
            <a:r>
              <a:rPr dirty="0" sz="4000" spc="-10" b="1">
                <a:solidFill>
                  <a:srgbClr val="F1F1F1"/>
                </a:solidFill>
                <a:latin typeface="华文楷体"/>
                <a:cs typeface="华文楷体"/>
              </a:rPr>
              <a:t>理</a:t>
            </a:r>
            <a:endParaRPr sz="4000">
              <a:latin typeface="华文楷体"/>
              <a:cs typeface="华文楷体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25385" y="835660"/>
            <a:ext cx="9855835" cy="1094105"/>
          </a:xfrm>
          <a:prstGeom prst="rect">
            <a:avLst/>
          </a:prstGeom>
        </p:spPr>
        <p:txBody>
          <a:bodyPr wrap="square" lIns="0" tIns="71120" rIns="0" bIns="0" rtlCol="0" vert="horz">
            <a:spAutoFit/>
          </a:bodyPr>
          <a:lstStyle/>
          <a:p>
            <a:pPr marL="12700" marR="5080">
              <a:lnSpc>
                <a:spcPts val="4040"/>
              </a:lnSpc>
              <a:spcBef>
                <a:spcPts val="560"/>
              </a:spcBef>
            </a:pPr>
            <a:r>
              <a:rPr dirty="0" u="heavy" sz="3700" spc="200" b="1">
                <a:solidFill>
                  <a:srgbClr val="0562C1"/>
                </a:solidFill>
                <a:uFill>
                  <a:solidFill>
                    <a:srgbClr val="0562C1"/>
                  </a:solidFill>
                </a:uFill>
                <a:latin typeface="微软雅黑"/>
                <a:cs typeface="微软雅黑"/>
              </a:rPr>
              <a:t>实验引入</a:t>
            </a:r>
            <a:r>
              <a:rPr dirty="0" sz="3700" spc="200" b="1">
                <a:latin typeface="Arial"/>
                <a:cs typeface="Arial"/>
              </a:rPr>
              <a:t>——</a:t>
            </a:r>
            <a:r>
              <a:rPr dirty="0" sz="3400" spc="200" b="1">
                <a:solidFill>
                  <a:srgbClr val="FF0000"/>
                </a:solidFill>
                <a:latin typeface="黑体"/>
                <a:cs typeface="黑体"/>
              </a:rPr>
              <a:t>将家庭电路的白炽灯灯丝放入磁</a:t>
            </a:r>
            <a:r>
              <a:rPr dirty="0" sz="3400" spc="-15" b="1">
                <a:solidFill>
                  <a:srgbClr val="FF0000"/>
                </a:solidFill>
                <a:latin typeface="黑体"/>
                <a:cs typeface="黑体"/>
              </a:rPr>
              <a:t>场 </a:t>
            </a:r>
            <a:r>
              <a:rPr dirty="0" sz="3400" spc="-20" b="1">
                <a:solidFill>
                  <a:srgbClr val="FF0000"/>
                </a:solidFill>
                <a:latin typeface="黑体"/>
                <a:cs typeface="黑体"/>
              </a:rPr>
              <a:t>中</a:t>
            </a:r>
            <a:endParaRPr sz="3400">
              <a:latin typeface="黑体"/>
              <a:cs typeface="黑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618744" y="1952244"/>
            <a:ext cx="6935724" cy="393039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8588591" y="2664142"/>
            <a:ext cx="2780906" cy="48385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7909038" y="3228581"/>
            <a:ext cx="1633270" cy="44227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51840" y="0"/>
            <a:ext cx="2058670" cy="6343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 b="1">
                <a:solidFill>
                  <a:srgbClr val="F1F1F1"/>
                </a:solidFill>
                <a:latin typeface="华文楷体"/>
                <a:cs typeface="华文楷体"/>
              </a:rPr>
              <a:t>高中物</a:t>
            </a:r>
            <a:r>
              <a:rPr dirty="0" sz="4000" spc="-10" b="1">
                <a:solidFill>
                  <a:srgbClr val="F1F1F1"/>
                </a:solidFill>
                <a:latin typeface="华文楷体"/>
                <a:cs typeface="华文楷体"/>
              </a:rPr>
              <a:t>理</a:t>
            </a:r>
            <a:endParaRPr sz="4000">
              <a:latin typeface="华文楷体"/>
              <a:cs typeface="华文楷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524000" y="6525768"/>
            <a:ext cx="9144000" cy="3657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364705" y="991235"/>
            <a:ext cx="9561830" cy="5962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3750" spc="-10" b="1">
                <a:solidFill>
                  <a:srgbClr val="FF0000"/>
                </a:solidFill>
                <a:latin typeface="黑体"/>
                <a:cs typeface="黑体"/>
              </a:rPr>
              <a:t>利用传感器观察交变电流和恒定电流的波形</a:t>
            </a:r>
            <a:r>
              <a:rPr dirty="0" sz="3750" spc="-20" b="1">
                <a:solidFill>
                  <a:srgbClr val="FF0000"/>
                </a:solidFill>
                <a:latin typeface="黑体"/>
                <a:cs typeface="黑体"/>
              </a:rPr>
              <a:t>图</a:t>
            </a:r>
            <a:endParaRPr sz="3750">
              <a:latin typeface="黑体"/>
              <a:cs typeface="黑体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2132076" y="1664207"/>
            <a:ext cx="8269224" cy="439369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3225" y="894651"/>
            <a:ext cx="6858755" cy="174350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6700101" y="0"/>
            <a:ext cx="5479681" cy="107480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4649797" y="3911429"/>
            <a:ext cx="85429" cy="50992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5809195" y="3199982"/>
            <a:ext cx="598005" cy="53740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5809195" y="6167905"/>
            <a:ext cx="195267" cy="476333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1069201" y="6549583"/>
            <a:ext cx="1061764" cy="302288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086173" y="79388"/>
            <a:ext cx="5614035" cy="0"/>
          </a:xfrm>
          <a:custGeom>
            <a:avLst/>
            <a:gdLst/>
            <a:ahLst/>
            <a:cxnLst/>
            <a:rect l="l" t="t" r="r" b="b"/>
            <a:pathLst>
              <a:path w="5614034" h="0">
                <a:moveTo>
                  <a:pt x="0" y="0"/>
                </a:moveTo>
                <a:lnTo>
                  <a:pt x="5613928" y="0"/>
                </a:lnTo>
              </a:path>
            </a:pathLst>
          </a:custGeom>
          <a:ln w="73282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0" y="399997"/>
            <a:ext cx="6700520" cy="0"/>
          </a:xfrm>
          <a:custGeom>
            <a:avLst/>
            <a:gdLst/>
            <a:ahLst/>
            <a:cxnLst/>
            <a:rect l="l" t="t" r="r" b="b"/>
            <a:pathLst>
              <a:path w="6700520" h="0">
                <a:moveTo>
                  <a:pt x="0" y="0"/>
                </a:moveTo>
                <a:lnTo>
                  <a:pt x="6700101" y="0"/>
                </a:lnTo>
              </a:path>
            </a:pathLst>
          </a:custGeom>
          <a:ln w="183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97633" y="2299224"/>
            <a:ext cx="878840" cy="0"/>
          </a:xfrm>
          <a:custGeom>
            <a:avLst/>
            <a:gdLst/>
            <a:ahLst/>
            <a:cxnLst/>
            <a:rect l="l" t="t" r="r" b="b"/>
            <a:pathLst>
              <a:path w="878840" h="0">
                <a:moveTo>
                  <a:pt x="0" y="0"/>
                </a:moveTo>
                <a:lnTo>
                  <a:pt x="878701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6309567" y="3041205"/>
            <a:ext cx="5882640" cy="0"/>
          </a:xfrm>
          <a:custGeom>
            <a:avLst/>
            <a:gdLst/>
            <a:ahLst/>
            <a:cxnLst/>
            <a:rect l="l" t="t" r="r" b="b"/>
            <a:pathLst>
              <a:path w="5882640" h="0">
                <a:moveTo>
                  <a:pt x="0" y="0"/>
                </a:moveTo>
                <a:lnTo>
                  <a:pt x="5882420" y="0"/>
                </a:lnTo>
              </a:path>
            </a:pathLst>
          </a:custGeom>
          <a:ln w="8549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6407201" y="3340440"/>
            <a:ext cx="5784850" cy="0"/>
          </a:xfrm>
          <a:custGeom>
            <a:avLst/>
            <a:gdLst/>
            <a:ahLst/>
            <a:cxnLst/>
            <a:rect l="l" t="t" r="r" b="b"/>
            <a:pathLst>
              <a:path w="5784850" h="0">
                <a:moveTo>
                  <a:pt x="0" y="0"/>
                </a:moveTo>
                <a:lnTo>
                  <a:pt x="5784799" y="0"/>
                </a:lnTo>
              </a:path>
            </a:pathLst>
          </a:custGeom>
          <a:ln w="183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1156347" y="4073261"/>
            <a:ext cx="3493770" cy="0"/>
          </a:xfrm>
          <a:custGeom>
            <a:avLst/>
            <a:gdLst/>
            <a:ahLst/>
            <a:cxnLst/>
            <a:rect l="l" t="t" r="r" b="b"/>
            <a:pathLst>
              <a:path w="3493770" h="0">
                <a:moveTo>
                  <a:pt x="0" y="0"/>
                </a:moveTo>
                <a:lnTo>
                  <a:pt x="3493450" y="0"/>
                </a:lnTo>
              </a:path>
            </a:pathLst>
          </a:custGeom>
          <a:ln w="3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1028120" y="4143490"/>
            <a:ext cx="55244" cy="0"/>
          </a:xfrm>
          <a:custGeom>
            <a:avLst/>
            <a:gdLst/>
            <a:ahLst/>
            <a:cxnLst/>
            <a:rect l="l" t="t" r="r" b="b"/>
            <a:pathLst>
              <a:path w="55244" h="0">
                <a:moveTo>
                  <a:pt x="0" y="0"/>
                </a:moveTo>
                <a:lnTo>
                  <a:pt x="55001" y="0"/>
                </a:lnTo>
              </a:path>
            </a:pathLst>
          </a:custGeom>
          <a:ln w="1221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0" y="4143490"/>
            <a:ext cx="976630" cy="0"/>
          </a:xfrm>
          <a:custGeom>
            <a:avLst/>
            <a:gdLst/>
            <a:ahLst/>
            <a:cxnLst/>
            <a:rect l="l" t="t" r="r" b="b"/>
            <a:pathLst>
              <a:path w="976630" h="0">
                <a:moveTo>
                  <a:pt x="0" y="0"/>
                </a:moveTo>
                <a:lnTo>
                  <a:pt x="976252" y="0"/>
                </a:lnTo>
              </a:path>
            </a:pathLst>
          </a:custGeom>
          <a:ln w="12213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1293644" y="4262573"/>
            <a:ext cx="3356610" cy="0"/>
          </a:xfrm>
          <a:custGeom>
            <a:avLst/>
            <a:gdLst/>
            <a:ahLst/>
            <a:cxnLst/>
            <a:rect l="l" t="t" r="r" b="b"/>
            <a:pathLst>
              <a:path w="3356610" h="0">
                <a:moveTo>
                  <a:pt x="0" y="0"/>
                </a:moveTo>
                <a:lnTo>
                  <a:pt x="3356152" y="0"/>
                </a:lnTo>
              </a:path>
            </a:pathLst>
          </a:custGeom>
          <a:ln w="610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1293644" y="4372496"/>
            <a:ext cx="3356610" cy="0"/>
          </a:xfrm>
          <a:custGeom>
            <a:avLst/>
            <a:gdLst/>
            <a:ahLst/>
            <a:cxnLst/>
            <a:rect l="l" t="t" r="r" b="b"/>
            <a:pathLst>
              <a:path w="3356610" h="0">
                <a:moveTo>
                  <a:pt x="0" y="0"/>
                </a:moveTo>
                <a:lnTo>
                  <a:pt x="3356152" y="0"/>
                </a:lnTo>
              </a:path>
            </a:pathLst>
          </a:custGeom>
          <a:ln w="671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5876318" y="4958753"/>
            <a:ext cx="6309995" cy="0"/>
          </a:xfrm>
          <a:custGeom>
            <a:avLst/>
            <a:gdLst/>
            <a:ahLst/>
            <a:cxnLst/>
            <a:rect l="l" t="t" r="r" b="b"/>
            <a:pathLst>
              <a:path w="6309995" h="0">
                <a:moveTo>
                  <a:pt x="0" y="0"/>
                </a:moveTo>
                <a:lnTo>
                  <a:pt x="6309567" y="0"/>
                </a:lnTo>
              </a:path>
            </a:pathLst>
          </a:custGeom>
          <a:ln w="916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10897155" y="6570958"/>
            <a:ext cx="172085" cy="0"/>
          </a:xfrm>
          <a:custGeom>
            <a:avLst/>
            <a:gdLst/>
            <a:ahLst/>
            <a:cxnLst/>
            <a:rect l="l" t="t" r="r" b="b"/>
            <a:pathLst>
              <a:path w="172084" h="0">
                <a:moveTo>
                  <a:pt x="0" y="0"/>
                </a:moveTo>
                <a:lnTo>
                  <a:pt x="172047" y="0"/>
                </a:lnTo>
              </a:path>
            </a:pathLst>
          </a:custGeom>
          <a:ln w="610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10137164" y="6570958"/>
            <a:ext cx="656590" cy="0"/>
          </a:xfrm>
          <a:custGeom>
            <a:avLst/>
            <a:gdLst/>
            <a:ahLst/>
            <a:cxnLst/>
            <a:rect l="l" t="t" r="r" b="b"/>
            <a:pathLst>
              <a:path w="656590" h="0">
                <a:moveTo>
                  <a:pt x="0" y="0"/>
                </a:moveTo>
                <a:lnTo>
                  <a:pt x="656255" y="0"/>
                </a:lnTo>
              </a:path>
            </a:pathLst>
          </a:custGeom>
          <a:ln w="610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9745238" y="6570958"/>
            <a:ext cx="279400" cy="0"/>
          </a:xfrm>
          <a:custGeom>
            <a:avLst/>
            <a:gdLst/>
            <a:ahLst/>
            <a:cxnLst/>
            <a:rect l="l" t="t" r="r" b="b"/>
            <a:pathLst>
              <a:path w="279400" h="0">
                <a:moveTo>
                  <a:pt x="0" y="0"/>
                </a:moveTo>
                <a:lnTo>
                  <a:pt x="279037" y="0"/>
                </a:lnTo>
              </a:path>
            </a:pathLst>
          </a:custGeom>
          <a:ln w="610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8986977" y="6570958"/>
            <a:ext cx="691515" cy="0"/>
          </a:xfrm>
          <a:custGeom>
            <a:avLst/>
            <a:gdLst/>
            <a:ahLst/>
            <a:cxnLst/>
            <a:rect l="l" t="t" r="r" b="b"/>
            <a:pathLst>
              <a:path w="691515" h="0">
                <a:moveTo>
                  <a:pt x="0" y="0"/>
                </a:moveTo>
                <a:lnTo>
                  <a:pt x="691265" y="0"/>
                </a:lnTo>
              </a:path>
            </a:pathLst>
          </a:custGeom>
          <a:ln w="610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8222575" y="6570958"/>
            <a:ext cx="651510" cy="0"/>
          </a:xfrm>
          <a:custGeom>
            <a:avLst/>
            <a:gdLst/>
            <a:ahLst/>
            <a:cxnLst/>
            <a:rect l="l" t="t" r="r" b="b"/>
            <a:pathLst>
              <a:path w="651509" h="0">
                <a:moveTo>
                  <a:pt x="0" y="0"/>
                </a:moveTo>
                <a:lnTo>
                  <a:pt x="651512" y="0"/>
                </a:lnTo>
              </a:path>
            </a:pathLst>
          </a:custGeom>
          <a:ln w="610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6241878" y="6570958"/>
            <a:ext cx="1875789" cy="0"/>
          </a:xfrm>
          <a:custGeom>
            <a:avLst/>
            <a:gdLst/>
            <a:ahLst/>
            <a:cxnLst/>
            <a:rect l="l" t="t" r="r" b="b"/>
            <a:pathLst>
              <a:path w="1875790" h="0">
                <a:moveTo>
                  <a:pt x="0" y="0"/>
                </a:moveTo>
                <a:lnTo>
                  <a:pt x="1875339" y="0"/>
                </a:lnTo>
              </a:path>
            </a:pathLst>
          </a:custGeom>
          <a:ln w="610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6004462" y="6570958"/>
            <a:ext cx="164465" cy="0"/>
          </a:xfrm>
          <a:custGeom>
            <a:avLst/>
            <a:gdLst/>
            <a:ahLst/>
            <a:cxnLst/>
            <a:rect l="l" t="t" r="r" b="b"/>
            <a:pathLst>
              <a:path w="164464" h="0">
                <a:moveTo>
                  <a:pt x="0" y="0"/>
                </a:moveTo>
                <a:lnTo>
                  <a:pt x="164190" y="0"/>
                </a:lnTo>
              </a:path>
            </a:pathLst>
          </a:custGeom>
          <a:ln w="6106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6126504" y="6741949"/>
            <a:ext cx="4942840" cy="0"/>
          </a:xfrm>
          <a:custGeom>
            <a:avLst/>
            <a:gdLst/>
            <a:ahLst/>
            <a:cxnLst/>
            <a:rect l="l" t="t" r="r" b="b"/>
            <a:pathLst>
              <a:path w="4942840" h="0">
                <a:moveTo>
                  <a:pt x="0" y="0"/>
                </a:moveTo>
                <a:lnTo>
                  <a:pt x="4942697" y="0"/>
                </a:lnTo>
              </a:path>
            </a:pathLst>
          </a:custGeom>
          <a:ln w="1832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6126504" y="6836605"/>
            <a:ext cx="5236210" cy="0"/>
          </a:xfrm>
          <a:custGeom>
            <a:avLst/>
            <a:gdLst/>
            <a:ahLst/>
            <a:cxnLst/>
            <a:rect l="l" t="t" r="r" b="b"/>
            <a:pathLst>
              <a:path w="5236209" h="0">
                <a:moveTo>
                  <a:pt x="0" y="0"/>
                </a:moveTo>
                <a:lnTo>
                  <a:pt x="5235598" y="0"/>
                </a:lnTo>
              </a:path>
            </a:pathLst>
          </a:custGeom>
          <a:ln w="6106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56825" y="113010"/>
            <a:ext cx="0" cy="102870"/>
          </a:xfrm>
          <a:custGeom>
            <a:avLst/>
            <a:gdLst/>
            <a:ahLst/>
            <a:cxnLst/>
            <a:rect l="l" t="t" r="r" b="b"/>
            <a:pathLst>
              <a:path w="0" h="102870">
                <a:moveTo>
                  <a:pt x="0" y="0"/>
                </a:moveTo>
                <a:lnTo>
                  <a:pt x="0" y="102762"/>
                </a:lnTo>
              </a:path>
            </a:pathLst>
          </a:custGeom>
          <a:ln w="57969">
            <a:solidFill>
              <a:srgbClr val="EFEDE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 txBox="1"/>
          <p:nvPr/>
        </p:nvSpPr>
        <p:spPr>
          <a:xfrm>
            <a:off x="15140" y="103330"/>
            <a:ext cx="939800" cy="1174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00">
                <a:solidFill>
                  <a:srgbClr val="A5A3A5"/>
                </a:solidFill>
                <a:latin typeface="Times New Roman"/>
                <a:cs typeface="Times New Roman"/>
              </a:rPr>
              <a:t>O</a:t>
            </a:r>
            <a:r>
              <a:rPr dirty="0" sz="600" spc="25">
                <a:solidFill>
                  <a:srgbClr val="A5A3A5"/>
                </a:solidFill>
                <a:latin typeface="Times New Roman"/>
                <a:cs typeface="Times New Roman"/>
              </a:rPr>
              <a:t> </a:t>
            </a:r>
            <a:r>
              <a:rPr dirty="0" sz="450" spc="5">
                <a:solidFill>
                  <a:srgbClr val="070508"/>
                </a:solidFill>
                <a:latin typeface="宋体"/>
                <a:cs typeface="宋体"/>
              </a:rPr>
              <a:t>控制</a:t>
            </a:r>
            <a:r>
              <a:rPr dirty="0" sz="450" spc="170">
                <a:solidFill>
                  <a:srgbClr val="070508"/>
                </a:solidFill>
                <a:latin typeface="宋体"/>
                <a:cs typeface="宋体"/>
              </a:rPr>
              <a:t> </a:t>
            </a:r>
            <a:r>
              <a:rPr dirty="0" sz="450" spc="35">
                <a:solidFill>
                  <a:srgbClr val="070508"/>
                </a:solidFill>
                <a:latin typeface="宋体"/>
                <a:cs typeface="宋体"/>
              </a:rPr>
              <a:t>室吾</a:t>
            </a:r>
            <a:r>
              <a:rPr dirty="0" sz="450" spc="155">
                <a:solidFill>
                  <a:srgbClr val="070508"/>
                </a:solidFill>
                <a:latin typeface="宋体"/>
                <a:cs typeface="宋体"/>
              </a:rPr>
              <a:t> </a:t>
            </a:r>
            <a:r>
              <a:rPr dirty="0" sz="450" spc="35">
                <a:solidFill>
                  <a:srgbClr val="070508"/>
                </a:solidFill>
                <a:latin typeface="宋体"/>
                <a:cs typeface="宋体"/>
              </a:rPr>
              <a:t>设晋</a:t>
            </a:r>
            <a:r>
              <a:rPr dirty="0" sz="450" spc="145">
                <a:solidFill>
                  <a:srgbClr val="070508"/>
                </a:solidFill>
                <a:latin typeface="宋体"/>
                <a:cs typeface="宋体"/>
              </a:rPr>
              <a:t> </a:t>
            </a:r>
            <a:r>
              <a:rPr dirty="0" sz="450" spc="35">
                <a:solidFill>
                  <a:srgbClr val="070508"/>
                </a:solidFill>
                <a:latin typeface="宋体"/>
                <a:cs typeface="宋体"/>
              </a:rPr>
              <a:t>帘口</a:t>
            </a:r>
            <a:r>
              <a:rPr dirty="0" sz="450" spc="165">
                <a:solidFill>
                  <a:srgbClr val="070508"/>
                </a:solidFill>
                <a:latin typeface="宋体"/>
                <a:cs typeface="宋体"/>
              </a:rPr>
              <a:t> </a:t>
            </a:r>
            <a:r>
              <a:rPr dirty="0" sz="450" spc="35">
                <a:solidFill>
                  <a:srgbClr val="070508"/>
                </a:solidFill>
                <a:latin typeface="宋体"/>
                <a:cs typeface="宋体"/>
              </a:rPr>
              <a:t>祔助</a:t>
            </a:r>
            <a:endParaRPr sz="450">
              <a:latin typeface="宋体"/>
              <a:cs typeface="宋体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877" y="145131"/>
            <a:ext cx="0" cy="286385"/>
          </a:xfrm>
          <a:custGeom>
            <a:avLst/>
            <a:gdLst/>
            <a:ahLst/>
            <a:cxnLst/>
            <a:rect l="l" t="t" r="r" b="b"/>
            <a:pathLst>
              <a:path w="0" h="286384">
                <a:moveTo>
                  <a:pt x="0" y="0"/>
                </a:moveTo>
                <a:lnTo>
                  <a:pt x="0" y="286388"/>
                </a:lnTo>
              </a:path>
            </a:pathLst>
          </a:custGeom>
          <a:ln w="3175">
            <a:solidFill>
              <a:srgbClr val="EFEDE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351264" y="217873"/>
            <a:ext cx="0" cy="191135"/>
          </a:xfrm>
          <a:custGeom>
            <a:avLst/>
            <a:gdLst/>
            <a:ahLst/>
            <a:cxnLst/>
            <a:rect l="l" t="t" r="r" b="b"/>
            <a:pathLst>
              <a:path w="0" h="191134">
                <a:moveTo>
                  <a:pt x="0" y="0"/>
                </a:moveTo>
                <a:lnTo>
                  <a:pt x="0" y="190925"/>
                </a:lnTo>
              </a:path>
            </a:pathLst>
          </a:custGeom>
          <a:ln w="6102">
            <a:solidFill>
              <a:srgbClr val="EFEDE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 txBox="1"/>
          <p:nvPr/>
        </p:nvSpPr>
        <p:spPr>
          <a:xfrm>
            <a:off x="-23149" y="140734"/>
            <a:ext cx="452120" cy="2774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065">
              <a:lnSpc>
                <a:spcPct val="100000"/>
              </a:lnSpc>
              <a:spcBef>
                <a:spcPts val="100"/>
              </a:spcBef>
            </a:pPr>
            <a:r>
              <a:rPr dirty="0" sz="1650" spc="-620">
                <a:solidFill>
                  <a:srgbClr val="A5A3A5"/>
                </a:solidFill>
                <a:latin typeface="Arial"/>
                <a:cs typeface="Arial"/>
              </a:rPr>
              <a:t>1</a:t>
            </a:r>
            <a:r>
              <a:rPr dirty="0" sz="1300" spc="-110">
                <a:solidFill>
                  <a:srgbClr val="3A3FA5"/>
                </a:solidFill>
                <a:latin typeface="宋体"/>
                <a:cs typeface="宋体"/>
              </a:rPr>
              <a:t>飞</a:t>
            </a:r>
            <a:r>
              <a:rPr dirty="0" sz="1100" spc="-135">
                <a:solidFill>
                  <a:srgbClr val="4F4985"/>
                </a:solidFill>
                <a:latin typeface="Arial"/>
                <a:cs typeface="Arial"/>
              </a:rPr>
              <a:t>[iE</a:t>
            </a:r>
            <a:r>
              <a:rPr dirty="0" sz="1100" spc="-135">
                <a:solidFill>
                  <a:srgbClr val="A5A3A5"/>
                </a:solidFill>
                <a:latin typeface="Arial"/>
                <a:cs typeface="Arial"/>
              </a:rPr>
              <a:t>]</a:t>
            </a:r>
            <a:r>
              <a:rPr dirty="0" sz="1100" spc="-135">
                <a:solidFill>
                  <a:srgbClr val="706E9E"/>
                </a:solidFill>
                <a:latin typeface="Arial"/>
                <a:cs typeface="Arial"/>
              </a:rPr>
              <a:t>[!J</a:t>
            </a:r>
            <a:endParaRPr sz="1100">
              <a:latin typeface="Arial"/>
              <a:cs typeface="Arial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1679148" y="145131"/>
            <a:ext cx="0" cy="286385"/>
          </a:xfrm>
          <a:custGeom>
            <a:avLst/>
            <a:gdLst/>
            <a:ahLst/>
            <a:cxnLst/>
            <a:rect l="l" t="t" r="r" b="b"/>
            <a:pathLst>
              <a:path w="0" h="286384">
                <a:moveTo>
                  <a:pt x="0" y="0"/>
                </a:moveTo>
                <a:lnTo>
                  <a:pt x="0" y="286388"/>
                </a:lnTo>
              </a:path>
            </a:pathLst>
          </a:custGeom>
          <a:ln w="47261">
            <a:solidFill>
              <a:srgbClr val="EFEDE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 txBox="1"/>
          <p:nvPr/>
        </p:nvSpPr>
        <p:spPr>
          <a:xfrm>
            <a:off x="1266845" y="140734"/>
            <a:ext cx="457834" cy="2774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87985" algn="l"/>
              </a:tabLst>
            </a:pPr>
            <a:r>
              <a:rPr dirty="0" sz="1100">
                <a:solidFill>
                  <a:srgbClr val="1615A5"/>
                </a:solidFill>
                <a:latin typeface="Arial"/>
                <a:cs typeface="Arial"/>
              </a:rPr>
              <a:t>E</a:t>
            </a:r>
            <a:r>
              <a:rPr dirty="0" sz="1100" spc="-80">
                <a:solidFill>
                  <a:srgbClr val="1615A5"/>
                </a:solidFill>
                <a:latin typeface="Arial"/>
                <a:cs typeface="Arial"/>
              </a:rPr>
              <a:t>l</a:t>
            </a:r>
            <a:r>
              <a:rPr dirty="0" sz="1100" spc="45">
                <a:solidFill>
                  <a:srgbClr val="0E2187"/>
                </a:solidFill>
                <a:latin typeface="Arial"/>
                <a:cs typeface="Arial"/>
              </a:rPr>
              <a:t>8</a:t>
            </a:r>
            <a:r>
              <a:rPr dirty="0" sz="1100">
                <a:solidFill>
                  <a:srgbClr val="0E2187"/>
                </a:solidFill>
                <a:latin typeface="Arial"/>
                <a:cs typeface="Arial"/>
              </a:rPr>
              <a:t>	</a:t>
            </a:r>
            <a:r>
              <a:rPr dirty="0" sz="1650" spc="-235">
                <a:solidFill>
                  <a:srgbClr val="A5A3A5"/>
                </a:solidFill>
                <a:latin typeface="Arial"/>
                <a:cs typeface="Arial"/>
              </a:rPr>
              <a:t>I</a:t>
            </a:r>
            <a:r>
              <a:rPr dirty="0" sz="1650" spc="-615">
                <a:solidFill>
                  <a:srgbClr val="A5A3A5"/>
                </a:solidFill>
                <a:latin typeface="Arial"/>
                <a:cs typeface="Arial"/>
              </a:rPr>
              <a:t>J</a:t>
            </a:r>
            <a:endParaRPr sz="1650">
              <a:latin typeface="Arial"/>
              <a:cs typeface="Arial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2026868" y="237712"/>
            <a:ext cx="0" cy="165100"/>
          </a:xfrm>
          <a:custGeom>
            <a:avLst/>
            <a:gdLst/>
            <a:ahLst/>
            <a:cxnLst/>
            <a:rect l="l" t="t" r="r" b="b"/>
            <a:pathLst>
              <a:path w="0" h="165100">
                <a:moveTo>
                  <a:pt x="0" y="0"/>
                </a:moveTo>
                <a:lnTo>
                  <a:pt x="0" y="164890"/>
                </a:lnTo>
              </a:path>
            </a:pathLst>
          </a:custGeom>
          <a:ln w="6102">
            <a:solidFill>
              <a:srgbClr val="EFEDE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 txBox="1"/>
          <p:nvPr/>
        </p:nvSpPr>
        <p:spPr>
          <a:xfrm>
            <a:off x="1849987" y="204347"/>
            <a:ext cx="693420" cy="2012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73355" indent="-160655">
              <a:lnSpc>
                <a:spcPct val="100000"/>
              </a:lnSpc>
              <a:spcBef>
                <a:spcPts val="100"/>
              </a:spcBef>
              <a:buClr>
                <a:srgbClr val="0503A0"/>
              </a:buClr>
              <a:buSzPct val="89473"/>
              <a:buChar char="■"/>
              <a:tabLst>
                <a:tab pos="173990" algn="l"/>
              </a:tabLst>
            </a:pPr>
            <a:r>
              <a:rPr dirty="0" sz="950" spc="-60">
                <a:solidFill>
                  <a:srgbClr val="A5A3A5"/>
                </a:solidFill>
                <a:latin typeface="Arial"/>
                <a:cs typeface="Arial"/>
              </a:rPr>
              <a:t>I </a:t>
            </a:r>
            <a:r>
              <a:rPr dirty="0" sz="850" spc="-10">
                <a:solidFill>
                  <a:srgbClr val="160F64"/>
                </a:solidFill>
                <a:latin typeface="Arial"/>
                <a:cs typeface="Arial"/>
              </a:rPr>
              <a:t>l!.! </a:t>
            </a:r>
            <a:r>
              <a:rPr dirty="0" sz="1150" spc="-25">
                <a:solidFill>
                  <a:srgbClr val="56385B"/>
                </a:solidFill>
                <a:latin typeface="宋体"/>
                <a:cs typeface="宋体"/>
              </a:rPr>
              <a:t>隘</a:t>
            </a:r>
            <a:r>
              <a:rPr dirty="0" sz="1150" spc="-380">
                <a:solidFill>
                  <a:srgbClr val="56385B"/>
                </a:solidFill>
                <a:latin typeface="宋体"/>
                <a:cs typeface="宋体"/>
              </a:rPr>
              <a:t> </a:t>
            </a:r>
            <a:r>
              <a:rPr dirty="0" sz="1150" spc="-80">
                <a:solidFill>
                  <a:srgbClr val="160F64"/>
                </a:solidFill>
                <a:latin typeface="宋体"/>
                <a:cs typeface="宋体"/>
              </a:rPr>
              <a:t>比</a:t>
            </a:r>
            <a:endParaRPr sz="1150">
              <a:latin typeface="宋体"/>
              <a:cs typeface="宋体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122585" y="396457"/>
            <a:ext cx="765175" cy="2089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50" spc="5">
                <a:solidFill>
                  <a:srgbClr val="070508"/>
                </a:solidFill>
                <a:latin typeface="宋体"/>
                <a:cs typeface="宋体"/>
              </a:rPr>
              <a:t>控制面极－</a:t>
            </a:r>
            <a:r>
              <a:rPr dirty="0" sz="450" spc="-165">
                <a:solidFill>
                  <a:srgbClr val="070508"/>
                </a:solidFill>
                <a:latin typeface="宋体"/>
                <a:cs typeface="宋体"/>
              </a:rPr>
              <a:t>寸</a:t>
            </a:r>
            <a:r>
              <a:rPr dirty="0" sz="450" spc="-55">
                <a:solidFill>
                  <a:srgbClr val="444649"/>
                </a:solidFill>
                <a:latin typeface="宋体"/>
                <a:cs typeface="宋体"/>
              </a:rPr>
              <a:t>口</a:t>
            </a:r>
            <a:r>
              <a:rPr dirty="0" sz="450" spc="30">
                <a:solidFill>
                  <a:srgbClr val="444649"/>
                </a:solidFill>
                <a:latin typeface="宋体"/>
                <a:cs typeface="宋体"/>
              </a:rPr>
              <a:t> </a:t>
            </a:r>
            <a:r>
              <a:rPr dirty="0" sz="450" spc="-55">
                <a:solidFill>
                  <a:srgbClr val="070508"/>
                </a:solidFill>
                <a:latin typeface="宋体"/>
                <a:cs typeface="宋体"/>
              </a:rPr>
              <a:t>佑忌器</a:t>
            </a:r>
            <a:r>
              <a:rPr dirty="0" sz="450" spc="-60">
                <a:solidFill>
                  <a:srgbClr val="070508"/>
                </a:solidFill>
                <a:latin typeface="宋体"/>
                <a:cs typeface="宋体"/>
              </a:rPr>
              <a:t> </a:t>
            </a:r>
            <a:r>
              <a:rPr dirty="0" sz="450" spc="35">
                <a:solidFill>
                  <a:srgbClr val="070508"/>
                </a:solidFill>
                <a:latin typeface="宋体"/>
                <a:cs typeface="宋体"/>
              </a:rPr>
              <a:t>数</a:t>
            </a:r>
            <a:r>
              <a:rPr dirty="0" sz="450" spc="-50">
                <a:solidFill>
                  <a:srgbClr val="070508"/>
                </a:solidFill>
                <a:latin typeface="宋体"/>
                <a:cs typeface="宋体"/>
              </a:rPr>
              <a:t>搭</a:t>
            </a:r>
            <a:r>
              <a:rPr dirty="0" sz="1200" spc="-60">
                <a:solidFill>
                  <a:srgbClr val="565659"/>
                </a:solidFill>
                <a:latin typeface="Arial"/>
                <a:cs typeface="Arial"/>
              </a:rPr>
              <a:t>I</a:t>
            </a:r>
            <a:endParaRPr sz="1200">
              <a:latin typeface="Arial"/>
              <a:cs typeface="Aria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5513" y="470503"/>
            <a:ext cx="1159510" cy="46100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850" spc="-755">
                <a:solidFill>
                  <a:srgbClr val="444649"/>
                </a:solidFill>
                <a:latin typeface="宋体"/>
                <a:cs typeface="宋体"/>
              </a:rPr>
              <a:t>卢</a:t>
            </a:r>
            <a:r>
              <a:rPr dirty="0" sz="2850" spc="-1055">
                <a:solidFill>
                  <a:srgbClr val="312F2F"/>
                </a:solidFill>
                <a:latin typeface="宋体"/>
                <a:cs typeface="宋体"/>
              </a:rPr>
              <a:t>三</a:t>
            </a:r>
            <a:r>
              <a:rPr dirty="0" sz="2850" spc="-1290">
                <a:solidFill>
                  <a:srgbClr val="312F2F"/>
                </a:solidFill>
                <a:latin typeface="宋体"/>
                <a:cs typeface="宋体"/>
              </a:rPr>
              <a:t>三</a:t>
            </a:r>
            <a:r>
              <a:rPr dirty="0" sz="2850" spc="-370">
                <a:solidFill>
                  <a:srgbClr val="565659"/>
                </a:solidFill>
                <a:latin typeface="宋体"/>
                <a:cs typeface="宋体"/>
              </a:rPr>
              <a:t>三</a:t>
            </a:r>
            <a:r>
              <a:rPr dirty="0" sz="850" spc="-5">
                <a:solidFill>
                  <a:srgbClr val="070508"/>
                </a:solidFill>
                <a:latin typeface="Arial"/>
                <a:cs typeface="Arial"/>
              </a:rPr>
              <a:t>I</a:t>
            </a:r>
            <a:r>
              <a:rPr dirty="0" sz="850" spc="30">
                <a:solidFill>
                  <a:srgbClr val="919093"/>
                </a:solidFill>
                <a:latin typeface="Arial"/>
                <a:cs typeface="Arial"/>
              </a:rPr>
              <a:t>I</a:t>
            </a:r>
            <a:r>
              <a:rPr dirty="0" sz="500" spc="-40">
                <a:solidFill>
                  <a:srgbClr val="565659"/>
                </a:solidFill>
                <a:latin typeface="宋体"/>
                <a:cs typeface="宋体"/>
              </a:rPr>
              <a:t>令</a:t>
            </a:r>
            <a:endParaRPr sz="500">
              <a:latin typeface="宋体"/>
              <a:cs typeface="宋体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836419" y="204347"/>
            <a:ext cx="337820" cy="2012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130">
                <a:solidFill>
                  <a:srgbClr val="69696B"/>
                </a:solidFill>
                <a:latin typeface="Arial"/>
                <a:cs typeface="Arial"/>
              </a:rPr>
              <a:t>±J</a:t>
            </a:r>
            <a:r>
              <a:rPr dirty="0" sz="1100" spc="-135">
                <a:solidFill>
                  <a:srgbClr val="69696B"/>
                </a:solidFill>
                <a:latin typeface="Arial"/>
                <a:cs typeface="Arial"/>
              </a:rPr>
              <a:t> </a:t>
            </a:r>
            <a:r>
              <a:rPr dirty="0" sz="850" spc="-780">
                <a:solidFill>
                  <a:srgbClr val="341A3D"/>
                </a:solidFill>
                <a:latin typeface="宋体"/>
                <a:cs typeface="宋体"/>
              </a:rPr>
              <a:t>凸</a:t>
            </a:r>
            <a:r>
              <a:rPr dirty="0" baseline="-31400" sz="1725" spc="-30">
                <a:solidFill>
                  <a:srgbClr val="565659"/>
                </a:solidFill>
                <a:latin typeface="Times New Roman"/>
                <a:cs typeface="Times New Roman"/>
              </a:rPr>
              <a:t>.,</a:t>
            </a:r>
            <a:r>
              <a:rPr dirty="0" baseline="-31400" sz="1725" spc="-172">
                <a:solidFill>
                  <a:srgbClr val="565659"/>
                </a:solidFill>
                <a:latin typeface="Times New Roman"/>
                <a:cs typeface="Times New Roman"/>
              </a:rPr>
              <a:t> </a:t>
            </a:r>
            <a:r>
              <a:rPr dirty="0" baseline="-31400" sz="1725" spc="-157">
                <a:solidFill>
                  <a:srgbClr val="1F1F23"/>
                </a:solidFill>
                <a:latin typeface="Times New Roman"/>
                <a:cs typeface="Times New Roman"/>
              </a:rPr>
              <a:t>,</a:t>
            </a:r>
            <a:r>
              <a:rPr dirty="0" sz="850" spc="-855">
                <a:solidFill>
                  <a:srgbClr val="4F4985"/>
                </a:solidFill>
                <a:latin typeface="宋体"/>
                <a:cs typeface="宋体"/>
              </a:rPr>
              <a:t>圃</a:t>
            </a:r>
            <a:r>
              <a:rPr dirty="0" baseline="-31400" sz="1725" spc="-30">
                <a:solidFill>
                  <a:srgbClr val="1F1F23"/>
                </a:solidFill>
                <a:latin typeface="Times New Roman"/>
                <a:cs typeface="Times New Roman"/>
              </a:rPr>
              <a:t>.</a:t>
            </a:r>
            <a:endParaRPr baseline="-31400" sz="1725">
              <a:latin typeface="Times New Roman"/>
              <a:cs typeface="Times New Roman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106114" y="1780165"/>
            <a:ext cx="144145" cy="1022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00" spc="-40">
                <a:solidFill>
                  <a:srgbClr val="070508"/>
                </a:solidFill>
                <a:latin typeface="宋体"/>
                <a:cs typeface="宋体"/>
              </a:rPr>
              <a:t>酗吐</a:t>
            </a:r>
            <a:endParaRPr sz="500">
              <a:latin typeface="宋体"/>
              <a:cs typeface="宋体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402743" y="1938722"/>
            <a:ext cx="0" cy="89535"/>
          </a:xfrm>
          <a:custGeom>
            <a:avLst/>
            <a:gdLst/>
            <a:ahLst/>
            <a:cxnLst/>
            <a:rect l="l" t="t" r="r" b="b"/>
            <a:pathLst>
              <a:path w="0" h="89535">
                <a:moveTo>
                  <a:pt x="0" y="0"/>
                </a:moveTo>
                <a:lnTo>
                  <a:pt x="0" y="89058"/>
                </a:lnTo>
              </a:path>
            </a:pathLst>
          </a:custGeom>
          <a:ln w="24408">
            <a:solidFill>
              <a:srgbClr val="EFEDE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527836" y="1938722"/>
            <a:ext cx="0" cy="89535"/>
          </a:xfrm>
          <a:custGeom>
            <a:avLst/>
            <a:gdLst/>
            <a:ahLst/>
            <a:cxnLst/>
            <a:rect l="l" t="t" r="r" b="b"/>
            <a:pathLst>
              <a:path w="0" h="89535">
                <a:moveTo>
                  <a:pt x="0" y="0"/>
                </a:moveTo>
                <a:lnTo>
                  <a:pt x="0" y="89058"/>
                </a:lnTo>
              </a:path>
            </a:pathLst>
          </a:custGeom>
          <a:ln w="24408">
            <a:solidFill>
              <a:srgbClr val="EFEDE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 txBox="1"/>
          <p:nvPr/>
        </p:nvSpPr>
        <p:spPr>
          <a:xfrm>
            <a:off x="107101" y="1824440"/>
            <a:ext cx="830580" cy="4445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1495"/>
              </a:lnSpc>
              <a:spcBef>
                <a:spcPts val="100"/>
              </a:spcBef>
            </a:pPr>
            <a:r>
              <a:rPr dirty="0" sz="700" spc="-50">
                <a:solidFill>
                  <a:srgbClr val="070508"/>
                </a:solidFill>
                <a:latin typeface="宋体"/>
                <a:cs typeface="宋体"/>
              </a:rPr>
              <a:t>呻 </a:t>
            </a:r>
            <a:r>
              <a:rPr dirty="0" sz="700" spc="90">
                <a:solidFill>
                  <a:srgbClr val="070508"/>
                </a:solidFill>
                <a:latin typeface="宋体"/>
                <a:cs typeface="宋体"/>
              </a:rPr>
              <a:t> </a:t>
            </a:r>
            <a:r>
              <a:rPr dirty="0" sz="700" spc="-45">
                <a:solidFill>
                  <a:srgbClr val="69696B"/>
                </a:solidFill>
                <a:latin typeface="宋体"/>
                <a:cs typeface="宋体"/>
              </a:rPr>
              <a:t>上</a:t>
            </a:r>
            <a:r>
              <a:rPr dirty="0" sz="700" spc="-375">
                <a:solidFill>
                  <a:srgbClr val="A5A3A5"/>
                </a:solidFill>
                <a:latin typeface="宋体"/>
                <a:cs typeface="宋体"/>
              </a:rPr>
              <a:t>」</a:t>
            </a:r>
            <a:r>
              <a:rPr dirty="0" sz="700" spc="-45">
                <a:solidFill>
                  <a:srgbClr val="69696B"/>
                </a:solidFill>
                <a:latin typeface="宋体"/>
                <a:cs typeface="宋体"/>
              </a:rPr>
              <a:t>上</a:t>
            </a:r>
            <a:r>
              <a:rPr dirty="0" sz="700" spc="40">
                <a:solidFill>
                  <a:srgbClr val="A5A3A5"/>
                </a:solidFill>
                <a:latin typeface="宋体"/>
                <a:cs typeface="宋体"/>
              </a:rPr>
              <a:t>」</a:t>
            </a:r>
            <a:r>
              <a:rPr dirty="0" sz="450" spc="-90">
                <a:solidFill>
                  <a:srgbClr val="070508"/>
                </a:solidFill>
                <a:latin typeface="Arial"/>
                <a:cs typeface="Arial"/>
              </a:rPr>
              <a:t>Y</a:t>
            </a:r>
            <a:r>
              <a:rPr dirty="0" sz="1400" spc="-885">
                <a:solidFill>
                  <a:srgbClr val="070508"/>
                </a:solidFill>
                <a:latin typeface="宋体"/>
                <a:cs typeface="宋体"/>
              </a:rPr>
              <a:t>平</a:t>
            </a:r>
            <a:r>
              <a:rPr dirty="0" sz="1400" spc="-770">
                <a:solidFill>
                  <a:srgbClr val="070508"/>
                </a:solidFill>
                <a:latin typeface="宋体"/>
                <a:cs typeface="宋体"/>
              </a:rPr>
              <a:t>移</a:t>
            </a:r>
            <a:r>
              <a:rPr dirty="0" sz="1400" spc="-295">
                <a:solidFill>
                  <a:srgbClr val="7C7B7C"/>
                </a:solidFill>
                <a:latin typeface="宋体"/>
                <a:cs typeface="宋体"/>
              </a:rPr>
              <a:t>卦</a:t>
            </a:r>
            <a:endParaRPr sz="1400">
              <a:latin typeface="宋体"/>
              <a:cs typeface="宋体"/>
            </a:endParaRPr>
          </a:p>
          <a:p>
            <a:pPr marL="15240">
              <a:lnSpc>
                <a:spcPts val="1795"/>
              </a:lnSpc>
              <a:tabLst>
                <a:tab pos="205104" algn="l"/>
              </a:tabLst>
            </a:pPr>
            <a:r>
              <a:rPr dirty="0" sz="500" spc="-110">
                <a:solidFill>
                  <a:srgbClr val="070508"/>
                </a:solidFill>
                <a:latin typeface="宋体"/>
                <a:cs typeface="宋体"/>
              </a:rPr>
              <a:t>叩	</a:t>
            </a:r>
            <a:r>
              <a:rPr dirty="0" u="sng" sz="500" spc="-110">
                <a:solidFill>
                  <a:srgbClr val="070508"/>
                </a:solidFill>
                <a:uFill>
                  <a:solidFill>
                    <a:srgbClr val="68686A"/>
                  </a:solidFill>
                </a:uFill>
                <a:latin typeface="宋体"/>
                <a:cs typeface="宋体"/>
              </a:rPr>
              <a:t> </a:t>
            </a:r>
            <a:r>
              <a:rPr dirty="0" sz="1100" spc="-190">
                <a:solidFill>
                  <a:srgbClr val="69696B"/>
                </a:solidFill>
                <a:latin typeface="Times New Roman"/>
                <a:cs typeface="Times New Roman"/>
              </a:rPr>
              <a:t>!_J2.J  </a:t>
            </a:r>
            <a:r>
              <a:rPr dirty="0" sz="1100" spc="-140">
                <a:solidFill>
                  <a:srgbClr val="69696B"/>
                </a:solidFill>
                <a:latin typeface="Times New Roman"/>
                <a:cs typeface="Times New Roman"/>
              </a:rPr>
              <a:t> </a:t>
            </a:r>
            <a:r>
              <a:rPr dirty="0" sz="1650" spc="-919">
                <a:solidFill>
                  <a:srgbClr val="070508"/>
                </a:solidFill>
                <a:latin typeface="宋体"/>
                <a:cs typeface="宋体"/>
              </a:rPr>
              <a:t>滨</a:t>
            </a:r>
            <a:r>
              <a:rPr dirty="0" sz="1650" spc="-1075">
                <a:solidFill>
                  <a:srgbClr val="070508"/>
                </a:solidFill>
                <a:latin typeface="宋体"/>
                <a:cs typeface="宋体"/>
              </a:rPr>
              <a:t>放</a:t>
            </a:r>
            <a:r>
              <a:rPr dirty="0" sz="1650" spc="-570">
                <a:solidFill>
                  <a:srgbClr val="7C7B7C"/>
                </a:solidFill>
                <a:latin typeface="宋体"/>
                <a:cs typeface="宋体"/>
              </a:rPr>
              <a:t>习</a:t>
            </a:r>
            <a:endParaRPr sz="1650">
              <a:latin typeface="宋体"/>
              <a:cs typeface="宋体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976526" y="2196454"/>
            <a:ext cx="0" cy="86995"/>
          </a:xfrm>
          <a:custGeom>
            <a:avLst/>
            <a:gdLst/>
            <a:ahLst/>
            <a:cxnLst/>
            <a:rect l="l" t="t" r="r" b="b"/>
            <a:pathLst>
              <a:path w="0" h="86994">
                <a:moveTo>
                  <a:pt x="0" y="0"/>
                </a:moveTo>
                <a:lnTo>
                  <a:pt x="0" y="86784"/>
                </a:lnTo>
              </a:path>
            </a:pathLst>
          </a:custGeom>
          <a:ln w="6102">
            <a:solidFill>
              <a:srgbClr val="EFEDE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 txBox="1"/>
          <p:nvPr/>
        </p:nvSpPr>
        <p:spPr>
          <a:xfrm>
            <a:off x="819918" y="2186270"/>
            <a:ext cx="311785" cy="1022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53035" indent="-140335">
              <a:lnSpc>
                <a:spcPct val="100000"/>
              </a:lnSpc>
              <a:spcBef>
                <a:spcPts val="100"/>
              </a:spcBef>
              <a:buClr>
                <a:srgbClr val="070508"/>
              </a:buClr>
              <a:buChar char="•"/>
              <a:tabLst>
                <a:tab pos="153670" algn="l"/>
              </a:tabLst>
            </a:pPr>
            <a:r>
              <a:rPr dirty="0" sz="500" spc="-40">
                <a:solidFill>
                  <a:srgbClr val="A5A3A5"/>
                </a:solidFill>
                <a:latin typeface="Arial"/>
                <a:cs typeface="Arial"/>
              </a:rPr>
              <a:t>I </a:t>
            </a:r>
            <a:r>
              <a:rPr dirty="0" sz="500" spc="-35">
                <a:solidFill>
                  <a:srgbClr val="070508"/>
                </a:solidFill>
                <a:latin typeface="Arial"/>
                <a:cs typeface="Arial"/>
              </a:rPr>
              <a:t>l </a:t>
            </a:r>
            <a:r>
              <a:rPr dirty="0" sz="500" spc="-35">
                <a:solidFill>
                  <a:srgbClr val="919093"/>
                </a:solidFill>
                <a:latin typeface="Arial"/>
                <a:cs typeface="Arial"/>
              </a:rPr>
              <a:t>i</a:t>
            </a:r>
            <a:r>
              <a:rPr dirty="0" sz="500" spc="55">
                <a:solidFill>
                  <a:srgbClr val="919093"/>
                </a:solidFill>
                <a:latin typeface="Arial"/>
                <a:cs typeface="Arial"/>
              </a:rPr>
              <a:t> </a:t>
            </a:r>
            <a:r>
              <a:rPr dirty="0" sz="500" spc="-80">
                <a:solidFill>
                  <a:srgbClr val="69696B"/>
                </a:solidFill>
                <a:latin typeface="Arial"/>
                <a:cs typeface="Arial"/>
              </a:rPr>
              <a:t>e</a:t>
            </a:r>
            <a:endParaRPr sz="500">
              <a:latin typeface="Arial"/>
              <a:cs typeface="Arial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1082818" y="2894585"/>
            <a:ext cx="70485" cy="83820"/>
          </a:xfrm>
          <a:prstGeom prst="rect">
            <a:avLst/>
          </a:prstGeom>
        </p:spPr>
        <p:txBody>
          <a:bodyPr wrap="square" lIns="0" tIns="0" rIns="0" bIns="0" rtlCol="0" vert="eaVert">
            <a:spAutoFit/>
          </a:bodyPr>
          <a:lstStyle/>
          <a:p>
            <a:pPr marL="12700">
              <a:lnSpc>
                <a:spcPct val="90000"/>
              </a:lnSpc>
            </a:pPr>
            <a:r>
              <a:rPr dirty="0" baseline="7936" sz="525" spc="-165">
                <a:solidFill>
                  <a:srgbClr val="69696B"/>
                </a:solidFill>
                <a:latin typeface="宋体"/>
                <a:cs typeface="宋体"/>
              </a:rPr>
              <a:t>它</a:t>
            </a:r>
            <a:r>
              <a:rPr dirty="0" sz="200" spc="-190">
                <a:solidFill>
                  <a:srgbClr val="69696B"/>
                </a:solidFill>
                <a:latin typeface="宋体"/>
                <a:cs typeface="宋体"/>
              </a:rPr>
              <a:t>5</a:t>
            </a:r>
            <a:r>
              <a:rPr dirty="0" baseline="13888" sz="300">
                <a:solidFill>
                  <a:srgbClr val="919093"/>
                </a:solidFill>
                <a:latin typeface="宋体"/>
                <a:cs typeface="宋体"/>
              </a:rPr>
              <a:t>,</a:t>
            </a:r>
            <a:endParaRPr baseline="13888" sz="300">
              <a:latin typeface="宋体"/>
              <a:cs typeface="宋体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1117150" y="3171980"/>
            <a:ext cx="86995" cy="139065"/>
          </a:xfrm>
          <a:prstGeom prst="rect">
            <a:avLst/>
          </a:prstGeom>
        </p:spPr>
        <p:txBody>
          <a:bodyPr wrap="square" lIns="0" tIns="0" rIns="0" bIns="0" rtlCol="0" vert="eaVert">
            <a:spAutoFit/>
          </a:bodyPr>
          <a:lstStyle/>
          <a:p>
            <a:pPr marL="12700">
              <a:lnSpc>
                <a:spcPct val="50000"/>
              </a:lnSpc>
            </a:pPr>
            <a:r>
              <a:rPr dirty="0" baseline="-7407" sz="1125" spc="-922">
                <a:solidFill>
                  <a:srgbClr val="69696B"/>
                </a:solidFill>
                <a:latin typeface="宋体"/>
                <a:cs typeface="宋体"/>
              </a:rPr>
              <a:t>g</a:t>
            </a:r>
            <a:r>
              <a:rPr dirty="0" sz="750">
                <a:solidFill>
                  <a:srgbClr val="919093"/>
                </a:solidFill>
                <a:latin typeface="宋体"/>
                <a:cs typeface="宋体"/>
              </a:rPr>
              <a:t>,</a:t>
            </a:r>
            <a:endParaRPr sz="750">
              <a:latin typeface="宋体"/>
              <a:cs typeface="宋体"/>
            </a:endParaRPr>
          </a:p>
        </p:txBody>
      </p:sp>
      <p:sp>
        <p:nvSpPr>
          <p:cNvPr id="48" name="object 48"/>
          <p:cNvSpPr/>
          <p:nvPr/>
        </p:nvSpPr>
        <p:spPr>
          <a:xfrm>
            <a:off x="4768407" y="3105621"/>
            <a:ext cx="58419" cy="64135"/>
          </a:xfrm>
          <a:custGeom>
            <a:avLst/>
            <a:gdLst/>
            <a:ahLst/>
            <a:cxnLst/>
            <a:rect l="l" t="t" r="r" b="b"/>
            <a:pathLst>
              <a:path w="58420" h="64135">
                <a:moveTo>
                  <a:pt x="0" y="0"/>
                </a:moveTo>
                <a:lnTo>
                  <a:pt x="57969" y="0"/>
                </a:lnTo>
                <a:lnTo>
                  <a:pt x="57969" y="63612"/>
                </a:lnTo>
                <a:lnTo>
                  <a:pt x="0" y="63612"/>
                </a:lnTo>
                <a:lnTo>
                  <a:pt x="0" y="0"/>
                </a:lnTo>
                <a:close/>
              </a:path>
            </a:pathLst>
          </a:custGeom>
          <a:solidFill>
            <a:srgbClr val="EFED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 txBox="1"/>
          <p:nvPr/>
        </p:nvSpPr>
        <p:spPr>
          <a:xfrm>
            <a:off x="4755706" y="3083975"/>
            <a:ext cx="995680" cy="1022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00" spc="-5">
                <a:solidFill>
                  <a:srgbClr val="C3C1C3"/>
                </a:solidFill>
                <a:latin typeface="宋体"/>
                <a:cs typeface="宋体"/>
              </a:rPr>
              <a:t>,.</a:t>
            </a:r>
            <a:r>
              <a:rPr dirty="0" sz="500" spc="10">
                <a:solidFill>
                  <a:srgbClr val="C3C1C3"/>
                </a:solidFill>
                <a:latin typeface="宋体"/>
                <a:cs typeface="宋体"/>
              </a:rPr>
              <a:t> </a:t>
            </a:r>
            <a:r>
              <a:rPr dirty="0" sz="500" spc="10">
                <a:solidFill>
                  <a:srgbClr val="7C7B7C"/>
                </a:solidFill>
                <a:latin typeface="宋体"/>
                <a:cs typeface="宋体"/>
              </a:rPr>
              <a:t>氐</a:t>
            </a:r>
            <a:r>
              <a:rPr dirty="0" sz="500" spc="-5">
                <a:solidFill>
                  <a:srgbClr val="7C7B7C"/>
                </a:solidFill>
                <a:latin typeface="宋体"/>
                <a:cs typeface="宋体"/>
              </a:rPr>
              <a:t>"'</a:t>
            </a:r>
            <a:r>
              <a:rPr dirty="0" sz="500" spc="190">
                <a:solidFill>
                  <a:srgbClr val="7C7B7C"/>
                </a:solidFill>
                <a:latin typeface="宋体"/>
                <a:cs typeface="宋体"/>
              </a:rPr>
              <a:t> </a:t>
            </a:r>
            <a:r>
              <a:rPr dirty="0" sz="500" spc="40">
                <a:solidFill>
                  <a:srgbClr val="7C7B7C"/>
                </a:solidFill>
                <a:latin typeface="宋体"/>
                <a:cs typeface="宋体"/>
              </a:rPr>
              <a:t>玉看</a:t>
            </a:r>
            <a:r>
              <a:rPr dirty="0" sz="500" spc="145">
                <a:solidFill>
                  <a:srgbClr val="7C7B7C"/>
                </a:solidFill>
                <a:latin typeface="宋体"/>
                <a:cs typeface="宋体"/>
              </a:rPr>
              <a:t> </a:t>
            </a:r>
            <a:r>
              <a:rPr dirty="0" sz="500">
                <a:solidFill>
                  <a:srgbClr val="7C7B7C"/>
                </a:solidFill>
                <a:latin typeface="宋体"/>
                <a:cs typeface="宋体"/>
              </a:rPr>
              <a:t>诠耋</a:t>
            </a:r>
            <a:r>
              <a:rPr dirty="0" sz="500" spc="245">
                <a:solidFill>
                  <a:srgbClr val="7C7B7C"/>
                </a:solidFill>
                <a:latin typeface="宋体"/>
                <a:cs typeface="宋体"/>
              </a:rPr>
              <a:t> </a:t>
            </a:r>
            <a:r>
              <a:rPr dirty="0" sz="450" spc="-10">
                <a:solidFill>
                  <a:srgbClr val="565659"/>
                </a:solidFill>
                <a:latin typeface="Times New Roman"/>
                <a:cs typeface="Times New Roman"/>
              </a:rPr>
              <a:t>Iii</a:t>
            </a:r>
            <a:r>
              <a:rPr dirty="0" sz="450" spc="35">
                <a:solidFill>
                  <a:srgbClr val="565659"/>
                </a:solidFill>
                <a:latin typeface="宋体"/>
                <a:cs typeface="宋体"/>
              </a:rPr>
              <a:t>口</a:t>
            </a:r>
            <a:r>
              <a:rPr dirty="0" sz="450" spc="40">
                <a:solidFill>
                  <a:srgbClr val="565659"/>
                </a:solidFill>
                <a:latin typeface="宋体"/>
                <a:cs typeface="宋体"/>
              </a:rPr>
              <a:t> </a:t>
            </a:r>
            <a:r>
              <a:rPr dirty="0" sz="450" spc="35">
                <a:solidFill>
                  <a:srgbClr val="565659"/>
                </a:solidFill>
                <a:latin typeface="宋体"/>
                <a:cs typeface="宋体"/>
              </a:rPr>
              <a:t>研如</a:t>
            </a:r>
            <a:endParaRPr sz="450">
              <a:latin typeface="宋体"/>
              <a:cs typeface="宋体"/>
            </a:endParaRPr>
          </a:p>
        </p:txBody>
      </p:sp>
      <p:sp>
        <p:nvSpPr>
          <p:cNvPr id="50" name="object 50"/>
          <p:cNvSpPr/>
          <p:nvPr/>
        </p:nvSpPr>
        <p:spPr>
          <a:xfrm>
            <a:off x="4771534" y="3172534"/>
            <a:ext cx="513715" cy="0"/>
          </a:xfrm>
          <a:custGeom>
            <a:avLst/>
            <a:gdLst/>
            <a:ahLst/>
            <a:cxnLst/>
            <a:rect l="l" t="t" r="r" b="b"/>
            <a:pathLst>
              <a:path w="513714" h="0">
                <a:moveTo>
                  <a:pt x="0" y="0"/>
                </a:moveTo>
                <a:lnTo>
                  <a:pt x="513151" y="0"/>
                </a:lnTo>
              </a:path>
            </a:pathLst>
          </a:custGeom>
          <a:ln w="50890">
            <a:solidFill>
              <a:srgbClr val="EFEDE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 txBox="1"/>
          <p:nvPr/>
        </p:nvSpPr>
        <p:spPr>
          <a:xfrm>
            <a:off x="4758833" y="3127232"/>
            <a:ext cx="471805" cy="869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00" spc="5">
                <a:solidFill>
                  <a:srgbClr val="C3C1C3"/>
                </a:solidFill>
                <a:latin typeface="宋体"/>
                <a:cs typeface="宋体"/>
              </a:rPr>
              <a:t>.—....</a:t>
            </a:r>
            <a:r>
              <a:rPr dirty="0" sz="400" spc="340">
                <a:solidFill>
                  <a:srgbClr val="C3C1C3"/>
                </a:solidFill>
                <a:latin typeface="宋体"/>
                <a:cs typeface="宋体"/>
              </a:rPr>
              <a:t>一</a:t>
            </a:r>
            <a:r>
              <a:rPr dirty="0" sz="400" spc="170">
                <a:solidFill>
                  <a:srgbClr val="C3C1C3"/>
                </a:solidFill>
                <a:latin typeface="宋体"/>
                <a:cs typeface="宋体"/>
              </a:rPr>
              <a:t>..</a:t>
            </a:r>
            <a:endParaRPr sz="400">
              <a:latin typeface="宋体"/>
              <a:cs typeface="宋体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4806910" y="3100260"/>
            <a:ext cx="494665" cy="2546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750" spc="405">
                <a:solidFill>
                  <a:srgbClr val="1615A5"/>
                </a:solidFill>
                <a:latin typeface="宋体"/>
                <a:cs typeface="宋体"/>
              </a:rPr>
              <a:t>昙</a:t>
            </a:r>
            <a:r>
              <a:rPr dirty="0" sz="1500" spc="60">
                <a:solidFill>
                  <a:srgbClr val="675DA8"/>
                </a:solidFill>
                <a:latin typeface="Times New Roman"/>
                <a:cs typeface="Times New Roman"/>
              </a:rPr>
              <a:t>B</a:t>
            </a:r>
            <a:r>
              <a:rPr dirty="0" sz="1500" spc="100">
                <a:solidFill>
                  <a:srgbClr val="675DA8"/>
                </a:solidFill>
                <a:latin typeface="Times New Roman"/>
                <a:cs typeface="Times New Roman"/>
              </a:rPr>
              <a:t> </a:t>
            </a:r>
            <a:r>
              <a:rPr dirty="0" sz="1100" spc="-145">
                <a:solidFill>
                  <a:srgbClr val="A09CC1"/>
                </a:solidFill>
                <a:latin typeface="Times New Roman"/>
                <a:cs typeface="Times New Roman"/>
              </a:rPr>
              <a:t>_!J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5327129" y="3145090"/>
            <a:ext cx="122555" cy="205740"/>
          </a:xfrm>
          <a:prstGeom prst="rect">
            <a:avLst/>
          </a:prstGeom>
          <a:solidFill>
            <a:srgbClr val="EFEDEF"/>
          </a:solidFill>
        </p:spPr>
        <p:txBody>
          <a:bodyPr wrap="square" lIns="0" tIns="635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50"/>
              </a:spcBef>
            </a:pPr>
            <a:r>
              <a:rPr dirty="0" sz="1200" spc="-75">
                <a:solidFill>
                  <a:srgbClr val="A5A3A5"/>
                </a:solidFill>
                <a:latin typeface="Times New Roman"/>
                <a:cs typeface="Times New Roman"/>
              </a:rPr>
              <a:t>3J</a:t>
            </a:r>
            <a:endParaRPr sz="1200">
              <a:latin typeface="Times New Roman"/>
              <a:cs typeface="Times New Roman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5487666" y="3210865"/>
            <a:ext cx="285115" cy="108585"/>
          </a:xfrm>
          <a:prstGeom prst="rect">
            <a:avLst/>
          </a:prstGeom>
          <a:solidFill>
            <a:srgbClr val="EFEDEF"/>
          </a:solidFill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850"/>
              </a:lnSpc>
            </a:pPr>
            <a:r>
              <a:rPr dirty="0" sz="850" spc="-120">
                <a:solidFill>
                  <a:srgbClr val="A5A3A5"/>
                </a:solidFill>
                <a:latin typeface="宋体"/>
                <a:cs typeface="宋体"/>
              </a:rPr>
              <a:t>立</a:t>
            </a:r>
            <a:r>
              <a:rPr dirty="0" sz="850">
                <a:solidFill>
                  <a:srgbClr val="A5A3A5"/>
                </a:solidFill>
                <a:latin typeface="宋体"/>
                <a:cs typeface="宋体"/>
              </a:rPr>
              <a:t> </a:t>
            </a:r>
            <a:r>
              <a:rPr dirty="0" sz="850" spc="25">
                <a:solidFill>
                  <a:srgbClr val="A5A3A5"/>
                </a:solidFill>
                <a:latin typeface="宋体"/>
                <a:cs typeface="宋体"/>
              </a:rPr>
              <a:t>土</a:t>
            </a:r>
            <a:endParaRPr sz="850">
              <a:latin typeface="宋体"/>
              <a:cs typeface="宋体"/>
            </a:endParaRPr>
          </a:p>
        </p:txBody>
      </p:sp>
      <p:sp>
        <p:nvSpPr>
          <p:cNvPr id="55" name="object 55"/>
          <p:cNvSpPr/>
          <p:nvPr/>
        </p:nvSpPr>
        <p:spPr>
          <a:xfrm>
            <a:off x="5756044" y="3158315"/>
            <a:ext cx="0" cy="188595"/>
          </a:xfrm>
          <a:custGeom>
            <a:avLst/>
            <a:gdLst/>
            <a:ahLst/>
            <a:cxnLst/>
            <a:rect l="l" t="t" r="r" b="b"/>
            <a:pathLst>
              <a:path w="0" h="188595">
                <a:moveTo>
                  <a:pt x="0" y="0"/>
                </a:moveTo>
                <a:lnTo>
                  <a:pt x="0" y="188397"/>
                </a:lnTo>
              </a:path>
            </a:pathLst>
          </a:custGeom>
          <a:ln w="18306">
            <a:solidFill>
              <a:srgbClr val="EFEDE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 txBox="1"/>
          <p:nvPr/>
        </p:nvSpPr>
        <p:spPr>
          <a:xfrm>
            <a:off x="5734189" y="3151151"/>
            <a:ext cx="5080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100" spc="-110">
                <a:solidFill>
                  <a:srgbClr val="A5A3A5"/>
                </a:solidFill>
                <a:latin typeface="Times New Roman"/>
                <a:cs typeface="Times New Roman"/>
              </a:rPr>
              <a:t>l</a:t>
            </a:r>
            <a:endParaRPr sz="1100">
              <a:latin typeface="Times New Roman"/>
              <a:cs typeface="Times New Roman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1085891" y="3603241"/>
            <a:ext cx="114300" cy="167640"/>
          </a:xfrm>
          <a:prstGeom prst="rect">
            <a:avLst/>
          </a:prstGeom>
        </p:spPr>
        <p:txBody>
          <a:bodyPr wrap="square" lIns="0" tIns="0" rIns="0" bIns="0" rtlCol="0" vert="eaVert">
            <a:spAutoFit/>
          </a:bodyPr>
          <a:lstStyle/>
          <a:p>
            <a:pPr marL="12700">
              <a:lnSpc>
                <a:spcPct val="75000"/>
              </a:lnSpc>
            </a:pPr>
            <a:r>
              <a:rPr dirty="0" baseline="-22222" sz="750" spc="172">
                <a:solidFill>
                  <a:srgbClr val="565659"/>
                </a:solidFill>
                <a:latin typeface="宋体"/>
                <a:cs typeface="宋体"/>
              </a:rPr>
              <a:t>寻</a:t>
            </a:r>
            <a:r>
              <a:rPr dirty="0" sz="500">
                <a:solidFill>
                  <a:srgbClr val="565659"/>
                </a:solidFill>
                <a:latin typeface="宋体"/>
                <a:cs typeface="宋体"/>
              </a:rPr>
              <a:t>＇</a:t>
            </a:r>
            <a:endParaRPr sz="500">
              <a:latin typeface="宋体"/>
              <a:cs typeface="宋体"/>
            </a:endParaRPr>
          </a:p>
        </p:txBody>
      </p:sp>
      <p:sp>
        <p:nvSpPr>
          <p:cNvPr id="58" name="object 58"/>
          <p:cNvSpPr/>
          <p:nvPr/>
        </p:nvSpPr>
        <p:spPr>
          <a:xfrm>
            <a:off x="5135803" y="3354747"/>
            <a:ext cx="0" cy="171450"/>
          </a:xfrm>
          <a:custGeom>
            <a:avLst/>
            <a:gdLst/>
            <a:ahLst/>
            <a:cxnLst/>
            <a:rect l="l" t="t" r="r" b="b"/>
            <a:pathLst>
              <a:path w="0" h="171450">
                <a:moveTo>
                  <a:pt x="0" y="0"/>
                </a:moveTo>
                <a:lnTo>
                  <a:pt x="0" y="171270"/>
                </a:lnTo>
              </a:path>
            </a:pathLst>
          </a:custGeom>
          <a:ln w="30510">
            <a:solidFill>
              <a:srgbClr val="DDDBD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/>
          <p:nvPr/>
        </p:nvSpPr>
        <p:spPr>
          <a:xfrm>
            <a:off x="5191612" y="3354747"/>
            <a:ext cx="0" cy="171450"/>
          </a:xfrm>
          <a:custGeom>
            <a:avLst/>
            <a:gdLst/>
            <a:ahLst/>
            <a:cxnLst/>
            <a:rect l="l" t="t" r="r" b="b"/>
            <a:pathLst>
              <a:path w="0" h="171450">
                <a:moveTo>
                  <a:pt x="0" y="0"/>
                </a:moveTo>
                <a:lnTo>
                  <a:pt x="0" y="171270"/>
                </a:lnTo>
              </a:path>
            </a:pathLst>
          </a:custGeom>
          <a:ln w="51105">
            <a:solidFill>
              <a:srgbClr val="EFEDE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 txBox="1"/>
          <p:nvPr/>
        </p:nvSpPr>
        <p:spPr>
          <a:xfrm>
            <a:off x="4766945" y="3286012"/>
            <a:ext cx="873125" cy="453390"/>
          </a:xfrm>
          <a:prstGeom prst="rect">
            <a:avLst/>
          </a:prstGeom>
        </p:spPr>
        <p:txBody>
          <a:bodyPr wrap="square" lIns="0" tIns="736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580"/>
              </a:spcBef>
            </a:pPr>
            <a:r>
              <a:rPr dirty="0" sz="500" spc="-180">
                <a:solidFill>
                  <a:srgbClr val="6480B5"/>
                </a:solidFill>
                <a:latin typeface="宋体"/>
                <a:cs typeface="宋体"/>
              </a:rPr>
              <a:t>圈 </a:t>
            </a:r>
            <a:r>
              <a:rPr dirty="0" sz="500" spc="-180">
                <a:solidFill>
                  <a:srgbClr val="69696B"/>
                </a:solidFill>
                <a:latin typeface="宋体"/>
                <a:cs typeface="宋体"/>
              </a:rPr>
              <a:t>妇 面 </a:t>
            </a:r>
            <a:r>
              <a:rPr dirty="0" sz="1000" spc="-180">
                <a:solidFill>
                  <a:srgbClr val="69696B"/>
                </a:solidFill>
                <a:latin typeface="Times New Roman"/>
                <a:cs typeface="Times New Roman"/>
              </a:rPr>
              <a:t>!P:</a:t>
            </a:r>
            <a:r>
              <a:rPr dirty="0" sz="1000" spc="-180">
                <a:solidFill>
                  <a:srgbClr val="A5A3A5"/>
                </a:solidFill>
                <a:latin typeface="Times New Roman"/>
                <a:cs typeface="Times New Roman"/>
              </a:rPr>
              <a:t>-&gt;I </a:t>
            </a:r>
            <a:r>
              <a:rPr dirty="0" sz="750" spc="-325">
                <a:solidFill>
                  <a:srgbClr val="565659"/>
                </a:solidFill>
                <a:latin typeface="宋体"/>
                <a:cs typeface="宋体"/>
              </a:rPr>
              <a:t>口 心 枷</a:t>
            </a:r>
            <a:r>
              <a:rPr dirty="0" sz="750" spc="-285">
                <a:solidFill>
                  <a:srgbClr val="565659"/>
                </a:solidFill>
                <a:latin typeface="宋体"/>
                <a:cs typeface="宋体"/>
              </a:rPr>
              <a:t> </a:t>
            </a:r>
            <a:r>
              <a:rPr dirty="0" sz="750" spc="-325">
                <a:solidFill>
                  <a:srgbClr val="565659"/>
                </a:solidFill>
                <a:latin typeface="宋体"/>
                <a:cs typeface="宋体"/>
              </a:rPr>
              <a:t>引</a:t>
            </a:r>
            <a:endParaRPr sz="750">
              <a:latin typeface="宋体"/>
              <a:cs typeface="宋体"/>
            </a:endParaRPr>
          </a:p>
          <a:p>
            <a:pPr marL="87630">
              <a:lnSpc>
                <a:spcPts val="445"/>
              </a:lnSpc>
              <a:spcBef>
                <a:spcPts val="195"/>
              </a:spcBef>
            </a:pPr>
            <a:r>
              <a:rPr dirty="0" sz="400" spc="-175">
                <a:solidFill>
                  <a:srgbClr val="7C7B7C"/>
                </a:solidFill>
                <a:latin typeface="宋体"/>
                <a:cs typeface="宋体"/>
              </a:rPr>
              <a:t>星丈</a:t>
            </a:r>
            <a:endParaRPr sz="400">
              <a:latin typeface="宋体"/>
              <a:cs typeface="宋体"/>
            </a:endParaRPr>
          </a:p>
          <a:p>
            <a:pPr marL="63500">
              <a:lnSpc>
                <a:spcPts val="1045"/>
              </a:lnSpc>
            </a:pPr>
            <a:r>
              <a:rPr dirty="0" sz="900" spc="-390">
                <a:solidFill>
                  <a:srgbClr val="69696B"/>
                </a:solidFill>
                <a:latin typeface="宋体"/>
                <a:cs typeface="宋体"/>
              </a:rPr>
              <a:t>匕巳厂</a:t>
            </a:r>
            <a:endParaRPr sz="900">
              <a:latin typeface="宋体"/>
              <a:cs typeface="宋体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1117150" y="3880373"/>
            <a:ext cx="86995" cy="263525"/>
          </a:xfrm>
          <a:prstGeom prst="rect">
            <a:avLst/>
          </a:prstGeom>
        </p:spPr>
        <p:txBody>
          <a:bodyPr wrap="square" lIns="0" tIns="0" rIns="0" bIns="0" rtlCol="0" vert="eaVert">
            <a:spAutoFit/>
          </a:bodyPr>
          <a:lstStyle/>
          <a:p>
            <a:pPr marL="12700">
              <a:lnSpc>
                <a:spcPct val="50000"/>
              </a:lnSpc>
            </a:pPr>
            <a:r>
              <a:rPr dirty="0" baseline="-7407" sz="1125">
                <a:solidFill>
                  <a:srgbClr val="69696B"/>
                </a:solidFill>
                <a:latin typeface="宋体"/>
                <a:cs typeface="宋体"/>
              </a:rPr>
              <a:t>g</a:t>
            </a:r>
            <a:r>
              <a:rPr dirty="0" baseline="-7407" sz="1125" spc="-15">
                <a:solidFill>
                  <a:srgbClr val="69696B"/>
                </a:solidFill>
                <a:latin typeface="宋体"/>
                <a:cs typeface="宋体"/>
              </a:rPr>
              <a:t> </a:t>
            </a:r>
            <a:r>
              <a:rPr dirty="0" sz="750">
                <a:solidFill>
                  <a:srgbClr val="919093"/>
                </a:solidFill>
                <a:latin typeface="宋体"/>
                <a:cs typeface="宋体"/>
              </a:rPr>
              <a:t>'</a:t>
            </a:r>
            <a:endParaRPr sz="750">
              <a:latin typeface="宋体"/>
              <a:cs typeface="宋体"/>
            </a:endParaRPr>
          </a:p>
        </p:txBody>
      </p:sp>
      <p:sp>
        <p:nvSpPr>
          <p:cNvPr id="62" name="object 62"/>
          <p:cNvSpPr/>
          <p:nvPr/>
        </p:nvSpPr>
        <p:spPr>
          <a:xfrm>
            <a:off x="1002186" y="4045308"/>
            <a:ext cx="0" cy="111760"/>
          </a:xfrm>
          <a:custGeom>
            <a:avLst/>
            <a:gdLst/>
            <a:ahLst/>
            <a:cxnLst/>
            <a:rect l="l" t="t" r="r" b="b"/>
            <a:pathLst>
              <a:path w="0" h="111760">
                <a:moveTo>
                  <a:pt x="0" y="0"/>
                </a:moveTo>
                <a:lnTo>
                  <a:pt x="0" y="111325"/>
                </a:lnTo>
              </a:path>
            </a:pathLst>
          </a:custGeom>
          <a:ln w="51867">
            <a:solidFill>
              <a:srgbClr val="EFEDE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 txBox="1"/>
          <p:nvPr/>
        </p:nvSpPr>
        <p:spPr>
          <a:xfrm>
            <a:off x="963552" y="4035878"/>
            <a:ext cx="81915" cy="1250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50" spc="-40">
                <a:solidFill>
                  <a:srgbClr val="A5A3A5"/>
                </a:solidFill>
                <a:latin typeface="Times New Roman"/>
                <a:cs typeface="Times New Roman"/>
              </a:rPr>
              <a:t>/4</a:t>
            </a:r>
            <a:endParaRPr sz="650">
              <a:latin typeface="Times New Roman"/>
              <a:cs typeface="Times New Roman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1322915" y="4038932"/>
            <a:ext cx="468630" cy="1250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50" spc="-65">
                <a:solidFill>
                  <a:srgbClr val="69696B"/>
                </a:solidFill>
                <a:latin typeface="Times New Roman"/>
                <a:cs typeface="Times New Roman"/>
              </a:rPr>
              <a:t>m </a:t>
            </a:r>
            <a:r>
              <a:rPr dirty="0" sz="650" spc="-65">
                <a:solidFill>
                  <a:srgbClr val="1F1F23"/>
                </a:solidFill>
                <a:latin typeface="Times New Roman"/>
                <a:cs typeface="Times New Roman"/>
              </a:rPr>
              <a:t>.</a:t>
            </a:r>
            <a:r>
              <a:rPr dirty="0" sz="650" spc="-65">
                <a:solidFill>
                  <a:srgbClr val="69696B"/>
                </a:solidFill>
                <a:latin typeface="Times New Roman"/>
                <a:cs typeface="Times New Roman"/>
              </a:rPr>
              <a:t>o 172</a:t>
            </a:r>
            <a:r>
              <a:rPr dirty="0" sz="650" spc="-65">
                <a:solidFill>
                  <a:srgbClr val="312F2F"/>
                </a:solidFill>
                <a:latin typeface="Times New Roman"/>
                <a:cs typeface="Times New Roman"/>
              </a:rPr>
              <a:t>.</a:t>
            </a:r>
            <a:r>
              <a:rPr dirty="0" sz="650" spc="-65">
                <a:solidFill>
                  <a:srgbClr val="69696B"/>
                </a:solidFill>
                <a:latin typeface="Times New Roman"/>
                <a:cs typeface="Times New Roman"/>
              </a:rPr>
              <a:t>I</a:t>
            </a:r>
            <a:r>
              <a:rPr dirty="0" sz="650" spc="-20">
                <a:solidFill>
                  <a:srgbClr val="69696B"/>
                </a:solidFill>
                <a:latin typeface="Times New Roman"/>
                <a:cs typeface="Times New Roman"/>
              </a:rPr>
              <a:t> </a:t>
            </a:r>
            <a:r>
              <a:rPr dirty="0" sz="650" spc="-105">
                <a:solidFill>
                  <a:srgbClr val="69696B"/>
                </a:solidFill>
                <a:latin typeface="Times New Roman"/>
                <a:cs typeface="Times New Roman"/>
              </a:rPr>
              <a:t>m2</a:t>
            </a:r>
            <a:endParaRPr sz="650">
              <a:latin typeface="Times New Roman"/>
              <a:cs typeface="Times New Roman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1866002" y="3981680"/>
            <a:ext cx="2842260" cy="193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650" spc="-125">
                <a:solidFill>
                  <a:srgbClr val="69696B"/>
                </a:solidFill>
                <a:latin typeface="Times New Roman"/>
                <a:cs typeface="Times New Roman"/>
              </a:rPr>
              <a:t>m </a:t>
            </a:r>
            <a:r>
              <a:rPr dirty="0" sz="650" spc="-70">
                <a:solidFill>
                  <a:srgbClr val="444649"/>
                </a:solidFill>
                <a:latin typeface="Times New Roman"/>
                <a:cs typeface="Times New Roman"/>
              </a:rPr>
              <a:t>.3 </a:t>
            </a:r>
            <a:r>
              <a:rPr dirty="0" sz="650" spc="-90">
                <a:solidFill>
                  <a:srgbClr val="7C7B7C"/>
                </a:solidFill>
                <a:latin typeface="Times New Roman"/>
                <a:cs typeface="Times New Roman"/>
              </a:rPr>
              <a:t>172.4 </a:t>
            </a:r>
            <a:r>
              <a:rPr dirty="0" sz="800" spc="-25">
                <a:solidFill>
                  <a:srgbClr val="69696B"/>
                </a:solidFill>
                <a:latin typeface="Times New Roman"/>
                <a:cs typeface="Times New Roman"/>
              </a:rPr>
              <a:t>m., </a:t>
            </a:r>
            <a:r>
              <a:rPr dirty="0" sz="650" spc="-30">
                <a:solidFill>
                  <a:srgbClr val="69696B"/>
                </a:solidFill>
                <a:latin typeface="Times New Roman"/>
                <a:cs typeface="Times New Roman"/>
              </a:rPr>
              <a:t>m </a:t>
            </a:r>
            <a:r>
              <a:rPr dirty="0" sz="650" spc="-60">
                <a:solidFill>
                  <a:srgbClr val="1F1F23"/>
                </a:solidFill>
                <a:latin typeface="Times New Roman"/>
                <a:cs typeface="Times New Roman"/>
              </a:rPr>
              <a:t>.</a:t>
            </a:r>
            <a:r>
              <a:rPr dirty="0" sz="650" spc="-60">
                <a:solidFill>
                  <a:srgbClr val="444649"/>
                </a:solidFill>
                <a:latin typeface="Times New Roman"/>
                <a:cs typeface="Times New Roman"/>
              </a:rPr>
              <a:t>, </a:t>
            </a:r>
            <a:r>
              <a:rPr dirty="0" sz="650" spc="-175">
                <a:solidFill>
                  <a:srgbClr val="69696B"/>
                </a:solidFill>
                <a:latin typeface="Times New Roman"/>
                <a:cs typeface="Times New Roman"/>
              </a:rPr>
              <a:t>m</a:t>
            </a:r>
            <a:r>
              <a:rPr dirty="0" sz="650" spc="130">
                <a:solidFill>
                  <a:srgbClr val="69696B"/>
                </a:solidFill>
                <a:latin typeface="Times New Roman"/>
                <a:cs typeface="Times New Roman"/>
              </a:rPr>
              <a:t> </a:t>
            </a:r>
            <a:r>
              <a:rPr dirty="0" sz="650" spc="-45">
                <a:solidFill>
                  <a:srgbClr val="69696B"/>
                </a:solidFill>
                <a:latin typeface="Times New Roman"/>
                <a:cs typeface="Times New Roman"/>
              </a:rPr>
              <a:t>.</a:t>
            </a:r>
            <a:r>
              <a:rPr dirty="0" sz="650" spc="-45">
                <a:solidFill>
                  <a:srgbClr val="919093"/>
                </a:solidFill>
                <a:latin typeface="Times New Roman"/>
                <a:cs typeface="Times New Roman"/>
              </a:rPr>
              <a:t>, </a:t>
            </a:r>
            <a:r>
              <a:rPr dirty="0" sz="650" spc="5">
                <a:solidFill>
                  <a:srgbClr val="69696B"/>
                </a:solidFill>
                <a:latin typeface="Times New Roman"/>
                <a:cs typeface="Times New Roman"/>
              </a:rPr>
              <a:t>m </a:t>
            </a:r>
            <a:r>
              <a:rPr dirty="0" sz="650" spc="-40">
                <a:solidFill>
                  <a:srgbClr val="312F2F"/>
                </a:solidFill>
                <a:latin typeface="Times New Roman"/>
                <a:cs typeface="Times New Roman"/>
              </a:rPr>
              <a:t>.</a:t>
            </a:r>
            <a:r>
              <a:rPr dirty="0" sz="650" spc="-40">
                <a:solidFill>
                  <a:srgbClr val="444649"/>
                </a:solidFill>
                <a:latin typeface="Times New Roman"/>
                <a:cs typeface="Times New Roman"/>
              </a:rPr>
              <a:t>s </a:t>
            </a:r>
            <a:r>
              <a:rPr dirty="0" sz="650" spc="-90">
                <a:solidFill>
                  <a:srgbClr val="69696B"/>
                </a:solidFill>
                <a:latin typeface="Times New Roman"/>
                <a:cs typeface="Times New Roman"/>
              </a:rPr>
              <a:t>m </a:t>
            </a:r>
            <a:r>
              <a:rPr dirty="0" sz="650" spc="-70">
                <a:solidFill>
                  <a:srgbClr val="1F1F23"/>
                </a:solidFill>
                <a:latin typeface="Times New Roman"/>
                <a:cs typeface="Times New Roman"/>
              </a:rPr>
              <a:t>.</a:t>
            </a:r>
            <a:r>
              <a:rPr dirty="0" sz="650" spc="-70">
                <a:solidFill>
                  <a:srgbClr val="565659"/>
                </a:solidFill>
                <a:latin typeface="Times New Roman"/>
                <a:cs typeface="Times New Roman"/>
              </a:rPr>
              <a:t>, </a:t>
            </a:r>
            <a:r>
              <a:rPr dirty="0" sz="650" spc="-175">
                <a:solidFill>
                  <a:srgbClr val="565659"/>
                </a:solidFill>
                <a:latin typeface="Times New Roman"/>
                <a:cs typeface="Times New Roman"/>
              </a:rPr>
              <a:t>m</a:t>
            </a:r>
            <a:r>
              <a:rPr dirty="0" sz="650" spc="135">
                <a:solidFill>
                  <a:srgbClr val="565659"/>
                </a:solidFill>
                <a:latin typeface="Times New Roman"/>
                <a:cs typeface="Times New Roman"/>
              </a:rPr>
              <a:t> </a:t>
            </a:r>
            <a:r>
              <a:rPr dirty="0" sz="650" spc="-50">
                <a:solidFill>
                  <a:srgbClr val="152A08"/>
                </a:solidFill>
                <a:latin typeface="Times New Roman"/>
                <a:cs typeface="Times New Roman"/>
              </a:rPr>
              <a:t>.</a:t>
            </a:r>
            <a:r>
              <a:rPr dirty="0" sz="650" spc="-50">
                <a:solidFill>
                  <a:srgbClr val="69696B"/>
                </a:solidFill>
                <a:latin typeface="Times New Roman"/>
                <a:cs typeface="Times New Roman"/>
              </a:rPr>
              <a:t>o </a:t>
            </a:r>
            <a:r>
              <a:rPr dirty="0" sz="650" spc="10">
                <a:solidFill>
                  <a:srgbClr val="69696B"/>
                </a:solidFill>
                <a:latin typeface="Times New Roman"/>
                <a:cs typeface="Times New Roman"/>
              </a:rPr>
              <a:t>m.1 </a:t>
            </a:r>
            <a:r>
              <a:rPr dirty="0" sz="650" spc="20">
                <a:solidFill>
                  <a:srgbClr val="69696B"/>
                </a:solidFill>
                <a:latin typeface="Times New Roman"/>
                <a:cs typeface="Times New Roman"/>
              </a:rPr>
              <a:t>m </a:t>
            </a:r>
            <a:r>
              <a:rPr dirty="0" sz="650" spc="-70">
                <a:solidFill>
                  <a:srgbClr val="1F1F23"/>
                </a:solidFill>
                <a:latin typeface="Times New Roman"/>
                <a:cs typeface="Times New Roman"/>
              </a:rPr>
              <a:t>.</a:t>
            </a:r>
            <a:r>
              <a:rPr dirty="0" sz="650" spc="-70">
                <a:solidFill>
                  <a:srgbClr val="444649"/>
                </a:solidFill>
                <a:latin typeface="Times New Roman"/>
                <a:cs typeface="Times New Roman"/>
              </a:rPr>
              <a:t>, </a:t>
            </a:r>
            <a:r>
              <a:rPr dirty="0" sz="650" spc="-90">
                <a:solidFill>
                  <a:srgbClr val="565659"/>
                </a:solidFill>
                <a:latin typeface="Times New Roman"/>
                <a:cs typeface="Times New Roman"/>
              </a:rPr>
              <a:t>173</a:t>
            </a:r>
            <a:r>
              <a:rPr dirty="0" sz="650" spc="-90">
                <a:solidFill>
                  <a:srgbClr val="312F2F"/>
                </a:solidFill>
                <a:latin typeface="Times New Roman"/>
                <a:cs typeface="Times New Roman"/>
              </a:rPr>
              <a:t>.</a:t>
            </a:r>
            <a:r>
              <a:rPr dirty="0" sz="650" spc="-90">
                <a:solidFill>
                  <a:srgbClr val="565659"/>
                </a:solidFill>
                <a:latin typeface="Times New Roman"/>
                <a:cs typeface="Times New Roman"/>
              </a:rPr>
              <a:t>3 </a:t>
            </a:r>
            <a:r>
              <a:rPr dirty="0" sz="650" spc="-80">
                <a:solidFill>
                  <a:srgbClr val="7C7B7C"/>
                </a:solidFill>
                <a:latin typeface="Times New Roman"/>
                <a:cs typeface="Times New Roman"/>
              </a:rPr>
              <a:t>17</a:t>
            </a:r>
            <a:r>
              <a:rPr dirty="0" sz="650" spc="-80">
                <a:solidFill>
                  <a:srgbClr val="444649"/>
                </a:solidFill>
                <a:latin typeface="Times New Roman"/>
                <a:cs typeface="Times New Roman"/>
              </a:rPr>
              <a:t>3.</a:t>
            </a:r>
            <a:r>
              <a:rPr dirty="0" sz="650" spc="-80">
                <a:solidFill>
                  <a:srgbClr val="69696B"/>
                </a:solidFill>
                <a:latin typeface="Times New Roman"/>
                <a:cs typeface="Times New Roman"/>
              </a:rPr>
              <a:t>4 </a:t>
            </a:r>
            <a:r>
              <a:rPr dirty="0" sz="650" spc="-55">
                <a:solidFill>
                  <a:srgbClr val="69696B"/>
                </a:solidFill>
                <a:latin typeface="Times New Roman"/>
                <a:cs typeface="Times New Roman"/>
              </a:rPr>
              <a:t>rn </a:t>
            </a:r>
            <a:r>
              <a:rPr dirty="0" sz="650" spc="-40">
                <a:solidFill>
                  <a:srgbClr val="312F2F"/>
                </a:solidFill>
                <a:latin typeface="Times New Roman"/>
                <a:cs typeface="Times New Roman"/>
              </a:rPr>
              <a:t>.</a:t>
            </a:r>
            <a:r>
              <a:rPr dirty="0" sz="650" spc="-40">
                <a:solidFill>
                  <a:srgbClr val="565659"/>
                </a:solidFill>
                <a:latin typeface="Times New Roman"/>
                <a:cs typeface="Times New Roman"/>
              </a:rPr>
              <a:t>s </a:t>
            </a:r>
            <a:r>
              <a:rPr dirty="0" sz="650" spc="-85">
                <a:solidFill>
                  <a:srgbClr val="565659"/>
                </a:solidFill>
                <a:latin typeface="Times New Roman"/>
                <a:cs typeface="Times New Roman"/>
              </a:rPr>
              <a:t>173</a:t>
            </a:r>
            <a:r>
              <a:rPr dirty="0" sz="650" spc="-85">
                <a:solidFill>
                  <a:srgbClr val="1F1F23"/>
                </a:solidFill>
                <a:latin typeface="Times New Roman"/>
                <a:cs typeface="Times New Roman"/>
              </a:rPr>
              <a:t>.</a:t>
            </a:r>
            <a:r>
              <a:rPr dirty="0" sz="650" spc="-85">
                <a:solidFill>
                  <a:srgbClr val="565659"/>
                </a:solidFill>
                <a:latin typeface="Times New Roman"/>
                <a:cs typeface="Times New Roman"/>
              </a:rPr>
              <a:t>6 </a:t>
            </a:r>
            <a:r>
              <a:rPr dirty="0" sz="1100" spc="-100">
                <a:solidFill>
                  <a:srgbClr val="7C7B7C"/>
                </a:solidFill>
                <a:latin typeface="Times New Roman"/>
                <a:cs typeface="Times New Roman"/>
              </a:rPr>
              <a:t>n</a:t>
            </a:r>
            <a:r>
              <a:rPr dirty="0" sz="1100" spc="-100">
                <a:solidFill>
                  <a:srgbClr val="444649"/>
                </a:solidFill>
                <a:latin typeface="Times New Roman"/>
                <a:cs typeface="Times New Roman"/>
              </a:rPr>
              <a:t>,</a:t>
            </a:r>
            <a:r>
              <a:rPr dirty="0" sz="1100" spc="-100">
                <a:solidFill>
                  <a:srgbClr val="7C7B7C"/>
                </a:solidFill>
                <a:latin typeface="Times New Roman"/>
                <a:cs typeface="Times New Roman"/>
              </a:rPr>
              <a:t>., </a:t>
            </a:r>
            <a:r>
              <a:rPr dirty="0" sz="650" spc="15">
                <a:solidFill>
                  <a:srgbClr val="565659"/>
                </a:solidFill>
                <a:latin typeface="Times New Roman"/>
                <a:cs typeface="Times New Roman"/>
              </a:rPr>
              <a:t>m</a:t>
            </a:r>
            <a:r>
              <a:rPr dirty="0" sz="650" spc="-95">
                <a:solidFill>
                  <a:srgbClr val="565659"/>
                </a:solidFill>
                <a:latin typeface="Times New Roman"/>
                <a:cs typeface="Times New Roman"/>
              </a:rPr>
              <a:t> </a:t>
            </a:r>
            <a:r>
              <a:rPr dirty="0" sz="650" spc="-95">
                <a:solidFill>
                  <a:srgbClr val="070508"/>
                </a:solidFill>
                <a:latin typeface="Times New Roman"/>
                <a:cs typeface="Times New Roman"/>
              </a:rPr>
              <a:t>l </a:t>
            </a:r>
            <a:r>
              <a:rPr dirty="0" sz="950" spc="-400">
                <a:solidFill>
                  <a:srgbClr val="070508"/>
                </a:solidFill>
                <a:latin typeface="Arial"/>
                <a:cs typeface="Arial"/>
              </a:rPr>
              <a:t>1</a:t>
            </a:r>
            <a:endParaRPr sz="950">
              <a:latin typeface="Arial"/>
              <a:cs typeface="Arial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-25766" y="4192111"/>
            <a:ext cx="126364" cy="2012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065">
              <a:lnSpc>
                <a:spcPct val="100000"/>
              </a:lnSpc>
              <a:spcBef>
                <a:spcPts val="100"/>
              </a:spcBef>
            </a:pPr>
            <a:r>
              <a:rPr dirty="0" sz="1150" spc="-360">
                <a:solidFill>
                  <a:srgbClr val="7CBA72"/>
                </a:solidFill>
                <a:latin typeface="宋体"/>
                <a:cs typeface="宋体"/>
              </a:rPr>
              <a:t>—</a:t>
            </a:r>
            <a:endParaRPr sz="1150">
              <a:latin typeface="宋体"/>
              <a:cs typeface="宋体"/>
            </a:endParaRPr>
          </a:p>
        </p:txBody>
      </p:sp>
      <p:sp>
        <p:nvSpPr>
          <p:cNvPr id="67" name="object 67"/>
          <p:cNvSpPr/>
          <p:nvPr/>
        </p:nvSpPr>
        <p:spPr>
          <a:xfrm>
            <a:off x="4812939" y="3801654"/>
            <a:ext cx="31115" cy="32384"/>
          </a:xfrm>
          <a:custGeom>
            <a:avLst/>
            <a:gdLst/>
            <a:ahLst/>
            <a:cxnLst/>
            <a:rect l="l" t="t" r="r" b="b"/>
            <a:pathLst>
              <a:path w="31114" h="32385">
                <a:moveTo>
                  <a:pt x="0" y="0"/>
                </a:moveTo>
                <a:lnTo>
                  <a:pt x="30510" y="0"/>
                </a:lnTo>
                <a:lnTo>
                  <a:pt x="30510" y="31806"/>
                </a:lnTo>
                <a:lnTo>
                  <a:pt x="0" y="31806"/>
                </a:lnTo>
                <a:lnTo>
                  <a:pt x="0" y="0"/>
                </a:lnTo>
                <a:close/>
              </a:path>
            </a:pathLst>
          </a:custGeom>
          <a:solidFill>
            <a:srgbClr val="EFED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8" name="object 68"/>
          <p:cNvSpPr txBox="1"/>
          <p:nvPr/>
        </p:nvSpPr>
        <p:spPr>
          <a:xfrm>
            <a:off x="4800239" y="3759034"/>
            <a:ext cx="334645" cy="1968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dirty="0" sz="250" spc="-80">
                <a:solidFill>
                  <a:srgbClr val="C3C1C3"/>
                </a:solidFill>
                <a:latin typeface="宋体"/>
                <a:cs typeface="宋体"/>
              </a:rPr>
              <a:t>厂</a:t>
            </a:r>
            <a:r>
              <a:rPr dirty="0" sz="250" spc="-70">
                <a:solidFill>
                  <a:srgbClr val="C3C1C3"/>
                </a:solidFill>
                <a:latin typeface="宋体"/>
                <a:cs typeface="宋体"/>
              </a:rPr>
              <a:t> </a:t>
            </a:r>
            <a:r>
              <a:rPr dirty="0" sz="450" spc="-60">
                <a:solidFill>
                  <a:srgbClr val="7C7B7C"/>
                </a:solidFill>
                <a:latin typeface="Times New Roman"/>
                <a:cs typeface="Times New Roman"/>
              </a:rPr>
              <a:t>j{</a:t>
            </a:r>
            <a:r>
              <a:rPr dirty="0" sz="450" spc="-30">
                <a:solidFill>
                  <a:srgbClr val="7C7B7C"/>
                </a:solidFill>
                <a:latin typeface="Times New Roman"/>
                <a:cs typeface="Times New Roman"/>
              </a:rPr>
              <a:t> </a:t>
            </a:r>
            <a:r>
              <a:rPr dirty="0" sz="400" spc="-125">
                <a:solidFill>
                  <a:srgbClr val="7C7B7C"/>
                </a:solidFill>
                <a:latin typeface="宋体"/>
                <a:cs typeface="宋体"/>
              </a:rPr>
              <a:t>轰  </a:t>
            </a:r>
            <a:r>
              <a:rPr dirty="0" sz="400" spc="-65">
                <a:solidFill>
                  <a:srgbClr val="7C7B7C"/>
                </a:solidFill>
                <a:latin typeface="宋体"/>
                <a:cs typeface="宋体"/>
              </a:rPr>
              <a:t>主古轼</a:t>
            </a:r>
            <a:endParaRPr sz="400">
              <a:latin typeface="宋体"/>
              <a:cs typeface="宋体"/>
            </a:endParaRPr>
          </a:p>
          <a:p>
            <a:pPr algn="ctr" marL="86995">
              <a:lnSpc>
                <a:spcPct val="100000"/>
              </a:lnSpc>
              <a:spcBef>
                <a:spcPts val="325"/>
              </a:spcBef>
            </a:pPr>
            <a:r>
              <a:rPr dirty="0" sz="400" spc="-5">
                <a:solidFill>
                  <a:srgbClr val="7C7B7C"/>
                </a:solidFill>
                <a:latin typeface="宋体"/>
                <a:cs typeface="宋体"/>
              </a:rPr>
              <a:t>珈</a:t>
            </a:r>
            <a:endParaRPr sz="400">
              <a:latin typeface="宋体"/>
              <a:cs typeface="宋体"/>
            </a:endParaRPr>
          </a:p>
        </p:txBody>
      </p:sp>
      <p:sp>
        <p:nvSpPr>
          <p:cNvPr id="69" name="object 69"/>
          <p:cNvSpPr/>
          <p:nvPr/>
        </p:nvSpPr>
        <p:spPr>
          <a:xfrm>
            <a:off x="5219199" y="3800546"/>
            <a:ext cx="0" cy="173990"/>
          </a:xfrm>
          <a:custGeom>
            <a:avLst/>
            <a:gdLst/>
            <a:ahLst/>
            <a:cxnLst/>
            <a:rect l="l" t="t" r="r" b="b"/>
            <a:pathLst>
              <a:path w="0" h="173989">
                <a:moveTo>
                  <a:pt x="0" y="0"/>
                </a:moveTo>
                <a:lnTo>
                  <a:pt x="0" y="173568"/>
                </a:lnTo>
              </a:path>
            </a:pathLst>
          </a:custGeom>
          <a:ln w="15255">
            <a:solidFill>
              <a:srgbClr val="EFEDE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0" name="object 70"/>
          <p:cNvSpPr/>
          <p:nvPr/>
        </p:nvSpPr>
        <p:spPr>
          <a:xfrm>
            <a:off x="5360729" y="3813771"/>
            <a:ext cx="0" cy="156210"/>
          </a:xfrm>
          <a:custGeom>
            <a:avLst/>
            <a:gdLst/>
            <a:ahLst/>
            <a:cxnLst/>
            <a:rect l="l" t="t" r="r" b="b"/>
            <a:pathLst>
              <a:path w="0" h="156210">
                <a:moveTo>
                  <a:pt x="0" y="0"/>
                </a:moveTo>
                <a:lnTo>
                  <a:pt x="0" y="156211"/>
                </a:lnTo>
              </a:path>
            </a:pathLst>
          </a:custGeom>
          <a:ln w="27459">
            <a:solidFill>
              <a:srgbClr val="EFEDE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1" name="object 71"/>
          <p:cNvSpPr/>
          <p:nvPr/>
        </p:nvSpPr>
        <p:spPr>
          <a:xfrm>
            <a:off x="5689556" y="3840223"/>
            <a:ext cx="0" cy="121920"/>
          </a:xfrm>
          <a:custGeom>
            <a:avLst/>
            <a:gdLst/>
            <a:ahLst/>
            <a:cxnLst/>
            <a:rect l="l" t="t" r="r" b="b"/>
            <a:pathLst>
              <a:path w="0" h="121920">
                <a:moveTo>
                  <a:pt x="0" y="0"/>
                </a:moveTo>
                <a:lnTo>
                  <a:pt x="0" y="121498"/>
                </a:lnTo>
              </a:path>
            </a:pathLst>
          </a:custGeom>
          <a:ln w="9153">
            <a:solidFill>
              <a:srgbClr val="EFEDE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2" name="object 72"/>
          <p:cNvSpPr/>
          <p:nvPr/>
        </p:nvSpPr>
        <p:spPr>
          <a:xfrm>
            <a:off x="5366577" y="4102817"/>
            <a:ext cx="0" cy="120014"/>
          </a:xfrm>
          <a:custGeom>
            <a:avLst/>
            <a:gdLst/>
            <a:ahLst/>
            <a:cxnLst/>
            <a:rect l="l" t="t" r="r" b="b"/>
            <a:pathLst>
              <a:path w="0" h="120014">
                <a:moveTo>
                  <a:pt x="0" y="0"/>
                </a:moveTo>
                <a:lnTo>
                  <a:pt x="0" y="119889"/>
                </a:lnTo>
              </a:path>
            </a:pathLst>
          </a:custGeom>
          <a:ln w="6102">
            <a:solidFill>
              <a:srgbClr val="DDDBD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3" name="object 73"/>
          <p:cNvSpPr/>
          <p:nvPr/>
        </p:nvSpPr>
        <p:spPr>
          <a:xfrm>
            <a:off x="5597958" y="4167964"/>
            <a:ext cx="88900" cy="0"/>
          </a:xfrm>
          <a:custGeom>
            <a:avLst/>
            <a:gdLst/>
            <a:ahLst/>
            <a:cxnLst/>
            <a:rect l="l" t="t" r="r" b="b"/>
            <a:pathLst>
              <a:path w="88900" h="0">
                <a:moveTo>
                  <a:pt x="0" y="0"/>
                </a:moveTo>
                <a:lnTo>
                  <a:pt x="88480" y="0"/>
                </a:lnTo>
              </a:path>
            </a:pathLst>
          </a:custGeom>
          <a:ln w="76335">
            <a:solidFill>
              <a:srgbClr val="EFEDE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4" name="object 74"/>
          <p:cNvSpPr/>
          <p:nvPr/>
        </p:nvSpPr>
        <p:spPr>
          <a:xfrm>
            <a:off x="5708758" y="4056527"/>
            <a:ext cx="0" cy="180340"/>
          </a:xfrm>
          <a:custGeom>
            <a:avLst/>
            <a:gdLst/>
            <a:ahLst/>
            <a:cxnLst/>
            <a:rect l="l" t="t" r="r" b="b"/>
            <a:pathLst>
              <a:path w="0" h="180339">
                <a:moveTo>
                  <a:pt x="0" y="0"/>
                </a:moveTo>
                <a:lnTo>
                  <a:pt x="0" y="179833"/>
                </a:lnTo>
              </a:path>
            </a:pathLst>
          </a:custGeom>
          <a:ln w="36612">
            <a:solidFill>
              <a:srgbClr val="EFEDE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5" name="object 75"/>
          <p:cNvSpPr txBox="1"/>
          <p:nvPr/>
        </p:nvSpPr>
        <p:spPr>
          <a:xfrm>
            <a:off x="4841837" y="3792876"/>
            <a:ext cx="902969" cy="44195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69570">
              <a:lnSpc>
                <a:spcPct val="100000"/>
              </a:lnSpc>
              <a:spcBef>
                <a:spcPts val="100"/>
              </a:spcBef>
            </a:pPr>
            <a:r>
              <a:rPr dirty="0" sz="1000">
                <a:solidFill>
                  <a:srgbClr val="A5A3A5"/>
                </a:solidFill>
                <a:latin typeface="Arial"/>
                <a:cs typeface="Arial"/>
              </a:rPr>
              <a:t>I </a:t>
            </a:r>
            <a:r>
              <a:rPr dirty="0" sz="900" spc="-55">
                <a:solidFill>
                  <a:srgbClr val="A5A3A5"/>
                </a:solidFill>
                <a:latin typeface="Arial"/>
                <a:cs typeface="Arial"/>
              </a:rPr>
              <a:t>Ii </a:t>
            </a:r>
            <a:r>
              <a:rPr dirty="0" sz="600" spc="-100">
                <a:solidFill>
                  <a:srgbClr val="7C7B7C"/>
                </a:solidFill>
                <a:latin typeface="Times New Roman"/>
                <a:cs typeface="Times New Roman"/>
              </a:rPr>
              <a:t>1 </a:t>
            </a:r>
            <a:r>
              <a:rPr dirty="0" sz="450" spc="-105">
                <a:solidFill>
                  <a:srgbClr val="565659"/>
                </a:solidFill>
                <a:latin typeface="宋体"/>
                <a:cs typeface="宋体"/>
              </a:rPr>
              <a:t>中 止 </a:t>
            </a:r>
            <a:r>
              <a:rPr dirty="0" sz="700" spc="-45">
                <a:solidFill>
                  <a:srgbClr val="A5A3A5"/>
                </a:solidFill>
                <a:latin typeface="Arial"/>
                <a:cs typeface="Arial"/>
              </a:rPr>
              <a:t>I</a:t>
            </a:r>
            <a:endParaRPr sz="700">
              <a:latin typeface="Arial"/>
              <a:cs typeface="Arial"/>
            </a:endParaRPr>
          </a:p>
          <a:p>
            <a:pPr marL="12700">
              <a:lnSpc>
                <a:spcPts val="505"/>
              </a:lnSpc>
              <a:spcBef>
                <a:spcPts val="405"/>
              </a:spcBef>
            </a:pPr>
            <a:r>
              <a:rPr dirty="0" sz="500" spc="-120">
                <a:solidFill>
                  <a:srgbClr val="7C7B7C"/>
                </a:solidFill>
                <a:latin typeface="宋体"/>
                <a:cs typeface="宋体"/>
              </a:rPr>
              <a:t>玉吐</a:t>
            </a:r>
            <a:endParaRPr sz="500">
              <a:latin typeface="宋体"/>
              <a:cs typeface="宋体"/>
            </a:endParaRPr>
          </a:p>
          <a:p>
            <a:pPr marL="13335">
              <a:lnSpc>
                <a:spcPts val="1165"/>
              </a:lnSpc>
              <a:tabLst>
                <a:tab pos="418465" algn="l"/>
              </a:tabLst>
            </a:pPr>
            <a:r>
              <a:rPr dirty="0" sz="950" spc="-65">
                <a:solidFill>
                  <a:srgbClr val="919093"/>
                </a:solidFill>
                <a:latin typeface="Arial"/>
                <a:cs typeface="Arial"/>
              </a:rPr>
              <a:t>I   </a:t>
            </a:r>
            <a:r>
              <a:rPr dirty="0" sz="950" spc="45">
                <a:solidFill>
                  <a:srgbClr val="919093"/>
                </a:solidFill>
                <a:latin typeface="Arial"/>
                <a:cs typeface="Arial"/>
              </a:rPr>
              <a:t> </a:t>
            </a:r>
            <a:r>
              <a:rPr dirty="0" sz="600" spc="-140">
                <a:solidFill>
                  <a:srgbClr val="69696B"/>
                </a:solidFill>
                <a:latin typeface="宋体"/>
                <a:cs typeface="宋体"/>
              </a:rPr>
              <a:t>四	</a:t>
            </a:r>
            <a:r>
              <a:rPr dirty="0" sz="950" spc="10">
                <a:solidFill>
                  <a:srgbClr val="565659"/>
                </a:solidFill>
                <a:latin typeface="Arial"/>
                <a:cs typeface="Arial"/>
              </a:rPr>
              <a:t>I </a:t>
            </a:r>
            <a:r>
              <a:rPr dirty="0" sz="700" spc="-114">
                <a:solidFill>
                  <a:srgbClr val="A5A3A5"/>
                </a:solidFill>
                <a:latin typeface="Times New Roman"/>
                <a:cs typeface="Times New Roman"/>
              </a:rPr>
              <a:t>.</a:t>
            </a:r>
            <a:r>
              <a:rPr dirty="0" sz="700" spc="-114">
                <a:solidFill>
                  <a:srgbClr val="69696B"/>
                </a:solidFill>
                <a:latin typeface="Times New Roman"/>
                <a:cs typeface="Times New Roman"/>
              </a:rPr>
              <a:t>,11 </a:t>
            </a:r>
            <a:r>
              <a:rPr dirty="0" sz="600" spc="-270">
                <a:solidFill>
                  <a:srgbClr val="69696B"/>
                </a:solidFill>
                <a:latin typeface="宋体"/>
                <a:cs typeface="宋体"/>
              </a:rPr>
              <a:t>壳 担 </a:t>
            </a:r>
            <a:r>
              <a:rPr dirty="0" sz="600" spc="-270">
                <a:solidFill>
                  <a:srgbClr val="B3B3B5"/>
                </a:solidFill>
                <a:latin typeface="宋体"/>
                <a:cs typeface="宋体"/>
              </a:rPr>
              <a:t>— </a:t>
            </a:r>
            <a:r>
              <a:rPr dirty="0" sz="1050" spc="-85">
                <a:solidFill>
                  <a:srgbClr val="B3B3B5"/>
                </a:solidFill>
                <a:latin typeface="Times New Roman"/>
                <a:cs typeface="Times New Roman"/>
              </a:rPr>
              <a:t>J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76" name="object 76"/>
          <p:cNvSpPr/>
          <p:nvPr/>
        </p:nvSpPr>
        <p:spPr>
          <a:xfrm>
            <a:off x="5318606" y="4308931"/>
            <a:ext cx="0" cy="147955"/>
          </a:xfrm>
          <a:custGeom>
            <a:avLst/>
            <a:gdLst/>
            <a:ahLst/>
            <a:cxnLst/>
            <a:rect l="l" t="t" r="r" b="b"/>
            <a:pathLst>
              <a:path w="0" h="147954">
                <a:moveTo>
                  <a:pt x="0" y="0"/>
                </a:moveTo>
                <a:lnTo>
                  <a:pt x="0" y="147533"/>
                </a:lnTo>
              </a:path>
            </a:pathLst>
          </a:custGeom>
          <a:ln w="9153">
            <a:solidFill>
              <a:srgbClr val="EFEDE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7" name="object 77"/>
          <p:cNvSpPr/>
          <p:nvPr/>
        </p:nvSpPr>
        <p:spPr>
          <a:xfrm>
            <a:off x="5615309" y="4306550"/>
            <a:ext cx="97790" cy="133985"/>
          </a:xfrm>
          <a:custGeom>
            <a:avLst/>
            <a:gdLst/>
            <a:ahLst/>
            <a:cxnLst/>
            <a:rect l="l" t="t" r="r" b="b"/>
            <a:pathLst>
              <a:path w="97789" h="133985">
                <a:moveTo>
                  <a:pt x="0" y="0"/>
                </a:moveTo>
                <a:lnTo>
                  <a:pt x="97633" y="0"/>
                </a:lnTo>
                <a:lnTo>
                  <a:pt x="97633" y="133587"/>
                </a:lnTo>
                <a:lnTo>
                  <a:pt x="0" y="133587"/>
                </a:lnTo>
                <a:lnTo>
                  <a:pt x="0" y="0"/>
                </a:lnTo>
                <a:close/>
              </a:path>
            </a:pathLst>
          </a:custGeom>
          <a:solidFill>
            <a:srgbClr val="EFED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8" name="object 78"/>
          <p:cNvSpPr txBox="1"/>
          <p:nvPr/>
        </p:nvSpPr>
        <p:spPr>
          <a:xfrm>
            <a:off x="4818372" y="4275063"/>
            <a:ext cx="916940" cy="1860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96290" algn="l"/>
              </a:tabLst>
            </a:pPr>
            <a:r>
              <a:rPr dirty="0" sz="400" spc="-85">
                <a:solidFill>
                  <a:srgbClr val="7C7B7C"/>
                </a:solidFill>
                <a:latin typeface="宋体"/>
                <a:cs typeface="宋体"/>
              </a:rPr>
              <a:t>采</a:t>
            </a:r>
            <a:r>
              <a:rPr dirty="0" sz="400" spc="5">
                <a:solidFill>
                  <a:srgbClr val="7C7B7C"/>
                </a:solidFill>
                <a:latin typeface="宋体"/>
                <a:cs typeface="宋体"/>
              </a:rPr>
              <a:t> </a:t>
            </a:r>
            <a:r>
              <a:rPr dirty="0" sz="400" spc="-85">
                <a:solidFill>
                  <a:srgbClr val="7C7B7C"/>
                </a:solidFill>
                <a:latin typeface="宋体"/>
                <a:cs typeface="宋体"/>
              </a:rPr>
              <a:t>样栠</a:t>
            </a:r>
            <a:r>
              <a:rPr dirty="0" sz="400">
                <a:solidFill>
                  <a:srgbClr val="7C7B7C"/>
                </a:solidFill>
                <a:latin typeface="宋体"/>
                <a:cs typeface="宋体"/>
              </a:rPr>
              <a:t> </a:t>
            </a:r>
            <a:r>
              <a:rPr dirty="0" sz="400" spc="10">
                <a:solidFill>
                  <a:srgbClr val="7C7B7C"/>
                </a:solidFill>
                <a:latin typeface="宋体"/>
                <a:cs typeface="宋体"/>
              </a:rPr>
              <a:t> </a:t>
            </a:r>
            <a:r>
              <a:rPr dirty="0" sz="400" spc="-85">
                <a:solidFill>
                  <a:srgbClr val="7C7B7C"/>
                </a:solidFill>
                <a:latin typeface="宋体"/>
                <a:cs typeface="宋体"/>
              </a:rPr>
              <a:t>草</a:t>
            </a:r>
            <a:r>
              <a:rPr dirty="0" sz="400" spc="50">
                <a:solidFill>
                  <a:srgbClr val="7C7B7C"/>
                </a:solidFill>
                <a:latin typeface="宋体"/>
                <a:cs typeface="宋体"/>
              </a:rPr>
              <a:t> </a:t>
            </a:r>
            <a:r>
              <a:rPr dirty="0" sz="400" spc="-85">
                <a:solidFill>
                  <a:srgbClr val="7C7B7C"/>
                </a:solidFill>
                <a:latin typeface="宋体"/>
                <a:cs typeface="宋体"/>
              </a:rPr>
              <a:t>，氐</a:t>
            </a:r>
            <a:r>
              <a:rPr dirty="0" sz="400">
                <a:solidFill>
                  <a:srgbClr val="7C7B7C"/>
                </a:solidFill>
                <a:latin typeface="宋体"/>
                <a:cs typeface="宋体"/>
              </a:rPr>
              <a:t> </a:t>
            </a:r>
            <a:r>
              <a:rPr dirty="0" sz="400" spc="40">
                <a:solidFill>
                  <a:srgbClr val="7C7B7C"/>
                </a:solidFill>
                <a:latin typeface="宋体"/>
                <a:cs typeface="宋体"/>
              </a:rPr>
              <a:t> </a:t>
            </a:r>
            <a:r>
              <a:rPr dirty="0" sz="600" spc="-35">
                <a:solidFill>
                  <a:srgbClr val="7C7B7C"/>
                </a:solidFill>
                <a:latin typeface="Times New Roman"/>
                <a:cs typeface="Times New Roman"/>
              </a:rPr>
              <a:t>i</a:t>
            </a:r>
            <a:r>
              <a:rPr dirty="0" sz="600">
                <a:solidFill>
                  <a:srgbClr val="7C7B7C"/>
                </a:solidFill>
                <a:latin typeface="Times New Roman"/>
                <a:cs typeface="Times New Roman"/>
              </a:rPr>
              <a:t>  </a:t>
            </a:r>
            <a:r>
              <a:rPr dirty="0" sz="600" spc="-20">
                <a:solidFill>
                  <a:srgbClr val="7C7B7C"/>
                </a:solidFill>
                <a:latin typeface="Times New Roman"/>
                <a:cs typeface="Times New Roman"/>
              </a:rPr>
              <a:t> </a:t>
            </a:r>
            <a:r>
              <a:rPr dirty="0" sz="850" spc="-50">
                <a:solidFill>
                  <a:srgbClr val="A5A3A5"/>
                </a:solidFill>
                <a:latin typeface="Arial"/>
                <a:cs typeface="Arial"/>
              </a:rPr>
              <a:t>I</a:t>
            </a:r>
            <a:r>
              <a:rPr dirty="0" sz="850" spc="-125">
                <a:solidFill>
                  <a:srgbClr val="A5A3A5"/>
                </a:solidFill>
                <a:latin typeface="Arial"/>
                <a:cs typeface="Arial"/>
              </a:rPr>
              <a:t> </a:t>
            </a:r>
            <a:r>
              <a:rPr dirty="0" sz="350" spc="-75">
                <a:solidFill>
                  <a:srgbClr val="69696B"/>
                </a:solidFill>
                <a:latin typeface="宋体"/>
                <a:cs typeface="宋体"/>
              </a:rPr>
              <a:t>压</a:t>
            </a:r>
            <a:r>
              <a:rPr dirty="0" sz="350">
                <a:solidFill>
                  <a:srgbClr val="69696B"/>
                </a:solidFill>
                <a:latin typeface="宋体"/>
                <a:cs typeface="宋体"/>
              </a:rPr>
              <a:t>	</a:t>
            </a:r>
            <a:r>
              <a:rPr dirty="0" sz="1050" spc="-210">
                <a:solidFill>
                  <a:srgbClr val="A5A3A5"/>
                </a:solidFill>
                <a:latin typeface="宋体"/>
                <a:cs typeface="宋体"/>
              </a:rPr>
              <a:t>二</a:t>
            </a:r>
            <a:endParaRPr sz="1050">
              <a:latin typeface="宋体"/>
              <a:cs typeface="宋体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4847440" y="4543255"/>
            <a:ext cx="137795" cy="1098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50" spc="-114">
                <a:solidFill>
                  <a:srgbClr val="69696B"/>
                </a:solidFill>
                <a:latin typeface="宋体"/>
                <a:cs typeface="宋体"/>
              </a:rPr>
              <a:t>吐妇</a:t>
            </a:r>
            <a:endParaRPr sz="550">
              <a:latin typeface="宋体"/>
              <a:cs typeface="宋体"/>
            </a:endParaRPr>
          </a:p>
        </p:txBody>
      </p:sp>
      <p:sp>
        <p:nvSpPr>
          <p:cNvPr id="80" name="object 80"/>
          <p:cNvSpPr txBox="1"/>
          <p:nvPr/>
        </p:nvSpPr>
        <p:spPr>
          <a:xfrm>
            <a:off x="4850684" y="4495433"/>
            <a:ext cx="7322820" cy="472440"/>
          </a:xfrm>
          <a:prstGeom prst="rect">
            <a:avLst/>
          </a:prstGeom>
        </p:spPr>
        <p:txBody>
          <a:bodyPr wrap="square" lIns="0" tIns="8699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85"/>
              </a:spcBef>
              <a:tabLst>
                <a:tab pos="7309484" algn="l"/>
              </a:tabLst>
            </a:pPr>
            <a:r>
              <a:rPr dirty="0" sz="800" spc="-275">
                <a:solidFill>
                  <a:srgbClr val="565659"/>
                </a:solidFill>
                <a:latin typeface="宋体"/>
                <a:cs typeface="宋体"/>
              </a:rPr>
              <a:t>，</a:t>
            </a:r>
            <a:r>
              <a:rPr dirty="0" sz="800" spc="-275">
                <a:solidFill>
                  <a:srgbClr val="7C7B7C"/>
                </a:solidFill>
                <a:latin typeface="宋体"/>
                <a:cs typeface="宋体"/>
              </a:rPr>
              <a:t>…    </a:t>
            </a:r>
            <a:r>
              <a:rPr dirty="0" sz="800" spc="-20">
                <a:solidFill>
                  <a:srgbClr val="7C7B7C"/>
                </a:solidFill>
                <a:latin typeface="宋体"/>
                <a:cs typeface="宋体"/>
              </a:rPr>
              <a:t>斗 斗 </a:t>
            </a:r>
            <a:r>
              <a:rPr dirty="0" sz="500" spc="-95">
                <a:solidFill>
                  <a:srgbClr val="7C7B7C"/>
                </a:solidFill>
                <a:latin typeface="Times New Roman"/>
                <a:cs typeface="Times New Roman"/>
              </a:rPr>
              <a:t>T </a:t>
            </a:r>
            <a:r>
              <a:rPr dirty="0" sz="1350" spc="-745">
                <a:solidFill>
                  <a:srgbClr val="7C7B7C"/>
                </a:solidFill>
                <a:latin typeface="宋体"/>
                <a:cs typeface="宋体"/>
              </a:rPr>
              <a:t>平</a:t>
            </a:r>
            <a:r>
              <a:rPr dirty="0" sz="1350" spc="-670">
                <a:solidFill>
                  <a:srgbClr val="7C7B7C"/>
                </a:solidFill>
                <a:latin typeface="宋体"/>
                <a:cs typeface="宋体"/>
              </a:rPr>
              <a:t>籽</a:t>
            </a:r>
            <a:r>
              <a:rPr dirty="0" sz="1350" spc="-135">
                <a:solidFill>
                  <a:srgbClr val="7C7B7C"/>
                </a:solidFill>
                <a:latin typeface="宋体"/>
                <a:cs typeface="宋体"/>
              </a:rPr>
              <a:t>卦</a:t>
            </a:r>
            <a:r>
              <a:rPr dirty="0" sz="1350" spc="-120">
                <a:solidFill>
                  <a:srgbClr val="7C7B7C"/>
                </a:solidFill>
                <a:latin typeface="宋体"/>
                <a:cs typeface="宋体"/>
              </a:rPr>
              <a:t> </a:t>
            </a:r>
            <a:r>
              <a:rPr dirty="0" sz="850" spc="-85">
                <a:solidFill>
                  <a:srgbClr val="7C7B7C"/>
                </a:solidFill>
                <a:latin typeface="宋体"/>
                <a:cs typeface="宋体"/>
              </a:rPr>
              <a:t>" </a:t>
            </a:r>
            <a:r>
              <a:rPr dirty="0" sz="850" spc="-195">
                <a:solidFill>
                  <a:srgbClr val="7C7B7C"/>
                </a:solidFill>
                <a:latin typeface="宋体"/>
                <a:cs typeface="宋体"/>
              </a:rPr>
              <a:t>一</a:t>
            </a:r>
            <a:r>
              <a:rPr dirty="0" u="sng" sz="850">
                <a:solidFill>
                  <a:srgbClr val="7C7B7C"/>
                </a:solidFill>
                <a:uFill>
                  <a:solidFill>
                    <a:srgbClr val="000000"/>
                  </a:solidFill>
                </a:uFill>
                <a:latin typeface="宋体"/>
                <a:cs typeface="宋体"/>
              </a:rPr>
              <a:t> </a:t>
            </a:r>
            <a:r>
              <a:rPr dirty="0" u="sng" sz="850">
                <a:solidFill>
                  <a:srgbClr val="7C7B7C"/>
                </a:solidFill>
                <a:uFill>
                  <a:solidFill>
                    <a:srgbClr val="000000"/>
                  </a:solidFill>
                </a:uFill>
                <a:latin typeface="宋体"/>
                <a:cs typeface="宋体"/>
              </a:rPr>
              <a:t>	</a:t>
            </a:r>
            <a:endParaRPr sz="85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350"/>
              </a:spcBef>
              <a:tabLst>
                <a:tab pos="535940" algn="l"/>
              </a:tabLst>
            </a:pPr>
            <a:r>
              <a:rPr dirty="0" sz="800" spc="-525">
                <a:solidFill>
                  <a:srgbClr val="69696B"/>
                </a:solidFill>
                <a:latin typeface="宋体"/>
                <a:cs typeface="宋体"/>
              </a:rPr>
              <a:t>，</a:t>
            </a:r>
            <a:r>
              <a:rPr dirty="0" sz="800" spc="-195">
                <a:solidFill>
                  <a:srgbClr val="69696B"/>
                </a:solidFill>
                <a:latin typeface="宋体"/>
                <a:cs typeface="宋体"/>
              </a:rPr>
              <a:t>霜</a:t>
            </a:r>
            <a:r>
              <a:rPr dirty="0" sz="800" spc="-130">
                <a:solidFill>
                  <a:srgbClr val="69696B"/>
                </a:solidFill>
                <a:latin typeface="宋体"/>
                <a:cs typeface="宋体"/>
              </a:rPr>
              <a:t>攻</a:t>
            </a:r>
            <a:r>
              <a:rPr dirty="0" sz="800" spc="-290">
                <a:solidFill>
                  <a:srgbClr val="919093"/>
                </a:solidFill>
                <a:latin typeface="宋体"/>
                <a:cs typeface="宋体"/>
              </a:rPr>
              <a:t>竺	</a:t>
            </a:r>
            <a:r>
              <a:rPr dirty="0" sz="800" spc="5">
                <a:solidFill>
                  <a:srgbClr val="69696B"/>
                </a:solidFill>
                <a:latin typeface="宋体"/>
                <a:cs typeface="宋体"/>
              </a:rPr>
              <a:t>顽</a:t>
            </a:r>
            <a:r>
              <a:rPr dirty="0" sz="800" spc="-265">
                <a:solidFill>
                  <a:srgbClr val="69696B"/>
                </a:solidFill>
                <a:latin typeface="宋体"/>
                <a:cs typeface="宋体"/>
              </a:rPr>
              <a:t>攻</a:t>
            </a:r>
            <a:r>
              <a:rPr dirty="0" sz="800" spc="-254">
                <a:solidFill>
                  <a:srgbClr val="69696B"/>
                </a:solidFill>
                <a:latin typeface="宋体"/>
                <a:cs typeface="宋体"/>
              </a:rPr>
              <a:t> </a:t>
            </a:r>
            <a:r>
              <a:rPr dirty="0" sz="800" spc="-265">
                <a:solidFill>
                  <a:srgbClr val="919093"/>
                </a:solidFill>
                <a:latin typeface="宋体"/>
                <a:cs typeface="宋体"/>
              </a:rPr>
              <a:t>士</a:t>
            </a:r>
            <a:endParaRPr sz="800">
              <a:latin typeface="宋体"/>
              <a:cs typeface="宋体"/>
            </a:endParaRPr>
          </a:p>
        </p:txBody>
      </p:sp>
      <p:sp>
        <p:nvSpPr>
          <p:cNvPr id="81" name="object 81"/>
          <p:cNvSpPr/>
          <p:nvPr/>
        </p:nvSpPr>
        <p:spPr>
          <a:xfrm>
            <a:off x="12041961" y="3104341"/>
            <a:ext cx="43180" cy="51435"/>
          </a:xfrm>
          <a:custGeom>
            <a:avLst/>
            <a:gdLst/>
            <a:ahLst/>
            <a:cxnLst/>
            <a:rect l="l" t="t" r="r" b="b"/>
            <a:pathLst>
              <a:path w="43179" h="51435">
                <a:moveTo>
                  <a:pt x="0" y="0"/>
                </a:moveTo>
                <a:lnTo>
                  <a:pt x="42714" y="0"/>
                </a:lnTo>
                <a:lnTo>
                  <a:pt x="42714" y="50890"/>
                </a:lnTo>
                <a:lnTo>
                  <a:pt x="0" y="50890"/>
                </a:lnTo>
                <a:lnTo>
                  <a:pt x="0" y="0"/>
                </a:lnTo>
                <a:close/>
              </a:path>
            </a:pathLst>
          </a:custGeom>
          <a:solidFill>
            <a:srgbClr val="EFED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2" name="object 82"/>
          <p:cNvSpPr/>
          <p:nvPr/>
        </p:nvSpPr>
        <p:spPr>
          <a:xfrm>
            <a:off x="12137736" y="3104341"/>
            <a:ext cx="38735" cy="51435"/>
          </a:xfrm>
          <a:custGeom>
            <a:avLst/>
            <a:gdLst/>
            <a:ahLst/>
            <a:cxnLst/>
            <a:rect l="l" t="t" r="r" b="b"/>
            <a:pathLst>
              <a:path w="38734" h="51435">
                <a:moveTo>
                  <a:pt x="0" y="0"/>
                </a:moveTo>
                <a:lnTo>
                  <a:pt x="38366" y="0"/>
                </a:lnTo>
                <a:lnTo>
                  <a:pt x="38366" y="50890"/>
                </a:lnTo>
                <a:lnTo>
                  <a:pt x="0" y="50890"/>
                </a:lnTo>
                <a:lnTo>
                  <a:pt x="0" y="0"/>
                </a:lnTo>
                <a:close/>
              </a:path>
            </a:pathLst>
          </a:custGeom>
          <a:solidFill>
            <a:srgbClr val="EFED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3" name="object 83"/>
          <p:cNvSpPr txBox="1"/>
          <p:nvPr/>
        </p:nvSpPr>
        <p:spPr>
          <a:xfrm>
            <a:off x="11941286" y="3084484"/>
            <a:ext cx="270510" cy="869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400" spc="-145">
                <a:solidFill>
                  <a:srgbClr val="7C7B7C"/>
                </a:solidFill>
                <a:latin typeface="宋体"/>
                <a:cs typeface="宋体"/>
              </a:rPr>
              <a:t>＿ </a:t>
            </a:r>
            <a:r>
              <a:rPr dirty="0" sz="400" spc="10">
                <a:solidFill>
                  <a:srgbClr val="A5A3A5"/>
                </a:solidFill>
                <a:latin typeface="宋体"/>
                <a:cs typeface="宋体"/>
              </a:rPr>
              <a:t>琶</a:t>
            </a:r>
            <a:r>
              <a:rPr dirty="0" sz="400" spc="90">
                <a:solidFill>
                  <a:srgbClr val="A5A3A5"/>
                </a:solidFill>
                <a:latin typeface="宋体"/>
                <a:cs typeface="宋体"/>
              </a:rPr>
              <a:t> </a:t>
            </a:r>
            <a:r>
              <a:rPr dirty="0" sz="400" spc="-180">
                <a:solidFill>
                  <a:srgbClr val="A5A3A5"/>
                </a:solidFill>
                <a:latin typeface="宋体"/>
                <a:cs typeface="宋体"/>
              </a:rPr>
              <a:t>剽 </a:t>
            </a:r>
            <a:r>
              <a:rPr dirty="0" sz="400" spc="-150">
                <a:solidFill>
                  <a:srgbClr val="A5A3A5"/>
                </a:solidFill>
                <a:latin typeface="宋体"/>
                <a:cs typeface="宋体"/>
              </a:rPr>
              <a:t>：</a:t>
            </a:r>
            <a:endParaRPr sz="400">
              <a:latin typeface="宋体"/>
              <a:cs typeface="宋体"/>
            </a:endParaRPr>
          </a:p>
        </p:txBody>
      </p:sp>
      <p:sp>
        <p:nvSpPr>
          <p:cNvPr id="84" name="object 84"/>
          <p:cNvSpPr/>
          <p:nvPr/>
        </p:nvSpPr>
        <p:spPr>
          <a:xfrm>
            <a:off x="6584150" y="3166543"/>
            <a:ext cx="15875" cy="32384"/>
          </a:xfrm>
          <a:custGeom>
            <a:avLst/>
            <a:gdLst/>
            <a:ahLst/>
            <a:cxnLst/>
            <a:rect l="l" t="t" r="r" b="b"/>
            <a:pathLst>
              <a:path w="15875" h="32385">
                <a:moveTo>
                  <a:pt x="0" y="0"/>
                </a:moveTo>
                <a:lnTo>
                  <a:pt x="15255" y="0"/>
                </a:lnTo>
                <a:lnTo>
                  <a:pt x="15255" y="31806"/>
                </a:lnTo>
                <a:lnTo>
                  <a:pt x="0" y="31806"/>
                </a:lnTo>
                <a:lnTo>
                  <a:pt x="0" y="0"/>
                </a:lnTo>
                <a:close/>
              </a:path>
            </a:pathLst>
          </a:custGeom>
          <a:solidFill>
            <a:srgbClr val="EFED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5" name="object 85"/>
          <p:cNvSpPr txBox="1"/>
          <p:nvPr/>
        </p:nvSpPr>
        <p:spPr>
          <a:xfrm>
            <a:off x="6571450" y="2964892"/>
            <a:ext cx="130175" cy="2851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50" spc="-114">
                <a:solidFill>
                  <a:srgbClr val="D4D3C3"/>
                </a:solidFill>
                <a:latin typeface="宋体"/>
                <a:cs typeface="宋体"/>
              </a:rPr>
              <a:t>＿</a:t>
            </a:r>
            <a:r>
              <a:rPr dirty="0" sz="250" spc="-110">
                <a:solidFill>
                  <a:srgbClr val="D4D3C3"/>
                </a:solidFill>
                <a:latin typeface="宋体"/>
                <a:cs typeface="宋体"/>
              </a:rPr>
              <a:t> </a:t>
            </a:r>
            <a:r>
              <a:rPr dirty="0" baseline="-27777" sz="2550" spc="-1620">
                <a:solidFill>
                  <a:srgbClr val="2D289C"/>
                </a:solidFill>
                <a:latin typeface="Arial"/>
                <a:cs typeface="Arial"/>
              </a:rPr>
              <a:t>►</a:t>
            </a:r>
            <a:endParaRPr baseline="-27777" sz="2550">
              <a:latin typeface="Arial"/>
              <a:cs typeface="Arial"/>
            </a:endParaRPr>
          </a:p>
        </p:txBody>
      </p:sp>
      <p:sp>
        <p:nvSpPr>
          <p:cNvPr id="86" name="object 86"/>
          <p:cNvSpPr txBox="1"/>
          <p:nvPr/>
        </p:nvSpPr>
        <p:spPr>
          <a:xfrm>
            <a:off x="6781566" y="3179903"/>
            <a:ext cx="657860" cy="1555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83515" algn="l"/>
              </a:tabLst>
            </a:pPr>
            <a:r>
              <a:rPr dirty="0" sz="750" spc="-480">
                <a:solidFill>
                  <a:srgbClr val="2D289C"/>
                </a:solidFill>
                <a:latin typeface="宋体"/>
                <a:cs typeface="宋体"/>
              </a:rPr>
              <a:t>．	</a:t>
            </a:r>
            <a:r>
              <a:rPr dirty="0" sz="750" spc="-480">
                <a:solidFill>
                  <a:srgbClr val="4F4985"/>
                </a:solidFill>
                <a:latin typeface="宋体"/>
                <a:cs typeface="宋体"/>
              </a:rPr>
              <a:t>巳</a:t>
            </a:r>
            <a:r>
              <a:rPr dirty="0" sz="750" spc="65">
                <a:solidFill>
                  <a:srgbClr val="4F4985"/>
                </a:solidFill>
                <a:latin typeface="宋体"/>
                <a:cs typeface="宋体"/>
              </a:rPr>
              <a:t> </a:t>
            </a:r>
            <a:r>
              <a:rPr dirty="0" sz="850" spc="-5">
                <a:solidFill>
                  <a:srgbClr val="4F4985"/>
                </a:solidFill>
                <a:latin typeface="Times New Roman"/>
                <a:cs typeface="Times New Roman"/>
              </a:rPr>
              <a:t>l </a:t>
            </a:r>
            <a:r>
              <a:rPr dirty="0" sz="800" spc="-20">
                <a:solidFill>
                  <a:srgbClr val="93779E"/>
                </a:solidFill>
                <a:latin typeface="宋体"/>
                <a:cs typeface="宋体"/>
              </a:rPr>
              <a:t>日</a:t>
            </a:r>
            <a:r>
              <a:rPr dirty="0" sz="800" spc="5">
                <a:solidFill>
                  <a:srgbClr val="93779E"/>
                </a:solidFill>
                <a:latin typeface="宋体"/>
                <a:cs typeface="宋体"/>
              </a:rPr>
              <a:t> </a:t>
            </a:r>
            <a:r>
              <a:rPr dirty="0" sz="800" spc="-20">
                <a:solidFill>
                  <a:srgbClr val="4F4985"/>
                </a:solidFill>
                <a:latin typeface="宋体"/>
                <a:cs typeface="宋体"/>
              </a:rPr>
              <a:t>日</a:t>
            </a:r>
            <a:endParaRPr sz="800">
              <a:latin typeface="宋体"/>
              <a:cs typeface="宋体"/>
            </a:endParaRPr>
          </a:p>
        </p:txBody>
      </p:sp>
      <p:sp>
        <p:nvSpPr>
          <p:cNvPr id="87" name="object 87"/>
          <p:cNvSpPr/>
          <p:nvPr/>
        </p:nvSpPr>
        <p:spPr>
          <a:xfrm>
            <a:off x="5910765" y="3993124"/>
            <a:ext cx="57785" cy="57785"/>
          </a:xfrm>
          <a:custGeom>
            <a:avLst/>
            <a:gdLst/>
            <a:ahLst/>
            <a:cxnLst/>
            <a:rect l="l" t="t" r="r" b="b"/>
            <a:pathLst>
              <a:path w="57785" h="57785">
                <a:moveTo>
                  <a:pt x="0" y="0"/>
                </a:moveTo>
                <a:lnTo>
                  <a:pt x="57654" y="0"/>
                </a:lnTo>
                <a:lnTo>
                  <a:pt x="57654" y="57251"/>
                </a:lnTo>
                <a:lnTo>
                  <a:pt x="0" y="57251"/>
                </a:lnTo>
                <a:lnTo>
                  <a:pt x="0" y="0"/>
                </a:lnTo>
                <a:close/>
              </a:path>
            </a:pathLst>
          </a:custGeom>
          <a:solidFill>
            <a:srgbClr val="EFED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8" name="object 88"/>
          <p:cNvSpPr txBox="1"/>
          <p:nvPr/>
        </p:nvSpPr>
        <p:spPr>
          <a:xfrm>
            <a:off x="5898064" y="3978676"/>
            <a:ext cx="83185" cy="83185"/>
          </a:xfrm>
          <a:prstGeom prst="rect">
            <a:avLst/>
          </a:prstGeom>
        </p:spPr>
        <p:txBody>
          <a:bodyPr wrap="square" lIns="0" tIns="0" rIns="0" bIns="0" rtlCol="0" vert="eaVert">
            <a:spAutoFit/>
          </a:bodyPr>
          <a:lstStyle/>
          <a:p>
            <a:pPr marL="12700">
              <a:lnSpc>
                <a:spcPct val="75000"/>
              </a:lnSpc>
            </a:pPr>
            <a:r>
              <a:rPr dirty="0" sz="450">
                <a:solidFill>
                  <a:srgbClr val="A5A3A5"/>
                </a:solidFill>
                <a:latin typeface="宋体"/>
                <a:cs typeface="宋体"/>
              </a:rPr>
              <a:t>云</a:t>
            </a:r>
            <a:endParaRPr sz="450">
              <a:latin typeface="宋体"/>
              <a:cs typeface="宋体"/>
            </a:endParaRPr>
          </a:p>
        </p:txBody>
      </p:sp>
      <p:sp>
        <p:nvSpPr>
          <p:cNvPr id="89" name="object 89"/>
          <p:cNvSpPr txBox="1"/>
          <p:nvPr/>
        </p:nvSpPr>
        <p:spPr>
          <a:xfrm>
            <a:off x="5899964" y="5527326"/>
            <a:ext cx="83185" cy="83185"/>
          </a:xfrm>
          <a:prstGeom prst="rect">
            <a:avLst/>
          </a:prstGeom>
        </p:spPr>
        <p:txBody>
          <a:bodyPr wrap="square" lIns="0" tIns="0" rIns="0" bIns="0" rtlCol="0" vert="eaVert">
            <a:spAutoFit/>
          </a:bodyPr>
          <a:lstStyle/>
          <a:p>
            <a:pPr marL="12700">
              <a:lnSpc>
                <a:spcPct val="75000"/>
              </a:lnSpc>
            </a:pPr>
            <a:r>
              <a:rPr dirty="0" sz="450">
                <a:solidFill>
                  <a:srgbClr val="919093"/>
                </a:solidFill>
                <a:latin typeface="宋体"/>
                <a:cs typeface="宋体"/>
              </a:rPr>
              <a:t>另</a:t>
            </a:r>
            <a:endParaRPr sz="450">
              <a:latin typeface="宋体"/>
              <a:cs typeface="宋体"/>
            </a:endParaRPr>
          </a:p>
        </p:txBody>
      </p:sp>
      <p:sp>
        <p:nvSpPr>
          <p:cNvPr id="90" name="object 90"/>
          <p:cNvSpPr/>
          <p:nvPr/>
        </p:nvSpPr>
        <p:spPr>
          <a:xfrm>
            <a:off x="6205266" y="6229653"/>
            <a:ext cx="0" cy="512445"/>
          </a:xfrm>
          <a:custGeom>
            <a:avLst/>
            <a:gdLst/>
            <a:ahLst/>
            <a:cxnLst/>
            <a:rect l="l" t="t" r="r" b="b"/>
            <a:pathLst>
              <a:path w="0" h="512445">
                <a:moveTo>
                  <a:pt x="0" y="0"/>
                </a:moveTo>
                <a:lnTo>
                  <a:pt x="0" y="512028"/>
                </a:lnTo>
              </a:path>
            </a:pathLst>
          </a:custGeom>
          <a:ln w="73225">
            <a:solidFill>
              <a:srgbClr val="EFEDE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1" name="object 91"/>
          <p:cNvSpPr/>
          <p:nvPr/>
        </p:nvSpPr>
        <p:spPr>
          <a:xfrm>
            <a:off x="6281154" y="6454490"/>
            <a:ext cx="0" cy="214629"/>
          </a:xfrm>
          <a:custGeom>
            <a:avLst/>
            <a:gdLst/>
            <a:ahLst/>
            <a:cxnLst/>
            <a:rect l="l" t="t" r="r" b="b"/>
            <a:pathLst>
              <a:path w="0" h="214629">
                <a:moveTo>
                  <a:pt x="0" y="0"/>
                </a:moveTo>
                <a:lnTo>
                  <a:pt x="0" y="214087"/>
                </a:lnTo>
              </a:path>
            </a:pathLst>
          </a:custGeom>
          <a:ln w="33561">
            <a:solidFill>
              <a:srgbClr val="EFEDE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2" name="object 92"/>
          <p:cNvSpPr/>
          <p:nvPr/>
        </p:nvSpPr>
        <p:spPr>
          <a:xfrm>
            <a:off x="6596938" y="6439223"/>
            <a:ext cx="0" cy="214629"/>
          </a:xfrm>
          <a:custGeom>
            <a:avLst/>
            <a:gdLst/>
            <a:ahLst/>
            <a:cxnLst/>
            <a:rect l="l" t="t" r="r" b="b"/>
            <a:pathLst>
              <a:path w="0" h="214629">
                <a:moveTo>
                  <a:pt x="0" y="0"/>
                </a:moveTo>
                <a:lnTo>
                  <a:pt x="0" y="214087"/>
                </a:lnTo>
              </a:path>
            </a:pathLst>
          </a:custGeom>
          <a:ln w="42714">
            <a:solidFill>
              <a:srgbClr val="EFEDE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3" name="object 93"/>
          <p:cNvSpPr/>
          <p:nvPr/>
        </p:nvSpPr>
        <p:spPr>
          <a:xfrm>
            <a:off x="6665586" y="6439223"/>
            <a:ext cx="0" cy="214629"/>
          </a:xfrm>
          <a:custGeom>
            <a:avLst/>
            <a:gdLst/>
            <a:ahLst/>
            <a:cxnLst/>
            <a:rect l="l" t="t" r="r" b="b"/>
            <a:pathLst>
              <a:path w="0" h="214629">
                <a:moveTo>
                  <a:pt x="0" y="0"/>
                </a:moveTo>
                <a:lnTo>
                  <a:pt x="0" y="214087"/>
                </a:lnTo>
              </a:path>
            </a:pathLst>
          </a:custGeom>
          <a:ln w="27459">
            <a:solidFill>
              <a:srgbClr val="EFEDE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4" name="object 94"/>
          <p:cNvSpPr txBox="1"/>
          <p:nvPr/>
        </p:nvSpPr>
        <p:spPr>
          <a:xfrm>
            <a:off x="6562881" y="6432812"/>
            <a:ext cx="132080" cy="2165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250" spc="-80">
                <a:solidFill>
                  <a:srgbClr val="A5A3A5"/>
                </a:solidFill>
                <a:latin typeface="Times New Roman"/>
                <a:cs typeface="Times New Roman"/>
              </a:rPr>
              <a:t>,</a:t>
            </a:r>
            <a:r>
              <a:rPr dirty="0" sz="1250" spc="-145">
                <a:solidFill>
                  <a:srgbClr val="A5A3A5"/>
                </a:solidFill>
                <a:latin typeface="Times New Roman"/>
                <a:cs typeface="Times New Roman"/>
              </a:rPr>
              <a:t>.</a:t>
            </a:r>
            <a:r>
              <a:rPr dirty="0" sz="1250" spc="-125">
                <a:solidFill>
                  <a:srgbClr val="7C7B7C"/>
                </a:solidFill>
                <a:latin typeface="Times New Roman"/>
                <a:cs typeface="Times New Roman"/>
              </a:rPr>
              <a:t>,</a:t>
            </a:r>
            <a:r>
              <a:rPr dirty="0" sz="1250" spc="-80">
                <a:solidFill>
                  <a:srgbClr val="A5A3A5"/>
                </a:solidFill>
                <a:latin typeface="Times New Roman"/>
                <a:cs typeface="Times New Roman"/>
              </a:rPr>
              <a:t>,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95" name="object 95"/>
          <p:cNvSpPr/>
          <p:nvPr/>
        </p:nvSpPr>
        <p:spPr>
          <a:xfrm>
            <a:off x="6970024" y="6566403"/>
            <a:ext cx="31115" cy="78105"/>
          </a:xfrm>
          <a:custGeom>
            <a:avLst/>
            <a:gdLst/>
            <a:ahLst/>
            <a:cxnLst/>
            <a:rect l="l" t="t" r="r" b="b"/>
            <a:pathLst>
              <a:path w="31115" h="78104">
                <a:moveTo>
                  <a:pt x="0" y="0"/>
                </a:moveTo>
                <a:lnTo>
                  <a:pt x="30510" y="0"/>
                </a:lnTo>
                <a:lnTo>
                  <a:pt x="30510" y="78105"/>
                </a:lnTo>
                <a:lnTo>
                  <a:pt x="0" y="78105"/>
                </a:lnTo>
                <a:lnTo>
                  <a:pt x="0" y="0"/>
                </a:lnTo>
                <a:close/>
              </a:path>
            </a:pathLst>
          </a:custGeom>
          <a:solidFill>
            <a:srgbClr val="EFED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6" name="object 96"/>
          <p:cNvSpPr/>
          <p:nvPr/>
        </p:nvSpPr>
        <p:spPr>
          <a:xfrm>
            <a:off x="7012981" y="6598587"/>
            <a:ext cx="61594" cy="32384"/>
          </a:xfrm>
          <a:custGeom>
            <a:avLst/>
            <a:gdLst/>
            <a:ahLst/>
            <a:cxnLst/>
            <a:rect l="l" t="t" r="r" b="b"/>
            <a:pathLst>
              <a:path w="61595" h="32384">
                <a:moveTo>
                  <a:pt x="0" y="0"/>
                </a:moveTo>
                <a:lnTo>
                  <a:pt x="61020" y="0"/>
                </a:lnTo>
                <a:lnTo>
                  <a:pt x="61020" y="31806"/>
                </a:lnTo>
                <a:lnTo>
                  <a:pt x="0" y="31806"/>
                </a:lnTo>
                <a:lnTo>
                  <a:pt x="0" y="0"/>
                </a:lnTo>
                <a:close/>
              </a:path>
            </a:pathLst>
          </a:custGeom>
          <a:solidFill>
            <a:srgbClr val="EFED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7" name="object 97"/>
          <p:cNvSpPr/>
          <p:nvPr/>
        </p:nvSpPr>
        <p:spPr>
          <a:xfrm>
            <a:off x="7354975" y="6549386"/>
            <a:ext cx="0" cy="89535"/>
          </a:xfrm>
          <a:custGeom>
            <a:avLst/>
            <a:gdLst/>
            <a:ahLst/>
            <a:cxnLst/>
            <a:rect l="l" t="t" r="r" b="b"/>
            <a:pathLst>
              <a:path w="0" h="89534">
                <a:moveTo>
                  <a:pt x="0" y="0"/>
                </a:moveTo>
                <a:lnTo>
                  <a:pt x="0" y="89058"/>
                </a:lnTo>
              </a:path>
            </a:pathLst>
          </a:custGeom>
          <a:ln w="33561">
            <a:solidFill>
              <a:srgbClr val="EFEDE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8" name="object 98"/>
          <p:cNvSpPr txBox="1"/>
          <p:nvPr/>
        </p:nvSpPr>
        <p:spPr>
          <a:xfrm>
            <a:off x="6957322" y="6524160"/>
            <a:ext cx="573405" cy="132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80365" algn="l"/>
              </a:tabLst>
            </a:pPr>
            <a:r>
              <a:rPr dirty="0" sz="450" spc="-65">
                <a:solidFill>
                  <a:srgbClr val="A5A3A5"/>
                </a:solidFill>
                <a:latin typeface="Arial"/>
                <a:cs typeface="Arial"/>
              </a:rPr>
              <a:t>2</a:t>
            </a:r>
            <a:r>
              <a:rPr dirty="0" sz="450" spc="25">
                <a:solidFill>
                  <a:srgbClr val="A5A3A5"/>
                </a:solidFill>
                <a:latin typeface="Arial"/>
                <a:cs typeface="Arial"/>
              </a:rPr>
              <a:t> </a:t>
            </a:r>
            <a:r>
              <a:rPr dirty="0" sz="250" spc="-65">
                <a:solidFill>
                  <a:srgbClr val="A5A3A5"/>
                </a:solidFill>
                <a:latin typeface="宋体"/>
                <a:cs typeface="宋体"/>
              </a:rPr>
              <a:t>善</a:t>
            </a:r>
            <a:r>
              <a:rPr dirty="0" sz="250">
                <a:solidFill>
                  <a:srgbClr val="A5A3A5"/>
                </a:solidFill>
                <a:latin typeface="宋体"/>
                <a:cs typeface="宋体"/>
              </a:rPr>
              <a:t>	</a:t>
            </a:r>
            <a:r>
              <a:rPr dirty="0" sz="700" spc="-345">
                <a:solidFill>
                  <a:srgbClr val="B3B3B5"/>
                </a:solidFill>
                <a:latin typeface="宋体"/>
                <a:cs typeface="宋体"/>
              </a:rPr>
              <a:t>．</a:t>
            </a:r>
            <a:r>
              <a:rPr dirty="0" sz="700" spc="-175">
                <a:solidFill>
                  <a:srgbClr val="919093"/>
                </a:solidFill>
                <a:latin typeface="宋体"/>
                <a:cs typeface="宋体"/>
              </a:rPr>
              <a:t>．，</a:t>
            </a:r>
            <a:endParaRPr sz="700">
              <a:latin typeface="宋体"/>
              <a:cs typeface="宋体"/>
            </a:endParaRPr>
          </a:p>
        </p:txBody>
      </p:sp>
      <p:sp>
        <p:nvSpPr>
          <p:cNvPr id="99" name="object 99"/>
          <p:cNvSpPr/>
          <p:nvPr/>
        </p:nvSpPr>
        <p:spPr>
          <a:xfrm>
            <a:off x="8117218" y="6602403"/>
            <a:ext cx="105410" cy="0"/>
          </a:xfrm>
          <a:custGeom>
            <a:avLst/>
            <a:gdLst/>
            <a:ahLst/>
            <a:cxnLst/>
            <a:rect l="l" t="t" r="r" b="b"/>
            <a:pathLst>
              <a:path w="105409" h="0">
                <a:moveTo>
                  <a:pt x="0" y="0"/>
                </a:moveTo>
                <a:lnTo>
                  <a:pt x="105357" y="0"/>
                </a:lnTo>
              </a:path>
            </a:pathLst>
          </a:custGeom>
          <a:ln w="78105">
            <a:solidFill>
              <a:srgbClr val="EFEDE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0" name="object 100"/>
          <p:cNvSpPr/>
          <p:nvPr/>
        </p:nvSpPr>
        <p:spPr>
          <a:xfrm>
            <a:off x="8502317" y="6451437"/>
            <a:ext cx="0" cy="214629"/>
          </a:xfrm>
          <a:custGeom>
            <a:avLst/>
            <a:gdLst/>
            <a:ahLst/>
            <a:cxnLst/>
            <a:rect l="l" t="t" r="r" b="b"/>
            <a:pathLst>
              <a:path w="0" h="214629">
                <a:moveTo>
                  <a:pt x="0" y="0"/>
                </a:moveTo>
                <a:lnTo>
                  <a:pt x="0" y="214087"/>
                </a:lnTo>
              </a:path>
            </a:pathLst>
          </a:custGeom>
          <a:ln w="27459">
            <a:solidFill>
              <a:srgbClr val="EFEDE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1" name="object 101"/>
          <p:cNvSpPr/>
          <p:nvPr/>
        </p:nvSpPr>
        <p:spPr>
          <a:xfrm>
            <a:off x="8874087" y="6536898"/>
            <a:ext cx="113030" cy="111760"/>
          </a:xfrm>
          <a:custGeom>
            <a:avLst/>
            <a:gdLst/>
            <a:ahLst/>
            <a:cxnLst/>
            <a:rect l="l" t="t" r="r" b="b"/>
            <a:pathLst>
              <a:path w="113029" h="111759">
                <a:moveTo>
                  <a:pt x="0" y="0"/>
                </a:moveTo>
                <a:lnTo>
                  <a:pt x="112888" y="0"/>
                </a:lnTo>
                <a:lnTo>
                  <a:pt x="112888" y="111325"/>
                </a:lnTo>
                <a:lnTo>
                  <a:pt x="0" y="111325"/>
                </a:lnTo>
                <a:lnTo>
                  <a:pt x="0" y="0"/>
                </a:lnTo>
                <a:close/>
              </a:path>
            </a:pathLst>
          </a:custGeom>
          <a:solidFill>
            <a:srgbClr val="EFED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2" name="object 102"/>
          <p:cNvSpPr txBox="1"/>
          <p:nvPr/>
        </p:nvSpPr>
        <p:spPr>
          <a:xfrm>
            <a:off x="8104516" y="6336629"/>
            <a:ext cx="836930" cy="3536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83540" algn="l"/>
                <a:tab pos="768985" algn="l"/>
              </a:tabLst>
            </a:pPr>
            <a:r>
              <a:rPr dirty="0" sz="450" spc="-65">
                <a:solidFill>
                  <a:srgbClr val="A5A3A5"/>
                </a:solidFill>
                <a:latin typeface="Arial"/>
                <a:cs typeface="Arial"/>
              </a:rPr>
              <a:t>2</a:t>
            </a:r>
            <a:r>
              <a:rPr dirty="0" sz="450" spc="5">
                <a:solidFill>
                  <a:srgbClr val="A5A3A5"/>
                </a:solidFill>
                <a:latin typeface="Arial"/>
                <a:cs typeface="Arial"/>
              </a:rPr>
              <a:t> </a:t>
            </a:r>
            <a:r>
              <a:rPr dirty="0" sz="400" spc="-125">
                <a:solidFill>
                  <a:srgbClr val="A5A3A5"/>
                </a:solidFill>
                <a:latin typeface="宋体"/>
                <a:cs typeface="宋体"/>
              </a:rPr>
              <a:t>瞿？</a:t>
            </a:r>
            <a:r>
              <a:rPr dirty="0" sz="400">
                <a:solidFill>
                  <a:srgbClr val="A5A3A5"/>
                </a:solidFill>
                <a:latin typeface="宋体"/>
                <a:cs typeface="宋体"/>
              </a:rPr>
              <a:t>	</a:t>
            </a:r>
            <a:r>
              <a:rPr dirty="0" baseline="2222" sz="1875" spc="7">
                <a:solidFill>
                  <a:srgbClr val="A5A3A5"/>
                </a:solidFill>
                <a:latin typeface="Times New Roman"/>
                <a:cs typeface="Times New Roman"/>
              </a:rPr>
              <a:t>,</a:t>
            </a:r>
            <a:r>
              <a:rPr dirty="0" baseline="1291" sz="3225" spc="-375">
                <a:solidFill>
                  <a:srgbClr val="919093"/>
                </a:solidFill>
                <a:latin typeface="Times New Roman"/>
                <a:cs typeface="Times New Roman"/>
              </a:rPr>
              <a:t>..</a:t>
            </a:r>
            <a:r>
              <a:rPr dirty="0" baseline="1291" sz="3225">
                <a:solidFill>
                  <a:srgbClr val="919093"/>
                </a:solidFill>
                <a:latin typeface="Times New Roman"/>
                <a:cs typeface="Times New Roman"/>
              </a:rPr>
              <a:t>	</a:t>
            </a:r>
            <a:r>
              <a:rPr dirty="0" sz="650" spc="-125">
                <a:solidFill>
                  <a:srgbClr val="A5A3A5"/>
                </a:solidFill>
                <a:latin typeface="Times New Roman"/>
                <a:cs typeface="Times New Roman"/>
              </a:rPr>
              <a:t>,.H</a:t>
            </a:r>
            <a:endParaRPr sz="650">
              <a:latin typeface="Times New Roman"/>
              <a:cs typeface="Times New Roman"/>
            </a:endParaRPr>
          </a:p>
        </p:txBody>
      </p:sp>
      <p:sp>
        <p:nvSpPr>
          <p:cNvPr id="103" name="object 103"/>
          <p:cNvSpPr/>
          <p:nvPr/>
        </p:nvSpPr>
        <p:spPr>
          <a:xfrm>
            <a:off x="9599896" y="6562844"/>
            <a:ext cx="0" cy="86995"/>
          </a:xfrm>
          <a:custGeom>
            <a:avLst/>
            <a:gdLst/>
            <a:ahLst/>
            <a:cxnLst/>
            <a:rect l="l" t="t" r="r" b="b"/>
            <a:pathLst>
              <a:path w="0" h="86995">
                <a:moveTo>
                  <a:pt x="0" y="0"/>
                </a:moveTo>
                <a:lnTo>
                  <a:pt x="0" y="86784"/>
                </a:lnTo>
              </a:path>
            </a:pathLst>
          </a:custGeom>
          <a:ln w="24408">
            <a:solidFill>
              <a:srgbClr val="EFEDE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4" name="object 104"/>
          <p:cNvSpPr/>
          <p:nvPr/>
        </p:nvSpPr>
        <p:spPr>
          <a:xfrm>
            <a:off x="9711740" y="6562844"/>
            <a:ext cx="0" cy="86995"/>
          </a:xfrm>
          <a:custGeom>
            <a:avLst/>
            <a:gdLst/>
            <a:ahLst/>
            <a:cxnLst/>
            <a:rect l="l" t="t" r="r" b="b"/>
            <a:pathLst>
              <a:path w="0" h="86995">
                <a:moveTo>
                  <a:pt x="0" y="0"/>
                </a:moveTo>
                <a:lnTo>
                  <a:pt x="0" y="86784"/>
                </a:lnTo>
              </a:path>
            </a:pathLst>
          </a:custGeom>
          <a:ln w="66995">
            <a:solidFill>
              <a:srgbClr val="EFEDE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5" name="object 105"/>
          <p:cNvSpPr txBox="1"/>
          <p:nvPr/>
        </p:nvSpPr>
        <p:spPr>
          <a:xfrm>
            <a:off x="9574992" y="6552658"/>
            <a:ext cx="156845" cy="1022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00" spc="-65">
                <a:solidFill>
                  <a:srgbClr val="A5A3A5"/>
                </a:solidFill>
                <a:latin typeface="Arial"/>
                <a:cs typeface="Arial"/>
              </a:rPr>
              <a:t>,</a:t>
            </a:r>
            <a:r>
              <a:rPr dirty="0" sz="500" spc="-25">
                <a:solidFill>
                  <a:srgbClr val="A5A3A5"/>
                </a:solidFill>
                <a:latin typeface="Arial"/>
                <a:cs typeface="Arial"/>
              </a:rPr>
              <a:t> </a:t>
            </a:r>
            <a:r>
              <a:rPr dirty="0" sz="500" spc="-85">
                <a:solidFill>
                  <a:srgbClr val="C3C1C3"/>
                </a:solidFill>
                <a:latin typeface="Arial"/>
                <a:cs typeface="Arial"/>
              </a:rPr>
              <a:t>.</a:t>
            </a:r>
            <a:r>
              <a:rPr dirty="0" sz="500" spc="-85">
                <a:solidFill>
                  <a:srgbClr val="A5A3A5"/>
                </a:solidFill>
                <a:latin typeface="Arial"/>
                <a:cs typeface="Arial"/>
              </a:rPr>
              <a:t>IL</a:t>
            </a:r>
            <a:endParaRPr sz="500">
              <a:latin typeface="Arial"/>
              <a:cs typeface="Arial"/>
            </a:endParaRPr>
          </a:p>
        </p:txBody>
      </p:sp>
      <p:sp>
        <p:nvSpPr>
          <p:cNvPr id="106" name="object 106"/>
          <p:cNvSpPr/>
          <p:nvPr/>
        </p:nvSpPr>
        <p:spPr>
          <a:xfrm>
            <a:off x="10024275" y="6559285"/>
            <a:ext cx="113030" cy="94615"/>
          </a:xfrm>
          <a:custGeom>
            <a:avLst/>
            <a:gdLst/>
            <a:ahLst/>
            <a:cxnLst/>
            <a:rect l="l" t="t" r="r" b="b"/>
            <a:pathLst>
              <a:path w="113029" h="94615">
                <a:moveTo>
                  <a:pt x="0" y="0"/>
                </a:moveTo>
                <a:lnTo>
                  <a:pt x="112888" y="0"/>
                </a:lnTo>
                <a:lnTo>
                  <a:pt x="112888" y="94198"/>
                </a:lnTo>
                <a:lnTo>
                  <a:pt x="0" y="94198"/>
                </a:lnTo>
                <a:lnTo>
                  <a:pt x="0" y="0"/>
                </a:lnTo>
                <a:close/>
              </a:path>
            </a:pathLst>
          </a:custGeom>
          <a:solidFill>
            <a:srgbClr val="EFED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7" name="object 107"/>
          <p:cNvSpPr txBox="1"/>
          <p:nvPr/>
        </p:nvSpPr>
        <p:spPr>
          <a:xfrm>
            <a:off x="10011574" y="6549351"/>
            <a:ext cx="71755" cy="1098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50" spc="-105">
                <a:solidFill>
                  <a:srgbClr val="A5A3A5"/>
                </a:solidFill>
                <a:latin typeface="Times New Roman"/>
                <a:cs typeface="Times New Roman"/>
              </a:rPr>
              <a:t>2la</a:t>
            </a:r>
            <a:endParaRPr sz="550">
              <a:latin typeface="Times New Roman"/>
              <a:cs typeface="Times New Roman"/>
            </a:endParaRPr>
          </a:p>
        </p:txBody>
      </p:sp>
      <p:sp>
        <p:nvSpPr>
          <p:cNvPr id="108" name="object 108"/>
          <p:cNvSpPr/>
          <p:nvPr/>
        </p:nvSpPr>
        <p:spPr>
          <a:xfrm>
            <a:off x="10495900" y="6616076"/>
            <a:ext cx="19685" cy="19685"/>
          </a:xfrm>
          <a:custGeom>
            <a:avLst/>
            <a:gdLst/>
            <a:ahLst/>
            <a:cxnLst/>
            <a:rect l="l" t="t" r="r" b="b"/>
            <a:pathLst>
              <a:path w="19684" h="19684">
                <a:moveTo>
                  <a:pt x="0" y="0"/>
                </a:moveTo>
                <a:lnTo>
                  <a:pt x="19218" y="0"/>
                </a:lnTo>
                <a:lnTo>
                  <a:pt x="19218" y="19083"/>
                </a:lnTo>
                <a:lnTo>
                  <a:pt x="0" y="19083"/>
                </a:lnTo>
                <a:lnTo>
                  <a:pt x="0" y="0"/>
                </a:lnTo>
                <a:close/>
              </a:path>
            </a:pathLst>
          </a:custGeom>
          <a:solidFill>
            <a:srgbClr val="EFED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9" name="object 109"/>
          <p:cNvSpPr txBox="1"/>
          <p:nvPr/>
        </p:nvSpPr>
        <p:spPr>
          <a:xfrm>
            <a:off x="10468972" y="6582596"/>
            <a:ext cx="92075" cy="94615"/>
          </a:xfrm>
          <a:prstGeom prst="rect">
            <a:avLst/>
          </a:prstGeom>
        </p:spPr>
        <p:txBody>
          <a:bodyPr wrap="square" lIns="0" tIns="0" rIns="0" bIns="0" rtlCol="0" vert="eaVert">
            <a:spAutoFit/>
          </a:bodyPr>
          <a:lstStyle/>
          <a:p>
            <a:pPr marL="12700">
              <a:lnSpc>
                <a:spcPct val="90000"/>
              </a:lnSpc>
            </a:pPr>
            <a:r>
              <a:rPr dirty="0" sz="450" spc="-360">
                <a:solidFill>
                  <a:srgbClr val="919093"/>
                </a:solidFill>
                <a:latin typeface="宋体"/>
                <a:cs typeface="宋体"/>
              </a:rPr>
              <a:t>，</a:t>
            </a:r>
            <a:r>
              <a:rPr dirty="0" baseline="6172" sz="675">
                <a:solidFill>
                  <a:srgbClr val="919093"/>
                </a:solidFill>
                <a:latin typeface="宋体"/>
                <a:cs typeface="宋体"/>
              </a:rPr>
              <a:t>盲</a:t>
            </a:r>
            <a:endParaRPr baseline="6172" sz="675">
              <a:latin typeface="宋体"/>
              <a:cs typeface="宋体"/>
            </a:endParaRPr>
          </a:p>
        </p:txBody>
      </p:sp>
      <p:sp>
        <p:nvSpPr>
          <p:cNvPr id="110" name="object 110"/>
          <p:cNvSpPr txBox="1"/>
          <p:nvPr/>
        </p:nvSpPr>
        <p:spPr>
          <a:xfrm>
            <a:off x="10488032" y="6602869"/>
            <a:ext cx="35560" cy="45085"/>
          </a:xfrm>
          <a:prstGeom prst="rect">
            <a:avLst/>
          </a:prstGeom>
        </p:spPr>
        <p:txBody>
          <a:bodyPr wrap="square" lIns="0" tIns="0" rIns="0" bIns="0" rtlCol="0" vert="eaVert">
            <a:spAutoFit/>
          </a:bodyPr>
          <a:lstStyle/>
          <a:p>
            <a:pPr marL="12700">
              <a:lnSpc>
                <a:spcPct val="95000"/>
              </a:lnSpc>
            </a:pPr>
            <a:r>
              <a:rPr dirty="0" sz="150">
                <a:solidFill>
                  <a:srgbClr val="B3B3B5"/>
                </a:solidFill>
                <a:latin typeface="宋体"/>
                <a:cs typeface="宋体"/>
              </a:rPr>
              <a:t>i</a:t>
            </a:r>
            <a:endParaRPr sz="150">
              <a:latin typeface="宋体"/>
              <a:cs typeface="宋体"/>
            </a:endParaRPr>
          </a:p>
        </p:txBody>
      </p:sp>
      <p:sp>
        <p:nvSpPr>
          <p:cNvPr id="111" name="object 111"/>
          <p:cNvSpPr txBox="1"/>
          <p:nvPr/>
        </p:nvSpPr>
        <p:spPr>
          <a:xfrm>
            <a:off x="10422201" y="6581171"/>
            <a:ext cx="127635" cy="127635"/>
          </a:xfrm>
          <a:prstGeom prst="rect">
            <a:avLst/>
          </a:prstGeom>
        </p:spPr>
        <p:txBody>
          <a:bodyPr wrap="square" lIns="0" tIns="0" rIns="0" bIns="0" rtlCol="0" vert="eaVert">
            <a:spAutoFit/>
          </a:bodyPr>
          <a:lstStyle/>
          <a:p>
            <a:pPr marL="12700">
              <a:lnSpc>
                <a:spcPct val="70000"/>
              </a:lnSpc>
            </a:pPr>
            <a:r>
              <a:rPr dirty="0" sz="800">
                <a:solidFill>
                  <a:srgbClr val="919093"/>
                </a:solidFill>
                <a:latin typeface="宋体"/>
                <a:cs typeface="宋体"/>
              </a:rPr>
              <a:t>，</a:t>
            </a:r>
            <a:endParaRPr sz="800">
              <a:latin typeface="宋体"/>
              <a:cs typeface="宋体"/>
            </a:endParaRPr>
          </a:p>
        </p:txBody>
      </p:sp>
      <p:sp>
        <p:nvSpPr>
          <p:cNvPr id="112" name="object 112"/>
          <p:cNvSpPr txBox="1"/>
          <p:nvPr/>
        </p:nvSpPr>
        <p:spPr>
          <a:xfrm>
            <a:off x="10420811" y="6625037"/>
            <a:ext cx="127635" cy="127635"/>
          </a:xfrm>
          <a:prstGeom prst="rect">
            <a:avLst/>
          </a:prstGeom>
        </p:spPr>
        <p:txBody>
          <a:bodyPr wrap="square" lIns="0" tIns="0" rIns="0" bIns="0" rtlCol="0" vert="eaVert">
            <a:spAutoFit/>
          </a:bodyPr>
          <a:lstStyle/>
          <a:p>
            <a:pPr marL="12700">
              <a:lnSpc>
                <a:spcPct val="70000"/>
              </a:lnSpc>
            </a:pPr>
            <a:r>
              <a:rPr dirty="0" sz="800">
                <a:solidFill>
                  <a:srgbClr val="919093"/>
                </a:solidFill>
                <a:latin typeface="宋体"/>
                <a:cs typeface="宋体"/>
              </a:rPr>
              <a:t>．</a:t>
            </a:r>
            <a:endParaRPr sz="800">
              <a:latin typeface="宋体"/>
              <a:cs typeface="宋体"/>
            </a:endParaRPr>
          </a:p>
        </p:txBody>
      </p:sp>
      <p:sp>
        <p:nvSpPr>
          <p:cNvPr id="113" name="object 113"/>
          <p:cNvSpPr/>
          <p:nvPr/>
        </p:nvSpPr>
        <p:spPr>
          <a:xfrm>
            <a:off x="10406795" y="6576734"/>
            <a:ext cx="45085" cy="45085"/>
          </a:xfrm>
          <a:custGeom>
            <a:avLst/>
            <a:gdLst/>
            <a:ahLst/>
            <a:cxnLst/>
            <a:rect l="l" t="t" r="r" b="b"/>
            <a:pathLst>
              <a:path w="45084" h="45084">
                <a:moveTo>
                  <a:pt x="0" y="0"/>
                </a:moveTo>
                <a:lnTo>
                  <a:pt x="44842" y="0"/>
                </a:lnTo>
                <a:lnTo>
                  <a:pt x="44842" y="44529"/>
                </a:lnTo>
                <a:lnTo>
                  <a:pt x="0" y="44529"/>
                </a:lnTo>
                <a:lnTo>
                  <a:pt x="0" y="0"/>
                </a:lnTo>
                <a:close/>
              </a:path>
            </a:pathLst>
          </a:custGeom>
          <a:solidFill>
            <a:srgbClr val="EFED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4" name="object 114"/>
          <p:cNvSpPr/>
          <p:nvPr/>
        </p:nvSpPr>
        <p:spPr>
          <a:xfrm>
            <a:off x="10412879" y="6572748"/>
            <a:ext cx="45085" cy="45085"/>
          </a:xfrm>
          <a:custGeom>
            <a:avLst/>
            <a:gdLst/>
            <a:ahLst/>
            <a:cxnLst/>
            <a:rect l="l" t="t" r="r" b="b"/>
            <a:pathLst>
              <a:path w="45084" h="45084">
                <a:moveTo>
                  <a:pt x="0" y="0"/>
                </a:moveTo>
                <a:lnTo>
                  <a:pt x="44842" y="0"/>
                </a:lnTo>
                <a:lnTo>
                  <a:pt x="44842" y="44529"/>
                </a:lnTo>
                <a:lnTo>
                  <a:pt x="0" y="44529"/>
                </a:lnTo>
                <a:lnTo>
                  <a:pt x="0" y="0"/>
                </a:lnTo>
                <a:close/>
              </a:path>
            </a:pathLst>
          </a:custGeom>
          <a:solidFill>
            <a:srgbClr val="EFED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5" name="object 115"/>
          <p:cNvSpPr txBox="1"/>
          <p:nvPr/>
        </p:nvSpPr>
        <p:spPr>
          <a:xfrm>
            <a:off x="10405644" y="6557998"/>
            <a:ext cx="48260" cy="70485"/>
          </a:xfrm>
          <a:prstGeom prst="rect">
            <a:avLst/>
          </a:prstGeom>
        </p:spPr>
        <p:txBody>
          <a:bodyPr wrap="square" lIns="0" tIns="0" rIns="0" bIns="0" rtlCol="0" vert="eaVert">
            <a:spAutoFit/>
          </a:bodyPr>
          <a:lstStyle/>
          <a:p>
            <a:pPr marL="12700">
              <a:lnSpc>
                <a:spcPct val="60000"/>
              </a:lnSpc>
            </a:pPr>
            <a:r>
              <a:rPr dirty="0" sz="350">
                <a:solidFill>
                  <a:srgbClr val="A5A3A5"/>
                </a:solidFill>
                <a:latin typeface="宋体"/>
                <a:cs typeface="宋体"/>
              </a:rPr>
              <a:t>r</a:t>
            </a:r>
            <a:endParaRPr sz="350">
              <a:latin typeface="宋体"/>
              <a:cs typeface="宋体"/>
            </a:endParaRPr>
          </a:p>
        </p:txBody>
      </p:sp>
      <p:sp>
        <p:nvSpPr>
          <p:cNvPr id="116" name="object 116"/>
          <p:cNvSpPr txBox="1"/>
          <p:nvPr/>
        </p:nvSpPr>
        <p:spPr>
          <a:xfrm>
            <a:off x="10417061" y="6545908"/>
            <a:ext cx="48260" cy="70485"/>
          </a:xfrm>
          <a:prstGeom prst="rect">
            <a:avLst/>
          </a:prstGeom>
        </p:spPr>
        <p:txBody>
          <a:bodyPr wrap="square" lIns="0" tIns="0" rIns="0" bIns="0" rtlCol="0" vert="eaVert">
            <a:spAutoFit/>
          </a:bodyPr>
          <a:lstStyle/>
          <a:p>
            <a:pPr marL="12700">
              <a:lnSpc>
                <a:spcPct val="60000"/>
              </a:lnSpc>
            </a:pPr>
            <a:r>
              <a:rPr dirty="0" sz="350">
                <a:solidFill>
                  <a:srgbClr val="A5A3A5"/>
                </a:solidFill>
                <a:latin typeface="宋体"/>
                <a:cs typeface="宋体"/>
              </a:rPr>
              <a:t>.</a:t>
            </a:r>
            <a:endParaRPr sz="350">
              <a:latin typeface="宋体"/>
              <a:cs typeface="宋体"/>
            </a:endParaRPr>
          </a:p>
        </p:txBody>
      </p:sp>
      <p:sp>
        <p:nvSpPr>
          <p:cNvPr id="117" name="object 117"/>
          <p:cNvSpPr/>
          <p:nvPr/>
        </p:nvSpPr>
        <p:spPr>
          <a:xfrm>
            <a:off x="10793419" y="6559285"/>
            <a:ext cx="104139" cy="94615"/>
          </a:xfrm>
          <a:custGeom>
            <a:avLst/>
            <a:gdLst/>
            <a:ahLst/>
            <a:cxnLst/>
            <a:rect l="l" t="t" r="r" b="b"/>
            <a:pathLst>
              <a:path w="104140" h="94615">
                <a:moveTo>
                  <a:pt x="0" y="0"/>
                </a:moveTo>
                <a:lnTo>
                  <a:pt x="103735" y="0"/>
                </a:lnTo>
                <a:lnTo>
                  <a:pt x="103735" y="94198"/>
                </a:lnTo>
                <a:lnTo>
                  <a:pt x="0" y="94198"/>
                </a:lnTo>
                <a:lnTo>
                  <a:pt x="0" y="0"/>
                </a:lnTo>
                <a:close/>
              </a:path>
            </a:pathLst>
          </a:custGeom>
          <a:solidFill>
            <a:srgbClr val="EFEDE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8" name="object 118"/>
          <p:cNvSpPr txBox="1"/>
          <p:nvPr/>
        </p:nvSpPr>
        <p:spPr>
          <a:xfrm>
            <a:off x="10780718" y="6549351"/>
            <a:ext cx="64135" cy="1098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550" spc="-135">
                <a:solidFill>
                  <a:srgbClr val="A5A3A5"/>
                </a:solidFill>
                <a:latin typeface="Times New Roman"/>
                <a:cs typeface="Times New Roman"/>
              </a:rPr>
              <a:t>B•</a:t>
            </a:r>
            <a:endParaRPr sz="550">
              <a:latin typeface="Times New Roman"/>
              <a:cs typeface="Times New Roman"/>
            </a:endParaRPr>
          </a:p>
        </p:txBody>
      </p:sp>
      <p:sp>
        <p:nvSpPr>
          <p:cNvPr id="119" name="object 119"/>
          <p:cNvSpPr txBox="1"/>
          <p:nvPr/>
        </p:nvSpPr>
        <p:spPr>
          <a:xfrm>
            <a:off x="4709565" y="6102520"/>
            <a:ext cx="1588770" cy="782320"/>
          </a:xfrm>
          <a:prstGeom prst="rect">
            <a:avLst/>
          </a:prstGeom>
        </p:spPr>
        <p:txBody>
          <a:bodyPr wrap="square" lIns="0" tIns="142240" rIns="0" bIns="0" rtlCol="0" vert="horz">
            <a:spAutoFit/>
          </a:bodyPr>
          <a:lstStyle/>
          <a:p>
            <a:pPr marL="49530">
              <a:lnSpc>
                <a:spcPct val="100000"/>
              </a:lnSpc>
              <a:spcBef>
                <a:spcPts val="1120"/>
              </a:spcBef>
              <a:tabLst>
                <a:tab pos="1200150" algn="l"/>
                <a:tab pos="1458595" algn="l"/>
              </a:tabLst>
            </a:pPr>
            <a:r>
              <a:rPr dirty="0" u="sng" sz="2950">
                <a:solidFill>
                  <a:srgbClr val="A5A3A5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r>
              <a:rPr dirty="0" u="sng" sz="2950">
                <a:solidFill>
                  <a:srgbClr val="A5A3A5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	</a:t>
            </a:r>
            <a:r>
              <a:rPr dirty="0" sz="2950">
                <a:solidFill>
                  <a:srgbClr val="A5A3A5"/>
                </a:solidFill>
                <a:latin typeface="Arial"/>
                <a:cs typeface="Arial"/>
              </a:rPr>
              <a:t>	</a:t>
            </a:r>
            <a:r>
              <a:rPr dirty="0" sz="2950" spc="-400">
                <a:solidFill>
                  <a:srgbClr val="A5A3A5"/>
                </a:solidFill>
                <a:latin typeface="Arial"/>
                <a:cs typeface="Arial"/>
              </a:rPr>
              <a:t>.</a:t>
            </a:r>
            <a:r>
              <a:rPr dirty="0" sz="2950" spc="-495">
                <a:solidFill>
                  <a:srgbClr val="A5A3A5"/>
                </a:solidFill>
                <a:latin typeface="Arial"/>
                <a:cs typeface="Arial"/>
              </a:rPr>
              <a:t>.</a:t>
            </a:r>
            <a:r>
              <a:rPr dirty="0" sz="1250" spc="-150">
                <a:solidFill>
                  <a:srgbClr val="A5A3A5"/>
                </a:solidFill>
                <a:latin typeface="Times New Roman"/>
                <a:cs typeface="Times New Roman"/>
              </a:rPr>
              <a:t>,</a:t>
            </a:r>
            <a:endParaRPr sz="12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15"/>
              </a:spcBef>
            </a:pPr>
            <a:r>
              <a:rPr dirty="0" sz="900" spc="-415">
                <a:solidFill>
                  <a:srgbClr val="429350"/>
                </a:solidFill>
                <a:latin typeface="宋体"/>
                <a:cs typeface="宋体"/>
              </a:rPr>
              <a:t>区</a:t>
            </a:r>
            <a:endParaRPr sz="900">
              <a:latin typeface="宋体"/>
              <a:cs typeface="宋体"/>
            </a:endParaRPr>
          </a:p>
        </p:txBody>
      </p:sp>
      <p:sp>
        <p:nvSpPr>
          <p:cNvPr id="120" name="object 120"/>
          <p:cNvSpPr/>
          <p:nvPr/>
        </p:nvSpPr>
        <p:spPr>
          <a:xfrm>
            <a:off x="11936356" y="6676325"/>
            <a:ext cx="104139" cy="0"/>
          </a:xfrm>
          <a:custGeom>
            <a:avLst/>
            <a:gdLst/>
            <a:ahLst/>
            <a:cxnLst/>
            <a:rect l="l" t="t" r="r" b="b"/>
            <a:pathLst>
              <a:path w="104140" h="0">
                <a:moveTo>
                  <a:pt x="0" y="0"/>
                </a:moveTo>
                <a:lnTo>
                  <a:pt x="103735" y="0"/>
                </a:lnTo>
              </a:path>
            </a:pathLst>
          </a:custGeom>
          <a:ln w="38167">
            <a:solidFill>
              <a:srgbClr val="EFEDE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1" name="object 121"/>
          <p:cNvSpPr txBox="1"/>
          <p:nvPr/>
        </p:nvSpPr>
        <p:spPr>
          <a:xfrm>
            <a:off x="11923655" y="6639172"/>
            <a:ext cx="268605" cy="717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00" spc="-5">
                <a:solidFill>
                  <a:srgbClr val="B3B3B5"/>
                </a:solidFill>
                <a:latin typeface="宋体"/>
                <a:cs typeface="宋体"/>
              </a:rPr>
              <a:t>· ·</a:t>
            </a:r>
            <a:r>
              <a:rPr dirty="0" sz="300" spc="90">
                <a:solidFill>
                  <a:srgbClr val="B3B3B5"/>
                </a:solidFill>
                <a:latin typeface="宋体"/>
                <a:cs typeface="宋体"/>
              </a:rPr>
              <a:t> </a:t>
            </a:r>
            <a:r>
              <a:rPr dirty="0" sz="300" spc="-40">
                <a:solidFill>
                  <a:srgbClr val="919093"/>
                </a:solidFill>
                <a:latin typeface="宋体"/>
                <a:cs typeface="宋体"/>
              </a:rPr>
              <a:t>已</a:t>
            </a:r>
            <a:endParaRPr sz="3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1840" y="0"/>
            <a:ext cx="2058670" cy="63436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>
                <a:solidFill>
                  <a:srgbClr val="F1F1F1"/>
                </a:solidFill>
                <a:latin typeface="华文楷体"/>
                <a:cs typeface="华文楷体"/>
              </a:rPr>
              <a:t>高中物</a:t>
            </a:r>
            <a:r>
              <a:rPr dirty="0" sz="4000" spc="-10">
                <a:solidFill>
                  <a:srgbClr val="F1F1F1"/>
                </a:solidFill>
                <a:latin typeface="华文楷体"/>
                <a:cs typeface="华文楷体"/>
              </a:rPr>
              <a:t>理</a:t>
            </a:r>
            <a:endParaRPr sz="4000">
              <a:latin typeface="华文楷体"/>
              <a:cs typeface="华文楷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30081" y="2652077"/>
            <a:ext cx="6585762" cy="49804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9209176" y="2660967"/>
            <a:ext cx="937831" cy="45018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657426" y="3207219"/>
            <a:ext cx="2291105" cy="47249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964533" y="3209594"/>
            <a:ext cx="865301" cy="45510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4855095" y="3216401"/>
            <a:ext cx="1168057" cy="432955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62369" y="0"/>
            <a:ext cx="3072765" cy="1918335"/>
          </a:xfrm>
          <a:prstGeom prst="rect">
            <a:avLst/>
          </a:prstGeom>
        </p:spPr>
        <p:txBody>
          <a:bodyPr wrap="square" lIns="0" tIns="349250" rIns="0" bIns="0" rtlCol="0" vert="horz">
            <a:spAutoFit/>
          </a:bodyPr>
          <a:lstStyle/>
          <a:p>
            <a:pPr marL="401955">
              <a:lnSpc>
                <a:spcPct val="100000"/>
              </a:lnSpc>
              <a:spcBef>
                <a:spcPts val="2750"/>
              </a:spcBef>
            </a:pPr>
            <a:r>
              <a:rPr dirty="0" sz="4000" b="1">
                <a:solidFill>
                  <a:srgbClr val="F1F1F1"/>
                </a:solidFill>
                <a:latin typeface="华文楷体"/>
                <a:cs typeface="华文楷体"/>
              </a:rPr>
              <a:t>高中物</a:t>
            </a:r>
            <a:r>
              <a:rPr dirty="0" sz="4000" spc="-10" b="1">
                <a:solidFill>
                  <a:srgbClr val="F1F1F1"/>
                </a:solidFill>
                <a:latin typeface="华文楷体"/>
                <a:cs typeface="华文楷体"/>
              </a:rPr>
              <a:t>理</a:t>
            </a:r>
            <a:endParaRPr sz="4000">
              <a:latin typeface="华文楷体"/>
              <a:cs typeface="华文楷体"/>
            </a:endParaRPr>
          </a:p>
          <a:p>
            <a:pPr marL="12700">
              <a:lnSpc>
                <a:spcPct val="100000"/>
              </a:lnSpc>
              <a:spcBef>
                <a:spcPts val="2655"/>
              </a:spcBef>
            </a:pPr>
            <a:r>
              <a:rPr dirty="0" sz="4000" b="1">
                <a:solidFill>
                  <a:srgbClr val="0000FF"/>
                </a:solidFill>
                <a:latin typeface="微软雅黑"/>
                <a:cs typeface="微软雅黑"/>
              </a:rPr>
              <a:t>一、交变电</a:t>
            </a:r>
            <a:r>
              <a:rPr dirty="0" sz="4000" spc="-5" b="1">
                <a:solidFill>
                  <a:srgbClr val="0000FF"/>
                </a:solidFill>
                <a:latin typeface="微软雅黑"/>
                <a:cs typeface="微软雅黑"/>
              </a:rPr>
              <a:t>流</a:t>
            </a:r>
            <a:endParaRPr sz="4000">
              <a:latin typeface="微软雅黑"/>
              <a:cs typeface="微软雅黑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47534" y="1717268"/>
            <a:ext cx="191414" cy="4215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896543" y="1683334"/>
            <a:ext cx="2469375" cy="51734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541399" y="2430640"/>
            <a:ext cx="916495" cy="49502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2457589" y="2428849"/>
            <a:ext cx="4136542" cy="49502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6586677" y="2428862"/>
            <a:ext cx="5022367" cy="516445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618070" y="2977502"/>
            <a:ext cx="1407629" cy="496798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2075395" y="2998927"/>
            <a:ext cx="177126" cy="459295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2205774" y="3038208"/>
            <a:ext cx="503948" cy="380720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2668333" y="2998927"/>
            <a:ext cx="177126" cy="459295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2945142" y="3254540"/>
            <a:ext cx="175806" cy="176898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662762" y="3693909"/>
            <a:ext cx="285623" cy="419785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932522" y="3658184"/>
            <a:ext cx="1554975" cy="517347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1638769" y="4447819"/>
            <a:ext cx="470014" cy="495020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2120976" y="4446028"/>
            <a:ext cx="2731008" cy="495020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4832019" y="4447819"/>
            <a:ext cx="4290136" cy="514667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9412947" y="4447819"/>
            <a:ext cx="1854123" cy="495020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977963" y="5008956"/>
            <a:ext cx="194983" cy="452158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1174419" y="5055399"/>
            <a:ext cx="489661" cy="380720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1622691" y="5016106"/>
            <a:ext cx="177126" cy="459295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1899513" y="5271719"/>
            <a:ext cx="175806" cy="176898"/>
          </a:xfrm>
          <a:prstGeom prst="rect">
            <a:avLst/>
          </a:prstGeom>
          <a:blipFill>
            <a:blip r:embed="rId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5228590" y="383324"/>
            <a:ext cx="2064385" cy="6343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 b="1">
                <a:solidFill>
                  <a:srgbClr val="FF0000"/>
                </a:solidFill>
                <a:latin typeface="黑体"/>
                <a:cs typeface="黑体"/>
              </a:rPr>
              <a:t>新课教</a:t>
            </a:r>
            <a:r>
              <a:rPr dirty="0" sz="4000" spc="-25" b="1">
                <a:solidFill>
                  <a:srgbClr val="FF0000"/>
                </a:solidFill>
                <a:latin typeface="黑体"/>
                <a:cs typeface="黑体"/>
              </a:rPr>
              <a:t>学</a:t>
            </a:r>
            <a:endParaRPr sz="4000">
              <a:latin typeface="黑体"/>
              <a:cs typeface="黑体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1840" y="0"/>
            <a:ext cx="2058670" cy="63436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>
                <a:solidFill>
                  <a:srgbClr val="F1F1F1"/>
                </a:solidFill>
                <a:latin typeface="华文楷体"/>
                <a:cs typeface="华文楷体"/>
              </a:rPr>
              <a:t>高中物</a:t>
            </a:r>
            <a:r>
              <a:rPr dirty="0" sz="4000" spc="-10">
                <a:solidFill>
                  <a:srgbClr val="F1F1F1"/>
                </a:solidFill>
                <a:latin typeface="华文楷体"/>
                <a:cs typeface="华文楷体"/>
              </a:rPr>
              <a:t>理</a:t>
            </a:r>
            <a:endParaRPr sz="4000">
              <a:latin typeface="华文楷体"/>
              <a:cs typeface="华文楷体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609405" y="2532748"/>
            <a:ext cx="124460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latin typeface="Times New Roman"/>
                <a:cs typeface="Times New Roman"/>
              </a:rPr>
              <a:t>i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827388" y="2794825"/>
            <a:ext cx="114300" cy="1125855"/>
          </a:xfrm>
          <a:custGeom>
            <a:avLst/>
            <a:gdLst/>
            <a:ahLst/>
            <a:cxnLst/>
            <a:rect l="l" t="t" r="r" b="b"/>
            <a:pathLst>
              <a:path w="114300" h="1125854">
                <a:moveTo>
                  <a:pt x="38100" y="114300"/>
                </a:moveTo>
                <a:lnTo>
                  <a:pt x="0" y="114300"/>
                </a:lnTo>
                <a:lnTo>
                  <a:pt x="57150" y="0"/>
                </a:lnTo>
                <a:lnTo>
                  <a:pt x="100012" y="85725"/>
                </a:lnTo>
                <a:lnTo>
                  <a:pt x="38100" y="85725"/>
                </a:lnTo>
                <a:lnTo>
                  <a:pt x="38100" y="114300"/>
                </a:lnTo>
                <a:close/>
              </a:path>
              <a:path w="114300" h="1125854">
                <a:moveTo>
                  <a:pt x="76200" y="1125766"/>
                </a:moveTo>
                <a:lnTo>
                  <a:pt x="38100" y="1125766"/>
                </a:lnTo>
                <a:lnTo>
                  <a:pt x="38100" y="85725"/>
                </a:lnTo>
                <a:lnTo>
                  <a:pt x="76200" y="85725"/>
                </a:lnTo>
                <a:lnTo>
                  <a:pt x="76200" y="1125766"/>
                </a:lnTo>
                <a:close/>
              </a:path>
              <a:path w="114300" h="1125854">
                <a:moveTo>
                  <a:pt x="114300" y="114300"/>
                </a:moveTo>
                <a:lnTo>
                  <a:pt x="76200" y="114300"/>
                </a:lnTo>
                <a:lnTo>
                  <a:pt x="76200" y="85725"/>
                </a:lnTo>
                <a:lnTo>
                  <a:pt x="100012" y="85725"/>
                </a:lnTo>
                <a:lnTo>
                  <a:pt x="114300" y="1143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2884538" y="3319436"/>
            <a:ext cx="1880870" cy="114300"/>
          </a:xfrm>
          <a:custGeom>
            <a:avLst/>
            <a:gdLst/>
            <a:ahLst/>
            <a:cxnLst/>
            <a:rect l="l" t="t" r="r" b="b"/>
            <a:pathLst>
              <a:path w="1880870" h="114300">
                <a:moveTo>
                  <a:pt x="1766493" y="114300"/>
                </a:moveTo>
                <a:lnTo>
                  <a:pt x="1766493" y="0"/>
                </a:lnTo>
                <a:lnTo>
                  <a:pt x="1842693" y="38100"/>
                </a:lnTo>
                <a:lnTo>
                  <a:pt x="1795068" y="38100"/>
                </a:lnTo>
                <a:lnTo>
                  <a:pt x="1795068" y="76200"/>
                </a:lnTo>
                <a:lnTo>
                  <a:pt x="1842693" y="76200"/>
                </a:lnTo>
                <a:lnTo>
                  <a:pt x="1766493" y="114300"/>
                </a:lnTo>
                <a:close/>
              </a:path>
              <a:path w="1880870" h="114300">
                <a:moveTo>
                  <a:pt x="1766493" y="76200"/>
                </a:moveTo>
                <a:lnTo>
                  <a:pt x="0" y="76200"/>
                </a:lnTo>
                <a:lnTo>
                  <a:pt x="0" y="38100"/>
                </a:lnTo>
                <a:lnTo>
                  <a:pt x="1766493" y="38100"/>
                </a:lnTo>
                <a:lnTo>
                  <a:pt x="1766493" y="76200"/>
                </a:lnTo>
                <a:close/>
              </a:path>
              <a:path w="1880870" h="114300">
                <a:moveTo>
                  <a:pt x="1842693" y="76200"/>
                </a:moveTo>
                <a:lnTo>
                  <a:pt x="1795068" y="76200"/>
                </a:lnTo>
                <a:lnTo>
                  <a:pt x="1795068" y="38100"/>
                </a:lnTo>
                <a:lnTo>
                  <a:pt x="1842693" y="38100"/>
                </a:lnTo>
                <a:lnTo>
                  <a:pt x="1880793" y="57150"/>
                </a:lnTo>
                <a:lnTo>
                  <a:pt x="1842693" y="762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2872117" y="3019640"/>
            <a:ext cx="427990" cy="375285"/>
          </a:xfrm>
          <a:custGeom>
            <a:avLst/>
            <a:gdLst/>
            <a:ahLst/>
            <a:cxnLst/>
            <a:rect l="l" t="t" r="r" b="b"/>
            <a:pathLst>
              <a:path w="427989" h="375285">
                <a:moveTo>
                  <a:pt x="24841" y="375272"/>
                </a:moveTo>
                <a:lnTo>
                  <a:pt x="0" y="346379"/>
                </a:lnTo>
                <a:lnTo>
                  <a:pt x="403034" y="0"/>
                </a:lnTo>
                <a:lnTo>
                  <a:pt x="427863" y="28892"/>
                </a:lnTo>
                <a:lnTo>
                  <a:pt x="24841" y="37527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3287560" y="3054616"/>
            <a:ext cx="0" cy="114300"/>
          </a:xfrm>
          <a:custGeom>
            <a:avLst/>
            <a:gdLst/>
            <a:ahLst/>
            <a:cxnLst/>
            <a:rect l="l" t="t" r="r" b="b"/>
            <a:pathLst>
              <a:path w="0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3287560" y="3254641"/>
            <a:ext cx="0" cy="114300"/>
          </a:xfrm>
          <a:custGeom>
            <a:avLst/>
            <a:gdLst/>
            <a:ahLst/>
            <a:cxnLst/>
            <a:rect l="l" t="t" r="r" b="b"/>
            <a:pathLst>
              <a:path w="0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3287560" y="3454666"/>
            <a:ext cx="0" cy="114300"/>
          </a:xfrm>
          <a:custGeom>
            <a:avLst/>
            <a:gdLst/>
            <a:ahLst/>
            <a:cxnLst/>
            <a:rect l="l" t="t" r="r" b="b"/>
            <a:pathLst>
              <a:path w="0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3287560" y="3654691"/>
            <a:ext cx="0" cy="92710"/>
          </a:xfrm>
          <a:custGeom>
            <a:avLst/>
            <a:gdLst/>
            <a:ahLst/>
            <a:cxnLst/>
            <a:rect l="l" t="t" r="r" b="b"/>
            <a:pathLst>
              <a:path w="0" h="92710">
                <a:moveTo>
                  <a:pt x="0" y="0"/>
                </a:moveTo>
                <a:lnTo>
                  <a:pt x="0" y="9271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3275152" y="3040176"/>
            <a:ext cx="831215" cy="721995"/>
          </a:xfrm>
          <a:custGeom>
            <a:avLst/>
            <a:gdLst/>
            <a:ahLst/>
            <a:cxnLst/>
            <a:rect l="l" t="t" r="r" b="b"/>
            <a:pathLst>
              <a:path w="831214" h="721995">
                <a:moveTo>
                  <a:pt x="24828" y="721677"/>
                </a:moveTo>
                <a:lnTo>
                  <a:pt x="0" y="692772"/>
                </a:lnTo>
                <a:lnTo>
                  <a:pt x="806043" y="0"/>
                </a:lnTo>
                <a:lnTo>
                  <a:pt x="830884" y="28892"/>
                </a:lnTo>
                <a:lnTo>
                  <a:pt x="24828" y="72167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4093616" y="3054616"/>
            <a:ext cx="0" cy="114300"/>
          </a:xfrm>
          <a:custGeom>
            <a:avLst/>
            <a:gdLst/>
            <a:ahLst/>
            <a:cxnLst/>
            <a:rect l="l" t="t" r="r" b="b"/>
            <a:pathLst>
              <a:path w="0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4093616" y="3254641"/>
            <a:ext cx="0" cy="114300"/>
          </a:xfrm>
          <a:custGeom>
            <a:avLst/>
            <a:gdLst/>
            <a:ahLst/>
            <a:cxnLst/>
            <a:rect l="l" t="t" r="r" b="b"/>
            <a:pathLst>
              <a:path w="0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4093616" y="3454666"/>
            <a:ext cx="0" cy="114300"/>
          </a:xfrm>
          <a:custGeom>
            <a:avLst/>
            <a:gdLst/>
            <a:ahLst/>
            <a:cxnLst/>
            <a:rect l="l" t="t" r="r" b="b"/>
            <a:pathLst>
              <a:path w="0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4093616" y="3654691"/>
            <a:ext cx="0" cy="92710"/>
          </a:xfrm>
          <a:custGeom>
            <a:avLst/>
            <a:gdLst/>
            <a:ahLst/>
            <a:cxnLst/>
            <a:rect l="l" t="t" r="r" b="b"/>
            <a:pathLst>
              <a:path w="0" h="92710">
                <a:moveTo>
                  <a:pt x="0" y="0"/>
                </a:moveTo>
                <a:lnTo>
                  <a:pt x="0" y="9271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4084586" y="3367189"/>
            <a:ext cx="470534" cy="391795"/>
          </a:xfrm>
          <a:custGeom>
            <a:avLst/>
            <a:gdLst/>
            <a:ahLst/>
            <a:cxnLst/>
            <a:rect l="l" t="t" r="r" b="b"/>
            <a:pathLst>
              <a:path w="470535" h="391795">
                <a:moveTo>
                  <a:pt x="18072" y="391287"/>
                </a:moveTo>
                <a:lnTo>
                  <a:pt x="0" y="369138"/>
                </a:lnTo>
                <a:lnTo>
                  <a:pt x="452285" y="0"/>
                </a:lnTo>
                <a:lnTo>
                  <a:pt x="470357" y="22136"/>
                </a:lnTo>
                <a:lnTo>
                  <a:pt x="18072" y="39128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2609405" y="3096996"/>
            <a:ext cx="203200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latin typeface="Times New Roman"/>
                <a:cs typeface="Times New Roman"/>
              </a:rPr>
              <a:t>0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453231" y="3825494"/>
            <a:ext cx="440055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10" b="1">
                <a:latin typeface="Times New Roman"/>
                <a:cs typeface="Times New Roman"/>
              </a:rPr>
              <a:t>(</a:t>
            </a:r>
            <a:r>
              <a:rPr dirty="0" sz="2800" spc="-5" b="1">
                <a:latin typeface="Times New Roman"/>
                <a:cs typeface="Times New Roman"/>
              </a:rPr>
              <a:t>2)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382003" y="2656611"/>
            <a:ext cx="85725" cy="1264285"/>
          </a:xfrm>
          <a:custGeom>
            <a:avLst/>
            <a:gdLst/>
            <a:ahLst/>
            <a:cxnLst/>
            <a:rect l="l" t="t" r="r" b="b"/>
            <a:pathLst>
              <a:path w="85725" h="1264285">
                <a:moveTo>
                  <a:pt x="28575" y="85724"/>
                </a:moveTo>
                <a:lnTo>
                  <a:pt x="0" y="85724"/>
                </a:lnTo>
                <a:lnTo>
                  <a:pt x="42862" y="0"/>
                </a:lnTo>
                <a:lnTo>
                  <a:pt x="75012" y="64300"/>
                </a:lnTo>
                <a:lnTo>
                  <a:pt x="28575" y="64300"/>
                </a:lnTo>
                <a:lnTo>
                  <a:pt x="28575" y="85724"/>
                </a:lnTo>
                <a:close/>
              </a:path>
              <a:path w="85725" h="1264285">
                <a:moveTo>
                  <a:pt x="57150" y="1263980"/>
                </a:moveTo>
                <a:lnTo>
                  <a:pt x="28575" y="1263980"/>
                </a:lnTo>
                <a:lnTo>
                  <a:pt x="28575" y="64300"/>
                </a:lnTo>
                <a:lnTo>
                  <a:pt x="57150" y="64300"/>
                </a:lnTo>
                <a:lnTo>
                  <a:pt x="57150" y="1263980"/>
                </a:lnTo>
                <a:close/>
              </a:path>
              <a:path w="85725" h="1264285">
                <a:moveTo>
                  <a:pt x="85725" y="85724"/>
                </a:moveTo>
                <a:lnTo>
                  <a:pt x="57150" y="85724"/>
                </a:lnTo>
                <a:lnTo>
                  <a:pt x="57150" y="64300"/>
                </a:lnTo>
                <a:lnTo>
                  <a:pt x="75012" y="64300"/>
                </a:lnTo>
                <a:lnTo>
                  <a:pt x="85725" y="85724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424865" y="3155454"/>
            <a:ext cx="1798955" cy="85725"/>
          </a:xfrm>
          <a:custGeom>
            <a:avLst/>
            <a:gdLst/>
            <a:ahLst/>
            <a:cxnLst/>
            <a:rect l="l" t="t" r="r" b="b"/>
            <a:pathLst>
              <a:path w="1798955" h="85725">
                <a:moveTo>
                  <a:pt x="1712721" y="85725"/>
                </a:moveTo>
                <a:lnTo>
                  <a:pt x="1712721" y="0"/>
                </a:lnTo>
                <a:lnTo>
                  <a:pt x="1769871" y="28575"/>
                </a:lnTo>
                <a:lnTo>
                  <a:pt x="1734146" y="28575"/>
                </a:lnTo>
                <a:lnTo>
                  <a:pt x="1734146" y="57150"/>
                </a:lnTo>
                <a:lnTo>
                  <a:pt x="1769871" y="57150"/>
                </a:lnTo>
                <a:lnTo>
                  <a:pt x="1712721" y="85725"/>
                </a:lnTo>
                <a:close/>
              </a:path>
              <a:path w="1798955" h="85725">
                <a:moveTo>
                  <a:pt x="1712721" y="57150"/>
                </a:moveTo>
                <a:lnTo>
                  <a:pt x="0" y="57150"/>
                </a:lnTo>
                <a:lnTo>
                  <a:pt x="0" y="28575"/>
                </a:lnTo>
                <a:lnTo>
                  <a:pt x="1712721" y="28575"/>
                </a:lnTo>
                <a:lnTo>
                  <a:pt x="1712721" y="57150"/>
                </a:lnTo>
                <a:close/>
              </a:path>
              <a:path w="1798955" h="85725">
                <a:moveTo>
                  <a:pt x="1769871" y="57150"/>
                </a:moveTo>
                <a:lnTo>
                  <a:pt x="1734146" y="57150"/>
                </a:lnTo>
                <a:lnTo>
                  <a:pt x="1734146" y="28575"/>
                </a:lnTo>
                <a:lnTo>
                  <a:pt x="1769871" y="28575"/>
                </a:lnTo>
                <a:lnTo>
                  <a:pt x="1798446" y="42862"/>
                </a:lnTo>
                <a:lnTo>
                  <a:pt x="1769871" y="571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2210612" y="3042767"/>
            <a:ext cx="144145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latin typeface="Times New Roman"/>
                <a:cs typeface="Times New Roman"/>
              </a:rPr>
              <a:t>t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31229" y="2183803"/>
            <a:ext cx="203200" cy="11842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5700"/>
              </a:lnSpc>
              <a:spcBef>
                <a:spcPts val="100"/>
              </a:spcBef>
            </a:pPr>
            <a:r>
              <a:rPr dirty="0" sz="2800" spc="-5" b="1">
                <a:latin typeface="Times New Roman"/>
                <a:cs typeface="Times New Roman"/>
              </a:rPr>
              <a:t>i  </a:t>
            </a:r>
            <a:r>
              <a:rPr dirty="0" sz="2800" spc="-5" b="1">
                <a:latin typeface="Times New Roman"/>
                <a:cs typeface="Times New Roman"/>
              </a:rPr>
              <a:t>0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025258" y="3828033"/>
            <a:ext cx="3810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latin typeface="Times New Roman"/>
                <a:cs typeface="Times New Roman"/>
              </a:rPr>
              <a:t>(1)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5314848" y="2657754"/>
            <a:ext cx="114300" cy="1263015"/>
          </a:xfrm>
          <a:custGeom>
            <a:avLst/>
            <a:gdLst/>
            <a:ahLst/>
            <a:cxnLst/>
            <a:rect l="l" t="t" r="r" b="b"/>
            <a:pathLst>
              <a:path w="114300" h="1263014">
                <a:moveTo>
                  <a:pt x="38100" y="114300"/>
                </a:moveTo>
                <a:lnTo>
                  <a:pt x="0" y="114300"/>
                </a:lnTo>
                <a:lnTo>
                  <a:pt x="57150" y="0"/>
                </a:lnTo>
                <a:lnTo>
                  <a:pt x="100012" y="85725"/>
                </a:lnTo>
                <a:lnTo>
                  <a:pt x="38100" y="85725"/>
                </a:lnTo>
                <a:lnTo>
                  <a:pt x="38100" y="114300"/>
                </a:lnTo>
                <a:close/>
              </a:path>
              <a:path w="114300" h="1263014">
                <a:moveTo>
                  <a:pt x="76200" y="1262837"/>
                </a:moveTo>
                <a:lnTo>
                  <a:pt x="38100" y="1262837"/>
                </a:lnTo>
                <a:lnTo>
                  <a:pt x="38100" y="85725"/>
                </a:lnTo>
                <a:lnTo>
                  <a:pt x="76200" y="85725"/>
                </a:lnTo>
                <a:lnTo>
                  <a:pt x="76200" y="1262837"/>
                </a:lnTo>
                <a:close/>
              </a:path>
              <a:path w="114300" h="1263014">
                <a:moveTo>
                  <a:pt x="114300" y="114300"/>
                </a:moveTo>
                <a:lnTo>
                  <a:pt x="76200" y="114300"/>
                </a:lnTo>
                <a:lnTo>
                  <a:pt x="76200" y="85725"/>
                </a:lnTo>
                <a:lnTo>
                  <a:pt x="100012" y="85725"/>
                </a:lnTo>
                <a:lnTo>
                  <a:pt x="114300" y="1143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5371998" y="3540455"/>
            <a:ext cx="1623060" cy="114300"/>
          </a:xfrm>
          <a:custGeom>
            <a:avLst/>
            <a:gdLst/>
            <a:ahLst/>
            <a:cxnLst/>
            <a:rect l="l" t="t" r="r" b="b"/>
            <a:pathLst>
              <a:path w="1623059" h="114300">
                <a:moveTo>
                  <a:pt x="1508544" y="114300"/>
                </a:moveTo>
                <a:lnTo>
                  <a:pt x="1508544" y="0"/>
                </a:lnTo>
                <a:lnTo>
                  <a:pt x="1584744" y="38100"/>
                </a:lnTo>
                <a:lnTo>
                  <a:pt x="1537119" y="38100"/>
                </a:lnTo>
                <a:lnTo>
                  <a:pt x="1537119" y="76200"/>
                </a:lnTo>
                <a:lnTo>
                  <a:pt x="1584744" y="76200"/>
                </a:lnTo>
                <a:lnTo>
                  <a:pt x="1508544" y="114300"/>
                </a:lnTo>
                <a:close/>
              </a:path>
              <a:path w="1623059" h="114300">
                <a:moveTo>
                  <a:pt x="1508544" y="76200"/>
                </a:moveTo>
                <a:lnTo>
                  <a:pt x="0" y="76200"/>
                </a:lnTo>
                <a:lnTo>
                  <a:pt x="0" y="38100"/>
                </a:lnTo>
                <a:lnTo>
                  <a:pt x="1508544" y="38100"/>
                </a:lnTo>
                <a:lnTo>
                  <a:pt x="1508544" y="76200"/>
                </a:lnTo>
                <a:close/>
              </a:path>
              <a:path w="1623059" h="114300">
                <a:moveTo>
                  <a:pt x="1584744" y="76200"/>
                </a:moveTo>
                <a:lnTo>
                  <a:pt x="1537119" y="76200"/>
                </a:lnTo>
                <a:lnTo>
                  <a:pt x="1537119" y="38100"/>
                </a:lnTo>
                <a:lnTo>
                  <a:pt x="1584744" y="38100"/>
                </a:lnTo>
                <a:lnTo>
                  <a:pt x="1622844" y="57150"/>
                </a:lnTo>
                <a:lnTo>
                  <a:pt x="1584744" y="762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 txBox="1"/>
          <p:nvPr/>
        </p:nvSpPr>
        <p:spPr>
          <a:xfrm>
            <a:off x="5084432" y="2398458"/>
            <a:ext cx="124460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latin typeface="Times New Roman"/>
                <a:cs typeface="Times New Roman"/>
              </a:rPr>
              <a:t>i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7034847" y="3329216"/>
            <a:ext cx="144145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latin typeface="Times New Roman"/>
                <a:cs typeface="Times New Roman"/>
              </a:rPr>
              <a:t>t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4583925" y="3272802"/>
            <a:ext cx="734060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542925" algn="l"/>
              </a:tabLst>
            </a:pPr>
            <a:r>
              <a:rPr dirty="0" sz="2800" spc="-5" b="1">
                <a:latin typeface="Times New Roman"/>
                <a:cs typeface="Times New Roman"/>
              </a:rPr>
              <a:t>t</a:t>
            </a:r>
            <a:r>
              <a:rPr dirty="0" sz="2800" spc="-5" b="1">
                <a:latin typeface="Times New Roman"/>
                <a:cs typeface="Times New Roman"/>
              </a:rPr>
              <a:t>	</a:t>
            </a:r>
            <a:r>
              <a:rPr dirty="0" sz="2800" spc="-5" b="1">
                <a:latin typeface="Times New Roman"/>
                <a:cs typeface="Times New Roman"/>
              </a:rPr>
              <a:t>0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5928271" y="3825494"/>
            <a:ext cx="440055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10" b="1">
                <a:latin typeface="Times New Roman"/>
                <a:cs typeface="Times New Roman"/>
              </a:rPr>
              <a:t>(</a:t>
            </a:r>
            <a:r>
              <a:rPr dirty="0" sz="2800" spc="-5" b="1">
                <a:latin typeface="Times New Roman"/>
                <a:cs typeface="Times New Roman"/>
              </a:rPr>
              <a:t>3)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7455941" y="2226348"/>
            <a:ext cx="203200" cy="1153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52705">
              <a:lnSpc>
                <a:spcPct val="132200"/>
              </a:lnSpc>
              <a:spcBef>
                <a:spcPts val="100"/>
              </a:spcBef>
            </a:pPr>
            <a:r>
              <a:rPr dirty="0" sz="2800" spc="-5" b="1">
                <a:latin typeface="Times New Roman"/>
                <a:cs typeface="Times New Roman"/>
              </a:rPr>
              <a:t>i  </a:t>
            </a:r>
            <a:r>
              <a:rPr dirty="0" sz="2800" spc="-5" b="1">
                <a:latin typeface="Times New Roman"/>
                <a:cs typeface="Times New Roman"/>
              </a:rPr>
              <a:t>0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7790180" y="3185820"/>
            <a:ext cx="1208405" cy="114300"/>
          </a:xfrm>
          <a:custGeom>
            <a:avLst/>
            <a:gdLst/>
            <a:ahLst/>
            <a:cxnLst/>
            <a:rect l="l" t="t" r="r" b="b"/>
            <a:pathLst>
              <a:path w="1208404" h="114300">
                <a:moveTo>
                  <a:pt x="1093952" y="114300"/>
                </a:moveTo>
                <a:lnTo>
                  <a:pt x="1093952" y="0"/>
                </a:lnTo>
                <a:lnTo>
                  <a:pt x="1170152" y="38100"/>
                </a:lnTo>
                <a:lnTo>
                  <a:pt x="1122527" y="38100"/>
                </a:lnTo>
                <a:lnTo>
                  <a:pt x="1122527" y="76200"/>
                </a:lnTo>
                <a:lnTo>
                  <a:pt x="1170152" y="76200"/>
                </a:lnTo>
                <a:lnTo>
                  <a:pt x="1093952" y="114300"/>
                </a:lnTo>
                <a:close/>
              </a:path>
              <a:path w="1208404" h="114300">
                <a:moveTo>
                  <a:pt x="1093952" y="76200"/>
                </a:moveTo>
                <a:lnTo>
                  <a:pt x="0" y="76200"/>
                </a:lnTo>
                <a:lnTo>
                  <a:pt x="0" y="38100"/>
                </a:lnTo>
                <a:lnTo>
                  <a:pt x="1093952" y="38100"/>
                </a:lnTo>
                <a:lnTo>
                  <a:pt x="1093952" y="76200"/>
                </a:lnTo>
                <a:close/>
              </a:path>
              <a:path w="1208404" h="114300">
                <a:moveTo>
                  <a:pt x="1170152" y="76200"/>
                </a:moveTo>
                <a:lnTo>
                  <a:pt x="1122527" y="76200"/>
                </a:lnTo>
                <a:lnTo>
                  <a:pt x="1122527" y="38100"/>
                </a:lnTo>
                <a:lnTo>
                  <a:pt x="1170152" y="38100"/>
                </a:lnTo>
                <a:lnTo>
                  <a:pt x="1208252" y="57150"/>
                </a:lnTo>
                <a:lnTo>
                  <a:pt x="1170152" y="762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7733030" y="2708135"/>
            <a:ext cx="114300" cy="1212850"/>
          </a:xfrm>
          <a:custGeom>
            <a:avLst/>
            <a:gdLst/>
            <a:ahLst/>
            <a:cxnLst/>
            <a:rect l="l" t="t" r="r" b="b"/>
            <a:pathLst>
              <a:path w="114300" h="1212850">
                <a:moveTo>
                  <a:pt x="38100" y="114299"/>
                </a:moveTo>
                <a:lnTo>
                  <a:pt x="0" y="114299"/>
                </a:lnTo>
                <a:lnTo>
                  <a:pt x="57150" y="0"/>
                </a:lnTo>
                <a:lnTo>
                  <a:pt x="100012" y="85724"/>
                </a:lnTo>
                <a:lnTo>
                  <a:pt x="38100" y="85724"/>
                </a:lnTo>
                <a:lnTo>
                  <a:pt x="38100" y="114299"/>
                </a:lnTo>
                <a:close/>
              </a:path>
              <a:path w="114300" h="1212850">
                <a:moveTo>
                  <a:pt x="76200" y="1212456"/>
                </a:moveTo>
                <a:lnTo>
                  <a:pt x="38100" y="1212456"/>
                </a:lnTo>
                <a:lnTo>
                  <a:pt x="38100" y="85724"/>
                </a:lnTo>
                <a:lnTo>
                  <a:pt x="76200" y="85724"/>
                </a:lnTo>
                <a:lnTo>
                  <a:pt x="76200" y="1212456"/>
                </a:lnTo>
                <a:close/>
              </a:path>
              <a:path w="114300" h="1212850">
                <a:moveTo>
                  <a:pt x="114300" y="114299"/>
                </a:moveTo>
                <a:lnTo>
                  <a:pt x="76200" y="114299"/>
                </a:lnTo>
                <a:lnTo>
                  <a:pt x="76200" y="85724"/>
                </a:lnTo>
                <a:lnTo>
                  <a:pt x="100012" y="85724"/>
                </a:lnTo>
                <a:lnTo>
                  <a:pt x="114300" y="1142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7790180" y="3643172"/>
            <a:ext cx="1071880" cy="0"/>
          </a:xfrm>
          <a:custGeom>
            <a:avLst/>
            <a:gdLst/>
            <a:ahLst/>
            <a:cxnLst/>
            <a:rect l="l" t="t" r="r" b="b"/>
            <a:pathLst>
              <a:path w="1071879" h="0">
                <a:moveTo>
                  <a:pt x="0" y="0"/>
                </a:moveTo>
                <a:lnTo>
                  <a:pt x="1071359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 txBox="1"/>
          <p:nvPr/>
        </p:nvSpPr>
        <p:spPr>
          <a:xfrm>
            <a:off x="8193125" y="3825494"/>
            <a:ext cx="440055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10" b="1">
                <a:latin typeface="Times New Roman"/>
                <a:cs typeface="Times New Roman"/>
              </a:rPr>
              <a:t>(</a:t>
            </a:r>
            <a:r>
              <a:rPr dirty="0" sz="2800" spc="-5" b="1">
                <a:latin typeface="Times New Roman"/>
                <a:cs typeface="Times New Roman"/>
              </a:rPr>
              <a:t>4)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10266692" y="2850819"/>
            <a:ext cx="0" cy="114300"/>
          </a:xfrm>
          <a:custGeom>
            <a:avLst/>
            <a:gdLst/>
            <a:ahLst/>
            <a:cxnLst/>
            <a:rect l="l" t="t" r="r" b="b"/>
            <a:pathLst>
              <a:path w="0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10266692" y="3050844"/>
            <a:ext cx="0" cy="114300"/>
          </a:xfrm>
          <a:custGeom>
            <a:avLst/>
            <a:gdLst/>
            <a:ahLst/>
            <a:cxnLst/>
            <a:rect l="l" t="t" r="r" b="b"/>
            <a:pathLst>
              <a:path w="0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10266692" y="3250869"/>
            <a:ext cx="0" cy="114300"/>
          </a:xfrm>
          <a:custGeom>
            <a:avLst/>
            <a:gdLst/>
            <a:ahLst/>
            <a:cxnLst/>
            <a:rect l="l" t="t" r="r" b="b"/>
            <a:pathLst>
              <a:path w="0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10266692" y="3450894"/>
            <a:ext cx="0" cy="114300"/>
          </a:xfrm>
          <a:custGeom>
            <a:avLst/>
            <a:gdLst/>
            <a:ahLst/>
            <a:cxnLst/>
            <a:rect l="l" t="t" r="r" b="b"/>
            <a:pathLst>
              <a:path w="0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10266692" y="3650919"/>
            <a:ext cx="0" cy="110489"/>
          </a:xfrm>
          <a:custGeom>
            <a:avLst/>
            <a:gdLst/>
            <a:ahLst/>
            <a:cxnLst/>
            <a:rect l="l" t="t" r="r" b="b"/>
            <a:pathLst>
              <a:path w="0" h="110489">
                <a:moveTo>
                  <a:pt x="0" y="0"/>
                </a:moveTo>
                <a:lnTo>
                  <a:pt x="0" y="11035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10797997" y="2850819"/>
            <a:ext cx="0" cy="114300"/>
          </a:xfrm>
          <a:custGeom>
            <a:avLst/>
            <a:gdLst/>
            <a:ahLst/>
            <a:cxnLst/>
            <a:rect l="l" t="t" r="r" b="b"/>
            <a:pathLst>
              <a:path w="0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10797997" y="3050844"/>
            <a:ext cx="0" cy="114300"/>
          </a:xfrm>
          <a:custGeom>
            <a:avLst/>
            <a:gdLst/>
            <a:ahLst/>
            <a:cxnLst/>
            <a:rect l="l" t="t" r="r" b="b"/>
            <a:pathLst>
              <a:path w="0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10797997" y="3250869"/>
            <a:ext cx="0" cy="114300"/>
          </a:xfrm>
          <a:custGeom>
            <a:avLst/>
            <a:gdLst/>
            <a:ahLst/>
            <a:cxnLst/>
            <a:rect l="l" t="t" r="r" b="b"/>
            <a:pathLst>
              <a:path w="0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10797997" y="3450894"/>
            <a:ext cx="0" cy="114300"/>
          </a:xfrm>
          <a:custGeom>
            <a:avLst/>
            <a:gdLst/>
            <a:ahLst/>
            <a:cxnLst/>
            <a:rect l="l" t="t" r="r" b="b"/>
            <a:pathLst>
              <a:path w="0" h="114300">
                <a:moveTo>
                  <a:pt x="0" y="0"/>
                </a:moveTo>
                <a:lnTo>
                  <a:pt x="0" y="11430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10797997" y="3650919"/>
            <a:ext cx="0" cy="110489"/>
          </a:xfrm>
          <a:custGeom>
            <a:avLst/>
            <a:gdLst/>
            <a:ahLst/>
            <a:cxnLst/>
            <a:rect l="l" t="t" r="r" b="b"/>
            <a:pathLst>
              <a:path w="0" h="110489">
                <a:moveTo>
                  <a:pt x="0" y="0"/>
                </a:moveTo>
                <a:lnTo>
                  <a:pt x="0" y="110350"/>
                </a:lnTo>
              </a:path>
            </a:pathLst>
          </a:custGeom>
          <a:ln w="2857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10266692" y="3761270"/>
            <a:ext cx="531495" cy="0"/>
          </a:xfrm>
          <a:custGeom>
            <a:avLst/>
            <a:gdLst/>
            <a:ahLst/>
            <a:cxnLst/>
            <a:rect l="l" t="t" r="r" b="b"/>
            <a:pathLst>
              <a:path w="531495" h="0">
                <a:moveTo>
                  <a:pt x="0" y="0"/>
                </a:moveTo>
                <a:lnTo>
                  <a:pt x="531304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9735387" y="2850819"/>
            <a:ext cx="531495" cy="0"/>
          </a:xfrm>
          <a:custGeom>
            <a:avLst/>
            <a:gdLst/>
            <a:ahLst/>
            <a:cxnLst/>
            <a:rect l="l" t="t" r="r" b="b"/>
            <a:pathLst>
              <a:path w="531495" h="0">
                <a:moveTo>
                  <a:pt x="0" y="0"/>
                </a:moveTo>
                <a:lnTo>
                  <a:pt x="531304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10797997" y="2850819"/>
            <a:ext cx="531495" cy="0"/>
          </a:xfrm>
          <a:custGeom>
            <a:avLst/>
            <a:gdLst/>
            <a:ahLst/>
            <a:cxnLst/>
            <a:rect l="l" t="t" r="r" b="b"/>
            <a:pathLst>
              <a:path w="531495" h="0">
                <a:moveTo>
                  <a:pt x="0" y="0"/>
                </a:moveTo>
                <a:lnTo>
                  <a:pt x="531304" y="0"/>
                </a:lnTo>
              </a:path>
            </a:pathLst>
          </a:custGeom>
          <a:ln w="381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9735387" y="3266109"/>
            <a:ext cx="2002789" cy="85725"/>
          </a:xfrm>
          <a:custGeom>
            <a:avLst/>
            <a:gdLst/>
            <a:ahLst/>
            <a:cxnLst/>
            <a:rect l="l" t="t" r="r" b="b"/>
            <a:pathLst>
              <a:path w="2002790" h="85725">
                <a:moveTo>
                  <a:pt x="1916887" y="85725"/>
                </a:moveTo>
                <a:lnTo>
                  <a:pt x="1916887" y="0"/>
                </a:lnTo>
                <a:lnTo>
                  <a:pt x="1974037" y="28575"/>
                </a:lnTo>
                <a:lnTo>
                  <a:pt x="1938312" y="28575"/>
                </a:lnTo>
                <a:lnTo>
                  <a:pt x="1938312" y="57150"/>
                </a:lnTo>
                <a:lnTo>
                  <a:pt x="1974037" y="57150"/>
                </a:lnTo>
                <a:lnTo>
                  <a:pt x="1916887" y="85725"/>
                </a:lnTo>
                <a:close/>
              </a:path>
              <a:path w="2002790" h="85725">
                <a:moveTo>
                  <a:pt x="1916887" y="57150"/>
                </a:moveTo>
                <a:lnTo>
                  <a:pt x="0" y="57150"/>
                </a:lnTo>
                <a:lnTo>
                  <a:pt x="0" y="28575"/>
                </a:lnTo>
                <a:lnTo>
                  <a:pt x="1916887" y="28575"/>
                </a:lnTo>
                <a:lnTo>
                  <a:pt x="1916887" y="57150"/>
                </a:lnTo>
                <a:close/>
              </a:path>
              <a:path w="2002790" h="85725">
                <a:moveTo>
                  <a:pt x="1974037" y="57150"/>
                </a:moveTo>
                <a:lnTo>
                  <a:pt x="1938312" y="57150"/>
                </a:lnTo>
                <a:lnTo>
                  <a:pt x="1938312" y="28575"/>
                </a:lnTo>
                <a:lnTo>
                  <a:pt x="1974037" y="28575"/>
                </a:lnTo>
                <a:lnTo>
                  <a:pt x="2002612" y="42862"/>
                </a:lnTo>
                <a:lnTo>
                  <a:pt x="1974037" y="5715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9678237" y="2621737"/>
            <a:ext cx="114300" cy="1299210"/>
          </a:xfrm>
          <a:custGeom>
            <a:avLst/>
            <a:gdLst/>
            <a:ahLst/>
            <a:cxnLst/>
            <a:rect l="l" t="t" r="r" b="b"/>
            <a:pathLst>
              <a:path w="114300" h="1299210">
                <a:moveTo>
                  <a:pt x="38100" y="114299"/>
                </a:moveTo>
                <a:lnTo>
                  <a:pt x="0" y="114299"/>
                </a:lnTo>
                <a:lnTo>
                  <a:pt x="57150" y="0"/>
                </a:lnTo>
                <a:lnTo>
                  <a:pt x="100012" y="85724"/>
                </a:lnTo>
                <a:lnTo>
                  <a:pt x="38100" y="85724"/>
                </a:lnTo>
                <a:lnTo>
                  <a:pt x="38100" y="114299"/>
                </a:lnTo>
                <a:close/>
              </a:path>
              <a:path w="114300" h="1299210">
                <a:moveTo>
                  <a:pt x="76200" y="1298854"/>
                </a:moveTo>
                <a:lnTo>
                  <a:pt x="38100" y="1298854"/>
                </a:lnTo>
                <a:lnTo>
                  <a:pt x="38100" y="85724"/>
                </a:lnTo>
                <a:lnTo>
                  <a:pt x="76200" y="85724"/>
                </a:lnTo>
                <a:lnTo>
                  <a:pt x="76200" y="1298854"/>
                </a:lnTo>
                <a:close/>
              </a:path>
              <a:path w="114300" h="1299210">
                <a:moveTo>
                  <a:pt x="114300" y="114299"/>
                </a:moveTo>
                <a:lnTo>
                  <a:pt x="76200" y="114299"/>
                </a:lnTo>
                <a:lnTo>
                  <a:pt x="76200" y="85724"/>
                </a:lnTo>
                <a:lnTo>
                  <a:pt x="100012" y="85724"/>
                </a:lnTo>
                <a:lnTo>
                  <a:pt x="114300" y="1142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 txBox="1"/>
          <p:nvPr/>
        </p:nvSpPr>
        <p:spPr>
          <a:xfrm>
            <a:off x="9459188" y="2364320"/>
            <a:ext cx="124460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latin typeface="Times New Roman"/>
                <a:cs typeface="Times New Roman"/>
              </a:rPr>
              <a:t>i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9091231" y="2956458"/>
            <a:ext cx="465455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274955" algn="l"/>
              </a:tabLst>
            </a:pPr>
            <a:r>
              <a:rPr dirty="0" baseline="-8928" sz="4200" spc="-7" b="1">
                <a:latin typeface="Times New Roman"/>
                <a:cs typeface="Times New Roman"/>
              </a:rPr>
              <a:t>t</a:t>
            </a:r>
            <a:r>
              <a:rPr dirty="0" baseline="-8928" sz="4200" spc="-7" b="1">
                <a:latin typeface="Times New Roman"/>
                <a:cs typeface="Times New Roman"/>
              </a:rPr>
              <a:t>	</a:t>
            </a:r>
            <a:r>
              <a:rPr dirty="0" sz="2800" spc="-5" b="1">
                <a:latin typeface="Times New Roman"/>
                <a:cs typeface="Times New Roman"/>
              </a:rPr>
              <a:t>0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11619903" y="3182023"/>
            <a:ext cx="144145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latin typeface="Times New Roman"/>
                <a:cs typeface="Times New Roman"/>
              </a:rPr>
              <a:t>t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10250944" y="3825494"/>
            <a:ext cx="440055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10" b="1">
                <a:latin typeface="Times New Roman"/>
                <a:cs typeface="Times New Roman"/>
              </a:rPr>
              <a:t>(</a:t>
            </a:r>
            <a:r>
              <a:rPr dirty="0" sz="2800" spc="-5" b="1">
                <a:latin typeface="Times New Roman"/>
                <a:cs typeface="Times New Roman"/>
              </a:rPr>
              <a:t>5)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4479506" y="4849279"/>
            <a:ext cx="3083560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spc="-5" b="1">
                <a:solidFill>
                  <a:srgbClr val="FF0000"/>
                </a:solidFill>
                <a:latin typeface="宋体"/>
                <a:cs typeface="宋体"/>
              </a:rPr>
              <a:t>（</a:t>
            </a:r>
            <a:r>
              <a:rPr dirty="0" sz="3200" spc="-5" b="1">
                <a:solidFill>
                  <a:srgbClr val="FF0000"/>
                </a:solidFill>
                <a:latin typeface="Times New Roman"/>
                <a:cs typeface="Times New Roman"/>
              </a:rPr>
              <a:t>1</a:t>
            </a:r>
            <a:r>
              <a:rPr dirty="0" sz="3200" spc="-5" b="1">
                <a:solidFill>
                  <a:srgbClr val="FF0000"/>
                </a:solidFill>
                <a:latin typeface="宋体"/>
                <a:cs typeface="宋体"/>
              </a:rPr>
              <a:t>）（</a:t>
            </a:r>
            <a:r>
              <a:rPr dirty="0" sz="3200" spc="-5" b="1">
                <a:solidFill>
                  <a:srgbClr val="FF0000"/>
                </a:solidFill>
                <a:latin typeface="Times New Roman"/>
                <a:cs typeface="Times New Roman"/>
              </a:rPr>
              <a:t>2</a:t>
            </a:r>
            <a:r>
              <a:rPr dirty="0" sz="3200" spc="-5" b="1">
                <a:solidFill>
                  <a:srgbClr val="FF0000"/>
                </a:solidFill>
                <a:latin typeface="宋体"/>
                <a:cs typeface="宋体"/>
              </a:rPr>
              <a:t>）（</a:t>
            </a:r>
            <a:r>
              <a:rPr dirty="0" sz="3200" spc="-5" b="1">
                <a:solidFill>
                  <a:srgbClr val="FF0000"/>
                </a:solidFill>
                <a:latin typeface="Times New Roman"/>
                <a:cs typeface="Times New Roman"/>
              </a:rPr>
              <a:t>5</a:t>
            </a:r>
            <a:r>
              <a:rPr dirty="0" sz="3200" spc="-5" b="1">
                <a:solidFill>
                  <a:srgbClr val="FF0000"/>
                </a:solidFill>
                <a:latin typeface="宋体"/>
                <a:cs typeface="宋体"/>
              </a:rPr>
              <a:t>）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55" name="object 55"/>
          <p:cNvSpPr/>
          <p:nvPr/>
        </p:nvSpPr>
        <p:spPr>
          <a:xfrm>
            <a:off x="448741" y="1124991"/>
            <a:ext cx="10577474" cy="51644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457669" y="1695056"/>
            <a:ext cx="484301" cy="47180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916774" y="1673631"/>
            <a:ext cx="1861616" cy="49679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2749626" y="1734337"/>
            <a:ext cx="239623" cy="37715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/>
          <p:nvPr/>
        </p:nvSpPr>
        <p:spPr>
          <a:xfrm>
            <a:off x="411784" y="2969679"/>
            <a:ext cx="1524635" cy="467359"/>
          </a:xfrm>
          <a:custGeom>
            <a:avLst/>
            <a:gdLst/>
            <a:ahLst/>
            <a:cxnLst/>
            <a:rect l="l" t="t" r="r" b="b"/>
            <a:pathLst>
              <a:path w="1524635" h="467360">
                <a:moveTo>
                  <a:pt x="23088" y="238760"/>
                </a:moveTo>
                <a:lnTo>
                  <a:pt x="0" y="208280"/>
                </a:lnTo>
                <a:lnTo>
                  <a:pt x="75717" y="151130"/>
                </a:lnTo>
                <a:lnTo>
                  <a:pt x="164249" y="88900"/>
                </a:lnTo>
                <a:lnTo>
                  <a:pt x="214909" y="58420"/>
                </a:lnTo>
                <a:lnTo>
                  <a:pt x="265620" y="33020"/>
                </a:lnTo>
                <a:lnTo>
                  <a:pt x="303720" y="17780"/>
                </a:lnTo>
                <a:lnTo>
                  <a:pt x="341896" y="6350"/>
                </a:lnTo>
                <a:lnTo>
                  <a:pt x="366560" y="2540"/>
                </a:lnTo>
                <a:lnTo>
                  <a:pt x="373545" y="1270"/>
                </a:lnTo>
                <a:lnTo>
                  <a:pt x="379920" y="0"/>
                </a:lnTo>
                <a:lnTo>
                  <a:pt x="424230" y="0"/>
                </a:lnTo>
                <a:lnTo>
                  <a:pt x="431215" y="1270"/>
                </a:lnTo>
                <a:lnTo>
                  <a:pt x="437565" y="2540"/>
                </a:lnTo>
                <a:lnTo>
                  <a:pt x="443890" y="2540"/>
                </a:lnTo>
                <a:lnTo>
                  <a:pt x="450176" y="3810"/>
                </a:lnTo>
                <a:lnTo>
                  <a:pt x="456425" y="6350"/>
                </a:lnTo>
                <a:lnTo>
                  <a:pt x="469023" y="8890"/>
                </a:lnTo>
                <a:lnTo>
                  <a:pt x="480428" y="12700"/>
                </a:lnTo>
                <a:lnTo>
                  <a:pt x="481253" y="13970"/>
                </a:lnTo>
                <a:lnTo>
                  <a:pt x="493344" y="17780"/>
                </a:lnTo>
                <a:lnTo>
                  <a:pt x="504659" y="22860"/>
                </a:lnTo>
                <a:lnTo>
                  <a:pt x="517169" y="29210"/>
                </a:lnTo>
                <a:lnTo>
                  <a:pt x="533562" y="38100"/>
                </a:lnTo>
                <a:lnTo>
                  <a:pt x="383654" y="38100"/>
                </a:lnTo>
                <a:lnTo>
                  <a:pt x="377723" y="39370"/>
                </a:lnTo>
                <a:lnTo>
                  <a:pt x="372833" y="39370"/>
                </a:lnTo>
                <a:lnTo>
                  <a:pt x="360921" y="41910"/>
                </a:lnTo>
                <a:lnTo>
                  <a:pt x="361708" y="41910"/>
                </a:lnTo>
                <a:lnTo>
                  <a:pt x="349745" y="44450"/>
                </a:lnTo>
                <a:lnTo>
                  <a:pt x="350481" y="44450"/>
                </a:lnTo>
                <a:lnTo>
                  <a:pt x="338467" y="46990"/>
                </a:lnTo>
                <a:lnTo>
                  <a:pt x="339153" y="46990"/>
                </a:lnTo>
                <a:lnTo>
                  <a:pt x="327101" y="50800"/>
                </a:lnTo>
                <a:lnTo>
                  <a:pt x="327736" y="50800"/>
                </a:lnTo>
                <a:lnTo>
                  <a:pt x="315645" y="54610"/>
                </a:lnTo>
                <a:lnTo>
                  <a:pt x="316230" y="54610"/>
                </a:lnTo>
                <a:lnTo>
                  <a:pt x="304101" y="58420"/>
                </a:lnTo>
                <a:lnTo>
                  <a:pt x="304634" y="58420"/>
                </a:lnTo>
                <a:lnTo>
                  <a:pt x="292468" y="63500"/>
                </a:lnTo>
                <a:lnTo>
                  <a:pt x="292963" y="63500"/>
                </a:lnTo>
                <a:lnTo>
                  <a:pt x="280758" y="68580"/>
                </a:lnTo>
                <a:lnTo>
                  <a:pt x="281216" y="68580"/>
                </a:lnTo>
                <a:lnTo>
                  <a:pt x="268973" y="73660"/>
                </a:lnTo>
                <a:lnTo>
                  <a:pt x="269379" y="73660"/>
                </a:lnTo>
                <a:lnTo>
                  <a:pt x="259575" y="78740"/>
                </a:lnTo>
                <a:lnTo>
                  <a:pt x="257492" y="78740"/>
                </a:lnTo>
                <a:lnTo>
                  <a:pt x="245198" y="85090"/>
                </a:lnTo>
                <a:lnTo>
                  <a:pt x="245541" y="85090"/>
                </a:lnTo>
                <a:lnTo>
                  <a:pt x="233210" y="92710"/>
                </a:lnTo>
                <a:lnTo>
                  <a:pt x="233514" y="92710"/>
                </a:lnTo>
                <a:lnTo>
                  <a:pt x="221157" y="99060"/>
                </a:lnTo>
                <a:lnTo>
                  <a:pt x="221449" y="99060"/>
                </a:lnTo>
                <a:lnTo>
                  <a:pt x="209067" y="106680"/>
                </a:lnTo>
                <a:lnTo>
                  <a:pt x="209321" y="106680"/>
                </a:lnTo>
                <a:lnTo>
                  <a:pt x="196913" y="114300"/>
                </a:lnTo>
                <a:lnTo>
                  <a:pt x="197142" y="114300"/>
                </a:lnTo>
                <a:lnTo>
                  <a:pt x="184721" y="121920"/>
                </a:lnTo>
                <a:lnTo>
                  <a:pt x="184924" y="121920"/>
                </a:lnTo>
                <a:lnTo>
                  <a:pt x="172478" y="129540"/>
                </a:lnTo>
                <a:lnTo>
                  <a:pt x="172745" y="129540"/>
                </a:lnTo>
                <a:lnTo>
                  <a:pt x="147789" y="146050"/>
                </a:lnTo>
                <a:lnTo>
                  <a:pt x="148082" y="146050"/>
                </a:lnTo>
                <a:lnTo>
                  <a:pt x="123062" y="163830"/>
                </a:lnTo>
                <a:lnTo>
                  <a:pt x="123291" y="163830"/>
                </a:lnTo>
                <a:lnTo>
                  <a:pt x="98209" y="181610"/>
                </a:lnTo>
                <a:lnTo>
                  <a:pt x="98374" y="181610"/>
                </a:lnTo>
                <a:lnTo>
                  <a:pt x="73253" y="200660"/>
                </a:lnTo>
                <a:lnTo>
                  <a:pt x="73393" y="200660"/>
                </a:lnTo>
                <a:lnTo>
                  <a:pt x="23088" y="238760"/>
                </a:lnTo>
                <a:close/>
              </a:path>
              <a:path w="1524635" h="467360">
                <a:moveTo>
                  <a:pt x="489585" y="58420"/>
                </a:moveTo>
                <a:lnTo>
                  <a:pt x="478269" y="53340"/>
                </a:lnTo>
                <a:lnTo>
                  <a:pt x="479005" y="53340"/>
                </a:lnTo>
                <a:lnTo>
                  <a:pt x="467652" y="49530"/>
                </a:lnTo>
                <a:lnTo>
                  <a:pt x="468477" y="49530"/>
                </a:lnTo>
                <a:lnTo>
                  <a:pt x="457073" y="45720"/>
                </a:lnTo>
                <a:lnTo>
                  <a:pt x="457733" y="45720"/>
                </a:lnTo>
                <a:lnTo>
                  <a:pt x="452018" y="44450"/>
                </a:lnTo>
                <a:lnTo>
                  <a:pt x="452488" y="44450"/>
                </a:lnTo>
                <a:lnTo>
                  <a:pt x="446747" y="43180"/>
                </a:lnTo>
                <a:lnTo>
                  <a:pt x="447255" y="43180"/>
                </a:lnTo>
                <a:lnTo>
                  <a:pt x="441502" y="41910"/>
                </a:lnTo>
                <a:lnTo>
                  <a:pt x="442010" y="41910"/>
                </a:lnTo>
                <a:lnTo>
                  <a:pt x="436245" y="40640"/>
                </a:lnTo>
                <a:lnTo>
                  <a:pt x="436791" y="40640"/>
                </a:lnTo>
                <a:lnTo>
                  <a:pt x="431012" y="39370"/>
                </a:lnTo>
                <a:lnTo>
                  <a:pt x="426351" y="39370"/>
                </a:lnTo>
                <a:lnTo>
                  <a:pt x="420535" y="38100"/>
                </a:lnTo>
                <a:lnTo>
                  <a:pt x="533562" y="38100"/>
                </a:lnTo>
                <a:lnTo>
                  <a:pt x="552094" y="48260"/>
                </a:lnTo>
                <a:lnTo>
                  <a:pt x="565459" y="57150"/>
                </a:lnTo>
                <a:lnTo>
                  <a:pt x="488924" y="57150"/>
                </a:lnTo>
                <a:lnTo>
                  <a:pt x="489585" y="58420"/>
                </a:lnTo>
                <a:close/>
              </a:path>
              <a:path w="1524635" h="467360">
                <a:moveTo>
                  <a:pt x="500189" y="63500"/>
                </a:moveTo>
                <a:lnTo>
                  <a:pt x="488924" y="57150"/>
                </a:lnTo>
                <a:lnTo>
                  <a:pt x="565459" y="57150"/>
                </a:lnTo>
                <a:lnTo>
                  <a:pt x="573045" y="62230"/>
                </a:lnTo>
                <a:lnTo>
                  <a:pt x="499605" y="62230"/>
                </a:lnTo>
                <a:lnTo>
                  <a:pt x="500189" y="63500"/>
                </a:lnTo>
                <a:close/>
              </a:path>
              <a:path w="1524635" h="467360">
                <a:moveTo>
                  <a:pt x="521500" y="74930"/>
                </a:moveTo>
                <a:lnTo>
                  <a:pt x="510311" y="68580"/>
                </a:lnTo>
                <a:lnTo>
                  <a:pt x="510832" y="68580"/>
                </a:lnTo>
                <a:lnTo>
                  <a:pt x="499605" y="62230"/>
                </a:lnTo>
                <a:lnTo>
                  <a:pt x="573045" y="62230"/>
                </a:lnTo>
                <a:lnTo>
                  <a:pt x="590054" y="73660"/>
                </a:lnTo>
                <a:lnTo>
                  <a:pt x="521042" y="73660"/>
                </a:lnTo>
                <a:lnTo>
                  <a:pt x="521500" y="74930"/>
                </a:lnTo>
                <a:close/>
              </a:path>
              <a:path w="1524635" h="467360">
                <a:moveTo>
                  <a:pt x="553681" y="95250"/>
                </a:moveTo>
                <a:lnTo>
                  <a:pt x="542582" y="87630"/>
                </a:lnTo>
                <a:lnTo>
                  <a:pt x="542925" y="87630"/>
                </a:lnTo>
                <a:lnTo>
                  <a:pt x="531799" y="81280"/>
                </a:lnTo>
                <a:lnTo>
                  <a:pt x="532193" y="81280"/>
                </a:lnTo>
                <a:lnTo>
                  <a:pt x="521042" y="73660"/>
                </a:lnTo>
                <a:lnTo>
                  <a:pt x="590054" y="73660"/>
                </a:lnTo>
                <a:lnTo>
                  <a:pt x="597611" y="78740"/>
                </a:lnTo>
                <a:lnTo>
                  <a:pt x="618196" y="93980"/>
                </a:lnTo>
                <a:lnTo>
                  <a:pt x="553389" y="93980"/>
                </a:lnTo>
                <a:lnTo>
                  <a:pt x="553681" y="95250"/>
                </a:lnTo>
                <a:close/>
              </a:path>
              <a:path w="1524635" h="467360">
                <a:moveTo>
                  <a:pt x="257124" y="80010"/>
                </a:moveTo>
                <a:lnTo>
                  <a:pt x="257492" y="78740"/>
                </a:lnTo>
                <a:lnTo>
                  <a:pt x="259575" y="78740"/>
                </a:lnTo>
                <a:lnTo>
                  <a:pt x="257124" y="80010"/>
                </a:lnTo>
                <a:close/>
              </a:path>
              <a:path w="1524635" h="467360">
                <a:moveTo>
                  <a:pt x="764070" y="247650"/>
                </a:moveTo>
                <a:lnTo>
                  <a:pt x="752906" y="240030"/>
                </a:lnTo>
                <a:lnTo>
                  <a:pt x="741438" y="232410"/>
                </a:lnTo>
                <a:lnTo>
                  <a:pt x="729996" y="226060"/>
                </a:lnTo>
                <a:lnTo>
                  <a:pt x="718629" y="218440"/>
                </a:lnTo>
                <a:lnTo>
                  <a:pt x="707237" y="209550"/>
                </a:lnTo>
                <a:lnTo>
                  <a:pt x="662660" y="176530"/>
                </a:lnTo>
                <a:lnTo>
                  <a:pt x="618667" y="142240"/>
                </a:lnTo>
                <a:lnTo>
                  <a:pt x="596773" y="125730"/>
                </a:lnTo>
                <a:lnTo>
                  <a:pt x="597027" y="125730"/>
                </a:lnTo>
                <a:lnTo>
                  <a:pt x="574979" y="109220"/>
                </a:lnTo>
                <a:lnTo>
                  <a:pt x="575271" y="109220"/>
                </a:lnTo>
                <a:lnTo>
                  <a:pt x="564210" y="101600"/>
                </a:lnTo>
                <a:lnTo>
                  <a:pt x="564464" y="101600"/>
                </a:lnTo>
                <a:lnTo>
                  <a:pt x="553389" y="93980"/>
                </a:lnTo>
                <a:lnTo>
                  <a:pt x="618196" y="93980"/>
                </a:lnTo>
                <a:lnTo>
                  <a:pt x="642035" y="111760"/>
                </a:lnTo>
                <a:lnTo>
                  <a:pt x="686028" y="146050"/>
                </a:lnTo>
                <a:lnTo>
                  <a:pt x="685888" y="146050"/>
                </a:lnTo>
                <a:lnTo>
                  <a:pt x="707923" y="163830"/>
                </a:lnTo>
                <a:lnTo>
                  <a:pt x="709331" y="163830"/>
                </a:lnTo>
                <a:lnTo>
                  <a:pt x="729729" y="179070"/>
                </a:lnTo>
                <a:lnTo>
                  <a:pt x="729424" y="179070"/>
                </a:lnTo>
                <a:lnTo>
                  <a:pt x="740498" y="186690"/>
                </a:lnTo>
                <a:lnTo>
                  <a:pt x="740232" y="186690"/>
                </a:lnTo>
                <a:lnTo>
                  <a:pt x="751344" y="194310"/>
                </a:lnTo>
                <a:lnTo>
                  <a:pt x="751027" y="194310"/>
                </a:lnTo>
                <a:lnTo>
                  <a:pt x="762165" y="200660"/>
                </a:lnTo>
                <a:lnTo>
                  <a:pt x="761809" y="200660"/>
                </a:lnTo>
                <a:lnTo>
                  <a:pt x="773023" y="208280"/>
                </a:lnTo>
                <a:lnTo>
                  <a:pt x="784186" y="214630"/>
                </a:lnTo>
                <a:lnTo>
                  <a:pt x="795782" y="222250"/>
                </a:lnTo>
                <a:lnTo>
                  <a:pt x="807618" y="231140"/>
                </a:lnTo>
                <a:lnTo>
                  <a:pt x="818984" y="238760"/>
                </a:lnTo>
                <a:lnTo>
                  <a:pt x="828667" y="246380"/>
                </a:lnTo>
                <a:lnTo>
                  <a:pt x="763612" y="246380"/>
                </a:lnTo>
                <a:lnTo>
                  <a:pt x="764070" y="247650"/>
                </a:lnTo>
                <a:close/>
              </a:path>
              <a:path w="1524635" h="467360">
                <a:moveTo>
                  <a:pt x="709331" y="163830"/>
                </a:moveTo>
                <a:lnTo>
                  <a:pt x="707923" y="163830"/>
                </a:lnTo>
                <a:lnTo>
                  <a:pt x="707631" y="162560"/>
                </a:lnTo>
                <a:lnTo>
                  <a:pt x="709331" y="163830"/>
                </a:lnTo>
                <a:close/>
              </a:path>
              <a:path w="1524635" h="467360">
                <a:moveTo>
                  <a:pt x="1494789" y="260350"/>
                </a:moveTo>
                <a:lnTo>
                  <a:pt x="1495044" y="259080"/>
                </a:lnTo>
                <a:lnTo>
                  <a:pt x="1431378" y="259080"/>
                </a:lnTo>
                <a:lnTo>
                  <a:pt x="1453159" y="242570"/>
                </a:lnTo>
                <a:lnTo>
                  <a:pt x="1481734" y="222250"/>
                </a:lnTo>
                <a:lnTo>
                  <a:pt x="1490154" y="217170"/>
                </a:lnTo>
                <a:lnTo>
                  <a:pt x="1498028" y="212090"/>
                </a:lnTo>
                <a:lnTo>
                  <a:pt x="1504569" y="207010"/>
                </a:lnTo>
                <a:lnTo>
                  <a:pt x="1524190" y="240030"/>
                </a:lnTo>
                <a:lnTo>
                  <a:pt x="1517637" y="243840"/>
                </a:lnTo>
                <a:lnTo>
                  <a:pt x="1518208" y="243840"/>
                </a:lnTo>
                <a:lnTo>
                  <a:pt x="1510893" y="248920"/>
                </a:lnTo>
                <a:lnTo>
                  <a:pt x="1511287" y="248920"/>
                </a:lnTo>
                <a:lnTo>
                  <a:pt x="1503248" y="254000"/>
                </a:lnTo>
                <a:lnTo>
                  <a:pt x="1503514" y="254000"/>
                </a:lnTo>
                <a:lnTo>
                  <a:pt x="1494789" y="260350"/>
                </a:lnTo>
                <a:close/>
              </a:path>
              <a:path w="1524635" h="467360">
                <a:moveTo>
                  <a:pt x="1141628" y="466090"/>
                </a:moveTo>
                <a:lnTo>
                  <a:pt x="1100810" y="466090"/>
                </a:lnTo>
                <a:lnTo>
                  <a:pt x="1081544" y="462280"/>
                </a:lnTo>
                <a:lnTo>
                  <a:pt x="1075778" y="461010"/>
                </a:lnTo>
                <a:lnTo>
                  <a:pt x="1068908" y="459740"/>
                </a:lnTo>
                <a:lnTo>
                  <a:pt x="1062659" y="457200"/>
                </a:lnTo>
                <a:lnTo>
                  <a:pt x="1056436" y="455930"/>
                </a:lnTo>
                <a:lnTo>
                  <a:pt x="1050264" y="453390"/>
                </a:lnTo>
                <a:lnTo>
                  <a:pt x="1043927" y="450850"/>
                </a:lnTo>
                <a:lnTo>
                  <a:pt x="1032560" y="445770"/>
                </a:lnTo>
                <a:lnTo>
                  <a:pt x="1031786" y="445770"/>
                </a:lnTo>
                <a:lnTo>
                  <a:pt x="996188" y="426720"/>
                </a:lnTo>
                <a:lnTo>
                  <a:pt x="961555" y="403860"/>
                </a:lnTo>
                <a:lnTo>
                  <a:pt x="927582" y="377190"/>
                </a:lnTo>
                <a:lnTo>
                  <a:pt x="883285" y="340360"/>
                </a:lnTo>
                <a:lnTo>
                  <a:pt x="839292" y="303530"/>
                </a:lnTo>
                <a:lnTo>
                  <a:pt x="839546" y="303530"/>
                </a:lnTo>
                <a:lnTo>
                  <a:pt x="817511" y="285750"/>
                </a:lnTo>
                <a:lnTo>
                  <a:pt x="817778" y="285750"/>
                </a:lnTo>
                <a:lnTo>
                  <a:pt x="806729" y="278130"/>
                </a:lnTo>
                <a:lnTo>
                  <a:pt x="806970" y="278130"/>
                </a:lnTo>
                <a:lnTo>
                  <a:pt x="795908" y="269240"/>
                </a:lnTo>
                <a:lnTo>
                  <a:pt x="796201" y="269240"/>
                </a:lnTo>
                <a:lnTo>
                  <a:pt x="785114" y="261620"/>
                </a:lnTo>
                <a:lnTo>
                  <a:pt x="785456" y="261620"/>
                </a:lnTo>
                <a:lnTo>
                  <a:pt x="774344" y="254000"/>
                </a:lnTo>
                <a:lnTo>
                  <a:pt x="774738" y="254000"/>
                </a:lnTo>
                <a:lnTo>
                  <a:pt x="763612" y="246380"/>
                </a:lnTo>
                <a:lnTo>
                  <a:pt x="828667" y="246380"/>
                </a:lnTo>
                <a:lnTo>
                  <a:pt x="841578" y="256540"/>
                </a:lnTo>
                <a:lnTo>
                  <a:pt x="863879" y="274320"/>
                </a:lnTo>
                <a:lnTo>
                  <a:pt x="907872" y="311150"/>
                </a:lnTo>
                <a:lnTo>
                  <a:pt x="929843" y="330200"/>
                </a:lnTo>
                <a:lnTo>
                  <a:pt x="929639" y="330200"/>
                </a:lnTo>
                <a:lnTo>
                  <a:pt x="951687" y="347980"/>
                </a:lnTo>
                <a:lnTo>
                  <a:pt x="951433" y="347980"/>
                </a:lnTo>
                <a:lnTo>
                  <a:pt x="962482" y="356870"/>
                </a:lnTo>
                <a:lnTo>
                  <a:pt x="962253" y="356870"/>
                </a:lnTo>
                <a:lnTo>
                  <a:pt x="973327" y="364490"/>
                </a:lnTo>
                <a:lnTo>
                  <a:pt x="973061" y="364490"/>
                </a:lnTo>
                <a:lnTo>
                  <a:pt x="984148" y="373380"/>
                </a:lnTo>
                <a:lnTo>
                  <a:pt x="985407" y="373380"/>
                </a:lnTo>
                <a:lnTo>
                  <a:pt x="994943" y="381000"/>
                </a:lnTo>
                <a:lnTo>
                  <a:pt x="996420" y="381000"/>
                </a:lnTo>
                <a:lnTo>
                  <a:pt x="1005713" y="387350"/>
                </a:lnTo>
                <a:lnTo>
                  <a:pt x="1005268" y="387350"/>
                </a:lnTo>
                <a:lnTo>
                  <a:pt x="1016457" y="394970"/>
                </a:lnTo>
                <a:lnTo>
                  <a:pt x="1018181" y="394970"/>
                </a:lnTo>
                <a:lnTo>
                  <a:pt x="1027163" y="400050"/>
                </a:lnTo>
                <a:lnTo>
                  <a:pt x="1026566" y="400050"/>
                </a:lnTo>
                <a:lnTo>
                  <a:pt x="1037831" y="406400"/>
                </a:lnTo>
                <a:lnTo>
                  <a:pt x="1037145" y="406400"/>
                </a:lnTo>
                <a:lnTo>
                  <a:pt x="1048448" y="411480"/>
                </a:lnTo>
                <a:lnTo>
                  <a:pt x="1047673" y="411480"/>
                </a:lnTo>
                <a:lnTo>
                  <a:pt x="1059027" y="416560"/>
                </a:lnTo>
                <a:lnTo>
                  <a:pt x="1061231" y="416560"/>
                </a:lnTo>
                <a:lnTo>
                  <a:pt x="1064082" y="417830"/>
                </a:lnTo>
                <a:lnTo>
                  <a:pt x="1063612" y="417830"/>
                </a:lnTo>
                <a:lnTo>
                  <a:pt x="1069327" y="420370"/>
                </a:lnTo>
                <a:lnTo>
                  <a:pt x="1071695" y="420370"/>
                </a:lnTo>
                <a:lnTo>
                  <a:pt x="1074559" y="421640"/>
                </a:lnTo>
                <a:lnTo>
                  <a:pt x="1074039" y="421640"/>
                </a:lnTo>
                <a:lnTo>
                  <a:pt x="1079779" y="422910"/>
                </a:lnTo>
                <a:lnTo>
                  <a:pt x="1079233" y="422910"/>
                </a:lnTo>
                <a:lnTo>
                  <a:pt x="1084973" y="424180"/>
                </a:lnTo>
                <a:lnTo>
                  <a:pt x="1084402" y="424180"/>
                </a:lnTo>
                <a:lnTo>
                  <a:pt x="1090168" y="425450"/>
                </a:lnTo>
                <a:lnTo>
                  <a:pt x="1089571" y="425450"/>
                </a:lnTo>
                <a:lnTo>
                  <a:pt x="1095349" y="426720"/>
                </a:lnTo>
                <a:lnTo>
                  <a:pt x="1094727" y="426720"/>
                </a:lnTo>
                <a:lnTo>
                  <a:pt x="1100518" y="427990"/>
                </a:lnTo>
                <a:lnTo>
                  <a:pt x="1105014" y="427990"/>
                </a:lnTo>
                <a:lnTo>
                  <a:pt x="1110843" y="429260"/>
                </a:lnTo>
                <a:lnTo>
                  <a:pt x="1246145" y="429260"/>
                </a:lnTo>
                <a:lnTo>
                  <a:pt x="1233868" y="435610"/>
                </a:lnTo>
                <a:lnTo>
                  <a:pt x="1204836" y="448310"/>
                </a:lnTo>
                <a:lnTo>
                  <a:pt x="1176070" y="458470"/>
                </a:lnTo>
                <a:lnTo>
                  <a:pt x="1168971" y="459740"/>
                </a:lnTo>
                <a:lnTo>
                  <a:pt x="1161897" y="462280"/>
                </a:lnTo>
                <a:lnTo>
                  <a:pt x="1147876" y="464820"/>
                </a:lnTo>
                <a:lnTo>
                  <a:pt x="1141628" y="466090"/>
                </a:lnTo>
                <a:close/>
              </a:path>
              <a:path w="1524635" h="467360">
                <a:moveTo>
                  <a:pt x="1330225" y="379730"/>
                </a:moveTo>
                <a:lnTo>
                  <a:pt x="1258976" y="379730"/>
                </a:lnTo>
                <a:lnTo>
                  <a:pt x="1273340" y="370840"/>
                </a:lnTo>
                <a:lnTo>
                  <a:pt x="1273035" y="370840"/>
                </a:lnTo>
                <a:lnTo>
                  <a:pt x="1287386" y="361950"/>
                </a:lnTo>
                <a:lnTo>
                  <a:pt x="1287119" y="361950"/>
                </a:lnTo>
                <a:lnTo>
                  <a:pt x="1301407" y="353060"/>
                </a:lnTo>
                <a:lnTo>
                  <a:pt x="1301178" y="353060"/>
                </a:lnTo>
                <a:lnTo>
                  <a:pt x="1315377" y="344170"/>
                </a:lnTo>
                <a:lnTo>
                  <a:pt x="1315173" y="344170"/>
                </a:lnTo>
                <a:lnTo>
                  <a:pt x="1329232" y="334010"/>
                </a:lnTo>
                <a:lnTo>
                  <a:pt x="1328978" y="334010"/>
                </a:lnTo>
                <a:lnTo>
                  <a:pt x="1356525" y="314960"/>
                </a:lnTo>
                <a:lnTo>
                  <a:pt x="1356271" y="314960"/>
                </a:lnTo>
                <a:lnTo>
                  <a:pt x="1382814" y="295910"/>
                </a:lnTo>
                <a:lnTo>
                  <a:pt x="1382610" y="295910"/>
                </a:lnTo>
                <a:lnTo>
                  <a:pt x="1431391" y="259080"/>
                </a:lnTo>
                <a:lnTo>
                  <a:pt x="1495044" y="259080"/>
                </a:lnTo>
                <a:lnTo>
                  <a:pt x="1475701" y="274320"/>
                </a:lnTo>
                <a:lnTo>
                  <a:pt x="1475866" y="274320"/>
                </a:lnTo>
                <a:lnTo>
                  <a:pt x="1405255" y="326390"/>
                </a:lnTo>
                <a:lnTo>
                  <a:pt x="1378470" y="346710"/>
                </a:lnTo>
                <a:lnTo>
                  <a:pt x="1350657" y="365760"/>
                </a:lnTo>
                <a:lnTo>
                  <a:pt x="1336408" y="375920"/>
                </a:lnTo>
                <a:lnTo>
                  <a:pt x="1330225" y="379730"/>
                </a:lnTo>
                <a:close/>
              </a:path>
              <a:path w="1524635" h="467360">
                <a:moveTo>
                  <a:pt x="985407" y="373380"/>
                </a:moveTo>
                <a:lnTo>
                  <a:pt x="984148" y="373380"/>
                </a:lnTo>
                <a:lnTo>
                  <a:pt x="983818" y="372110"/>
                </a:lnTo>
                <a:lnTo>
                  <a:pt x="985407" y="373380"/>
                </a:lnTo>
                <a:close/>
              </a:path>
              <a:path w="1524635" h="467360">
                <a:moveTo>
                  <a:pt x="1307426" y="394970"/>
                </a:moveTo>
                <a:lnTo>
                  <a:pt x="1231099" y="394970"/>
                </a:lnTo>
                <a:lnTo>
                  <a:pt x="1245387" y="387350"/>
                </a:lnTo>
                <a:lnTo>
                  <a:pt x="1244981" y="387350"/>
                </a:lnTo>
                <a:lnTo>
                  <a:pt x="1259332" y="378460"/>
                </a:lnTo>
                <a:lnTo>
                  <a:pt x="1258976" y="379730"/>
                </a:lnTo>
                <a:lnTo>
                  <a:pt x="1330225" y="379730"/>
                </a:lnTo>
                <a:lnTo>
                  <a:pt x="1321981" y="384810"/>
                </a:lnTo>
                <a:lnTo>
                  <a:pt x="1307426" y="394970"/>
                </a:lnTo>
                <a:close/>
              </a:path>
              <a:path w="1524635" h="467360">
                <a:moveTo>
                  <a:pt x="996420" y="381000"/>
                </a:moveTo>
                <a:lnTo>
                  <a:pt x="994943" y="381000"/>
                </a:lnTo>
                <a:lnTo>
                  <a:pt x="994562" y="379730"/>
                </a:lnTo>
                <a:lnTo>
                  <a:pt x="996420" y="381000"/>
                </a:lnTo>
                <a:close/>
              </a:path>
              <a:path w="1524635" h="467360">
                <a:moveTo>
                  <a:pt x="1018181" y="394970"/>
                </a:moveTo>
                <a:lnTo>
                  <a:pt x="1016457" y="394970"/>
                </a:lnTo>
                <a:lnTo>
                  <a:pt x="1015936" y="393700"/>
                </a:lnTo>
                <a:lnTo>
                  <a:pt x="1018181" y="394970"/>
                </a:lnTo>
                <a:close/>
              </a:path>
              <a:path w="1524635" h="467360">
                <a:moveTo>
                  <a:pt x="1246145" y="429260"/>
                </a:moveTo>
                <a:lnTo>
                  <a:pt x="1125448" y="429260"/>
                </a:lnTo>
                <a:lnTo>
                  <a:pt x="1131481" y="427990"/>
                </a:lnTo>
                <a:lnTo>
                  <a:pt x="1136129" y="427990"/>
                </a:lnTo>
                <a:lnTo>
                  <a:pt x="1142364" y="426720"/>
                </a:lnTo>
                <a:lnTo>
                  <a:pt x="1147419" y="426720"/>
                </a:lnTo>
                <a:lnTo>
                  <a:pt x="1153845" y="425450"/>
                </a:lnTo>
                <a:lnTo>
                  <a:pt x="1153274" y="425450"/>
                </a:lnTo>
                <a:lnTo>
                  <a:pt x="1159789" y="422910"/>
                </a:lnTo>
                <a:lnTo>
                  <a:pt x="1159256" y="422910"/>
                </a:lnTo>
                <a:lnTo>
                  <a:pt x="1165847" y="421640"/>
                </a:lnTo>
                <a:lnTo>
                  <a:pt x="1165364" y="421640"/>
                </a:lnTo>
                <a:lnTo>
                  <a:pt x="1172019" y="420370"/>
                </a:lnTo>
                <a:lnTo>
                  <a:pt x="1171575" y="420370"/>
                </a:lnTo>
                <a:lnTo>
                  <a:pt x="1178293" y="417830"/>
                </a:lnTo>
                <a:lnTo>
                  <a:pt x="1177886" y="417830"/>
                </a:lnTo>
                <a:lnTo>
                  <a:pt x="1184681" y="415290"/>
                </a:lnTo>
                <a:lnTo>
                  <a:pt x="1184287" y="415290"/>
                </a:lnTo>
                <a:lnTo>
                  <a:pt x="1191145" y="412750"/>
                </a:lnTo>
                <a:lnTo>
                  <a:pt x="1190625" y="412750"/>
                </a:lnTo>
                <a:lnTo>
                  <a:pt x="1204480" y="407670"/>
                </a:lnTo>
                <a:lnTo>
                  <a:pt x="1203871" y="407670"/>
                </a:lnTo>
                <a:lnTo>
                  <a:pt x="1217917" y="401320"/>
                </a:lnTo>
                <a:lnTo>
                  <a:pt x="1217383" y="401320"/>
                </a:lnTo>
                <a:lnTo>
                  <a:pt x="1231569" y="393700"/>
                </a:lnTo>
                <a:lnTo>
                  <a:pt x="1231099" y="394970"/>
                </a:lnTo>
                <a:lnTo>
                  <a:pt x="1307426" y="394970"/>
                </a:lnTo>
                <a:lnTo>
                  <a:pt x="1278064" y="412750"/>
                </a:lnTo>
                <a:lnTo>
                  <a:pt x="1246145" y="429260"/>
                </a:lnTo>
                <a:close/>
              </a:path>
              <a:path w="1524635" h="467360">
                <a:moveTo>
                  <a:pt x="1061231" y="416560"/>
                </a:moveTo>
                <a:lnTo>
                  <a:pt x="1059027" y="416560"/>
                </a:lnTo>
                <a:lnTo>
                  <a:pt x="1058379" y="415290"/>
                </a:lnTo>
                <a:lnTo>
                  <a:pt x="1061231" y="416560"/>
                </a:lnTo>
                <a:close/>
              </a:path>
              <a:path w="1524635" h="467360">
                <a:moveTo>
                  <a:pt x="1071695" y="420370"/>
                </a:moveTo>
                <a:lnTo>
                  <a:pt x="1069327" y="420370"/>
                </a:lnTo>
                <a:lnTo>
                  <a:pt x="1068832" y="419100"/>
                </a:lnTo>
                <a:lnTo>
                  <a:pt x="1071695" y="420370"/>
                </a:lnTo>
                <a:close/>
              </a:path>
              <a:path w="1524635" h="467360">
                <a:moveTo>
                  <a:pt x="1127975" y="467360"/>
                </a:moveTo>
                <a:lnTo>
                  <a:pt x="1113853" y="467360"/>
                </a:lnTo>
                <a:lnTo>
                  <a:pt x="1107313" y="466090"/>
                </a:lnTo>
                <a:lnTo>
                  <a:pt x="1134783" y="466090"/>
                </a:lnTo>
                <a:lnTo>
                  <a:pt x="1127975" y="46736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/>
          <p:nvPr/>
        </p:nvSpPr>
        <p:spPr>
          <a:xfrm>
            <a:off x="5333034" y="2914650"/>
            <a:ext cx="1524635" cy="467359"/>
          </a:xfrm>
          <a:custGeom>
            <a:avLst/>
            <a:gdLst/>
            <a:ahLst/>
            <a:cxnLst/>
            <a:rect l="l" t="t" r="r" b="b"/>
            <a:pathLst>
              <a:path w="1524634" h="467360">
                <a:moveTo>
                  <a:pt x="23101" y="238760"/>
                </a:moveTo>
                <a:lnTo>
                  <a:pt x="0" y="208280"/>
                </a:lnTo>
                <a:lnTo>
                  <a:pt x="75717" y="151130"/>
                </a:lnTo>
                <a:lnTo>
                  <a:pt x="164249" y="88900"/>
                </a:lnTo>
                <a:lnTo>
                  <a:pt x="214909" y="58419"/>
                </a:lnTo>
                <a:lnTo>
                  <a:pt x="265620" y="33019"/>
                </a:lnTo>
                <a:lnTo>
                  <a:pt x="303720" y="17780"/>
                </a:lnTo>
                <a:lnTo>
                  <a:pt x="341172" y="7619"/>
                </a:lnTo>
                <a:lnTo>
                  <a:pt x="353860" y="3810"/>
                </a:lnTo>
                <a:lnTo>
                  <a:pt x="354647" y="3810"/>
                </a:lnTo>
                <a:lnTo>
                  <a:pt x="366560" y="2539"/>
                </a:lnTo>
                <a:lnTo>
                  <a:pt x="373545" y="1269"/>
                </a:lnTo>
                <a:lnTo>
                  <a:pt x="379920" y="0"/>
                </a:lnTo>
                <a:lnTo>
                  <a:pt x="424827" y="0"/>
                </a:lnTo>
                <a:lnTo>
                  <a:pt x="437565" y="2539"/>
                </a:lnTo>
                <a:lnTo>
                  <a:pt x="443890" y="2539"/>
                </a:lnTo>
                <a:lnTo>
                  <a:pt x="450176" y="3810"/>
                </a:lnTo>
                <a:lnTo>
                  <a:pt x="456425" y="6350"/>
                </a:lnTo>
                <a:lnTo>
                  <a:pt x="469023" y="8889"/>
                </a:lnTo>
                <a:lnTo>
                  <a:pt x="480428" y="12700"/>
                </a:lnTo>
                <a:lnTo>
                  <a:pt x="481253" y="13969"/>
                </a:lnTo>
                <a:lnTo>
                  <a:pt x="493344" y="17780"/>
                </a:lnTo>
                <a:lnTo>
                  <a:pt x="505320" y="22860"/>
                </a:lnTo>
                <a:lnTo>
                  <a:pt x="533562" y="38100"/>
                </a:lnTo>
                <a:lnTo>
                  <a:pt x="383654" y="38100"/>
                </a:lnTo>
                <a:lnTo>
                  <a:pt x="377723" y="39369"/>
                </a:lnTo>
                <a:lnTo>
                  <a:pt x="372833" y="39369"/>
                </a:lnTo>
                <a:lnTo>
                  <a:pt x="360921" y="41910"/>
                </a:lnTo>
                <a:lnTo>
                  <a:pt x="361708" y="41910"/>
                </a:lnTo>
                <a:lnTo>
                  <a:pt x="349745" y="44450"/>
                </a:lnTo>
                <a:lnTo>
                  <a:pt x="350481" y="44450"/>
                </a:lnTo>
                <a:lnTo>
                  <a:pt x="338480" y="46989"/>
                </a:lnTo>
                <a:lnTo>
                  <a:pt x="339153" y="46989"/>
                </a:lnTo>
                <a:lnTo>
                  <a:pt x="327101" y="50800"/>
                </a:lnTo>
                <a:lnTo>
                  <a:pt x="327736" y="50800"/>
                </a:lnTo>
                <a:lnTo>
                  <a:pt x="319675" y="53339"/>
                </a:lnTo>
                <a:lnTo>
                  <a:pt x="316230" y="53339"/>
                </a:lnTo>
                <a:lnTo>
                  <a:pt x="304101" y="58419"/>
                </a:lnTo>
                <a:lnTo>
                  <a:pt x="304634" y="58419"/>
                </a:lnTo>
                <a:lnTo>
                  <a:pt x="292468" y="63500"/>
                </a:lnTo>
                <a:lnTo>
                  <a:pt x="292963" y="63500"/>
                </a:lnTo>
                <a:lnTo>
                  <a:pt x="280758" y="68580"/>
                </a:lnTo>
                <a:lnTo>
                  <a:pt x="281216" y="68580"/>
                </a:lnTo>
                <a:lnTo>
                  <a:pt x="268973" y="73660"/>
                </a:lnTo>
                <a:lnTo>
                  <a:pt x="269392" y="73660"/>
                </a:lnTo>
                <a:lnTo>
                  <a:pt x="259577" y="78739"/>
                </a:lnTo>
                <a:lnTo>
                  <a:pt x="257492" y="78739"/>
                </a:lnTo>
                <a:lnTo>
                  <a:pt x="245198" y="85089"/>
                </a:lnTo>
                <a:lnTo>
                  <a:pt x="245541" y="85089"/>
                </a:lnTo>
                <a:lnTo>
                  <a:pt x="233210" y="92710"/>
                </a:lnTo>
                <a:lnTo>
                  <a:pt x="233514" y="92710"/>
                </a:lnTo>
                <a:lnTo>
                  <a:pt x="221170" y="99060"/>
                </a:lnTo>
                <a:lnTo>
                  <a:pt x="221449" y="99060"/>
                </a:lnTo>
                <a:lnTo>
                  <a:pt x="209067" y="106680"/>
                </a:lnTo>
                <a:lnTo>
                  <a:pt x="209321" y="106680"/>
                </a:lnTo>
                <a:lnTo>
                  <a:pt x="196913" y="114300"/>
                </a:lnTo>
                <a:lnTo>
                  <a:pt x="197142" y="114300"/>
                </a:lnTo>
                <a:lnTo>
                  <a:pt x="184721" y="121919"/>
                </a:lnTo>
                <a:lnTo>
                  <a:pt x="184924" y="121919"/>
                </a:lnTo>
                <a:lnTo>
                  <a:pt x="172478" y="129539"/>
                </a:lnTo>
                <a:lnTo>
                  <a:pt x="172745" y="129539"/>
                </a:lnTo>
                <a:lnTo>
                  <a:pt x="147789" y="146050"/>
                </a:lnTo>
                <a:lnTo>
                  <a:pt x="148082" y="146050"/>
                </a:lnTo>
                <a:lnTo>
                  <a:pt x="123062" y="163830"/>
                </a:lnTo>
                <a:lnTo>
                  <a:pt x="123291" y="163830"/>
                </a:lnTo>
                <a:lnTo>
                  <a:pt x="98209" y="181610"/>
                </a:lnTo>
                <a:lnTo>
                  <a:pt x="98374" y="181610"/>
                </a:lnTo>
                <a:lnTo>
                  <a:pt x="73266" y="200660"/>
                </a:lnTo>
                <a:lnTo>
                  <a:pt x="23101" y="238760"/>
                </a:lnTo>
                <a:close/>
              </a:path>
              <a:path w="1524634" h="467360">
                <a:moveTo>
                  <a:pt x="489585" y="58419"/>
                </a:moveTo>
                <a:lnTo>
                  <a:pt x="478269" y="53339"/>
                </a:lnTo>
                <a:lnTo>
                  <a:pt x="479005" y="53339"/>
                </a:lnTo>
                <a:lnTo>
                  <a:pt x="467652" y="49530"/>
                </a:lnTo>
                <a:lnTo>
                  <a:pt x="468477" y="49530"/>
                </a:lnTo>
                <a:lnTo>
                  <a:pt x="457073" y="45719"/>
                </a:lnTo>
                <a:lnTo>
                  <a:pt x="457733" y="45719"/>
                </a:lnTo>
                <a:lnTo>
                  <a:pt x="452018" y="44450"/>
                </a:lnTo>
                <a:lnTo>
                  <a:pt x="452488" y="44450"/>
                </a:lnTo>
                <a:lnTo>
                  <a:pt x="446760" y="43180"/>
                </a:lnTo>
                <a:lnTo>
                  <a:pt x="447255" y="43180"/>
                </a:lnTo>
                <a:lnTo>
                  <a:pt x="441502" y="41910"/>
                </a:lnTo>
                <a:lnTo>
                  <a:pt x="442023" y="41910"/>
                </a:lnTo>
                <a:lnTo>
                  <a:pt x="436257" y="40639"/>
                </a:lnTo>
                <a:lnTo>
                  <a:pt x="436791" y="40639"/>
                </a:lnTo>
                <a:lnTo>
                  <a:pt x="431012" y="39369"/>
                </a:lnTo>
                <a:lnTo>
                  <a:pt x="426351" y="39369"/>
                </a:lnTo>
                <a:lnTo>
                  <a:pt x="420535" y="38100"/>
                </a:lnTo>
                <a:lnTo>
                  <a:pt x="533562" y="38100"/>
                </a:lnTo>
                <a:lnTo>
                  <a:pt x="552094" y="48260"/>
                </a:lnTo>
                <a:lnTo>
                  <a:pt x="565461" y="57150"/>
                </a:lnTo>
                <a:lnTo>
                  <a:pt x="488924" y="57150"/>
                </a:lnTo>
                <a:lnTo>
                  <a:pt x="489585" y="58419"/>
                </a:lnTo>
                <a:close/>
              </a:path>
              <a:path w="1524634" h="467360">
                <a:moveTo>
                  <a:pt x="315645" y="54610"/>
                </a:moveTo>
                <a:lnTo>
                  <a:pt x="316230" y="53339"/>
                </a:lnTo>
                <a:lnTo>
                  <a:pt x="319675" y="53339"/>
                </a:lnTo>
                <a:lnTo>
                  <a:pt x="315645" y="54610"/>
                </a:lnTo>
                <a:close/>
              </a:path>
              <a:path w="1524634" h="467360">
                <a:moveTo>
                  <a:pt x="500189" y="63500"/>
                </a:moveTo>
                <a:lnTo>
                  <a:pt x="488924" y="57150"/>
                </a:lnTo>
                <a:lnTo>
                  <a:pt x="565461" y="57150"/>
                </a:lnTo>
                <a:lnTo>
                  <a:pt x="573055" y="62230"/>
                </a:lnTo>
                <a:lnTo>
                  <a:pt x="499605" y="62230"/>
                </a:lnTo>
                <a:lnTo>
                  <a:pt x="500189" y="63500"/>
                </a:lnTo>
                <a:close/>
              </a:path>
              <a:path w="1524634" h="467360">
                <a:moveTo>
                  <a:pt x="521500" y="74930"/>
                </a:moveTo>
                <a:lnTo>
                  <a:pt x="510311" y="68580"/>
                </a:lnTo>
                <a:lnTo>
                  <a:pt x="510832" y="68580"/>
                </a:lnTo>
                <a:lnTo>
                  <a:pt x="499605" y="62230"/>
                </a:lnTo>
                <a:lnTo>
                  <a:pt x="573055" y="62230"/>
                </a:lnTo>
                <a:lnTo>
                  <a:pt x="590058" y="73660"/>
                </a:lnTo>
                <a:lnTo>
                  <a:pt x="521042" y="73660"/>
                </a:lnTo>
                <a:lnTo>
                  <a:pt x="521500" y="74930"/>
                </a:lnTo>
                <a:close/>
              </a:path>
              <a:path w="1524634" h="467360">
                <a:moveTo>
                  <a:pt x="553681" y="95250"/>
                </a:moveTo>
                <a:lnTo>
                  <a:pt x="542582" y="87630"/>
                </a:lnTo>
                <a:lnTo>
                  <a:pt x="542925" y="87630"/>
                </a:lnTo>
                <a:lnTo>
                  <a:pt x="531799" y="81280"/>
                </a:lnTo>
                <a:lnTo>
                  <a:pt x="532206" y="81280"/>
                </a:lnTo>
                <a:lnTo>
                  <a:pt x="521042" y="73660"/>
                </a:lnTo>
                <a:lnTo>
                  <a:pt x="590058" y="73660"/>
                </a:lnTo>
                <a:lnTo>
                  <a:pt x="597611" y="78739"/>
                </a:lnTo>
                <a:lnTo>
                  <a:pt x="618208" y="93980"/>
                </a:lnTo>
                <a:lnTo>
                  <a:pt x="553389" y="93980"/>
                </a:lnTo>
                <a:lnTo>
                  <a:pt x="553681" y="95250"/>
                </a:lnTo>
                <a:close/>
              </a:path>
              <a:path w="1524634" h="467360">
                <a:moveTo>
                  <a:pt x="257124" y="80010"/>
                </a:moveTo>
                <a:lnTo>
                  <a:pt x="257492" y="78739"/>
                </a:lnTo>
                <a:lnTo>
                  <a:pt x="259577" y="78739"/>
                </a:lnTo>
                <a:lnTo>
                  <a:pt x="257124" y="80010"/>
                </a:lnTo>
                <a:close/>
              </a:path>
              <a:path w="1524634" h="467360">
                <a:moveTo>
                  <a:pt x="764070" y="247650"/>
                </a:moveTo>
                <a:lnTo>
                  <a:pt x="752906" y="240030"/>
                </a:lnTo>
                <a:lnTo>
                  <a:pt x="741438" y="232410"/>
                </a:lnTo>
                <a:lnTo>
                  <a:pt x="729996" y="226060"/>
                </a:lnTo>
                <a:lnTo>
                  <a:pt x="718629" y="218439"/>
                </a:lnTo>
                <a:lnTo>
                  <a:pt x="707237" y="209550"/>
                </a:lnTo>
                <a:lnTo>
                  <a:pt x="662660" y="176530"/>
                </a:lnTo>
                <a:lnTo>
                  <a:pt x="618667" y="142239"/>
                </a:lnTo>
                <a:lnTo>
                  <a:pt x="596773" y="125730"/>
                </a:lnTo>
                <a:lnTo>
                  <a:pt x="597027" y="125730"/>
                </a:lnTo>
                <a:lnTo>
                  <a:pt x="574979" y="109219"/>
                </a:lnTo>
                <a:lnTo>
                  <a:pt x="575271" y="109219"/>
                </a:lnTo>
                <a:lnTo>
                  <a:pt x="564210" y="101600"/>
                </a:lnTo>
                <a:lnTo>
                  <a:pt x="564464" y="101600"/>
                </a:lnTo>
                <a:lnTo>
                  <a:pt x="553389" y="93980"/>
                </a:lnTo>
                <a:lnTo>
                  <a:pt x="618208" y="93980"/>
                </a:lnTo>
                <a:lnTo>
                  <a:pt x="642048" y="111760"/>
                </a:lnTo>
                <a:lnTo>
                  <a:pt x="686041" y="146050"/>
                </a:lnTo>
                <a:lnTo>
                  <a:pt x="685888" y="146050"/>
                </a:lnTo>
                <a:lnTo>
                  <a:pt x="707923" y="163830"/>
                </a:lnTo>
                <a:lnTo>
                  <a:pt x="709331" y="163830"/>
                </a:lnTo>
                <a:lnTo>
                  <a:pt x="729729" y="179069"/>
                </a:lnTo>
                <a:lnTo>
                  <a:pt x="729424" y="179069"/>
                </a:lnTo>
                <a:lnTo>
                  <a:pt x="740498" y="186689"/>
                </a:lnTo>
                <a:lnTo>
                  <a:pt x="740232" y="186689"/>
                </a:lnTo>
                <a:lnTo>
                  <a:pt x="751344" y="194310"/>
                </a:lnTo>
                <a:lnTo>
                  <a:pt x="751027" y="194310"/>
                </a:lnTo>
                <a:lnTo>
                  <a:pt x="762165" y="200660"/>
                </a:lnTo>
                <a:lnTo>
                  <a:pt x="761809" y="200660"/>
                </a:lnTo>
                <a:lnTo>
                  <a:pt x="773023" y="208280"/>
                </a:lnTo>
                <a:lnTo>
                  <a:pt x="784656" y="214630"/>
                </a:lnTo>
                <a:lnTo>
                  <a:pt x="796175" y="222250"/>
                </a:lnTo>
                <a:lnTo>
                  <a:pt x="807618" y="231139"/>
                </a:lnTo>
                <a:lnTo>
                  <a:pt x="818984" y="238760"/>
                </a:lnTo>
                <a:lnTo>
                  <a:pt x="828466" y="246380"/>
                </a:lnTo>
                <a:lnTo>
                  <a:pt x="763612" y="246380"/>
                </a:lnTo>
                <a:lnTo>
                  <a:pt x="764070" y="247650"/>
                </a:lnTo>
                <a:close/>
              </a:path>
              <a:path w="1524634" h="467360">
                <a:moveTo>
                  <a:pt x="709331" y="163830"/>
                </a:moveTo>
                <a:lnTo>
                  <a:pt x="707923" y="163830"/>
                </a:lnTo>
                <a:lnTo>
                  <a:pt x="707631" y="162560"/>
                </a:lnTo>
                <a:lnTo>
                  <a:pt x="709331" y="163830"/>
                </a:lnTo>
                <a:close/>
              </a:path>
              <a:path w="1524634" h="467360">
                <a:moveTo>
                  <a:pt x="1494802" y="260350"/>
                </a:moveTo>
                <a:lnTo>
                  <a:pt x="1495044" y="259080"/>
                </a:lnTo>
                <a:lnTo>
                  <a:pt x="1431378" y="259080"/>
                </a:lnTo>
                <a:lnTo>
                  <a:pt x="1453159" y="242569"/>
                </a:lnTo>
                <a:lnTo>
                  <a:pt x="1481734" y="222250"/>
                </a:lnTo>
                <a:lnTo>
                  <a:pt x="1490154" y="217169"/>
                </a:lnTo>
                <a:lnTo>
                  <a:pt x="1497469" y="212089"/>
                </a:lnTo>
                <a:lnTo>
                  <a:pt x="1504569" y="207010"/>
                </a:lnTo>
                <a:lnTo>
                  <a:pt x="1524190" y="240030"/>
                </a:lnTo>
                <a:lnTo>
                  <a:pt x="1517650" y="243839"/>
                </a:lnTo>
                <a:lnTo>
                  <a:pt x="1518208" y="243839"/>
                </a:lnTo>
                <a:lnTo>
                  <a:pt x="1510893" y="248919"/>
                </a:lnTo>
                <a:lnTo>
                  <a:pt x="1511287" y="248919"/>
                </a:lnTo>
                <a:lnTo>
                  <a:pt x="1503248" y="254000"/>
                </a:lnTo>
                <a:lnTo>
                  <a:pt x="1503514" y="254000"/>
                </a:lnTo>
                <a:lnTo>
                  <a:pt x="1494802" y="260350"/>
                </a:lnTo>
                <a:close/>
              </a:path>
              <a:path w="1524634" h="467360">
                <a:moveTo>
                  <a:pt x="1140917" y="466089"/>
                </a:moveTo>
                <a:lnTo>
                  <a:pt x="1101483" y="466089"/>
                </a:lnTo>
                <a:lnTo>
                  <a:pt x="1095006" y="464820"/>
                </a:lnTo>
                <a:lnTo>
                  <a:pt x="1087932" y="463550"/>
                </a:lnTo>
                <a:lnTo>
                  <a:pt x="1068908" y="459739"/>
                </a:lnTo>
                <a:lnTo>
                  <a:pt x="1062659" y="457200"/>
                </a:lnTo>
                <a:lnTo>
                  <a:pt x="1056932" y="455929"/>
                </a:lnTo>
                <a:lnTo>
                  <a:pt x="1050264" y="453389"/>
                </a:lnTo>
                <a:lnTo>
                  <a:pt x="1043927" y="450850"/>
                </a:lnTo>
                <a:lnTo>
                  <a:pt x="1032560" y="445770"/>
                </a:lnTo>
                <a:lnTo>
                  <a:pt x="1031786" y="445770"/>
                </a:lnTo>
                <a:lnTo>
                  <a:pt x="996188" y="426720"/>
                </a:lnTo>
                <a:lnTo>
                  <a:pt x="961885" y="403860"/>
                </a:lnTo>
                <a:lnTo>
                  <a:pt x="927582" y="377189"/>
                </a:lnTo>
                <a:lnTo>
                  <a:pt x="883285" y="340360"/>
                </a:lnTo>
                <a:lnTo>
                  <a:pt x="839292" y="303530"/>
                </a:lnTo>
                <a:lnTo>
                  <a:pt x="839546" y="303530"/>
                </a:lnTo>
                <a:lnTo>
                  <a:pt x="817511" y="285750"/>
                </a:lnTo>
                <a:lnTo>
                  <a:pt x="817778" y="285750"/>
                </a:lnTo>
                <a:lnTo>
                  <a:pt x="806742" y="278130"/>
                </a:lnTo>
                <a:lnTo>
                  <a:pt x="806970" y="278130"/>
                </a:lnTo>
                <a:lnTo>
                  <a:pt x="795909" y="269239"/>
                </a:lnTo>
                <a:lnTo>
                  <a:pt x="796201" y="269239"/>
                </a:lnTo>
                <a:lnTo>
                  <a:pt x="785114" y="261619"/>
                </a:lnTo>
                <a:lnTo>
                  <a:pt x="785456" y="261619"/>
                </a:lnTo>
                <a:lnTo>
                  <a:pt x="774344" y="254000"/>
                </a:lnTo>
                <a:lnTo>
                  <a:pt x="774738" y="254000"/>
                </a:lnTo>
                <a:lnTo>
                  <a:pt x="763612" y="246380"/>
                </a:lnTo>
                <a:lnTo>
                  <a:pt x="828466" y="246380"/>
                </a:lnTo>
                <a:lnTo>
                  <a:pt x="830046" y="247650"/>
                </a:lnTo>
                <a:lnTo>
                  <a:pt x="841578" y="256539"/>
                </a:lnTo>
                <a:lnTo>
                  <a:pt x="863879" y="274319"/>
                </a:lnTo>
                <a:lnTo>
                  <a:pt x="907872" y="311150"/>
                </a:lnTo>
                <a:lnTo>
                  <a:pt x="929855" y="330200"/>
                </a:lnTo>
                <a:lnTo>
                  <a:pt x="929640" y="330200"/>
                </a:lnTo>
                <a:lnTo>
                  <a:pt x="951687" y="347979"/>
                </a:lnTo>
                <a:lnTo>
                  <a:pt x="951433" y="347979"/>
                </a:lnTo>
                <a:lnTo>
                  <a:pt x="962482" y="356870"/>
                </a:lnTo>
                <a:lnTo>
                  <a:pt x="962266" y="356870"/>
                </a:lnTo>
                <a:lnTo>
                  <a:pt x="973328" y="364489"/>
                </a:lnTo>
                <a:lnTo>
                  <a:pt x="973061" y="364489"/>
                </a:lnTo>
                <a:lnTo>
                  <a:pt x="984148" y="373379"/>
                </a:lnTo>
                <a:lnTo>
                  <a:pt x="985418" y="373379"/>
                </a:lnTo>
                <a:lnTo>
                  <a:pt x="994943" y="381000"/>
                </a:lnTo>
                <a:lnTo>
                  <a:pt x="996420" y="381000"/>
                </a:lnTo>
                <a:lnTo>
                  <a:pt x="1005713" y="387350"/>
                </a:lnTo>
                <a:lnTo>
                  <a:pt x="1005268" y="387350"/>
                </a:lnTo>
                <a:lnTo>
                  <a:pt x="1016457" y="394970"/>
                </a:lnTo>
                <a:lnTo>
                  <a:pt x="1018181" y="394970"/>
                </a:lnTo>
                <a:lnTo>
                  <a:pt x="1027163" y="400050"/>
                </a:lnTo>
                <a:lnTo>
                  <a:pt x="1026566" y="400050"/>
                </a:lnTo>
                <a:lnTo>
                  <a:pt x="1037831" y="406400"/>
                </a:lnTo>
                <a:lnTo>
                  <a:pt x="1037145" y="406400"/>
                </a:lnTo>
                <a:lnTo>
                  <a:pt x="1048448" y="411479"/>
                </a:lnTo>
                <a:lnTo>
                  <a:pt x="1047673" y="411479"/>
                </a:lnTo>
                <a:lnTo>
                  <a:pt x="1059027" y="416560"/>
                </a:lnTo>
                <a:lnTo>
                  <a:pt x="1061231" y="416560"/>
                </a:lnTo>
                <a:lnTo>
                  <a:pt x="1064082" y="417829"/>
                </a:lnTo>
                <a:lnTo>
                  <a:pt x="1063612" y="417829"/>
                </a:lnTo>
                <a:lnTo>
                  <a:pt x="1069327" y="420370"/>
                </a:lnTo>
                <a:lnTo>
                  <a:pt x="1071695" y="420370"/>
                </a:lnTo>
                <a:lnTo>
                  <a:pt x="1074559" y="421639"/>
                </a:lnTo>
                <a:lnTo>
                  <a:pt x="1074039" y="421639"/>
                </a:lnTo>
                <a:lnTo>
                  <a:pt x="1079779" y="422910"/>
                </a:lnTo>
                <a:lnTo>
                  <a:pt x="1079233" y="422910"/>
                </a:lnTo>
                <a:lnTo>
                  <a:pt x="1084973" y="424179"/>
                </a:lnTo>
                <a:lnTo>
                  <a:pt x="1084402" y="424179"/>
                </a:lnTo>
                <a:lnTo>
                  <a:pt x="1090168" y="425450"/>
                </a:lnTo>
                <a:lnTo>
                  <a:pt x="1089571" y="425450"/>
                </a:lnTo>
                <a:lnTo>
                  <a:pt x="1095349" y="426720"/>
                </a:lnTo>
                <a:lnTo>
                  <a:pt x="1094727" y="426720"/>
                </a:lnTo>
                <a:lnTo>
                  <a:pt x="1100518" y="427989"/>
                </a:lnTo>
                <a:lnTo>
                  <a:pt x="1105014" y="427989"/>
                </a:lnTo>
                <a:lnTo>
                  <a:pt x="1110843" y="429260"/>
                </a:lnTo>
                <a:lnTo>
                  <a:pt x="1246145" y="429260"/>
                </a:lnTo>
                <a:lnTo>
                  <a:pt x="1233868" y="435610"/>
                </a:lnTo>
                <a:lnTo>
                  <a:pt x="1219835" y="441960"/>
                </a:lnTo>
                <a:lnTo>
                  <a:pt x="1205356" y="448310"/>
                </a:lnTo>
                <a:lnTo>
                  <a:pt x="1197597" y="450850"/>
                </a:lnTo>
                <a:lnTo>
                  <a:pt x="1176083" y="458470"/>
                </a:lnTo>
                <a:lnTo>
                  <a:pt x="1168971" y="459739"/>
                </a:lnTo>
                <a:lnTo>
                  <a:pt x="1162469" y="462279"/>
                </a:lnTo>
                <a:lnTo>
                  <a:pt x="1155484" y="463550"/>
                </a:lnTo>
                <a:lnTo>
                  <a:pt x="1147876" y="464820"/>
                </a:lnTo>
                <a:lnTo>
                  <a:pt x="1140917" y="466089"/>
                </a:lnTo>
                <a:close/>
              </a:path>
              <a:path w="1524634" h="467360">
                <a:moveTo>
                  <a:pt x="1330225" y="379729"/>
                </a:moveTo>
                <a:lnTo>
                  <a:pt x="1258976" y="379729"/>
                </a:lnTo>
                <a:lnTo>
                  <a:pt x="1273340" y="370839"/>
                </a:lnTo>
                <a:lnTo>
                  <a:pt x="1273035" y="370839"/>
                </a:lnTo>
                <a:lnTo>
                  <a:pt x="1287386" y="361950"/>
                </a:lnTo>
                <a:lnTo>
                  <a:pt x="1287119" y="361950"/>
                </a:lnTo>
                <a:lnTo>
                  <a:pt x="1301407" y="353060"/>
                </a:lnTo>
                <a:lnTo>
                  <a:pt x="1301178" y="353060"/>
                </a:lnTo>
                <a:lnTo>
                  <a:pt x="1315377" y="344170"/>
                </a:lnTo>
                <a:lnTo>
                  <a:pt x="1315173" y="344170"/>
                </a:lnTo>
                <a:lnTo>
                  <a:pt x="1329232" y="334010"/>
                </a:lnTo>
                <a:lnTo>
                  <a:pt x="1328978" y="334010"/>
                </a:lnTo>
                <a:lnTo>
                  <a:pt x="1356525" y="314960"/>
                </a:lnTo>
                <a:lnTo>
                  <a:pt x="1356271" y="314960"/>
                </a:lnTo>
                <a:lnTo>
                  <a:pt x="1382814" y="295910"/>
                </a:lnTo>
                <a:lnTo>
                  <a:pt x="1382610" y="295910"/>
                </a:lnTo>
                <a:lnTo>
                  <a:pt x="1431391" y="259080"/>
                </a:lnTo>
                <a:lnTo>
                  <a:pt x="1495044" y="259080"/>
                </a:lnTo>
                <a:lnTo>
                  <a:pt x="1475701" y="274319"/>
                </a:lnTo>
                <a:lnTo>
                  <a:pt x="1475867" y="274319"/>
                </a:lnTo>
                <a:lnTo>
                  <a:pt x="1454238" y="289560"/>
                </a:lnTo>
                <a:lnTo>
                  <a:pt x="1378470" y="346710"/>
                </a:lnTo>
                <a:lnTo>
                  <a:pt x="1350670" y="365760"/>
                </a:lnTo>
                <a:lnTo>
                  <a:pt x="1336408" y="375920"/>
                </a:lnTo>
                <a:lnTo>
                  <a:pt x="1330225" y="379729"/>
                </a:lnTo>
                <a:close/>
              </a:path>
              <a:path w="1524634" h="467360">
                <a:moveTo>
                  <a:pt x="985418" y="373379"/>
                </a:moveTo>
                <a:lnTo>
                  <a:pt x="984148" y="373379"/>
                </a:lnTo>
                <a:lnTo>
                  <a:pt x="983830" y="372110"/>
                </a:lnTo>
                <a:lnTo>
                  <a:pt x="985418" y="373379"/>
                </a:lnTo>
                <a:close/>
              </a:path>
              <a:path w="1524634" h="467360">
                <a:moveTo>
                  <a:pt x="1307426" y="394970"/>
                </a:moveTo>
                <a:lnTo>
                  <a:pt x="1231099" y="394970"/>
                </a:lnTo>
                <a:lnTo>
                  <a:pt x="1245387" y="387350"/>
                </a:lnTo>
                <a:lnTo>
                  <a:pt x="1244993" y="387350"/>
                </a:lnTo>
                <a:lnTo>
                  <a:pt x="1259331" y="378460"/>
                </a:lnTo>
                <a:lnTo>
                  <a:pt x="1258976" y="379729"/>
                </a:lnTo>
                <a:lnTo>
                  <a:pt x="1330225" y="379729"/>
                </a:lnTo>
                <a:lnTo>
                  <a:pt x="1321981" y="384810"/>
                </a:lnTo>
                <a:lnTo>
                  <a:pt x="1307426" y="394970"/>
                </a:lnTo>
                <a:close/>
              </a:path>
              <a:path w="1524634" h="467360">
                <a:moveTo>
                  <a:pt x="996420" y="381000"/>
                </a:moveTo>
                <a:lnTo>
                  <a:pt x="994943" y="381000"/>
                </a:lnTo>
                <a:lnTo>
                  <a:pt x="994562" y="379729"/>
                </a:lnTo>
                <a:lnTo>
                  <a:pt x="996420" y="381000"/>
                </a:lnTo>
                <a:close/>
              </a:path>
              <a:path w="1524634" h="467360">
                <a:moveTo>
                  <a:pt x="1018181" y="394970"/>
                </a:moveTo>
                <a:lnTo>
                  <a:pt x="1016457" y="394970"/>
                </a:lnTo>
                <a:lnTo>
                  <a:pt x="1015936" y="393700"/>
                </a:lnTo>
                <a:lnTo>
                  <a:pt x="1018181" y="394970"/>
                </a:lnTo>
                <a:close/>
              </a:path>
              <a:path w="1524634" h="467360">
                <a:moveTo>
                  <a:pt x="1246145" y="429260"/>
                </a:moveTo>
                <a:lnTo>
                  <a:pt x="1130706" y="429260"/>
                </a:lnTo>
                <a:lnTo>
                  <a:pt x="1136853" y="427989"/>
                </a:lnTo>
                <a:lnTo>
                  <a:pt x="1136129" y="427989"/>
                </a:lnTo>
                <a:lnTo>
                  <a:pt x="1142365" y="426720"/>
                </a:lnTo>
                <a:lnTo>
                  <a:pt x="1147419" y="426720"/>
                </a:lnTo>
                <a:lnTo>
                  <a:pt x="1153845" y="425450"/>
                </a:lnTo>
                <a:lnTo>
                  <a:pt x="1153274" y="425450"/>
                </a:lnTo>
                <a:lnTo>
                  <a:pt x="1159789" y="422910"/>
                </a:lnTo>
                <a:lnTo>
                  <a:pt x="1159256" y="422910"/>
                </a:lnTo>
                <a:lnTo>
                  <a:pt x="1165847" y="421639"/>
                </a:lnTo>
                <a:lnTo>
                  <a:pt x="1165364" y="421639"/>
                </a:lnTo>
                <a:lnTo>
                  <a:pt x="1172019" y="420370"/>
                </a:lnTo>
                <a:lnTo>
                  <a:pt x="1171575" y="420370"/>
                </a:lnTo>
                <a:lnTo>
                  <a:pt x="1178293" y="417829"/>
                </a:lnTo>
                <a:lnTo>
                  <a:pt x="1177886" y="417829"/>
                </a:lnTo>
                <a:lnTo>
                  <a:pt x="1184681" y="415289"/>
                </a:lnTo>
                <a:lnTo>
                  <a:pt x="1184287" y="415289"/>
                </a:lnTo>
                <a:lnTo>
                  <a:pt x="1191145" y="412750"/>
                </a:lnTo>
                <a:lnTo>
                  <a:pt x="1190625" y="412750"/>
                </a:lnTo>
                <a:lnTo>
                  <a:pt x="1204480" y="407670"/>
                </a:lnTo>
                <a:lnTo>
                  <a:pt x="1203871" y="407670"/>
                </a:lnTo>
                <a:lnTo>
                  <a:pt x="1217917" y="401320"/>
                </a:lnTo>
                <a:lnTo>
                  <a:pt x="1217383" y="401320"/>
                </a:lnTo>
                <a:lnTo>
                  <a:pt x="1231569" y="393700"/>
                </a:lnTo>
                <a:lnTo>
                  <a:pt x="1231099" y="394970"/>
                </a:lnTo>
                <a:lnTo>
                  <a:pt x="1307426" y="394970"/>
                </a:lnTo>
                <a:lnTo>
                  <a:pt x="1278064" y="412750"/>
                </a:lnTo>
                <a:lnTo>
                  <a:pt x="1246145" y="429260"/>
                </a:lnTo>
                <a:close/>
              </a:path>
              <a:path w="1524634" h="467360">
                <a:moveTo>
                  <a:pt x="1061231" y="416560"/>
                </a:moveTo>
                <a:lnTo>
                  <a:pt x="1059027" y="416560"/>
                </a:lnTo>
                <a:lnTo>
                  <a:pt x="1058379" y="415289"/>
                </a:lnTo>
                <a:lnTo>
                  <a:pt x="1061231" y="416560"/>
                </a:lnTo>
                <a:close/>
              </a:path>
              <a:path w="1524634" h="467360">
                <a:moveTo>
                  <a:pt x="1071695" y="420370"/>
                </a:moveTo>
                <a:lnTo>
                  <a:pt x="1069327" y="420370"/>
                </a:lnTo>
                <a:lnTo>
                  <a:pt x="1068832" y="419100"/>
                </a:lnTo>
                <a:lnTo>
                  <a:pt x="1071695" y="420370"/>
                </a:lnTo>
                <a:close/>
              </a:path>
              <a:path w="1524634" h="467360">
                <a:moveTo>
                  <a:pt x="1130706" y="429260"/>
                </a:moveTo>
                <a:lnTo>
                  <a:pt x="1125448" y="429260"/>
                </a:lnTo>
                <a:lnTo>
                  <a:pt x="1131481" y="427989"/>
                </a:lnTo>
                <a:lnTo>
                  <a:pt x="1130706" y="429260"/>
                </a:lnTo>
                <a:close/>
              </a:path>
              <a:path w="1524634" h="467360">
                <a:moveTo>
                  <a:pt x="1127975" y="467360"/>
                </a:moveTo>
                <a:lnTo>
                  <a:pt x="1113853" y="467360"/>
                </a:lnTo>
                <a:lnTo>
                  <a:pt x="1107313" y="466089"/>
                </a:lnTo>
                <a:lnTo>
                  <a:pt x="1134783" y="466089"/>
                </a:lnTo>
                <a:lnTo>
                  <a:pt x="1127975" y="46736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1840" y="0"/>
            <a:ext cx="2058670" cy="63436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>
                <a:solidFill>
                  <a:srgbClr val="F1F1F1"/>
                </a:solidFill>
                <a:latin typeface="华文楷体"/>
                <a:cs typeface="华文楷体"/>
              </a:rPr>
              <a:t>高中物</a:t>
            </a:r>
            <a:r>
              <a:rPr dirty="0" sz="4000" spc="-10">
                <a:solidFill>
                  <a:srgbClr val="F1F1F1"/>
                </a:solidFill>
                <a:latin typeface="华文楷体"/>
                <a:cs typeface="华文楷体"/>
              </a:rPr>
              <a:t>理</a:t>
            </a:r>
            <a:endParaRPr sz="4000">
              <a:latin typeface="华文楷体"/>
              <a:cs typeface="华文楷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5228844" y="1620011"/>
            <a:ext cx="6781800" cy="463143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417779" y="1038288"/>
            <a:ext cx="870013" cy="45495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360843" y="1032370"/>
            <a:ext cx="895248" cy="47097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2245982" y="1008976"/>
            <a:ext cx="893965" cy="47550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3181705" y="1005801"/>
            <a:ext cx="2757030" cy="463486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5965304" y="1043317"/>
            <a:ext cx="220192" cy="39723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00406" y="2458478"/>
            <a:ext cx="1639785" cy="441223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1775218" y="2637866"/>
            <a:ext cx="117373" cy="218973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73418" y="2829953"/>
            <a:ext cx="1690585" cy="85305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706831" y="3189998"/>
            <a:ext cx="3682898" cy="442810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1305318" y="3908920"/>
            <a:ext cx="3674960" cy="444398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78739" y="3842804"/>
            <a:ext cx="1245235" cy="13017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>
                <a:latin typeface="黑体"/>
                <a:cs typeface="黑体"/>
              </a:rPr>
              <a:t>线圈</a:t>
            </a:r>
            <a:r>
              <a:rPr dirty="0" sz="3200" spc="5">
                <a:latin typeface="黑体"/>
                <a:cs typeface="黑体"/>
              </a:rPr>
              <a:t>：</a:t>
            </a:r>
            <a:endParaRPr sz="3200">
              <a:latin typeface="黑体"/>
              <a:cs typeface="黑体"/>
            </a:endParaRPr>
          </a:p>
          <a:p>
            <a:pPr marL="12700">
              <a:lnSpc>
                <a:spcPct val="100000"/>
              </a:lnSpc>
              <a:spcBef>
                <a:spcPts val="2360"/>
              </a:spcBef>
            </a:pPr>
            <a:r>
              <a:rPr dirty="0" sz="3200">
                <a:latin typeface="黑体"/>
                <a:cs typeface="黑体"/>
              </a:rPr>
              <a:t>磁极</a:t>
            </a:r>
            <a:r>
              <a:rPr dirty="0" sz="3200" spc="5">
                <a:latin typeface="黑体"/>
                <a:cs typeface="黑体"/>
              </a:rPr>
              <a:t>：</a:t>
            </a:r>
            <a:endParaRPr sz="3200">
              <a:latin typeface="黑体"/>
              <a:cs typeface="黑体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306906" y="4694732"/>
            <a:ext cx="3682898" cy="444398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5221223" y="1522475"/>
            <a:ext cx="6760464" cy="5068824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7247212" y="3972314"/>
            <a:ext cx="2825115" cy="1471295"/>
          </a:xfrm>
          <a:custGeom>
            <a:avLst/>
            <a:gdLst/>
            <a:ahLst/>
            <a:cxnLst/>
            <a:rect l="l" t="t" r="r" b="b"/>
            <a:pathLst>
              <a:path w="2825115" h="1471295">
                <a:moveTo>
                  <a:pt x="2556557" y="124070"/>
                </a:moveTo>
                <a:lnTo>
                  <a:pt x="1844653" y="124070"/>
                </a:lnTo>
                <a:lnTo>
                  <a:pt x="1878286" y="93717"/>
                </a:lnTo>
                <a:lnTo>
                  <a:pt x="1918695" y="66374"/>
                </a:lnTo>
                <a:lnTo>
                  <a:pt x="1965101" y="42747"/>
                </a:lnTo>
                <a:lnTo>
                  <a:pt x="2016723" y="23542"/>
                </a:lnTo>
                <a:lnTo>
                  <a:pt x="2072783" y="9466"/>
                </a:lnTo>
                <a:lnTo>
                  <a:pt x="2130333" y="1491"/>
                </a:lnTo>
                <a:lnTo>
                  <a:pt x="2185659" y="0"/>
                </a:lnTo>
                <a:lnTo>
                  <a:pt x="2237759" y="4621"/>
                </a:lnTo>
                <a:lnTo>
                  <a:pt x="2285629" y="14985"/>
                </a:lnTo>
                <a:lnTo>
                  <a:pt x="2328264" y="30722"/>
                </a:lnTo>
                <a:lnTo>
                  <a:pt x="2364662" y="51462"/>
                </a:lnTo>
                <a:lnTo>
                  <a:pt x="2393819" y="76834"/>
                </a:lnTo>
                <a:lnTo>
                  <a:pt x="2414731" y="106468"/>
                </a:lnTo>
                <a:lnTo>
                  <a:pt x="2470378" y="107874"/>
                </a:lnTo>
                <a:lnTo>
                  <a:pt x="2522502" y="115056"/>
                </a:lnTo>
                <a:lnTo>
                  <a:pt x="2556557" y="124070"/>
                </a:lnTo>
                <a:close/>
              </a:path>
              <a:path w="2825115" h="1471295">
                <a:moveTo>
                  <a:pt x="2705020" y="245076"/>
                </a:moveTo>
                <a:lnTo>
                  <a:pt x="1369559" y="245076"/>
                </a:lnTo>
                <a:lnTo>
                  <a:pt x="1391668" y="213006"/>
                </a:lnTo>
                <a:lnTo>
                  <a:pt x="1421792" y="183062"/>
                </a:lnTo>
                <a:lnTo>
                  <a:pt x="1459079" y="156017"/>
                </a:lnTo>
                <a:lnTo>
                  <a:pt x="1502677" y="132647"/>
                </a:lnTo>
                <a:lnTo>
                  <a:pt x="1551734" y="113726"/>
                </a:lnTo>
                <a:lnTo>
                  <a:pt x="1605398" y="100029"/>
                </a:lnTo>
                <a:lnTo>
                  <a:pt x="1659919" y="92655"/>
                </a:lnTo>
                <a:lnTo>
                  <a:pt x="1712165" y="91762"/>
                </a:lnTo>
                <a:lnTo>
                  <a:pt x="1761075" y="96960"/>
                </a:lnTo>
                <a:lnTo>
                  <a:pt x="1805626" y="107874"/>
                </a:lnTo>
                <a:lnTo>
                  <a:pt x="1844653" y="124070"/>
                </a:lnTo>
                <a:lnTo>
                  <a:pt x="2556557" y="124070"/>
                </a:lnTo>
                <a:lnTo>
                  <a:pt x="2612540" y="145406"/>
                </a:lnTo>
                <a:lnTo>
                  <a:pt x="2648637" y="167901"/>
                </a:lnTo>
                <a:lnTo>
                  <a:pt x="2677574" y="194826"/>
                </a:lnTo>
                <a:lnTo>
                  <a:pt x="2698444" y="225845"/>
                </a:lnTo>
                <a:lnTo>
                  <a:pt x="2705020" y="245076"/>
                </a:lnTo>
                <a:close/>
              </a:path>
              <a:path w="2825115" h="1471295">
                <a:moveTo>
                  <a:pt x="2771304" y="403445"/>
                </a:moveTo>
                <a:lnTo>
                  <a:pt x="829148" y="403445"/>
                </a:lnTo>
                <a:lnTo>
                  <a:pt x="852273" y="370726"/>
                </a:lnTo>
                <a:lnTo>
                  <a:pt x="882278" y="339810"/>
                </a:lnTo>
                <a:lnTo>
                  <a:pt x="918554" y="311255"/>
                </a:lnTo>
                <a:lnTo>
                  <a:pt x="960489" y="285617"/>
                </a:lnTo>
                <a:lnTo>
                  <a:pt x="1007472" y="263451"/>
                </a:lnTo>
                <a:lnTo>
                  <a:pt x="1058891" y="245316"/>
                </a:lnTo>
                <a:lnTo>
                  <a:pt x="1114136" y="231766"/>
                </a:lnTo>
                <a:lnTo>
                  <a:pt x="1170432" y="223637"/>
                </a:lnTo>
                <a:lnTo>
                  <a:pt x="1224897" y="221188"/>
                </a:lnTo>
                <a:lnTo>
                  <a:pt x="1276757" y="224135"/>
                </a:lnTo>
                <a:lnTo>
                  <a:pt x="1325236" y="232192"/>
                </a:lnTo>
                <a:lnTo>
                  <a:pt x="1369559" y="245076"/>
                </a:lnTo>
                <a:lnTo>
                  <a:pt x="2705020" y="245076"/>
                </a:lnTo>
                <a:lnTo>
                  <a:pt x="2710336" y="260621"/>
                </a:lnTo>
                <a:lnTo>
                  <a:pt x="2712751" y="282889"/>
                </a:lnTo>
                <a:lnTo>
                  <a:pt x="2711474" y="305206"/>
                </a:lnTo>
                <a:lnTo>
                  <a:pt x="2706666" y="327420"/>
                </a:lnTo>
                <a:lnTo>
                  <a:pt x="2698487" y="349381"/>
                </a:lnTo>
                <a:lnTo>
                  <a:pt x="2743889" y="377831"/>
                </a:lnTo>
                <a:lnTo>
                  <a:pt x="2771304" y="403445"/>
                </a:lnTo>
                <a:close/>
              </a:path>
              <a:path w="2825115" h="1471295">
                <a:moveTo>
                  <a:pt x="319968" y="1402220"/>
                </a:moveTo>
                <a:lnTo>
                  <a:pt x="268657" y="1395744"/>
                </a:lnTo>
                <a:lnTo>
                  <a:pt x="222555" y="1382920"/>
                </a:lnTo>
                <a:lnTo>
                  <a:pt x="182938" y="1364216"/>
                </a:lnTo>
                <a:lnTo>
                  <a:pt x="151083" y="1340102"/>
                </a:lnTo>
                <a:lnTo>
                  <a:pt x="115764" y="1277522"/>
                </a:lnTo>
                <a:lnTo>
                  <a:pt x="114597" y="1243295"/>
                </a:lnTo>
                <a:lnTo>
                  <a:pt x="123765" y="1209287"/>
                </a:lnTo>
                <a:lnTo>
                  <a:pt x="142382" y="1176301"/>
                </a:lnTo>
                <a:lnTo>
                  <a:pt x="169561" y="1145138"/>
                </a:lnTo>
                <a:lnTo>
                  <a:pt x="118790" y="1133293"/>
                </a:lnTo>
                <a:lnTo>
                  <a:pt x="74974" y="1114613"/>
                </a:lnTo>
                <a:lnTo>
                  <a:pt x="39652" y="1089672"/>
                </a:lnTo>
                <a:lnTo>
                  <a:pt x="14365" y="1059041"/>
                </a:lnTo>
                <a:lnTo>
                  <a:pt x="651" y="1023294"/>
                </a:lnTo>
                <a:lnTo>
                  <a:pt x="0" y="984816"/>
                </a:lnTo>
                <a:lnTo>
                  <a:pt x="12105" y="946761"/>
                </a:lnTo>
                <a:lnTo>
                  <a:pt x="35723" y="910258"/>
                </a:lnTo>
                <a:lnTo>
                  <a:pt x="69606" y="876439"/>
                </a:lnTo>
                <a:lnTo>
                  <a:pt x="112508" y="846432"/>
                </a:lnTo>
                <a:lnTo>
                  <a:pt x="163184" y="821368"/>
                </a:lnTo>
                <a:lnTo>
                  <a:pt x="220387" y="802377"/>
                </a:lnTo>
                <a:lnTo>
                  <a:pt x="223435" y="797805"/>
                </a:lnTo>
                <a:lnTo>
                  <a:pt x="208773" y="725530"/>
                </a:lnTo>
                <a:lnTo>
                  <a:pt x="213713" y="688510"/>
                </a:lnTo>
                <a:lnTo>
                  <a:pt x="226159" y="651899"/>
                </a:lnTo>
                <a:lnTo>
                  <a:pt x="245649" y="616116"/>
                </a:lnTo>
                <a:lnTo>
                  <a:pt x="271720" y="581582"/>
                </a:lnTo>
                <a:lnTo>
                  <a:pt x="303910" y="548716"/>
                </a:lnTo>
                <a:lnTo>
                  <a:pt x="341757" y="517938"/>
                </a:lnTo>
                <a:lnTo>
                  <a:pt x="384799" y="489668"/>
                </a:lnTo>
                <a:lnTo>
                  <a:pt x="432574" y="464327"/>
                </a:lnTo>
                <a:lnTo>
                  <a:pt x="484619" y="442334"/>
                </a:lnTo>
                <a:lnTo>
                  <a:pt x="540472" y="424110"/>
                </a:lnTo>
                <a:lnTo>
                  <a:pt x="599672" y="410074"/>
                </a:lnTo>
                <a:lnTo>
                  <a:pt x="648001" y="402312"/>
                </a:lnTo>
                <a:lnTo>
                  <a:pt x="695416" y="397880"/>
                </a:lnTo>
                <a:lnTo>
                  <a:pt x="741615" y="396666"/>
                </a:lnTo>
                <a:lnTo>
                  <a:pt x="786294" y="398558"/>
                </a:lnTo>
                <a:lnTo>
                  <a:pt x="829148" y="403445"/>
                </a:lnTo>
                <a:lnTo>
                  <a:pt x="2771304" y="403445"/>
                </a:lnTo>
                <a:lnTo>
                  <a:pt x="2780280" y="411830"/>
                </a:lnTo>
                <a:lnTo>
                  <a:pt x="2806523" y="450958"/>
                </a:lnTo>
                <a:lnTo>
                  <a:pt x="2821486" y="494796"/>
                </a:lnTo>
                <a:lnTo>
                  <a:pt x="2824528" y="531773"/>
                </a:lnTo>
                <a:lnTo>
                  <a:pt x="2819640" y="568763"/>
                </a:lnTo>
                <a:lnTo>
                  <a:pt x="2807281" y="605349"/>
                </a:lnTo>
                <a:lnTo>
                  <a:pt x="2787909" y="641115"/>
                </a:lnTo>
                <a:lnTo>
                  <a:pt x="2761983" y="675645"/>
                </a:lnTo>
                <a:lnTo>
                  <a:pt x="2729962" y="708522"/>
                </a:lnTo>
                <a:lnTo>
                  <a:pt x="2692303" y="739330"/>
                </a:lnTo>
                <a:lnTo>
                  <a:pt x="2649467" y="767652"/>
                </a:lnTo>
                <a:lnTo>
                  <a:pt x="2601911" y="793072"/>
                </a:lnTo>
                <a:lnTo>
                  <a:pt x="2550094" y="815175"/>
                </a:lnTo>
                <a:lnTo>
                  <a:pt x="2494474" y="833543"/>
                </a:lnTo>
                <a:lnTo>
                  <a:pt x="2496520" y="867955"/>
                </a:lnTo>
                <a:lnTo>
                  <a:pt x="2477186" y="936171"/>
                </a:lnTo>
                <a:lnTo>
                  <a:pt x="2456820" y="969055"/>
                </a:lnTo>
                <a:lnTo>
                  <a:pt x="2429996" y="1000510"/>
                </a:lnTo>
                <a:lnTo>
                  <a:pt x="2397222" y="1030076"/>
                </a:lnTo>
                <a:lnTo>
                  <a:pt x="2359003" y="1057294"/>
                </a:lnTo>
                <a:lnTo>
                  <a:pt x="2315848" y="1081703"/>
                </a:lnTo>
                <a:lnTo>
                  <a:pt x="2268261" y="1102843"/>
                </a:lnTo>
                <a:lnTo>
                  <a:pt x="2216751" y="1120255"/>
                </a:lnTo>
                <a:lnTo>
                  <a:pt x="2161823" y="1133479"/>
                </a:lnTo>
                <a:lnTo>
                  <a:pt x="2134227" y="1137619"/>
                </a:lnTo>
                <a:lnTo>
                  <a:pt x="1955549" y="1137619"/>
                </a:lnTo>
                <a:lnTo>
                  <a:pt x="1942055" y="1173508"/>
                </a:lnTo>
                <a:lnTo>
                  <a:pt x="1921865" y="1208521"/>
                </a:lnTo>
                <a:lnTo>
                  <a:pt x="1895414" y="1242260"/>
                </a:lnTo>
                <a:lnTo>
                  <a:pt x="1863138" y="1274331"/>
                </a:lnTo>
                <a:lnTo>
                  <a:pt x="1825473" y="1304335"/>
                </a:lnTo>
                <a:lnTo>
                  <a:pt x="1782854" y="1331878"/>
                </a:lnTo>
                <a:lnTo>
                  <a:pt x="1735717" y="1356562"/>
                </a:lnTo>
                <a:lnTo>
                  <a:pt x="1723533" y="1361660"/>
                </a:lnTo>
                <a:lnTo>
                  <a:pt x="1182869" y="1361660"/>
                </a:lnTo>
                <a:lnTo>
                  <a:pt x="1138918" y="1385997"/>
                </a:lnTo>
                <a:lnTo>
                  <a:pt x="1137550" y="1386628"/>
                </a:lnTo>
                <a:lnTo>
                  <a:pt x="466106" y="1386628"/>
                </a:lnTo>
                <a:lnTo>
                  <a:pt x="457968" y="1388735"/>
                </a:lnTo>
                <a:lnTo>
                  <a:pt x="449761" y="1390710"/>
                </a:lnTo>
                <a:lnTo>
                  <a:pt x="441478" y="1392549"/>
                </a:lnTo>
                <a:lnTo>
                  <a:pt x="433112" y="1394248"/>
                </a:lnTo>
                <a:lnTo>
                  <a:pt x="375212" y="1401878"/>
                </a:lnTo>
                <a:lnTo>
                  <a:pt x="319968" y="1402220"/>
                </a:lnTo>
                <a:close/>
              </a:path>
              <a:path w="2825115" h="1471295">
                <a:moveTo>
                  <a:pt x="2054495" y="1144907"/>
                </a:moveTo>
                <a:lnTo>
                  <a:pt x="2003678" y="1143493"/>
                </a:lnTo>
                <a:lnTo>
                  <a:pt x="1955549" y="1137619"/>
                </a:lnTo>
                <a:lnTo>
                  <a:pt x="2134227" y="1137619"/>
                </a:lnTo>
                <a:lnTo>
                  <a:pt x="2107408" y="1141643"/>
                </a:lnTo>
                <a:lnTo>
                  <a:pt x="2054495" y="1144907"/>
                </a:lnTo>
                <a:close/>
              </a:path>
              <a:path w="2825115" h="1471295">
                <a:moveTo>
                  <a:pt x="1459580" y="1422446"/>
                </a:moveTo>
                <a:lnTo>
                  <a:pt x="1406073" y="1422240"/>
                </a:lnTo>
                <a:lnTo>
                  <a:pt x="1354870" y="1417823"/>
                </a:lnTo>
                <a:lnTo>
                  <a:pt x="1306459" y="1409375"/>
                </a:lnTo>
                <a:lnTo>
                  <a:pt x="1261330" y="1397078"/>
                </a:lnTo>
                <a:lnTo>
                  <a:pt x="1219970" y="1381113"/>
                </a:lnTo>
                <a:lnTo>
                  <a:pt x="1182869" y="1361660"/>
                </a:lnTo>
                <a:lnTo>
                  <a:pt x="1723533" y="1361660"/>
                </a:lnTo>
                <a:lnTo>
                  <a:pt x="1684497" y="1377992"/>
                </a:lnTo>
                <a:lnTo>
                  <a:pt x="1629631" y="1395770"/>
                </a:lnTo>
                <a:lnTo>
                  <a:pt x="1571552" y="1409501"/>
                </a:lnTo>
                <a:lnTo>
                  <a:pt x="1514903" y="1418260"/>
                </a:lnTo>
                <a:lnTo>
                  <a:pt x="1459580" y="1422446"/>
                </a:lnTo>
                <a:close/>
              </a:path>
              <a:path w="2825115" h="1471295">
                <a:moveTo>
                  <a:pt x="769046" y="1471039"/>
                </a:moveTo>
                <a:lnTo>
                  <a:pt x="717680" y="1468746"/>
                </a:lnTo>
                <a:lnTo>
                  <a:pt x="668425" y="1462981"/>
                </a:lnTo>
                <a:lnTo>
                  <a:pt x="621631" y="1453873"/>
                </a:lnTo>
                <a:lnTo>
                  <a:pt x="577651" y="1441554"/>
                </a:lnTo>
                <a:lnTo>
                  <a:pt x="536836" y="1426153"/>
                </a:lnTo>
                <a:lnTo>
                  <a:pt x="499537" y="1407801"/>
                </a:lnTo>
                <a:lnTo>
                  <a:pt x="466106" y="1386628"/>
                </a:lnTo>
                <a:lnTo>
                  <a:pt x="1137550" y="1386628"/>
                </a:lnTo>
                <a:lnTo>
                  <a:pt x="1091595" y="1407840"/>
                </a:lnTo>
                <a:lnTo>
                  <a:pt x="1041189" y="1426927"/>
                </a:lnTo>
                <a:lnTo>
                  <a:pt x="987989" y="1442994"/>
                </a:lnTo>
                <a:lnTo>
                  <a:pt x="932285" y="1455780"/>
                </a:lnTo>
                <a:lnTo>
                  <a:pt x="876700" y="1464686"/>
                </a:lnTo>
                <a:lnTo>
                  <a:pt x="822169" y="1469729"/>
                </a:lnTo>
                <a:lnTo>
                  <a:pt x="769046" y="147103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7902308" y="3735603"/>
            <a:ext cx="69735" cy="69723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7958632" y="3824490"/>
            <a:ext cx="307543" cy="355231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7239584" y="3965740"/>
            <a:ext cx="2839085" cy="1473200"/>
          </a:xfrm>
          <a:custGeom>
            <a:avLst/>
            <a:gdLst/>
            <a:ahLst/>
            <a:cxnLst/>
            <a:rect l="l" t="t" r="r" b="b"/>
            <a:pathLst>
              <a:path w="2839084" h="1473200">
                <a:moveTo>
                  <a:pt x="2295016" y="12700"/>
                </a:moveTo>
                <a:lnTo>
                  <a:pt x="2061044" y="12700"/>
                </a:lnTo>
                <a:lnTo>
                  <a:pt x="2070074" y="0"/>
                </a:lnTo>
                <a:lnTo>
                  <a:pt x="2283294" y="0"/>
                </a:lnTo>
                <a:lnTo>
                  <a:pt x="2295016" y="12700"/>
                </a:lnTo>
                <a:close/>
              </a:path>
              <a:path w="2839084" h="1473200">
                <a:moveTo>
                  <a:pt x="2063838" y="25400"/>
                </a:moveTo>
                <a:lnTo>
                  <a:pt x="2017369" y="25400"/>
                </a:lnTo>
                <a:lnTo>
                  <a:pt x="2025891" y="12700"/>
                </a:lnTo>
                <a:lnTo>
                  <a:pt x="2072766" y="12700"/>
                </a:lnTo>
                <a:lnTo>
                  <a:pt x="2063838" y="25400"/>
                </a:lnTo>
                <a:close/>
              </a:path>
              <a:path w="2839084" h="1473200">
                <a:moveTo>
                  <a:pt x="2328202" y="25400"/>
                </a:moveTo>
                <a:lnTo>
                  <a:pt x="2291600" y="25400"/>
                </a:lnTo>
                <a:lnTo>
                  <a:pt x="2280081" y="12700"/>
                </a:lnTo>
                <a:lnTo>
                  <a:pt x="2317495" y="12700"/>
                </a:lnTo>
                <a:lnTo>
                  <a:pt x="2328202" y="25400"/>
                </a:lnTo>
                <a:close/>
              </a:path>
              <a:path w="2839084" h="1473200">
                <a:moveTo>
                  <a:pt x="2013000" y="38100"/>
                </a:moveTo>
                <a:lnTo>
                  <a:pt x="1976450" y="38100"/>
                </a:lnTo>
                <a:lnTo>
                  <a:pt x="1984387" y="25400"/>
                </a:lnTo>
                <a:lnTo>
                  <a:pt x="2021306" y="25400"/>
                </a:lnTo>
                <a:lnTo>
                  <a:pt x="2013000" y="38100"/>
                </a:lnTo>
                <a:close/>
              </a:path>
              <a:path w="2839084" h="1473200">
                <a:moveTo>
                  <a:pt x="2358085" y="38100"/>
                </a:moveTo>
                <a:lnTo>
                  <a:pt x="2323464" y="38100"/>
                </a:lnTo>
                <a:lnTo>
                  <a:pt x="2312974" y="25400"/>
                </a:lnTo>
                <a:lnTo>
                  <a:pt x="2348522" y="25400"/>
                </a:lnTo>
                <a:lnTo>
                  <a:pt x="2358085" y="38100"/>
                </a:lnTo>
                <a:close/>
              </a:path>
              <a:path w="2839084" h="1473200">
                <a:moveTo>
                  <a:pt x="1981327" y="50800"/>
                </a:moveTo>
                <a:lnTo>
                  <a:pt x="1953374" y="50800"/>
                </a:lnTo>
                <a:lnTo>
                  <a:pt x="1960930" y="38100"/>
                </a:lnTo>
                <a:lnTo>
                  <a:pt x="1989162" y="38100"/>
                </a:lnTo>
                <a:lnTo>
                  <a:pt x="1981327" y="50800"/>
                </a:lnTo>
                <a:close/>
              </a:path>
              <a:path w="2839084" h="1473200">
                <a:moveTo>
                  <a:pt x="2375941" y="50800"/>
                </a:moveTo>
                <a:lnTo>
                  <a:pt x="2351912" y="50800"/>
                </a:lnTo>
                <a:lnTo>
                  <a:pt x="2342591" y="38100"/>
                </a:lnTo>
                <a:lnTo>
                  <a:pt x="2367229" y="38100"/>
                </a:lnTo>
                <a:lnTo>
                  <a:pt x="2375941" y="50800"/>
                </a:lnTo>
                <a:close/>
              </a:path>
              <a:path w="2839084" h="1473200">
                <a:moveTo>
                  <a:pt x="1951659" y="63500"/>
                </a:moveTo>
                <a:lnTo>
                  <a:pt x="1924494" y="63500"/>
                </a:lnTo>
                <a:lnTo>
                  <a:pt x="1931504" y="50800"/>
                </a:lnTo>
                <a:lnTo>
                  <a:pt x="1958975" y="50800"/>
                </a:lnTo>
                <a:lnTo>
                  <a:pt x="1951659" y="63500"/>
                </a:lnTo>
                <a:close/>
              </a:path>
              <a:path w="2839084" h="1473200">
                <a:moveTo>
                  <a:pt x="2392006" y="63500"/>
                </a:moveTo>
                <a:lnTo>
                  <a:pt x="2376525" y="63500"/>
                </a:lnTo>
                <a:lnTo>
                  <a:pt x="2368511" y="50800"/>
                </a:lnTo>
                <a:lnTo>
                  <a:pt x="2384209" y="50800"/>
                </a:lnTo>
                <a:lnTo>
                  <a:pt x="2392006" y="63500"/>
                </a:lnTo>
                <a:close/>
              </a:path>
              <a:path w="2839084" h="1473200">
                <a:moveTo>
                  <a:pt x="1930831" y="76200"/>
                </a:moveTo>
                <a:lnTo>
                  <a:pt x="1904339" y="76200"/>
                </a:lnTo>
                <a:lnTo>
                  <a:pt x="1917598" y="63500"/>
                </a:lnTo>
                <a:lnTo>
                  <a:pt x="1937740" y="63500"/>
                </a:lnTo>
                <a:lnTo>
                  <a:pt x="1930831" y="76200"/>
                </a:lnTo>
                <a:close/>
              </a:path>
              <a:path w="2839084" h="1473200">
                <a:moveTo>
                  <a:pt x="2406141" y="76200"/>
                </a:moveTo>
                <a:lnTo>
                  <a:pt x="2390597" y="76200"/>
                </a:lnTo>
                <a:lnTo>
                  <a:pt x="2383535" y="63500"/>
                </a:lnTo>
                <a:lnTo>
                  <a:pt x="2399322" y="63500"/>
                </a:lnTo>
                <a:lnTo>
                  <a:pt x="2406141" y="76200"/>
                </a:lnTo>
                <a:close/>
              </a:path>
              <a:path w="2839084" h="1473200">
                <a:moveTo>
                  <a:pt x="1887448" y="101600"/>
                </a:moveTo>
                <a:lnTo>
                  <a:pt x="1873897" y="101600"/>
                </a:lnTo>
                <a:lnTo>
                  <a:pt x="1879688" y="88900"/>
                </a:lnTo>
                <a:lnTo>
                  <a:pt x="1891677" y="76200"/>
                </a:lnTo>
                <a:lnTo>
                  <a:pt x="1924342" y="76200"/>
                </a:lnTo>
                <a:lnTo>
                  <a:pt x="1911273" y="88900"/>
                </a:lnTo>
                <a:lnTo>
                  <a:pt x="1899259" y="88900"/>
                </a:lnTo>
                <a:lnTo>
                  <a:pt x="1887448" y="101600"/>
                </a:lnTo>
                <a:close/>
              </a:path>
              <a:path w="2839084" h="1473200">
                <a:moveTo>
                  <a:pt x="2423350" y="101600"/>
                </a:moveTo>
                <a:lnTo>
                  <a:pt x="2412657" y="101600"/>
                </a:lnTo>
                <a:lnTo>
                  <a:pt x="2407691" y="88900"/>
                </a:lnTo>
                <a:lnTo>
                  <a:pt x="2402674" y="88900"/>
                </a:lnTo>
                <a:lnTo>
                  <a:pt x="2396629" y="76200"/>
                </a:lnTo>
                <a:lnTo>
                  <a:pt x="2412428" y="76200"/>
                </a:lnTo>
                <a:lnTo>
                  <a:pt x="2418181" y="88900"/>
                </a:lnTo>
                <a:lnTo>
                  <a:pt x="2423350" y="101600"/>
                </a:lnTo>
                <a:close/>
              </a:path>
              <a:path w="2839084" h="1473200">
                <a:moveTo>
                  <a:pt x="1797329" y="101600"/>
                </a:moveTo>
                <a:lnTo>
                  <a:pt x="1601304" y="101600"/>
                </a:lnTo>
                <a:lnTo>
                  <a:pt x="1611807" y="88900"/>
                </a:lnTo>
                <a:lnTo>
                  <a:pt x="1790242" y="88900"/>
                </a:lnTo>
                <a:lnTo>
                  <a:pt x="1797329" y="101600"/>
                </a:lnTo>
                <a:close/>
              </a:path>
              <a:path w="2839084" h="1473200">
                <a:moveTo>
                  <a:pt x="1603933" y="114300"/>
                </a:moveTo>
                <a:lnTo>
                  <a:pt x="1550949" y="114300"/>
                </a:lnTo>
                <a:lnTo>
                  <a:pt x="1560702" y="101600"/>
                </a:lnTo>
                <a:lnTo>
                  <a:pt x="1614309" y="101600"/>
                </a:lnTo>
                <a:lnTo>
                  <a:pt x="1603933" y="114300"/>
                </a:lnTo>
                <a:close/>
              </a:path>
              <a:path w="2839084" h="1473200">
                <a:moveTo>
                  <a:pt x="1837181" y="114300"/>
                </a:moveTo>
                <a:lnTo>
                  <a:pt x="1794217" y="114300"/>
                </a:lnTo>
                <a:lnTo>
                  <a:pt x="1787258" y="101600"/>
                </a:lnTo>
                <a:lnTo>
                  <a:pt x="1830882" y="101600"/>
                </a:lnTo>
                <a:lnTo>
                  <a:pt x="1837181" y="114300"/>
                </a:lnTo>
                <a:close/>
              </a:path>
              <a:path w="2839084" h="1473200">
                <a:moveTo>
                  <a:pt x="1876577" y="114300"/>
                </a:moveTo>
                <a:lnTo>
                  <a:pt x="1857628" y="114300"/>
                </a:lnTo>
                <a:lnTo>
                  <a:pt x="1862874" y="101600"/>
                </a:lnTo>
                <a:lnTo>
                  <a:pt x="1882063" y="101600"/>
                </a:lnTo>
                <a:lnTo>
                  <a:pt x="1876577" y="114300"/>
                </a:lnTo>
                <a:close/>
              </a:path>
              <a:path w="2839084" h="1473200">
                <a:moveTo>
                  <a:pt x="2531376" y="114300"/>
                </a:moveTo>
                <a:lnTo>
                  <a:pt x="2418600" y="114300"/>
                </a:lnTo>
                <a:lnTo>
                  <a:pt x="2414651" y="101600"/>
                </a:lnTo>
                <a:lnTo>
                  <a:pt x="2518536" y="101600"/>
                </a:lnTo>
                <a:lnTo>
                  <a:pt x="2531376" y="114300"/>
                </a:lnTo>
                <a:close/>
              </a:path>
              <a:path w="2839084" h="1473200">
                <a:moveTo>
                  <a:pt x="1554911" y="127000"/>
                </a:moveTo>
                <a:lnTo>
                  <a:pt x="1513598" y="127000"/>
                </a:lnTo>
                <a:lnTo>
                  <a:pt x="1522666" y="114300"/>
                </a:lnTo>
                <a:lnTo>
                  <a:pt x="1564551" y="114300"/>
                </a:lnTo>
                <a:lnTo>
                  <a:pt x="1554911" y="127000"/>
                </a:lnTo>
                <a:close/>
              </a:path>
              <a:path w="2839084" h="1473200">
                <a:moveTo>
                  <a:pt x="1861502" y="127000"/>
                </a:moveTo>
                <a:lnTo>
                  <a:pt x="1832330" y="127000"/>
                </a:lnTo>
                <a:lnTo>
                  <a:pt x="1826183" y="114300"/>
                </a:lnTo>
                <a:lnTo>
                  <a:pt x="1866468" y="114300"/>
                </a:lnTo>
                <a:lnTo>
                  <a:pt x="1861502" y="127000"/>
                </a:lnTo>
                <a:close/>
              </a:path>
              <a:path w="2839084" h="1473200">
                <a:moveTo>
                  <a:pt x="2579852" y="127000"/>
                </a:moveTo>
                <a:lnTo>
                  <a:pt x="2528989" y="127000"/>
                </a:lnTo>
                <a:lnTo>
                  <a:pt x="2516339" y="114300"/>
                </a:lnTo>
                <a:lnTo>
                  <a:pt x="2568193" y="114300"/>
                </a:lnTo>
                <a:lnTo>
                  <a:pt x="2579852" y="127000"/>
                </a:lnTo>
                <a:close/>
              </a:path>
              <a:path w="2839084" h="1473200">
                <a:moveTo>
                  <a:pt x="1518640" y="139700"/>
                </a:moveTo>
                <a:lnTo>
                  <a:pt x="1487551" y="139700"/>
                </a:lnTo>
                <a:lnTo>
                  <a:pt x="1496034" y="127000"/>
                </a:lnTo>
                <a:lnTo>
                  <a:pt x="1527581" y="127000"/>
                </a:lnTo>
                <a:lnTo>
                  <a:pt x="1518640" y="139700"/>
                </a:lnTo>
                <a:close/>
              </a:path>
              <a:path w="2839084" h="1473200">
                <a:moveTo>
                  <a:pt x="2612809" y="139700"/>
                </a:moveTo>
                <a:lnTo>
                  <a:pt x="2575890" y="139700"/>
                </a:lnTo>
                <a:lnTo>
                  <a:pt x="2564434" y="127000"/>
                </a:lnTo>
                <a:lnTo>
                  <a:pt x="2602179" y="127000"/>
                </a:lnTo>
                <a:lnTo>
                  <a:pt x="2612809" y="139700"/>
                </a:lnTo>
                <a:close/>
              </a:path>
              <a:path w="2839084" h="1473200">
                <a:moveTo>
                  <a:pt x="1493405" y="152400"/>
                </a:moveTo>
                <a:lnTo>
                  <a:pt x="1471206" y="152400"/>
                </a:lnTo>
                <a:lnTo>
                  <a:pt x="1479270" y="139700"/>
                </a:lnTo>
                <a:lnTo>
                  <a:pt x="1501749" y="139700"/>
                </a:lnTo>
                <a:lnTo>
                  <a:pt x="1493405" y="152400"/>
                </a:lnTo>
                <a:close/>
              </a:path>
              <a:path w="2839084" h="1473200">
                <a:moveTo>
                  <a:pt x="2642412" y="152400"/>
                </a:moveTo>
                <a:lnTo>
                  <a:pt x="2607576" y="152400"/>
                </a:lnTo>
                <a:lnTo>
                  <a:pt x="2597162" y="139700"/>
                </a:lnTo>
                <a:lnTo>
                  <a:pt x="2632938" y="139700"/>
                </a:lnTo>
                <a:lnTo>
                  <a:pt x="2642412" y="152400"/>
                </a:lnTo>
                <a:close/>
              </a:path>
              <a:path w="2839084" h="1473200">
                <a:moveTo>
                  <a:pt x="1469999" y="165100"/>
                </a:moveTo>
                <a:lnTo>
                  <a:pt x="1448307" y="165100"/>
                </a:lnTo>
                <a:lnTo>
                  <a:pt x="1455712" y="152400"/>
                </a:lnTo>
                <a:lnTo>
                  <a:pt x="1477721" y="152400"/>
                </a:lnTo>
                <a:lnTo>
                  <a:pt x="1469999" y="165100"/>
                </a:lnTo>
                <a:close/>
              </a:path>
              <a:path w="2839084" h="1473200">
                <a:moveTo>
                  <a:pt x="2660103" y="165100"/>
                </a:moveTo>
                <a:lnTo>
                  <a:pt x="2635821" y="165100"/>
                </a:lnTo>
                <a:lnTo>
                  <a:pt x="2626575" y="152400"/>
                </a:lnTo>
                <a:lnTo>
                  <a:pt x="2651480" y="152400"/>
                </a:lnTo>
                <a:lnTo>
                  <a:pt x="2660103" y="165100"/>
                </a:lnTo>
                <a:close/>
              </a:path>
              <a:path w="2839084" h="1473200">
                <a:moveTo>
                  <a:pt x="1448612" y="177800"/>
                </a:moveTo>
                <a:lnTo>
                  <a:pt x="1427492" y="177800"/>
                </a:lnTo>
                <a:lnTo>
                  <a:pt x="1434185" y="165100"/>
                </a:lnTo>
                <a:lnTo>
                  <a:pt x="1455648" y="165100"/>
                </a:lnTo>
                <a:lnTo>
                  <a:pt x="1448612" y="177800"/>
                </a:lnTo>
                <a:close/>
              </a:path>
              <a:path w="2839084" h="1473200">
                <a:moveTo>
                  <a:pt x="2676016" y="177800"/>
                </a:moveTo>
                <a:lnTo>
                  <a:pt x="2652547" y="177800"/>
                </a:lnTo>
                <a:lnTo>
                  <a:pt x="2644165" y="165100"/>
                </a:lnTo>
                <a:lnTo>
                  <a:pt x="2668295" y="165100"/>
                </a:lnTo>
                <a:lnTo>
                  <a:pt x="2676016" y="177800"/>
                </a:lnTo>
                <a:close/>
              </a:path>
              <a:path w="2839084" h="1473200">
                <a:moveTo>
                  <a:pt x="1435531" y="190500"/>
                </a:moveTo>
                <a:lnTo>
                  <a:pt x="1414868" y="190500"/>
                </a:lnTo>
                <a:lnTo>
                  <a:pt x="1421053" y="177800"/>
                </a:lnTo>
                <a:lnTo>
                  <a:pt x="1442084" y="177800"/>
                </a:lnTo>
                <a:lnTo>
                  <a:pt x="1435531" y="190500"/>
                </a:lnTo>
                <a:close/>
              </a:path>
              <a:path w="2839084" h="1473200">
                <a:moveTo>
                  <a:pt x="2696260" y="203200"/>
                </a:moveTo>
                <a:lnTo>
                  <a:pt x="2680512" y="203200"/>
                </a:lnTo>
                <a:lnTo>
                  <a:pt x="2673997" y="190500"/>
                </a:lnTo>
                <a:lnTo>
                  <a:pt x="2667482" y="190500"/>
                </a:lnTo>
                <a:lnTo>
                  <a:pt x="2660002" y="177800"/>
                </a:lnTo>
                <a:lnTo>
                  <a:pt x="2683255" y="177800"/>
                </a:lnTo>
                <a:lnTo>
                  <a:pt x="2690012" y="190500"/>
                </a:lnTo>
                <a:lnTo>
                  <a:pt x="2696260" y="203200"/>
                </a:lnTo>
                <a:close/>
              </a:path>
              <a:path w="2839084" h="1473200">
                <a:moveTo>
                  <a:pt x="1423466" y="203200"/>
                </a:moveTo>
                <a:lnTo>
                  <a:pt x="1403273" y="203200"/>
                </a:lnTo>
                <a:lnTo>
                  <a:pt x="1408937" y="190500"/>
                </a:lnTo>
                <a:lnTo>
                  <a:pt x="1429511" y="190500"/>
                </a:lnTo>
                <a:lnTo>
                  <a:pt x="1423466" y="203200"/>
                </a:lnTo>
                <a:close/>
              </a:path>
              <a:path w="2839084" h="1473200">
                <a:moveTo>
                  <a:pt x="1407337" y="215900"/>
                </a:moveTo>
                <a:lnTo>
                  <a:pt x="1392770" y="215900"/>
                </a:lnTo>
                <a:lnTo>
                  <a:pt x="1397876" y="203200"/>
                </a:lnTo>
                <a:lnTo>
                  <a:pt x="1412582" y="203200"/>
                </a:lnTo>
                <a:lnTo>
                  <a:pt x="1407337" y="215900"/>
                </a:lnTo>
                <a:close/>
              </a:path>
              <a:path w="2839084" h="1473200">
                <a:moveTo>
                  <a:pt x="2707119" y="215900"/>
                </a:moveTo>
                <a:lnTo>
                  <a:pt x="2691549" y="215900"/>
                </a:lnTo>
                <a:lnTo>
                  <a:pt x="2686062" y="203200"/>
                </a:lnTo>
                <a:lnTo>
                  <a:pt x="2701975" y="203200"/>
                </a:lnTo>
                <a:lnTo>
                  <a:pt x="2707119" y="215900"/>
                </a:lnTo>
                <a:close/>
              </a:path>
              <a:path w="2839084" h="1473200">
                <a:moveTo>
                  <a:pt x="1322324" y="228600"/>
                </a:moveTo>
                <a:lnTo>
                  <a:pt x="1138491" y="228600"/>
                </a:lnTo>
                <a:lnTo>
                  <a:pt x="1147406" y="215900"/>
                </a:lnTo>
                <a:lnTo>
                  <a:pt x="1307058" y="215900"/>
                </a:lnTo>
                <a:lnTo>
                  <a:pt x="1322324" y="228600"/>
                </a:lnTo>
                <a:close/>
              </a:path>
              <a:path w="2839084" h="1473200">
                <a:moveTo>
                  <a:pt x="1397952" y="228600"/>
                </a:moveTo>
                <a:lnTo>
                  <a:pt x="1383410" y="228600"/>
                </a:lnTo>
                <a:lnTo>
                  <a:pt x="1387944" y="215900"/>
                </a:lnTo>
                <a:lnTo>
                  <a:pt x="1402638" y="215900"/>
                </a:lnTo>
                <a:lnTo>
                  <a:pt x="1397952" y="228600"/>
                </a:lnTo>
                <a:close/>
              </a:path>
              <a:path w="2839084" h="1473200">
                <a:moveTo>
                  <a:pt x="2711754" y="228600"/>
                </a:moveTo>
                <a:lnTo>
                  <a:pt x="2698407" y="228600"/>
                </a:lnTo>
                <a:lnTo>
                  <a:pt x="2696133" y="215900"/>
                </a:lnTo>
                <a:lnTo>
                  <a:pt x="2709519" y="215900"/>
                </a:lnTo>
                <a:lnTo>
                  <a:pt x="2711754" y="228600"/>
                </a:lnTo>
                <a:close/>
              </a:path>
              <a:path w="2839084" h="1473200">
                <a:moveTo>
                  <a:pt x="1140485" y="241300"/>
                </a:moveTo>
                <a:lnTo>
                  <a:pt x="1071486" y="241300"/>
                </a:lnTo>
                <a:lnTo>
                  <a:pt x="1083500" y="228600"/>
                </a:lnTo>
                <a:lnTo>
                  <a:pt x="1149311" y="228600"/>
                </a:lnTo>
                <a:lnTo>
                  <a:pt x="1140485" y="241300"/>
                </a:lnTo>
                <a:close/>
              </a:path>
              <a:path w="2839084" h="1473200">
                <a:moveTo>
                  <a:pt x="1375232" y="241300"/>
                </a:moveTo>
                <a:lnTo>
                  <a:pt x="1319999" y="241300"/>
                </a:lnTo>
                <a:lnTo>
                  <a:pt x="1304950" y="228600"/>
                </a:lnTo>
                <a:lnTo>
                  <a:pt x="1365745" y="228600"/>
                </a:lnTo>
                <a:lnTo>
                  <a:pt x="1376136" y="238384"/>
                </a:lnTo>
                <a:lnTo>
                  <a:pt x="1375232" y="241300"/>
                </a:lnTo>
                <a:close/>
              </a:path>
              <a:path w="2839084" h="1473200">
                <a:moveTo>
                  <a:pt x="1389735" y="241300"/>
                </a:moveTo>
                <a:lnTo>
                  <a:pt x="1379232" y="241300"/>
                </a:lnTo>
                <a:lnTo>
                  <a:pt x="1376136" y="238384"/>
                </a:lnTo>
                <a:lnTo>
                  <a:pt x="1379169" y="228600"/>
                </a:lnTo>
                <a:lnTo>
                  <a:pt x="1393837" y="228600"/>
                </a:lnTo>
                <a:lnTo>
                  <a:pt x="1389735" y="241300"/>
                </a:lnTo>
                <a:close/>
              </a:path>
              <a:path w="2839084" h="1473200">
                <a:moveTo>
                  <a:pt x="2717571" y="241300"/>
                </a:moveTo>
                <a:lnTo>
                  <a:pt x="2704109" y="241300"/>
                </a:lnTo>
                <a:lnTo>
                  <a:pt x="2702255" y="228600"/>
                </a:lnTo>
                <a:lnTo>
                  <a:pt x="2715780" y="228600"/>
                </a:lnTo>
                <a:lnTo>
                  <a:pt x="2717571" y="241300"/>
                </a:lnTo>
                <a:close/>
              </a:path>
              <a:path w="2839084" h="1473200">
                <a:moveTo>
                  <a:pt x="1379232" y="241300"/>
                </a:moveTo>
                <a:lnTo>
                  <a:pt x="1375232" y="241300"/>
                </a:lnTo>
                <a:lnTo>
                  <a:pt x="1376136" y="238384"/>
                </a:lnTo>
                <a:lnTo>
                  <a:pt x="1379232" y="241300"/>
                </a:lnTo>
                <a:close/>
              </a:path>
              <a:path w="2839084" h="1473200">
                <a:moveTo>
                  <a:pt x="1074902" y="254000"/>
                </a:moveTo>
                <a:lnTo>
                  <a:pt x="1036561" y="254000"/>
                </a:lnTo>
                <a:lnTo>
                  <a:pt x="1048016" y="241300"/>
                </a:lnTo>
                <a:lnTo>
                  <a:pt x="1086789" y="241300"/>
                </a:lnTo>
                <a:lnTo>
                  <a:pt x="1074902" y="254000"/>
                </a:lnTo>
                <a:close/>
              </a:path>
              <a:path w="2839084" h="1473200">
                <a:moveTo>
                  <a:pt x="1380121" y="254000"/>
                </a:moveTo>
                <a:lnTo>
                  <a:pt x="1361795" y="241300"/>
                </a:lnTo>
                <a:lnTo>
                  <a:pt x="1386204" y="241300"/>
                </a:lnTo>
                <a:lnTo>
                  <a:pt x="1380121" y="254000"/>
                </a:lnTo>
                <a:close/>
              </a:path>
              <a:path w="2839084" h="1473200">
                <a:moveTo>
                  <a:pt x="2722016" y="254000"/>
                </a:moveTo>
                <a:lnTo>
                  <a:pt x="2708579" y="254000"/>
                </a:lnTo>
                <a:lnTo>
                  <a:pt x="2707157" y="241300"/>
                </a:lnTo>
                <a:lnTo>
                  <a:pt x="2720695" y="241300"/>
                </a:lnTo>
                <a:lnTo>
                  <a:pt x="2722016" y="254000"/>
                </a:lnTo>
                <a:close/>
              </a:path>
              <a:path w="2839084" h="1473200">
                <a:moveTo>
                  <a:pt x="1040752" y="266700"/>
                </a:moveTo>
                <a:lnTo>
                  <a:pt x="1003414" y="266700"/>
                </a:lnTo>
                <a:lnTo>
                  <a:pt x="1014247" y="254000"/>
                </a:lnTo>
                <a:lnTo>
                  <a:pt x="1052080" y="254000"/>
                </a:lnTo>
                <a:lnTo>
                  <a:pt x="1040752" y="266700"/>
                </a:lnTo>
                <a:close/>
              </a:path>
              <a:path w="2839084" h="1473200">
                <a:moveTo>
                  <a:pt x="2725204" y="266700"/>
                </a:moveTo>
                <a:lnTo>
                  <a:pt x="2711754" y="266700"/>
                </a:lnTo>
                <a:lnTo>
                  <a:pt x="2710789" y="254000"/>
                </a:lnTo>
                <a:lnTo>
                  <a:pt x="2724200" y="254000"/>
                </a:lnTo>
                <a:lnTo>
                  <a:pt x="2725204" y="266700"/>
                </a:lnTo>
                <a:close/>
              </a:path>
              <a:path w="2839084" h="1473200">
                <a:moveTo>
                  <a:pt x="1008392" y="279400"/>
                </a:moveTo>
                <a:lnTo>
                  <a:pt x="972223" y="279400"/>
                </a:lnTo>
                <a:lnTo>
                  <a:pt x="982395" y="266700"/>
                </a:lnTo>
                <a:lnTo>
                  <a:pt x="1019098" y="266700"/>
                </a:lnTo>
                <a:lnTo>
                  <a:pt x="1008392" y="279400"/>
                </a:lnTo>
                <a:close/>
              </a:path>
              <a:path w="2839084" h="1473200">
                <a:moveTo>
                  <a:pt x="2726461" y="279400"/>
                </a:moveTo>
                <a:lnTo>
                  <a:pt x="2713799" y="279400"/>
                </a:lnTo>
                <a:lnTo>
                  <a:pt x="2713316" y="266700"/>
                </a:lnTo>
                <a:lnTo>
                  <a:pt x="2725966" y="266700"/>
                </a:lnTo>
                <a:lnTo>
                  <a:pt x="2726461" y="279400"/>
                </a:lnTo>
                <a:close/>
              </a:path>
              <a:path w="2839084" h="1473200">
                <a:moveTo>
                  <a:pt x="977988" y="292100"/>
                </a:moveTo>
                <a:lnTo>
                  <a:pt x="952601" y="292100"/>
                </a:lnTo>
                <a:lnTo>
                  <a:pt x="962291" y="279400"/>
                </a:lnTo>
                <a:lnTo>
                  <a:pt x="988034" y="279400"/>
                </a:lnTo>
                <a:lnTo>
                  <a:pt x="977988" y="292100"/>
                </a:lnTo>
                <a:close/>
              </a:path>
              <a:path w="2839084" h="1473200">
                <a:moveTo>
                  <a:pt x="2726753" y="292100"/>
                </a:moveTo>
                <a:lnTo>
                  <a:pt x="2714053" y="292100"/>
                </a:lnTo>
                <a:lnTo>
                  <a:pt x="2714028" y="279400"/>
                </a:lnTo>
                <a:lnTo>
                  <a:pt x="2726728" y="279400"/>
                </a:lnTo>
                <a:lnTo>
                  <a:pt x="2726753" y="292100"/>
                </a:lnTo>
                <a:close/>
              </a:path>
              <a:path w="2839084" h="1473200">
                <a:moveTo>
                  <a:pt x="949731" y="304800"/>
                </a:moveTo>
                <a:lnTo>
                  <a:pt x="933983" y="304800"/>
                </a:lnTo>
                <a:lnTo>
                  <a:pt x="943165" y="292100"/>
                </a:lnTo>
                <a:lnTo>
                  <a:pt x="959027" y="292100"/>
                </a:lnTo>
                <a:lnTo>
                  <a:pt x="949731" y="304800"/>
                </a:lnTo>
                <a:close/>
              </a:path>
              <a:path w="2839084" h="1473200">
                <a:moveTo>
                  <a:pt x="2726080" y="304800"/>
                </a:moveTo>
                <a:lnTo>
                  <a:pt x="2713431" y="304800"/>
                </a:lnTo>
                <a:lnTo>
                  <a:pt x="2713862" y="292100"/>
                </a:lnTo>
                <a:lnTo>
                  <a:pt x="2726537" y="292100"/>
                </a:lnTo>
                <a:lnTo>
                  <a:pt x="2726080" y="304800"/>
                </a:lnTo>
                <a:close/>
              </a:path>
              <a:path w="2839084" h="1473200">
                <a:moveTo>
                  <a:pt x="932154" y="317500"/>
                </a:moveTo>
                <a:lnTo>
                  <a:pt x="908037" y="317500"/>
                </a:lnTo>
                <a:lnTo>
                  <a:pt x="916406" y="304800"/>
                </a:lnTo>
                <a:lnTo>
                  <a:pt x="940942" y="304800"/>
                </a:lnTo>
                <a:lnTo>
                  <a:pt x="932154" y="317500"/>
                </a:lnTo>
                <a:close/>
              </a:path>
              <a:path w="2839084" h="1473200">
                <a:moveTo>
                  <a:pt x="2724480" y="317500"/>
                </a:moveTo>
                <a:lnTo>
                  <a:pt x="2710903" y="317500"/>
                </a:lnTo>
                <a:lnTo>
                  <a:pt x="2711996" y="304800"/>
                </a:lnTo>
                <a:lnTo>
                  <a:pt x="2725394" y="304800"/>
                </a:lnTo>
                <a:lnTo>
                  <a:pt x="2724480" y="317500"/>
                </a:lnTo>
                <a:close/>
              </a:path>
              <a:path w="2839084" h="1473200">
                <a:moveTo>
                  <a:pt x="915669" y="330200"/>
                </a:moveTo>
                <a:lnTo>
                  <a:pt x="892124" y="330200"/>
                </a:lnTo>
                <a:lnTo>
                  <a:pt x="899934" y="317500"/>
                </a:lnTo>
                <a:lnTo>
                  <a:pt x="923912" y="317500"/>
                </a:lnTo>
                <a:lnTo>
                  <a:pt x="915669" y="330200"/>
                </a:lnTo>
                <a:close/>
              </a:path>
              <a:path w="2839084" h="1473200">
                <a:moveTo>
                  <a:pt x="2720390" y="330200"/>
                </a:moveTo>
                <a:lnTo>
                  <a:pt x="2708173" y="330200"/>
                </a:lnTo>
                <a:lnTo>
                  <a:pt x="2709697" y="317500"/>
                </a:lnTo>
                <a:lnTo>
                  <a:pt x="2721978" y="317500"/>
                </a:lnTo>
                <a:lnTo>
                  <a:pt x="2720390" y="330200"/>
                </a:lnTo>
                <a:close/>
              </a:path>
              <a:path w="2839084" h="1473200">
                <a:moveTo>
                  <a:pt x="886129" y="355600"/>
                </a:moveTo>
                <a:lnTo>
                  <a:pt x="870483" y="355600"/>
                </a:lnTo>
                <a:lnTo>
                  <a:pt x="877392" y="342900"/>
                </a:lnTo>
                <a:lnTo>
                  <a:pt x="884605" y="330200"/>
                </a:lnTo>
                <a:lnTo>
                  <a:pt x="907973" y="330200"/>
                </a:lnTo>
                <a:lnTo>
                  <a:pt x="900302" y="342900"/>
                </a:lnTo>
                <a:lnTo>
                  <a:pt x="893203" y="342900"/>
                </a:lnTo>
                <a:lnTo>
                  <a:pt x="886129" y="355600"/>
                </a:lnTo>
                <a:close/>
              </a:path>
              <a:path w="2839084" h="1473200">
                <a:moveTo>
                  <a:pt x="2704630" y="342900"/>
                </a:moveTo>
                <a:lnTo>
                  <a:pt x="2702559" y="342900"/>
                </a:lnTo>
                <a:lnTo>
                  <a:pt x="2704706" y="330200"/>
                </a:lnTo>
                <a:lnTo>
                  <a:pt x="2704630" y="342900"/>
                </a:lnTo>
                <a:close/>
              </a:path>
              <a:path w="2839084" h="1473200">
                <a:moveTo>
                  <a:pt x="2716568" y="342900"/>
                </a:moveTo>
                <a:lnTo>
                  <a:pt x="2704630" y="342900"/>
                </a:lnTo>
                <a:lnTo>
                  <a:pt x="2706573" y="330200"/>
                </a:lnTo>
                <a:lnTo>
                  <a:pt x="2718587" y="330200"/>
                </a:lnTo>
                <a:lnTo>
                  <a:pt x="2716568" y="342900"/>
                </a:lnTo>
                <a:close/>
              </a:path>
              <a:path w="2839084" h="1473200">
                <a:moveTo>
                  <a:pt x="2711957" y="355600"/>
                </a:moveTo>
                <a:lnTo>
                  <a:pt x="2697987" y="355600"/>
                </a:lnTo>
                <a:lnTo>
                  <a:pt x="2702636" y="342900"/>
                </a:lnTo>
                <a:lnTo>
                  <a:pt x="2709138" y="342900"/>
                </a:lnTo>
                <a:lnTo>
                  <a:pt x="2711957" y="355600"/>
                </a:lnTo>
                <a:close/>
              </a:path>
              <a:path w="2839084" h="1473200">
                <a:moveTo>
                  <a:pt x="2711957" y="355600"/>
                </a:moveTo>
                <a:lnTo>
                  <a:pt x="2709138" y="342900"/>
                </a:lnTo>
                <a:lnTo>
                  <a:pt x="2713496" y="347416"/>
                </a:lnTo>
                <a:lnTo>
                  <a:pt x="2711957" y="355600"/>
                </a:lnTo>
                <a:close/>
              </a:path>
              <a:path w="2839084" h="1473200">
                <a:moveTo>
                  <a:pt x="2713496" y="347416"/>
                </a:moveTo>
                <a:lnTo>
                  <a:pt x="2709138" y="342900"/>
                </a:lnTo>
                <a:lnTo>
                  <a:pt x="2714345" y="342900"/>
                </a:lnTo>
                <a:lnTo>
                  <a:pt x="2713496" y="347416"/>
                </a:lnTo>
                <a:close/>
              </a:path>
              <a:path w="2839084" h="1473200">
                <a:moveTo>
                  <a:pt x="2721394" y="355600"/>
                </a:moveTo>
                <a:lnTo>
                  <a:pt x="2711957" y="355600"/>
                </a:lnTo>
                <a:lnTo>
                  <a:pt x="2713496" y="347416"/>
                </a:lnTo>
                <a:lnTo>
                  <a:pt x="2721394" y="355600"/>
                </a:lnTo>
                <a:close/>
              </a:path>
              <a:path w="2839084" h="1473200">
                <a:moveTo>
                  <a:pt x="873175" y="368300"/>
                </a:moveTo>
                <a:lnTo>
                  <a:pt x="857618" y="368300"/>
                </a:lnTo>
                <a:lnTo>
                  <a:pt x="863892" y="355600"/>
                </a:lnTo>
                <a:lnTo>
                  <a:pt x="879627" y="355600"/>
                </a:lnTo>
                <a:lnTo>
                  <a:pt x="873175" y="368300"/>
                </a:lnTo>
                <a:close/>
              </a:path>
              <a:path w="2839084" h="1473200">
                <a:moveTo>
                  <a:pt x="2744584" y="368300"/>
                </a:moveTo>
                <a:lnTo>
                  <a:pt x="2726613" y="368300"/>
                </a:lnTo>
                <a:lnTo>
                  <a:pt x="2714993" y="355600"/>
                </a:lnTo>
                <a:lnTo>
                  <a:pt x="2733243" y="355600"/>
                </a:lnTo>
                <a:lnTo>
                  <a:pt x="2744584" y="368300"/>
                </a:lnTo>
                <a:close/>
              </a:path>
              <a:path w="2839084" h="1473200">
                <a:moveTo>
                  <a:pt x="861504" y="381000"/>
                </a:moveTo>
                <a:lnTo>
                  <a:pt x="846061" y="381000"/>
                </a:lnTo>
                <a:lnTo>
                  <a:pt x="851674" y="368300"/>
                </a:lnTo>
                <a:lnTo>
                  <a:pt x="867321" y="368300"/>
                </a:lnTo>
                <a:lnTo>
                  <a:pt x="861504" y="381000"/>
                </a:lnTo>
                <a:close/>
              </a:path>
              <a:path w="2839084" h="1473200">
                <a:moveTo>
                  <a:pt x="2775242" y="393700"/>
                </a:moveTo>
                <a:lnTo>
                  <a:pt x="2757538" y="393700"/>
                </a:lnTo>
                <a:lnTo>
                  <a:pt x="2747543" y="381000"/>
                </a:lnTo>
                <a:lnTo>
                  <a:pt x="2737484" y="381000"/>
                </a:lnTo>
                <a:lnTo>
                  <a:pt x="2726385" y="368300"/>
                </a:lnTo>
                <a:lnTo>
                  <a:pt x="2755366" y="368300"/>
                </a:lnTo>
                <a:lnTo>
                  <a:pt x="2765602" y="381000"/>
                </a:lnTo>
                <a:lnTo>
                  <a:pt x="2775242" y="393700"/>
                </a:lnTo>
                <a:close/>
              </a:path>
              <a:path w="2839084" h="1473200">
                <a:moveTo>
                  <a:pt x="831367" y="406400"/>
                </a:moveTo>
                <a:lnTo>
                  <a:pt x="835863" y="393700"/>
                </a:lnTo>
                <a:lnTo>
                  <a:pt x="840790" y="381000"/>
                </a:lnTo>
                <a:lnTo>
                  <a:pt x="856310" y="381000"/>
                </a:lnTo>
                <a:lnTo>
                  <a:pt x="851166" y="393700"/>
                </a:lnTo>
                <a:lnTo>
                  <a:pt x="837666" y="393700"/>
                </a:lnTo>
                <a:lnTo>
                  <a:pt x="831367" y="406400"/>
                </a:lnTo>
                <a:close/>
              </a:path>
              <a:path w="2839084" h="1473200">
                <a:moveTo>
                  <a:pt x="831367" y="406400"/>
                </a:moveTo>
                <a:lnTo>
                  <a:pt x="621398" y="406400"/>
                </a:lnTo>
                <a:lnTo>
                  <a:pt x="636651" y="393700"/>
                </a:lnTo>
                <a:lnTo>
                  <a:pt x="835863" y="393700"/>
                </a:lnTo>
                <a:lnTo>
                  <a:pt x="831367" y="406400"/>
                </a:lnTo>
                <a:close/>
              </a:path>
              <a:path w="2839084" h="1473200">
                <a:moveTo>
                  <a:pt x="840041" y="406400"/>
                </a:moveTo>
                <a:lnTo>
                  <a:pt x="831367" y="406400"/>
                </a:lnTo>
                <a:lnTo>
                  <a:pt x="837666" y="393700"/>
                </a:lnTo>
                <a:lnTo>
                  <a:pt x="846645" y="393700"/>
                </a:lnTo>
                <a:lnTo>
                  <a:pt x="840041" y="406400"/>
                </a:lnTo>
                <a:close/>
              </a:path>
              <a:path w="2839084" h="1473200">
                <a:moveTo>
                  <a:pt x="2788589" y="406400"/>
                </a:moveTo>
                <a:lnTo>
                  <a:pt x="2775254" y="406400"/>
                </a:lnTo>
                <a:lnTo>
                  <a:pt x="2766453" y="393700"/>
                </a:lnTo>
                <a:lnTo>
                  <a:pt x="2784259" y="393700"/>
                </a:lnTo>
                <a:lnTo>
                  <a:pt x="2788589" y="406400"/>
                </a:lnTo>
                <a:close/>
              </a:path>
              <a:path w="2839084" h="1473200">
                <a:moveTo>
                  <a:pt x="623506" y="419100"/>
                </a:moveTo>
                <a:lnTo>
                  <a:pt x="561022" y="419100"/>
                </a:lnTo>
                <a:lnTo>
                  <a:pt x="572122" y="406400"/>
                </a:lnTo>
                <a:lnTo>
                  <a:pt x="638619" y="406400"/>
                </a:lnTo>
                <a:lnTo>
                  <a:pt x="623506" y="419100"/>
                </a:lnTo>
                <a:close/>
              </a:path>
              <a:path w="2839084" h="1473200">
                <a:moveTo>
                  <a:pt x="2800515" y="419100"/>
                </a:moveTo>
                <a:lnTo>
                  <a:pt x="2783154" y="419100"/>
                </a:lnTo>
                <a:lnTo>
                  <a:pt x="2779128" y="406400"/>
                </a:lnTo>
                <a:lnTo>
                  <a:pt x="2796692" y="406400"/>
                </a:lnTo>
                <a:lnTo>
                  <a:pt x="2800515" y="419100"/>
                </a:lnTo>
                <a:close/>
              </a:path>
              <a:path w="2839084" h="1473200">
                <a:moveTo>
                  <a:pt x="564159" y="431800"/>
                </a:moveTo>
                <a:lnTo>
                  <a:pt x="517753" y="431800"/>
                </a:lnTo>
                <a:lnTo>
                  <a:pt x="528396" y="419100"/>
                </a:lnTo>
                <a:lnTo>
                  <a:pt x="575170" y="419100"/>
                </a:lnTo>
                <a:lnTo>
                  <a:pt x="564159" y="431800"/>
                </a:lnTo>
                <a:close/>
              </a:path>
              <a:path w="2839084" h="1473200">
                <a:moveTo>
                  <a:pt x="2807639" y="431800"/>
                </a:moveTo>
                <a:lnTo>
                  <a:pt x="2793898" y="431800"/>
                </a:lnTo>
                <a:lnTo>
                  <a:pt x="2790355" y="419100"/>
                </a:lnTo>
                <a:lnTo>
                  <a:pt x="2804159" y="419100"/>
                </a:lnTo>
                <a:lnTo>
                  <a:pt x="2807639" y="431800"/>
                </a:lnTo>
                <a:close/>
              </a:path>
              <a:path w="2839084" h="1473200">
                <a:moveTo>
                  <a:pt x="521652" y="444500"/>
                </a:moveTo>
                <a:lnTo>
                  <a:pt x="476516" y="444500"/>
                </a:lnTo>
                <a:lnTo>
                  <a:pt x="486625" y="431800"/>
                </a:lnTo>
                <a:lnTo>
                  <a:pt x="532193" y="431800"/>
                </a:lnTo>
                <a:lnTo>
                  <a:pt x="521652" y="444500"/>
                </a:lnTo>
                <a:close/>
              </a:path>
              <a:path w="2839084" h="1473200">
                <a:moveTo>
                  <a:pt x="2817050" y="444500"/>
                </a:moveTo>
                <a:lnTo>
                  <a:pt x="2800248" y="444500"/>
                </a:lnTo>
                <a:lnTo>
                  <a:pt x="2797047" y="431800"/>
                </a:lnTo>
                <a:lnTo>
                  <a:pt x="2814091" y="431800"/>
                </a:lnTo>
                <a:lnTo>
                  <a:pt x="2817050" y="444500"/>
                </a:lnTo>
                <a:close/>
              </a:path>
              <a:path w="2839084" h="1473200">
                <a:moveTo>
                  <a:pt x="481164" y="457200"/>
                </a:moveTo>
                <a:lnTo>
                  <a:pt x="447027" y="457200"/>
                </a:lnTo>
                <a:lnTo>
                  <a:pt x="456704" y="444500"/>
                </a:lnTo>
                <a:lnTo>
                  <a:pt x="491185" y="444500"/>
                </a:lnTo>
                <a:lnTo>
                  <a:pt x="481164" y="457200"/>
                </a:lnTo>
                <a:close/>
              </a:path>
              <a:path w="2839084" h="1473200">
                <a:moveTo>
                  <a:pt x="2822435" y="457200"/>
                </a:moveTo>
                <a:lnTo>
                  <a:pt x="2808516" y="457200"/>
                </a:lnTo>
                <a:lnTo>
                  <a:pt x="2805836" y="444500"/>
                </a:lnTo>
                <a:lnTo>
                  <a:pt x="2819831" y="444500"/>
                </a:lnTo>
                <a:lnTo>
                  <a:pt x="2822435" y="457200"/>
                </a:lnTo>
                <a:close/>
              </a:path>
              <a:path w="2839084" h="1473200">
                <a:moveTo>
                  <a:pt x="452234" y="469900"/>
                </a:moveTo>
                <a:lnTo>
                  <a:pt x="418845" y="469900"/>
                </a:lnTo>
                <a:lnTo>
                  <a:pt x="428091" y="457200"/>
                </a:lnTo>
                <a:lnTo>
                  <a:pt x="461822" y="457200"/>
                </a:lnTo>
                <a:lnTo>
                  <a:pt x="452234" y="469900"/>
                </a:lnTo>
                <a:close/>
              </a:path>
              <a:path w="2839084" h="1473200">
                <a:moveTo>
                  <a:pt x="2827083" y="469900"/>
                </a:moveTo>
                <a:lnTo>
                  <a:pt x="2813189" y="469900"/>
                </a:lnTo>
                <a:lnTo>
                  <a:pt x="2810852" y="457200"/>
                </a:lnTo>
                <a:lnTo>
                  <a:pt x="2824848" y="457200"/>
                </a:lnTo>
                <a:lnTo>
                  <a:pt x="2827083" y="469900"/>
                </a:lnTo>
                <a:close/>
              </a:path>
              <a:path w="2839084" h="1473200">
                <a:moveTo>
                  <a:pt x="424624" y="482600"/>
                </a:moveTo>
                <a:lnTo>
                  <a:pt x="400837" y="482600"/>
                </a:lnTo>
                <a:lnTo>
                  <a:pt x="409765" y="469900"/>
                </a:lnTo>
                <a:lnTo>
                  <a:pt x="433768" y="469900"/>
                </a:lnTo>
                <a:lnTo>
                  <a:pt x="424624" y="482600"/>
                </a:lnTo>
                <a:close/>
              </a:path>
              <a:path w="2839084" h="1473200">
                <a:moveTo>
                  <a:pt x="2832633" y="482600"/>
                </a:moveTo>
                <a:lnTo>
                  <a:pt x="2818853" y="482600"/>
                </a:lnTo>
                <a:lnTo>
                  <a:pt x="2817075" y="469900"/>
                </a:lnTo>
                <a:lnTo>
                  <a:pt x="2830982" y="469900"/>
                </a:lnTo>
                <a:lnTo>
                  <a:pt x="2832633" y="482600"/>
                </a:lnTo>
                <a:close/>
              </a:path>
              <a:path w="2839084" h="1473200">
                <a:moveTo>
                  <a:pt x="398437" y="495300"/>
                </a:moveTo>
                <a:lnTo>
                  <a:pt x="375056" y="495300"/>
                </a:lnTo>
                <a:lnTo>
                  <a:pt x="383489" y="482600"/>
                </a:lnTo>
                <a:lnTo>
                  <a:pt x="407098" y="482600"/>
                </a:lnTo>
                <a:lnTo>
                  <a:pt x="398437" y="495300"/>
                </a:lnTo>
                <a:close/>
              </a:path>
              <a:path w="2839084" h="1473200">
                <a:moveTo>
                  <a:pt x="2835351" y="495300"/>
                </a:moveTo>
                <a:lnTo>
                  <a:pt x="2821749" y="495300"/>
                </a:lnTo>
                <a:lnTo>
                  <a:pt x="2820339" y="482600"/>
                </a:lnTo>
                <a:lnTo>
                  <a:pt x="2834093" y="482600"/>
                </a:lnTo>
                <a:lnTo>
                  <a:pt x="2835351" y="495300"/>
                </a:lnTo>
                <a:close/>
              </a:path>
              <a:path w="2839084" h="1473200">
                <a:moveTo>
                  <a:pt x="381787" y="508000"/>
                </a:moveTo>
                <a:lnTo>
                  <a:pt x="358711" y="508000"/>
                </a:lnTo>
                <a:lnTo>
                  <a:pt x="366801" y="495300"/>
                </a:lnTo>
                <a:lnTo>
                  <a:pt x="390118" y="495300"/>
                </a:lnTo>
                <a:lnTo>
                  <a:pt x="381787" y="508000"/>
                </a:lnTo>
                <a:close/>
              </a:path>
              <a:path w="2839084" h="1473200">
                <a:moveTo>
                  <a:pt x="2837395" y="508000"/>
                </a:moveTo>
                <a:lnTo>
                  <a:pt x="2823971" y="508000"/>
                </a:lnTo>
                <a:lnTo>
                  <a:pt x="2822867" y="495300"/>
                </a:lnTo>
                <a:lnTo>
                  <a:pt x="2836506" y="495300"/>
                </a:lnTo>
                <a:lnTo>
                  <a:pt x="2837395" y="508000"/>
                </a:lnTo>
                <a:close/>
              </a:path>
              <a:path w="2839084" h="1473200">
                <a:moveTo>
                  <a:pt x="358127" y="520700"/>
                </a:moveTo>
                <a:lnTo>
                  <a:pt x="343090" y="520700"/>
                </a:lnTo>
                <a:lnTo>
                  <a:pt x="350812" y="508000"/>
                </a:lnTo>
                <a:lnTo>
                  <a:pt x="365925" y="508000"/>
                </a:lnTo>
                <a:lnTo>
                  <a:pt x="358127" y="520700"/>
                </a:lnTo>
                <a:close/>
              </a:path>
              <a:path w="2839084" h="1473200">
                <a:moveTo>
                  <a:pt x="2838437" y="520700"/>
                </a:moveTo>
                <a:lnTo>
                  <a:pt x="2825394" y="520700"/>
                </a:lnTo>
                <a:lnTo>
                  <a:pt x="2824772" y="508000"/>
                </a:lnTo>
                <a:lnTo>
                  <a:pt x="2838043" y="508000"/>
                </a:lnTo>
                <a:lnTo>
                  <a:pt x="2838437" y="520700"/>
                </a:lnTo>
                <a:close/>
              </a:path>
              <a:path w="2839084" h="1473200">
                <a:moveTo>
                  <a:pt x="343242" y="533400"/>
                </a:moveTo>
                <a:lnTo>
                  <a:pt x="321017" y="533400"/>
                </a:lnTo>
                <a:lnTo>
                  <a:pt x="328180" y="520700"/>
                </a:lnTo>
                <a:lnTo>
                  <a:pt x="350685" y="520700"/>
                </a:lnTo>
                <a:lnTo>
                  <a:pt x="343242" y="533400"/>
                </a:lnTo>
                <a:close/>
              </a:path>
              <a:path w="2839084" h="1473200">
                <a:moveTo>
                  <a:pt x="2838132" y="546100"/>
                </a:moveTo>
                <a:lnTo>
                  <a:pt x="2824911" y="546100"/>
                </a:lnTo>
                <a:lnTo>
                  <a:pt x="2825470" y="533400"/>
                </a:lnTo>
                <a:lnTo>
                  <a:pt x="2825775" y="533400"/>
                </a:lnTo>
                <a:lnTo>
                  <a:pt x="2825877" y="520700"/>
                </a:lnTo>
                <a:lnTo>
                  <a:pt x="2838577" y="520700"/>
                </a:lnTo>
                <a:lnTo>
                  <a:pt x="2838475" y="533400"/>
                </a:lnTo>
                <a:lnTo>
                  <a:pt x="2838132" y="546100"/>
                </a:lnTo>
                <a:close/>
              </a:path>
              <a:path w="2839084" h="1473200">
                <a:moveTo>
                  <a:pt x="329120" y="546100"/>
                </a:moveTo>
                <a:lnTo>
                  <a:pt x="307263" y="546100"/>
                </a:lnTo>
                <a:lnTo>
                  <a:pt x="314045" y="533400"/>
                </a:lnTo>
                <a:lnTo>
                  <a:pt x="336181" y="533400"/>
                </a:lnTo>
                <a:lnTo>
                  <a:pt x="329120" y="546100"/>
                </a:lnTo>
                <a:close/>
              </a:path>
              <a:path w="2839084" h="1473200">
                <a:moveTo>
                  <a:pt x="315760" y="558800"/>
                </a:moveTo>
                <a:lnTo>
                  <a:pt x="294309" y="558800"/>
                </a:lnTo>
                <a:lnTo>
                  <a:pt x="300685" y="546100"/>
                </a:lnTo>
                <a:lnTo>
                  <a:pt x="322440" y="546100"/>
                </a:lnTo>
                <a:lnTo>
                  <a:pt x="315760" y="558800"/>
                </a:lnTo>
                <a:close/>
              </a:path>
              <a:path w="2839084" h="1473200">
                <a:moveTo>
                  <a:pt x="2836735" y="558800"/>
                </a:moveTo>
                <a:lnTo>
                  <a:pt x="2823159" y="558800"/>
                </a:lnTo>
                <a:lnTo>
                  <a:pt x="2824175" y="546100"/>
                </a:lnTo>
                <a:lnTo>
                  <a:pt x="2837548" y="546100"/>
                </a:lnTo>
                <a:lnTo>
                  <a:pt x="2836735" y="558800"/>
                </a:lnTo>
                <a:close/>
              </a:path>
              <a:path w="2839084" h="1473200">
                <a:moveTo>
                  <a:pt x="303199" y="571500"/>
                </a:moveTo>
                <a:lnTo>
                  <a:pt x="282168" y="571500"/>
                </a:lnTo>
                <a:lnTo>
                  <a:pt x="288137" y="558800"/>
                </a:lnTo>
                <a:lnTo>
                  <a:pt x="309473" y="558800"/>
                </a:lnTo>
                <a:lnTo>
                  <a:pt x="303199" y="571500"/>
                </a:lnTo>
                <a:close/>
              </a:path>
              <a:path w="2839084" h="1473200">
                <a:moveTo>
                  <a:pt x="2834385" y="571500"/>
                </a:moveTo>
                <a:lnTo>
                  <a:pt x="2820530" y="571500"/>
                </a:lnTo>
                <a:lnTo>
                  <a:pt x="2821990" y="558800"/>
                </a:lnTo>
                <a:lnTo>
                  <a:pt x="2835681" y="558800"/>
                </a:lnTo>
                <a:lnTo>
                  <a:pt x="2834385" y="571500"/>
                </a:lnTo>
                <a:close/>
              </a:path>
              <a:path w="2839084" h="1473200">
                <a:moveTo>
                  <a:pt x="285902" y="584200"/>
                </a:moveTo>
                <a:lnTo>
                  <a:pt x="270878" y="584200"/>
                </a:lnTo>
                <a:lnTo>
                  <a:pt x="276415" y="571500"/>
                </a:lnTo>
                <a:lnTo>
                  <a:pt x="291553" y="571500"/>
                </a:lnTo>
                <a:lnTo>
                  <a:pt x="285902" y="584200"/>
                </a:lnTo>
                <a:close/>
              </a:path>
              <a:path w="2839084" h="1473200">
                <a:moveTo>
                  <a:pt x="2831134" y="584200"/>
                </a:moveTo>
                <a:lnTo>
                  <a:pt x="2817050" y="584200"/>
                </a:lnTo>
                <a:lnTo>
                  <a:pt x="2818955" y="571500"/>
                </a:lnTo>
                <a:lnTo>
                  <a:pt x="2832874" y="571500"/>
                </a:lnTo>
                <a:lnTo>
                  <a:pt x="2831134" y="584200"/>
                </a:lnTo>
                <a:close/>
              </a:path>
              <a:path w="2839084" h="1473200">
                <a:moveTo>
                  <a:pt x="275437" y="596900"/>
                </a:moveTo>
                <a:lnTo>
                  <a:pt x="260451" y="596900"/>
                </a:lnTo>
                <a:lnTo>
                  <a:pt x="265556" y="584200"/>
                </a:lnTo>
                <a:lnTo>
                  <a:pt x="280657" y="584200"/>
                </a:lnTo>
                <a:lnTo>
                  <a:pt x="275437" y="596900"/>
                </a:lnTo>
                <a:close/>
              </a:path>
              <a:path w="2839084" h="1473200">
                <a:moveTo>
                  <a:pt x="2826994" y="596900"/>
                </a:moveTo>
                <a:lnTo>
                  <a:pt x="2812732" y="596900"/>
                </a:lnTo>
                <a:lnTo>
                  <a:pt x="2815056" y="584200"/>
                </a:lnTo>
                <a:lnTo>
                  <a:pt x="2829179" y="584200"/>
                </a:lnTo>
                <a:lnTo>
                  <a:pt x="2826994" y="596900"/>
                </a:lnTo>
                <a:close/>
              </a:path>
              <a:path w="2839084" h="1473200">
                <a:moveTo>
                  <a:pt x="265849" y="609600"/>
                </a:moveTo>
                <a:lnTo>
                  <a:pt x="250926" y="609600"/>
                </a:lnTo>
                <a:lnTo>
                  <a:pt x="255574" y="596900"/>
                </a:lnTo>
                <a:lnTo>
                  <a:pt x="270636" y="596900"/>
                </a:lnTo>
                <a:lnTo>
                  <a:pt x="265849" y="609600"/>
                </a:lnTo>
                <a:close/>
              </a:path>
              <a:path w="2839084" h="1473200">
                <a:moveTo>
                  <a:pt x="2821990" y="609600"/>
                </a:moveTo>
                <a:lnTo>
                  <a:pt x="2807576" y="609600"/>
                </a:lnTo>
                <a:lnTo>
                  <a:pt x="2810332" y="596900"/>
                </a:lnTo>
                <a:lnTo>
                  <a:pt x="2824594" y="596900"/>
                </a:lnTo>
                <a:lnTo>
                  <a:pt x="2821990" y="609600"/>
                </a:lnTo>
                <a:close/>
              </a:path>
              <a:path w="2839084" h="1473200">
                <a:moveTo>
                  <a:pt x="249415" y="635000"/>
                </a:moveTo>
                <a:lnTo>
                  <a:pt x="238366" y="635000"/>
                </a:lnTo>
                <a:lnTo>
                  <a:pt x="242315" y="622300"/>
                </a:lnTo>
                <a:lnTo>
                  <a:pt x="246494" y="609600"/>
                </a:lnTo>
                <a:lnTo>
                  <a:pt x="261492" y="609600"/>
                </a:lnTo>
                <a:lnTo>
                  <a:pt x="257175" y="622300"/>
                </a:lnTo>
                <a:lnTo>
                  <a:pt x="253263" y="622300"/>
                </a:lnTo>
                <a:lnTo>
                  <a:pt x="249415" y="635000"/>
                </a:lnTo>
                <a:close/>
              </a:path>
              <a:path w="2839084" h="1473200">
                <a:moveTo>
                  <a:pt x="2816123" y="622300"/>
                </a:moveTo>
                <a:lnTo>
                  <a:pt x="2801619" y="622300"/>
                </a:lnTo>
                <a:lnTo>
                  <a:pt x="2804782" y="609600"/>
                </a:lnTo>
                <a:lnTo>
                  <a:pt x="2819158" y="609600"/>
                </a:lnTo>
                <a:lnTo>
                  <a:pt x="2816123" y="622300"/>
                </a:lnTo>
                <a:close/>
              </a:path>
              <a:path w="2839084" h="1473200">
                <a:moveTo>
                  <a:pt x="2809443" y="635000"/>
                </a:moveTo>
                <a:lnTo>
                  <a:pt x="2794863" y="635000"/>
                </a:lnTo>
                <a:lnTo>
                  <a:pt x="2798432" y="622300"/>
                </a:lnTo>
                <a:lnTo>
                  <a:pt x="2812884" y="622300"/>
                </a:lnTo>
                <a:lnTo>
                  <a:pt x="2809443" y="635000"/>
                </a:lnTo>
                <a:close/>
              </a:path>
              <a:path w="2839084" h="1473200">
                <a:moveTo>
                  <a:pt x="245884" y="647700"/>
                </a:moveTo>
                <a:lnTo>
                  <a:pt x="231190" y="647700"/>
                </a:lnTo>
                <a:lnTo>
                  <a:pt x="234657" y="635000"/>
                </a:lnTo>
                <a:lnTo>
                  <a:pt x="249504" y="635000"/>
                </a:lnTo>
                <a:lnTo>
                  <a:pt x="245884" y="647700"/>
                </a:lnTo>
                <a:close/>
              </a:path>
              <a:path w="2839084" h="1473200">
                <a:moveTo>
                  <a:pt x="2801962" y="647700"/>
                </a:moveTo>
                <a:lnTo>
                  <a:pt x="2787332" y="647700"/>
                </a:lnTo>
                <a:lnTo>
                  <a:pt x="2791282" y="635000"/>
                </a:lnTo>
                <a:lnTo>
                  <a:pt x="2805798" y="635000"/>
                </a:lnTo>
                <a:lnTo>
                  <a:pt x="2801962" y="647700"/>
                </a:lnTo>
                <a:close/>
              </a:path>
              <a:path w="2839084" h="1473200">
                <a:moveTo>
                  <a:pt x="239547" y="660400"/>
                </a:moveTo>
                <a:lnTo>
                  <a:pt x="225018" y="660400"/>
                </a:lnTo>
                <a:lnTo>
                  <a:pt x="227977" y="647700"/>
                </a:lnTo>
                <a:lnTo>
                  <a:pt x="242684" y="647700"/>
                </a:lnTo>
                <a:lnTo>
                  <a:pt x="239547" y="660400"/>
                </a:lnTo>
                <a:close/>
              </a:path>
              <a:path w="2839084" h="1473200">
                <a:moveTo>
                  <a:pt x="2793695" y="660400"/>
                </a:moveTo>
                <a:lnTo>
                  <a:pt x="2774607" y="660400"/>
                </a:lnTo>
                <a:lnTo>
                  <a:pt x="2779128" y="647700"/>
                </a:lnTo>
                <a:lnTo>
                  <a:pt x="2797924" y="647700"/>
                </a:lnTo>
                <a:lnTo>
                  <a:pt x="2793695" y="660400"/>
                </a:lnTo>
                <a:close/>
              </a:path>
              <a:path w="2839084" h="1473200">
                <a:moveTo>
                  <a:pt x="234187" y="673100"/>
                </a:moveTo>
                <a:lnTo>
                  <a:pt x="219849" y="673100"/>
                </a:lnTo>
                <a:lnTo>
                  <a:pt x="222300" y="660400"/>
                </a:lnTo>
                <a:lnTo>
                  <a:pt x="236829" y="660400"/>
                </a:lnTo>
                <a:lnTo>
                  <a:pt x="234187" y="673100"/>
                </a:lnTo>
                <a:close/>
              </a:path>
              <a:path w="2839084" h="1473200">
                <a:moveTo>
                  <a:pt x="2784665" y="673100"/>
                </a:moveTo>
                <a:lnTo>
                  <a:pt x="2765196" y="673100"/>
                </a:lnTo>
                <a:lnTo>
                  <a:pt x="2770085" y="660400"/>
                </a:lnTo>
                <a:lnTo>
                  <a:pt x="2789275" y="660400"/>
                </a:lnTo>
                <a:lnTo>
                  <a:pt x="2784665" y="673100"/>
                </a:lnTo>
                <a:close/>
              </a:path>
              <a:path w="2839084" h="1473200">
                <a:moveTo>
                  <a:pt x="229831" y="685800"/>
                </a:moveTo>
                <a:lnTo>
                  <a:pt x="215747" y="685800"/>
                </a:lnTo>
                <a:lnTo>
                  <a:pt x="217665" y="673100"/>
                </a:lnTo>
                <a:lnTo>
                  <a:pt x="231952" y="673100"/>
                </a:lnTo>
                <a:lnTo>
                  <a:pt x="229831" y="685800"/>
                </a:lnTo>
                <a:close/>
              </a:path>
              <a:path w="2839084" h="1473200">
                <a:moveTo>
                  <a:pt x="2774899" y="685800"/>
                </a:moveTo>
                <a:lnTo>
                  <a:pt x="2749702" y="685800"/>
                </a:lnTo>
                <a:lnTo>
                  <a:pt x="2760357" y="673100"/>
                </a:lnTo>
                <a:lnTo>
                  <a:pt x="2779864" y="673100"/>
                </a:lnTo>
                <a:lnTo>
                  <a:pt x="2774899" y="685800"/>
                </a:lnTo>
                <a:close/>
              </a:path>
              <a:path w="2839084" h="1473200">
                <a:moveTo>
                  <a:pt x="224180" y="711200"/>
                </a:moveTo>
                <a:lnTo>
                  <a:pt x="211607" y="711200"/>
                </a:lnTo>
                <a:lnTo>
                  <a:pt x="212712" y="698500"/>
                </a:lnTo>
                <a:lnTo>
                  <a:pt x="214083" y="685800"/>
                </a:lnTo>
                <a:lnTo>
                  <a:pt x="228091" y="685800"/>
                </a:lnTo>
                <a:lnTo>
                  <a:pt x="226491" y="698500"/>
                </a:lnTo>
                <a:lnTo>
                  <a:pt x="225247" y="698500"/>
                </a:lnTo>
                <a:lnTo>
                  <a:pt x="224180" y="711200"/>
                </a:lnTo>
                <a:close/>
              </a:path>
              <a:path w="2839084" h="1473200">
                <a:moveTo>
                  <a:pt x="2722270" y="736600"/>
                </a:moveTo>
                <a:lnTo>
                  <a:pt x="2701023" y="736600"/>
                </a:lnTo>
                <a:lnTo>
                  <a:pt x="2714345" y="723900"/>
                </a:lnTo>
                <a:lnTo>
                  <a:pt x="2714167" y="723900"/>
                </a:lnTo>
                <a:lnTo>
                  <a:pt x="2726855" y="711200"/>
                </a:lnTo>
                <a:lnTo>
                  <a:pt x="2726677" y="711200"/>
                </a:lnTo>
                <a:lnTo>
                  <a:pt x="2738704" y="698500"/>
                </a:lnTo>
                <a:lnTo>
                  <a:pt x="2738526" y="698500"/>
                </a:lnTo>
                <a:lnTo>
                  <a:pt x="2749880" y="685800"/>
                </a:lnTo>
                <a:lnTo>
                  <a:pt x="2769717" y="685800"/>
                </a:lnTo>
                <a:lnTo>
                  <a:pt x="2758884" y="698500"/>
                </a:lnTo>
                <a:lnTo>
                  <a:pt x="2747352" y="711200"/>
                </a:lnTo>
                <a:lnTo>
                  <a:pt x="2735135" y="723900"/>
                </a:lnTo>
                <a:lnTo>
                  <a:pt x="2722270" y="736600"/>
                </a:lnTo>
                <a:close/>
              </a:path>
              <a:path w="2839084" h="1473200">
                <a:moveTo>
                  <a:pt x="222923" y="723900"/>
                </a:moveTo>
                <a:lnTo>
                  <a:pt x="210248" y="723900"/>
                </a:lnTo>
                <a:lnTo>
                  <a:pt x="210781" y="711200"/>
                </a:lnTo>
                <a:lnTo>
                  <a:pt x="223443" y="711200"/>
                </a:lnTo>
                <a:lnTo>
                  <a:pt x="222923" y="723900"/>
                </a:lnTo>
                <a:close/>
              </a:path>
              <a:path w="2839084" h="1473200">
                <a:moveTo>
                  <a:pt x="222745" y="736600"/>
                </a:moveTo>
                <a:lnTo>
                  <a:pt x="210045" y="736600"/>
                </a:lnTo>
                <a:lnTo>
                  <a:pt x="209994" y="723900"/>
                </a:lnTo>
                <a:lnTo>
                  <a:pt x="222694" y="723900"/>
                </a:lnTo>
                <a:lnTo>
                  <a:pt x="222745" y="736600"/>
                </a:lnTo>
                <a:close/>
              </a:path>
              <a:path w="2839084" h="1473200">
                <a:moveTo>
                  <a:pt x="225678" y="762000"/>
                </a:moveTo>
                <a:lnTo>
                  <a:pt x="211950" y="762000"/>
                </a:lnTo>
                <a:lnTo>
                  <a:pt x="211010" y="749300"/>
                </a:lnTo>
                <a:lnTo>
                  <a:pt x="210375" y="736600"/>
                </a:lnTo>
                <a:lnTo>
                  <a:pt x="223037" y="736600"/>
                </a:lnTo>
                <a:lnTo>
                  <a:pt x="223646" y="749300"/>
                </a:lnTo>
                <a:lnTo>
                  <a:pt x="224485" y="749300"/>
                </a:lnTo>
                <a:lnTo>
                  <a:pt x="225678" y="762000"/>
                </a:lnTo>
                <a:close/>
              </a:path>
              <a:path w="2839084" h="1473200">
                <a:moveTo>
                  <a:pt x="2664625" y="774700"/>
                </a:moveTo>
                <a:lnTo>
                  <a:pt x="2642425" y="774700"/>
                </a:lnTo>
                <a:lnTo>
                  <a:pt x="2658122" y="762000"/>
                </a:lnTo>
                <a:lnTo>
                  <a:pt x="2657944" y="762000"/>
                </a:lnTo>
                <a:lnTo>
                  <a:pt x="2673070" y="749300"/>
                </a:lnTo>
                <a:lnTo>
                  <a:pt x="2672892" y="749300"/>
                </a:lnTo>
                <a:lnTo>
                  <a:pt x="2687434" y="736600"/>
                </a:lnTo>
                <a:lnTo>
                  <a:pt x="2708757" y="736600"/>
                </a:lnTo>
                <a:lnTo>
                  <a:pt x="2694647" y="749300"/>
                </a:lnTo>
                <a:lnTo>
                  <a:pt x="2679915" y="762000"/>
                </a:lnTo>
                <a:lnTo>
                  <a:pt x="2664625" y="774700"/>
                </a:lnTo>
                <a:close/>
              </a:path>
              <a:path w="2839084" h="1473200">
                <a:moveTo>
                  <a:pt x="227634" y="774700"/>
                </a:moveTo>
                <a:lnTo>
                  <a:pt x="214185" y="774700"/>
                </a:lnTo>
                <a:lnTo>
                  <a:pt x="213182" y="762000"/>
                </a:lnTo>
                <a:lnTo>
                  <a:pt x="226555" y="762000"/>
                </a:lnTo>
                <a:lnTo>
                  <a:pt x="227634" y="774700"/>
                </a:lnTo>
                <a:close/>
              </a:path>
              <a:path w="2839084" h="1473200">
                <a:moveTo>
                  <a:pt x="232968" y="787400"/>
                </a:moveTo>
                <a:lnTo>
                  <a:pt x="217893" y="787400"/>
                </a:lnTo>
                <a:lnTo>
                  <a:pt x="215303" y="774700"/>
                </a:lnTo>
                <a:lnTo>
                  <a:pt x="229971" y="774700"/>
                </a:lnTo>
                <a:lnTo>
                  <a:pt x="232968" y="787400"/>
                </a:lnTo>
                <a:close/>
              </a:path>
              <a:path w="2839084" h="1473200">
                <a:moveTo>
                  <a:pt x="2615425" y="800100"/>
                </a:moveTo>
                <a:lnTo>
                  <a:pt x="2592692" y="800100"/>
                </a:lnTo>
                <a:lnTo>
                  <a:pt x="2609964" y="787400"/>
                </a:lnTo>
                <a:lnTo>
                  <a:pt x="2609786" y="787400"/>
                </a:lnTo>
                <a:lnTo>
                  <a:pt x="2626537" y="774700"/>
                </a:lnTo>
                <a:lnTo>
                  <a:pt x="2648762" y="774700"/>
                </a:lnTo>
                <a:lnTo>
                  <a:pt x="2632354" y="787400"/>
                </a:lnTo>
                <a:lnTo>
                  <a:pt x="2615425" y="800100"/>
                </a:lnTo>
                <a:close/>
              </a:path>
              <a:path w="2839084" h="1473200">
                <a:moveTo>
                  <a:pt x="233451" y="812800"/>
                </a:moveTo>
                <a:lnTo>
                  <a:pt x="188201" y="812800"/>
                </a:lnTo>
                <a:lnTo>
                  <a:pt x="200888" y="800100"/>
                </a:lnTo>
                <a:lnTo>
                  <a:pt x="224535" y="800100"/>
                </a:lnTo>
                <a:lnTo>
                  <a:pt x="221005" y="787400"/>
                </a:lnTo>
                <a:lnTo>
                  <a:pt x="232841" y="787400"/>
                </a:lnTo>
                <a:lnTo>
                  <a:pt x="237274" y="800100"/>
                </a:lnTo>
                <a:lnTo>
                  <a:pt x="233451" y="812800"/>
                </a:lnTo>
                <a:close/>
              </a:path>
              <a:path w="2839084" h="1473200">
                <a:moveTo>
                  <a:pt x="2589085" y="812800"/>
                </a:moveTo>
                <a:lnTo>
                  <a:pt x="2557106" y="812800"/>
                </a:lnTo>
                <a:lnTo>
                  <a:pt x="2566276" y="800100"/>
                </a:lnTo>
                <a:lnTo>
                  <a:pt x="2598000" y="800100"/>
                </a:lnTo>
                <a:lnTo>
                  <a:pt x="2589085" y="812800"/>
                </a:lnTo>
                <a:close/>
              </a:path>
              <a:path w="2839084" h="1473200">
                <a:moveTo>
                  <a:pt x="192366" y="825500"/>
                </a:moveTo>
                <a:lnTo>
                  <a:pt x="151930" y="825500"/>
                </a:lnTo>
                <a:lnTo>
                  <a:pt x="163702" y="812800"/>
                </a:lnTo>
                <a:lnTo>
                  <a:pt x="204889" y="812800"/>
                </a:lnTo>
                <a:lnTo>
                  <a:pt x="192366" y="825500"/>
                </a:lnTo>
                <a:close/>
              </a:path>
              <a:path w="2839084" h="1473200">
                <a:moveTo>
                  <a:pt x="2561666" y="825500"/>
                </a:moveTo>
                <a:lnTo>
                  <a:pt x="2519667" y="825500"/>
                </a:lnTo>
                <a:lnTo>
                  <a:pt x="2529281" y="812800"/>
                </a:lnTo>
                <a:lnTo>
                  <a:pt x="2570924" y="812800"/>
                </a:lnTo>
                <a:lnTo>
                  <a:pt x="2561666" y="825500"/>
                </a:lnTo>
                <a:close/>
              </a:path>
              <a:path w="2839084" h="1473200">
                <a:moveTo>
                  <a:pt x="157175" y="838200"/>
                </a:moveTo>
                <a:lnTo>
                  <a:pt x="129400" y="838200"/>
                </a:lnTo>
                <a:lnTo>
                  <a:pt x="140500" y="825500"/>
                </a:lnTo>
                <a:lnTo>
                  <a:pt x="168757" y="825500"/>
                </a:lnTo>
                <a:lnTo>
                  <a:pt x="157175" y="838200"/>
                </a:lnTo>
                <a:close/>
              </a:path>
              <a:path w="2839084" h="1473200">
                <a:moveTo>
                  <a:pt x="2523540" y="838200"/>
                </a:moveTo>
                <a:lnTo>
                  <a:pt x="2496781" y="838200"/>
                </a:lnTo>
                <a:lnTo>
                  <a:pt x="2494953" y="825500"/>
                </a:lnTo>
                <a:lnTo>
                  <a:pt x="2533230" y="825500"/>
                </a:lnTo>
                <a:lnTo>
                  <a:pt x="2523540" y="838200"/>
                </a:lnTo>
                <a:close/>
              </a:path>
              <a:path w="2839084" h="1473200">
                <a:moveTo>
                  <a:pt x="135356" y="850900"/>
                </a:moveTo>
                <a:lnTo>
                  <a:pt x="108318" y="850900"/>
                </a:lnTo>
                <a:lnTo>
                  <a:pt x="118668" y="838200"/>
                </a:lnTo>
                <a:lnTo>
                  <a:pt x="146265" y="838200"/>
                </a:lnTo>
                <a:lnTo>
                  <a:pt x="135356" y="850900"/>
                </a:lnTo>
                <a:close/>
              </a:path>
              <a:path w="2839084" h="1473200">
                <a:moveTo>
                  <a:pt x="2510066" y="850900"/>
                </a:moveTo>
                <a:lnTo>
                  <a:pt x="2497442" y="850900"/>
                </a:lnTo>
                <a:lnTo>
                  <a:pt x="2496743" y="838200"/>
                </a:lnTo>
                <a:lnTo>
                  <a:pt x="2509342" y="838200"/>
                </a:lnTo>
                <a:lnTo>
                  <a:pt x="2510066" y="850900"/>
                </a:lnTo>
                <a:close/>
              </a:path>
              <a:path w="2839084" h="1473200">
                <a:moveTo>
                  <a:pt x="105371" y="863600"/>
                </a:moveTo>
                <a:lnTo>
                  <a:pt x="88760" y="863600"/>
                </a:lnTo>
                <a:lnTo>
                  <a:pt x="98336" y="850900"/>
                </a:lnTo>
                <a:lnTo>
                  <a:pt x="115163" y="850900"/>
                </a:lnTo>
                <a:lnTo>
                  <a:pt x="105371" y="863600"/>
                </a:lnTo>
                <a:close/>
              </a:path>
              <a:path w="2839084" h="1473200">
                <a:moveTo>
                  <a:pt x="114985" y="863600"/>
                </a:moveTo>
                <a:lnTo>
                  <a:pt x="115163" y="850900"/>
                </a:lnTo>
                <a:lnTo>
                  <a:pt x="125158" y="850900"/>
                </a:lnTo>
                <a:lnTo>
                  <a:pt x="114985" y="863600"/>
                </a:lnTo>
                <a:close/>
              </a:path>
              <a:path w="2839084" h="1473200">
                <a:moveTo>
                  <a:pt x="2510751" y="863600"/>
                </a:moveTo>
                <a:lnTo>
                  <a:pt x="2498051" y="863600"/>
                </a:lnTo>
                <a:lnTo>
                  <a:pt x="2497848" y="850900"/>
                </a:lnTo>
                <a:lnTo>
                  <a:pt x="2510535" y="850900"/>
                </a:lnTo>
                <a:lnTo>
                  <a:pt x="2510751" y="863600"/>
                </a:lnTo>
                <a:close/>
              </a:path>
              <a:path w="2839084" h="1473200">
                <a:moveTo>
                  <a:pt x="87363" y="876300"/>
                </a:moveTo>
                <a:lnTo>
                  <a:pt x="70853" y="876300"/>
                </a:lnTo>
                <a:lnTo>
                  <a:pt x="79603" y="863600"/>
                </a:lnTo>
                <a:lnTo>
                  <a:pt x="96342" y="863600"/>
                </a:lnTo>
                <a:lnTo>
                  <a:pt x="87363" y="876300"/>
                </a:lnTo>
                <a:close/>
              </a:path>
              <a:path w="2839084" h="1473200">
                <a:moveTo>
                  <a:pt x="96151" y="876300"/>
                </a:moveTo>
                <a:lnTo>
                  <a:pt x="96342" y="863600"/>
                </a:lnTo>
                <a:lnTo>
                  <a:pt x="105549" y="863600"/>
                </a:lnTo>
                <a:lnTo>
                  <a:pt x="96151" y="876300"/>
                </a:lnTo>
                <a:close/>
              </a:path>
              <a:path w="2839084" h="1473200">
                <a:moveTo>
                  <a:pt x="2509888" y="876300"/>
                </a:moveTo>
                <a:lnTo>
                  <a:pt x="2497251" y="876300"/>
                </a:lnTo>
                <a:lnTo>
                  <a:pt x="2497759" y="863600"/>
                </a:lnTo>
                <a:lnTo>
                  <a:pt x="2510421" y="863600"/>
                </a:lnTo>
                <a:lnTo>
                  <a:pt x="2509888" y="876300"/>
                </a:lnTo>
                <a:close/>
              </a:path>
              <a:path w="2839084" h="1473200">
                <a:moveTo>
                  <a:pt x="63563" y="901700"/>
                </a:moveTo>
                <a:lnTo>
                  <a:pt x="47307" y="901700"/>
                </a:lnTo>
                <a:lnTo>
                  <a:pt x="54698" y="889000"/>
                </a:lnTo>
                <a:lnTo>
                  <a:pt x="62547" y="876300"/>
                </a:lnTo>
                <a:lnTo>
                  <a:pt x="87541" y="876300"/>
                </a:lnTo>
                <a:lnTo>
                  <a:pt x="78981" y="889000"/>
                </a:lnTo>
                <a:lnTo>
                  <a:pt x="71234" y="889000"/>
                </a:lnTo>
                <a:lnTo>
                  <a:pt x="63563" y="901700"/>
                </a:lnTo>
                <a:close/>
              </a:path>
              <a:path w="2839084" h="1473200">
                <a:moveTo>
                  <a:pt x="2508110" y="889000"/>
                </a:moveTo>
                <a:lnTo>
                  <a:pt x="2495600" y="889000"/>
                </a:lnTo>
                <a:lnTo>
                  <a:pt x="2496565" y="876300"/>
                </a:lnTo>
                <a:lnTo>
                  <a:pt x="2509126" y="876300"/>
                </a:lnTo>
                <a:lnTo>
                  <a:pt x="2508110" y="889000"/>
                </a:lnTo>
                <a:close/>
              </a:path>
              <a:path w="2839084" h="1473200">
                <a:moveTo>
                  <a:pt x="2505392" y="901700"/>
                </a:moveTo>
                <a:lnTo>
                  <a:pt x="2493073" y="901700"/>
                </a:lnTo>
                <a:lnTo>
                  <a:pt x="2494495" y="889000"/>
                </a:lnTo>
                <a:lnTo>
                  <a:pt x="2506865" y="889000"/>
                </a:lnTo>
                <a:lnTo>
                  <a:pt x="2505392" y="901700"/>
                </a:lnTo>
                <a:close/>
              </a:path>
              <a:path w="2839084" h="1473200">
                <a:moveTo>
                  <a:pt x="50012" y="914400"/>
                </a:moveTo>
                <a:lnTo>
                  <a:pt x="33959" y="914400"/>
                </a:lnTo>
                <a:lnTo>
                  <a:pt x="40385" y="901700"/>
                </a:lnTo>
                <a:lnTo>
                  <a:pt x="56730" y="901700"/>
                </a:lnTo>
                <a:lnTo>
                  <a:pt x="50012" y="914400"/>
                </a:lnTo>
                <a:close/>
              </a:path>
              <a:path w="2839084" h="1473200">
                <a:moveTo>
                  <a:pt x="2501747" y="914400"/>
                </a:moveTo>
                <a:lnTo>
                  <a:pt x="2489682" y="914400"/>
                </a:lnTo>
                <a:lnTo>
                  <a:pt x="2491549" y="901700"/>
                </a:lnTo>
                <a:lnTo>
                  <a:pt x="2503678" y="901700"/>
                </a:lnTo>
                <a:lnTo>
                  <a:pt x="2501747" y="914400"/>
                </a:lnTo>
                <a:close/>
              </a:path>
              <a:path w="2839084" h="1473200">
                <a:moveTo>
                  <a:pt x="33362" y="939800"/>
                </a:moveTo>
                <a:lnTo>
                  <a:pt x="17767" y="939800"/>
                </a:lnTo>
                <a:lnTo>
                  <a:pt x="22631" y="927100"/>
                </a:lnTo>
                <a:lnTo>
                  <a:pt x="28041" y="914400"/>
                </a:lnTo>
                <a:lnTo>
                  <a:pt x="44132" y="914400"/>
                </a:lnTo>
                <a:lnTo>
                  <a:pt x="38404" y="927100"/>
                </a:lnTo>
                <a:lnTo>
                  <a:pt x="38582" y="927100"/>
                </a:lnTo>
                <a:lnTo>
                  <a:pt x="33362" y="939800"/>
                </a:lnTo>
                <a:close/>
              </a:path>
              <a:path w="2839084" h="1473200">
                <a:moveTo>
                  <a:pt x="2497213" y="927100"/>
                </a:moveTo>
                <a:lnTo>
                  <a:pt x="2483015" y="927100"/>
                </a:lnTo>
                <a:lnTo>
                  <a:pt x="2485529" y="914400"/>
                </a:lnTo>
                <a:lnTo>
                  <a:pt x="2499601" y="914400"/>
                </a:lnTo>
                <a:lnTo>
                  <a:pt x="2497213" y="927100"/>
                </a:lnTo>
                <a:close/>
              </a:path>
              <a:path w="2839084" h="1473200">
                <a:moveTo>
                  <a:pt x="2491828" y="939800"/>
                </a:moveTo>
                <a:lnTo>
                  <a:pt x="2477541" y="939800"/>
                </a:lnTo>
                <a:lnTo>
                  <a:pt x="2480462" y="927100"/>
                </a:lnTo>
                <a:lnTo>
                  <a:pt x="2494635" y="927100"/>
                </a:lnTo>
                <a:lnTo>
                  <a:pt x="2491828" y="939800"/>
                </a:lnTo>
                <a:close/>
              </a:path>
              <a:path w="2839084" h="1473200">
                <a:moveTo>
                  <a:pt x="18529" y="965200"/>
                </a:moveTo>
                <a:lnTo>
                  <a:pt x="6527" y="965200"/>
                </a:lnTo>
                <a:lnTo>
                  <a:pt x="9702" y="952500"/>
                </a:lnTo>
                <a:lnTo>
                  <a:pt x="13449" y="939800"/>
                </a:lnTo>
                <a:lnTo>
                  <a:pt x="29006" y="939800"/>
                </a:lnTo>
                <a:lnTo>
                  <a:pt x="24853" y="952500"/>
                </a:lnTo>
                <a:lnTo>
                  <a:pt x="21564" y="952500"/>
                </a:lnTo>
                <a:lnTo>
                  <a:pt x="18529" y="965200"/>
                </a:lnTo>
                <a:close/>
              </a:path>
              <a:path w="2839084" h="1473200">
                <a:moveTo>
                  <a:pt x="2485593" y="952500"/>
                </a:moveTo>
                <a:lnTo>
                  <a:pt x="2471254" y="952500"/>
                </a:lnTo>
                <a:lnTo>
                  <a:pt x="2474594" y="939800"/>
                </a:lnTo>
                <a:lnTo>
                  <a:pt x="2488818" y="939800"/>
                </a:lnTo>
                <a:lnTo>
                  <a:pt x="2485593" y="952500"/>
                </a:lnTo>
                <a:close/>
              </a:path>
              <a:path w="2839084" h="1473200">
                <a:moveTo>
                  <a:pt x="21412" y="965200"/>
                </a:moveTo>
                <a:lnTo>
                  <a:pt x="21564" y="952500"/>
                </a:lnTo>
                <a:lnTo>
                  <a:pt x="25018" y="952500"/>
                </a:lnTo>
                <a:lnTo>
                  <a:pt x="21412" y="965200"/>
                </a:lnTo>
                <a:close/>
              </a:path>
              <a:path w="2839084" h="1473200">
                <a:moveTo>
                  <a:pt x="2478544" y="965200"/>
                </a:moveTo>
                <a:lnTo>
                  <a:pt x="2460358" y="965200"/>
                </a:lnTo>
                <a:lnTo>
                  <a:pt x="2464282" y="952500"/>
                </a:lnTo>
                <a:lnTo>
                  <a:pt x="2482164" y="952500"/>
                </a:lnTo>
                <a:lnTo>
                  <a:pt x="2478544" y="965200"/>
                </a:lnTo>
                <a:close/>
              </a:path>
              <a:path w="2839084" h="1473200">
                <a:moveTo>
                  <a:pt x="13804" y="990600"/>
                </a:moveTo>
                <a:lnTo>
                  <a:pt x="1257" y="990600"/>
                </a:lnTo>
                <a:lnTo>
                  <a:pt x="2006" y="977900"/>
                </a:lnTo>
                <a:lnTo>
                  <a:pt x="3949" y="965200"/>
                </a:lnTo>
                <a:lnTo>
                  <a:pt x="18656" y="965200"/>
                </a:lnTo>
                <a:lnTo>
                  <a:pt x="16205" y="977900"/>
                </a:lnTo>
                <a:lnTo>
                  <a:pt x="14516" y="977900"/>
                </a:lnTo>
                <a:lnTo>
                  <a:pt x="13804" y="990600"/>
                </a:lnTo>
                <a:close/>
              </a:path>
              <a:path w="2839084" h="1473200">
                <a:moveTo>
                  <a:pt x="2466492" y="977900"/>
                </a:moveTo>
                <a:lnTo>
                  <a:pt x="2452141" y="977900"/>
                </a:lnTo>
                <a:lnTo>
                  <a:pt x="2456446" y="965200"/>
                </a:lnTo>
                <a:lnTo>
                  <a:pt x="2470696" y="965200"/>
                </a:lnTo>
                <a:lnTo>
                  <a:pt x="2466492" y="977900"/>
                </a:lnTo>
                <a:close/>
              </a:path>
              <a:path w="2839084" h="1473200">
                <a:moveTo>
                  <a:pt x="2457500" y="990600"/>
                </a:moveTo>
                <a:lnTo>
                  <a:pt x="2443175" y="990600"/>
                </a:lnTo>
                <a:lnTo>
                  <a:pt x="2447848" y="977900"/>
                </a:lnTo>
                <a:lnTo>
                  <a:pt x="2462085" y="977900"/>
                </a:lnTo>
                <a:lnTo>
                  <a:pt x="2457500" y="990600"/>
                </a:lnTo>
                <a:close/>
              </a:path>
              <a:path w="2839084" h="1473200">
                <a:moveTo>
                  <a:pt x="12700" y="1003300"/>
                </a:moveTo>
                <a:lnTo>
                  <a:pt x="12" y="1003300"/>
                </a:lnTo>
                <a:lnTo>
                  <a:pt x="266" y="990600"/>
                </a:lnTo>
                <a:lnTo>
                  <a:pt x="12941" y="990600"/>
                </a:lnTo>
                <a:lnTo>
                  <a:pt x="12700" y="1003300"/>
                </a:lnTo>
                <a:close/>
              </a:path>
              <a:path w="2839084" h="1473200">
                <a:moveTo>
                  <a:pt x="2437345" y="1016000"/>
                </a:moveTo>
                <a:lnTo>
                  <a:pt x="2417597" y="1016000"/>
                </a:lnTo>
                <a:lnTo>
                  <a:pt x="2428532" y="1003300"/>
                </a:lnTo>
                <a:lnTo>
                  <a:pt x="2428341" y="1003300"/>
                </a:lnTo>
                <a:lnTo>
                  <a:pt x="2438577" y="990600"/>
                </a:lnTo>
                <a:lnTo>
                  <a:pt x="2452725" y="990600"/>
                </a:lnTo>
                <a:lnTo>
                  <a:pt x="2447747" y="1003300"/>
                </a:lnTo>
                <a:lnTo>
                  <a:pt x="2437345" y="1016000"/>
                </a:lnTo>
                <a:close/>
              </a:path>
              <a:path w="2839084" h="1473200">
                <a:moveTo>
                  <a:pt x="12928" y="1016000"/>
                </a:moveTo>
                <a:lnTo>
                  <a:pt x="253" y="1016000"/>
                </a:lnTo>
                <a:lnTo>
                  <a:pt x="0" y="1003300"/>
                </a:lnTo>
                <a:lnTo>
                  <a:pt x="12687" y="1003300"/>
                </a:lnTo>
                <a:lnTo>
                  <a:pt x="12928" y="1016000"/>
                </a:lnTo>
                <a:close/>
              </a:path>
              <a:path w="2839084" h="1473200">
                <a:moveTo>
                  <a:pt x="14541" y="1028700"/>
                </a:moveTo>
                <a:lnTo>
                  <a:pt x="2057" y="1028700"/>
                </a:lnTo>
                <a:lnTo>
                  <a:pt x="1282" y="1016000"/>
                </a:lnTo>
                <a:lnTo>
                  <a:pt x="13804" y="1016000"/>
                </a:lnTo>
                <a:lnTo>
                  <a:pt x="14541" y="1028700"/>
                </a:lnTo>
                <a:close/>
              </a:path>
              <a:path w="2839084" h="1473200">
                <a:moveTo>
                  <a:pt x="15798" y="1028700"/>
                </a:moveTo>
                <a:lnTo>
                  <a:pt x="14541" y="1028700"/>
                </a:lnTo>
                <a:lnTo>
                  <a:pt x="14477" y="1016000"/>
                </a:lnTo>
                <a:lnTo>
                  <a:pt x="15798" y="1028700"/>
                </a:lnTo>
                <a:close/>
              </a:path>
              <a:path w="2839084" h="1473200">
                <a:moveTo>
                  <a:pt x="2388869" y="1054100"/>
                </a:moveTo>
                <a:lnTo>
                  <a:pt x="2368118" y="1054100"/>
                </a:lnTo>
                <a:lnTo>
                  <a:pt x="2381630" y="1041400"/>
                </a:lnTo>
                <a:lnTo>
                  <a:pt x="2381427" y="1041400"/>
                </a:lnTo>
                <a:lnTo>
                  <a:pt x="2394318" y="1028700"/>
                </a:lnTo>
                <a:lnTo>
                  <a:pt x="2394127" y="1028700"/>
                </a:lnTo>
                <a:lnTo>
                  <a:pt x="2406383" y="1016000"/>
                </a:lnTo>
                <a:lnTo>
                  <a:pt x="2426207" y="1016000"/>
                </a:lnTo>
                <a:lnTo>
                  <a:pt x="2414409" y="1028700"/>
                </a:lnTo>
                <a:lnTo>
                  <a:pt x="2401951" y="1041400"/>
                </a:lnTo>
                <a:lnTo>
                  <a:pt x="2388869" y="1054100"/>
                </a:lnTo>
                <a:close/>
              </a:path>
              <a:path w="2839084" h="1473200">
                <a:moveTo>
                  <a:pt x="19176" y="1041400"/>
                </a:moveTo>
                <a:lnTo>
                  <a:pt x="5168" y="1041400"/>
                </a:lnTo>
                <a:lnTo>
                  <a:pt x="3441" y="1028700"/>
                </a:lnTo>
                <a:lnTo>
                  <a:pt x="17246" y="1028700"/>
                </a:lnTo>
                <a:lnTo>
                  <a:pt x="19176" y="1041400"/>
                </a:lnTo>
                <a:close/>
              </a:path>
              <a:path w="2839084" h="1473200">
                <a:moveTo>
                  <a:pt x="23710" y="1054100"/>
                </a:moveTo>
                <a:lnTo>
                  <a:pt x="9588" y="1054100"/>
                </a:lnTo>
                <a:lnTo>
                  <a:pt x="7226" y="1041400"/>
                </a:lnTo>
                <a:lnTo>
                  <a:pt x="21170" y="1041400"/>
                </a:lnTo>
                <a:lnTo>
                  <a:pt x="23710" y="1054100"/>
                </a:lnTo>
                <a:close/>
              </a:path>
              <a:path w="2839084" h="1473200">
                <a:moveTo>
                  <a:pt x="32562" y="1066800"/>
                </a:moveTo>
                <a:lnTo>
                  <a:pt x="18541" y="1066800"/>
                </a:lnTo>
                <a:lnTo>
                  <a:pt x="15252" y="1054100"/>
                </a:lnTo>
                <a:lnTo>
                  <a:pt x="29171" y="1054100"/>
                </a:lnTo>
                <a:lnTo>
                  <a:pt x="32562" y="1066800"/>
                </a:lnTo>
                <a:close/>
              </a:path>
              <a:path w="2839084" h="1473200">
                <a:moveTo>
                  <a:pt x="2346032" y="1079500"/>
                </a:moveTo>
                <a:lnTo>
                  <a:pt x="2324722" y="1079500"/>
                </a:lnTo>
                <a:lnTo>
                  <a:pt x="2339936" y="1066800"/>
                </a:lnTo>
                <a:lnTo>
                  <a:pt x="2339746" y="1066800"/>
                </a:lnTo>
                <a:lnTo>
                  <a:pt x="2354414" y="1054100"/>
                </a:lnTo>
                <a:lnTo>
                  <a:pt x="2375166" y="1054100"/>
                </a:lnTo>
                <a:lnTo>
                  <a:pt x="2360879" y="1066800"/>
                </a:lnTo>
                <a:lnTo>
                  <a:pt x="2346032" y="1079500"/>
                </a:lnTo>
                <a:close/>
              </a:path>
              <a:path w="2839084" h="1473200">
                <a:moveTo>
                  <a:pt x="43814" y="1079500"/>
                </a:moveTo>
                <a:lnTo>
                  <a:pt x="25946" y="1079500"/>
                </a:lnTo>
                <a:lnTo>
                  <a:pt x="22097" y="1066800"/>
                </a:lnTo>
                <a:lnTo>
                  <a:pt x="39611" y="1066800"/>
                </a:lnTo>
                <a:lnTo>
                  <a:pt x="43814" y="1079500"/>
                </a:lnTo>
                <a:close/>
              </a:path>
              <a:path w="2839084" h="1473200">
                <a:moveTo>
                  <a:pt x="52577" y="1092200"/>
                </a:moveTo>
                <a:lnTo>
                  <a:pt x="34455" y="1092200"/>
                </a:lnTo>
                <a:lnTo>
                  <a:pt x="30073" y="1079500"/>
                </a:lnTo>
                <a:lnTo>
                  <a:pt x="47878" y="1079500"/>
                </a:lnTo>
                <a:lnTo>
                  <a:pt x="52577" y="1092200"/>
                </a:lnTo>
                <a:close/>
              </a:path>
              <a:path w="2839084" h="1473200">
                <a:moveTo>
                  <a:pt x="2314714" y="1092200"/>
                </a:moveTo>
                <a:lnTo>
                  <a:pt x="2293150" y="1092200"/>
                </a:lnTo>
                <a:lnTo>
                  <a:pt x="2301341" y="1079500"/>
                </a:lnTo>
                <a:lnTo>
                  <a:pt x="2330627" y="1079500"/>
                </a:lnTo>
                <a:lnTo>
                  <a:pt x="2314714" y="1092200"/>
                </a:lnTo>
                <a:close/>
              </a:path>
              <a:path w="2839084" h="1473200">
                <a:moveTo>
                  <a:pt x="72986" y="1104900"/>
                </a:moveTo>
                <a:lnTo>
                  <a:pt x="49136" y="1104900"/>
                </a:lnTo>
                <a:lnTo>
                  <a:pt x="43992" y="1092200"/>
                </a:lnTo>
                <a:lnTo>
                  <a:pt x="67348" y="1092200"/>
                </a:lnTo>
                <a:lnTo>
                  <a:pt x="72986" y="1104900"/>
                </a:lnTo>
                <a:close/>
              </a:path>
              <a:path w="2839084" h="1473200">
                <a:moveTo>
                  <a:pt x="2298255" y="1104900"/>
                </a:moveTo>
                <a:lnTo>
                  <a:pt x="2268143" y="1104900"/>
                </a:lnTo>
                <a:lnTo>
                  <a:pt x="2276690" y="1092200"/>
                </a:lnTo>
                <a:lnTo>
                  <a:pt x="2306535" y="1092200"/>
                </a:lnTo>
                <a:lnTo>
                  <a:pt x="2298255" y="1104900"/>
                </a:lnTo>
                <a:close/>
              </a:path>
              <a:path w="2839084" h="1473200">
                <a:moveTo>
                  <a:pt x="90652" y="1117600"/>
                </a:moveTo>
                <a:lnTo>
                  <a:pt x="65951" y="1117600"/>
                </a:lnTo>
                <a:lnTo>
                  <a:pt x="60121" y="1104900"/>
                </a:lnTo>
                <a:lnTo>
                  <a:pt x="84366" y="1104900"/>
                </a:lnTo>
                <a:lnTo>
                  <a:pt x="90652" y="1117600"/>
                </a:lnTo>
                <a:close/>
              </a:path>
              <a:path w="2839084" h="1473200">
                <a:moveTo>
                  <a:pt x="2263927" y="1117600"/>
                </a:moveTo>
                <a:lnTo>
                  <a:pt x="2224214" y="1117600"/>
                </a:lnTo>
                <a:lnTo>
                  <a:pt x="2233307" y="1104900"/>
                </a:lnTo>
                <a:lnTo>
                  <a:pt x="2272690" y="1104900"/>
                </a:lnTo>
                <a:lnTo>
                  <a:pt x="2263927" y="1117600"/>
                </a:lnTo>
                <a:close/>
              </a:path>
              <a:path w="2839084" h="1473200">
                <a:moveTo>
                  <a:pt x="124129" y="1130300"/>
                </a:moveTo>
                <a:lnTo>
                  <a:pt x="91401" y="1130300"/>
                </a:lnTo>
                <a:lnTo>
                  <a:pt x="84734" y="1117600"/>
                </a:lnTo>
                <a:lnTo>
                  <a:pt x="116890" y="1117600"/>
                </a:lnTo>
                <a:lnTo>
                  <a:pt x="124129" y="1130300"/>
                </a:lnTo>
                <a:close/>
              </a:path>
              <a:path w="2839084" h="1473200">
                <a:moveTo>
                  <a:pt x="2227821" y="1130300"/>
                </a:moveTo>
                <a:lnTo>
                  <a:pt x="2177757" y="1130300"/>
                </a:lnTo>
                <a:lnTo>
                  <a:pt x="2187333" y="1117600"/>
                </a:lnTo>
                <a:lnTo>
                  <a:pt x="2237016" y="1117600"/>
                </a:lnTo>
                <a:lnTo>
                  <a:pt x="2227821" y="1130300"/>
                </a:lnTo>
                <a:close/>
              </a:path>
              <a:path w="2839084" h="1473200">
                <a:moveTo>
                  <a:pt x="170052" y="1143000"/>
                </a:moveTo>
                <a:lnTo>
                  <a:pt x="119938" y="1143000"/>
                </a:lnTo>
                <a:lnTo>
                  <a:pt x="112534" y="1130300"/>
                </a:lnTo>
                <a:lnTo>
                  <a:pt x="161861" y="1130300"/>
                </a:lnTo>
                <a:lnTo>
                  <a:pt x="170052" y="1143000"/>
                </a:lnTo>
                <a:close/>
              </a:path>
              <a:path w="2839084" h="1473200">
                <a:moveTo>
                  <a:pt x="2011845" y="1143000"/>
                </a:moveTo>
                <a:lnTo>
                  <a:pt x="1955431" y="1143000"/>
                </a:lnTo>
                <a:lnTo>
                  <a:pt x="1958644" y="1130300"/>
                </a:lnTo>
                <a:lnTo>
                  <a:pt x="1999538" y="1130300"/>
                </a:lnTo>
                <a:lnTo>
                  <a:pt x="2011845" y="1143000"/>
                </a:lnTo>
                <a:close/>
              </a:path>
              <a:path w="2839084" h="1473200">
                <a:moveTo>
                  <a:pt x="2180424" y="1143000"/>
                </a:moveTo>
                <a:lnTo>
                  <a:pt x="2101049" y="1143000"/>
                </a:lnTo>
                <a:lnTo>
                  <a:pt x="2114435" y="1130300"/>
                </a:lnTo>
                <a:lnTo>
                  <a:pt x="2190089" y="1130300"/>
                </a:lnTo>
                <a:lnTo>
                  <a:pt x="2180424" y="1143000"/>
                </a:lnTo>
                <a:close/>
              </a:path>
              <a:path w="2839084" h="1473200">
                <a:moveTo>
                  <a:pt x="162427" y="1147591"/>
                </a:moveTo>
                <a:lnTo>
                  <a:pt x="159410" y="1143000"/>
                </a:lnTo>
                <a:lnTo>
                  <a:pt x="165049" y="1143000"/>
                </a:lnTo>
                <a:lnTo>
                  <a:pt x="162427" y="1147591"/>
                </a:lnTo>
                <a:close/>
              </a:path>
              <a:path w="2839084" h="1473200">
                <a:moveTo>
                  <a:pt x="174142" y="1155700"/>
                </a:moveTo>
                <a:lnTo>
                  <a:pt x="167754" y="1155700"/>
                </a:lnTo>
                <a:lnTo>
                  <a:pt x="162427" y="1147591"/>
                </a:lnTo>
                <a:lnTo>
                  <a:pt x="165049" y="1143000"/>
                </a:lnTo>
                <a:lnTo>
                  <a:pt x="172694" y="1143000"/>
                </a:lnTo>
                <a:lnTo>
                  <a:pt x="175806" y="1154399"/>
                </a:lnTo>
                <a:lnTo>
                  <a:pt x="174142" y="1155700"/>
                </a:lnTo>
                <a:close/>
              </a:path>
              <a:path w="2839084" h="1473200">
                <a:moveTo>
                  <a:pt x="175806" y="1154399"/>
                </a:moveTo>
                <a:lnTo>
                  <a:pt x="172694" y="1143000"/>
                </a:lnTo>
                <a:lnTo>
                  <a:pt x="190398" y="1143000"/>
                </a:lnTo>
                <a:lnTo>
                  <a:pt x="175806" y="1154399"/>
                </a:lnTo>
                <a:close/>
              </a:path>
              <a:path w="2839084" h="1473200">
                <a:moveTo>
                  <a:pt x="1965718" y="1155700"/>
                </a:moveTo>
                <a:lnTo>
                  <a:pt x="1951723" y="1155700"/>
                </a:lnTo>
                <a:lnTo>
                  <a:pt x="1953717" y="1143000"/>
                </a:lnTo>
                <a:lnTo>
                  <a:pt x="1967598" y="1143000"/>
                </a:lnTo>
                <a:lnTo>
                  <a:pt x="1965718" y="1155700"/>
                </a:lnTo>
                <a:close/>
              </a:path>
              <a:path w="2839084" h="1473200">
                <a:moveTo>
                  <a:pt x="2102180" y="1155700"/>
                </a:moveTo>
                <a:lnTo>
                  <a:pt x="2010841" y="1155700"/>
                </a:lnTo>
                <a:lnTo>
                  <a:pt x="1998383" y="1143000"/>
                </a:lnTo>
                <a:lnTo>
                  <a:pt x="2115705" y="1143000"/>
                </a:lnTo>
                <a:lnTo>
                  <a:pt x="2102180" y="1155700"/>
                </a:lnTo>
                <a:close/>
              </a:path>
              <a:path w="2839084" h="1473200">
                <a:moveTo>
                  <a:pt x="167271" y="1168400"/>
                </a:moveTo>
                <a:lnTo>
                  <a:pt x="151053" y="1168400"/>
                </a:lnTo>
                <a:lnTo>
                  <a:pt x="157797" y="1155700"/>
                </a:lnTo>
                <a:lnTo>
                  <a:pt x="162427" y="1147591"/>
                </a:lnTo>
                <a:lnTo>
                  <a:pt x="167754" y="1155700"/>
                </a:lnTo>
                <a:lnTo>
                  <a:pt x="174332" y="1155700"/>
                </a:lnTo>
                <a:lnTo>
                  <a:pt x="167271" y="1168400"/>
                </a:lnTo>
                <a:close/>
              </a:path>
              <a:path w="2839084" h="1473200">
                <a:moveTo>
                  <a:pt x="176161" y="1155700"/>
                </a:moveTo>
                <a:lnTo>
                  <a:pt x="174142" y="1155700"/>
                </a:lnTo>
                <a:lnTo>
                  <a:pt x="175806" y="1154399"/>
                </a:lnTo>
                <a:lnTo>
                  <a:pt x="176161" y="1155700"/>
                </a:lnTo>
                <a:close/>
              </a:path>
              <a:path w="2839084" h="1473200">
                <a:moveTo>
                  <a:pt x="1961426" y="1168400"/>
                </a:moveTo>
                <a:lnTo>
                  <a:pt x="1944903" y="1168400"/>
                </a:lnTo>
                <a:lnTo>
                  <a:pt x="1949716" y="1155700"/>
                </a:lnTo>
                <a:lnTo>
                  <a:pt x="1963674" y="1155700"/>
                </a:lnTo>
                <a:lnTo>
                  <a:pt x="1961426" y="1168400"/>
                </a:lnTo>
                <a:close/>
              </a:path>
              <a:path w="2839084" h="1473200">
                <a:moveTo>
                  <a:pt x="149771" y="1193800"/>
                </a:moveTo>
                <a:lnTo>
                  <a:pt x="134048" y="1193800"/>
                </a:lnTo>
                <a:lnTo>
                  <a:pt x="139166" y="1181100"/>
                </a:lnTo>
                <a:lnTo>
                  <a:pt x="144843" y="1168400"/>
                </a:lnTo>
                <a:lnTo>
                  <a:pt x="161112" y="1168400"/>
                </a:lnTo>
                <a:lnTo>
                  <a:pt x="155079" y="1181100"/>
                </a:lnTo>
                <a:lnTo>
                  <a:pt x="155270" y="1181100"/>
                </a:lnTo>
                <a:lnTo>
                  <a:pt x="149771" y="1193800"/>
                </a:lnTo>
                <a:close/>
              </a:path>
              <a:path w="2839084" h="1473200">
                <a:moveTo>
                  <a:pt x="1913293" y="1244600"/>
                </a:moveTo>
                <a:lnTo>
                  <a:pt x="1894560" y="1244600"/>
                </a:lnTo>
                <a:lnTo>
                  <a:pt x="1903704" y="1231900"/>
                </a:lnTo>
                <a:lnTo>
                  <a:pt x="1903539" y="1231900"/>
                </a:lnTo>
                <a:lnTo>
                  <a:pt x="1912111" y="1219200"/>
                </a:lnTo>
                <a:lnTo>
                  <a:pt x="1911946" y="1219200"/>
                </a:lnTo>
                <a:lnTo>
                  <a:pt x="1919922" y="1206500"/>
                </a:lnTo>
                <a:lnTo>
                  <a:pt x="1926970" y="1206500"/>
                </a:lnTo>
                <a:lnTo>
                  <a:pt x="1933727" y="1193800"/>
                </a:lnTo>
                <a:lnTo>
                  <a:pt x="1933575" y="1193800"/>
                </a:lnTo>
                <a:lnTo>
                  <a:pt x="1939696" y="1181100"/>
                </a:lnTo>
                <a:lnTo>
                  <a:pt x="1939556" y="1181100"/>
                </a:lnTo>
                <a:lnTo>
                  <a:pt x="1945030" y="1168400"/>
                </a:lnTo>
                <a:lnTo>
                  <a:pt x="1956485" y="1168400"/>
                </a:lnTo>
                <a:lnTo>
                  <a:pt x="1937689" y="1206500"/>
                </a:lnTo>
                <a:lnTo>
                  <a:pt x="1922017" y="1231900"/>
                </a:lnTo>
                <a:lnTo>
                  <a:pt x="1913293" y="1244600"/>
                </a:lnTo>
                <a:close/>
              </a:path>
              <a:path w="2839084" h="1473200">
                <a:moveTo>
                  <a:pt x="134111" y="1219200"/>
                </a:moveTo>
                <a:lnTo>
                  <a:pt x="122174" y="1219200"/>
                </a:lnTo>
                <a:lnTo>
                  <a:pt x="125526" y="1206500"/>
                </a:lnTo>
                <a:lnTo>
                  <a:pt x="129489" y="1193800"/>
                </a:lnTo>
                <a:lnTo>
                  <a:pt x="145199" y="1193800"/>
                </a:lnTo>
                <a:lnTo>
                  <a:pt x="140817" y="1206500"/>
                </a:lnTo>
                <a:lnTo>
                  <a:pt x="137325" y="1206500"/>
                </a:lnTo>
                <a:lnTo>
                  <a:pt x="134111" y="1219200"/>
                </a:lnTo>
                <a:close/>
              </a:path>
              <a:path w="2839084" h="1473200">
                <a:moveTo>
                  <a:pt x="131648" y="1231900"/>
                </a:moveTo>
                <a:lnTo>
                  <a:pt x="117360" y="1231900"/>
                </a:lnTo>
                <a:lnTo>
                  <a:pt x="119443" y="1219200"/>
                </a:lnTo>
                <a:lnTo>
                  <a:pt x="134251" y="1219200"/>
                </a:lnTo>
                <a:lnTo>
                  <a:pt x="131648" y="1231900"/>
                </a:lnTo>
                <a:close/>
              </a:path>
              <a:path w="2839084" h="1473200">
                <a:moveTo>
                  <a:pt x="129082" y="1244600"/>
                </a:moveTo>
                <a:lnTo>
                  <a:pt x="115925" y="1244600"/>
                </a:lnTo>
                <a:lnTo>
                  <a:pt x="116547" y="1231900"/>
                </a:lnTo>
                <a:lnTo>
                  <a:pt x="129832" y="1231900"/>
                </a:lnTo>
                <a:lnTo>
                  <a:pt x="129082" y="1244600"/>
                </a:lnTo>
                <a:close/>
              </a:path>
              <a:path w="2839084" h="1473200">
                <a:moveTo>
                  <a:pt x="127850" y="1257300"/>
                </a:moveTo>
                <a:lnTo>
                  <a:pt x="115176" y="1257300"/>
                </a:lnTo>
                <a:lnTo>
                  <a:pt x="115455" y="1244600"/>
                </a:lnTo>
                <a:lnTo>
                  <a:pt x="128130" y="1244600"/>
                </a:lnTo>
                <a:lnTo>
                  <a:pt x="127850" y="1257300"/>
                </a:lnTo>
                <a:close/>
              </a:path>
              <a:path w="2839084" h="1473200">
                <a:moveTo>
                  <a:pt x="1861273" y="1295400"/>
                </a:moveTo>
                <a:lnTo>
                  <a:pt x="1841487" y="1295400"/>
                </a:lnTo>
                <a:lnTo>
                  <a:pt x="1853310" y="1282700"/>
                </a:lnTo>
                <a:lnTo>
                  <a:pt x="1853145" y="1282700"/>
                </a:lnTo>
                <a:lnTo>
                  <a:pt x="1864461" y="1270000"/>
                </a:lnTo>
                <a:lnTo>
                  <a:pt x="1864296" y="1270000"/>
                </a:lnTo>
                <a:lnTo>
                  <a:pt x="1875091" y="1257300"/>
                </a:lnTo>
                <a:lnTo>
                  <a:pt x="1885022" y="1257300"/>
                </a:lnTo>
                <a:lnTo>
                  <a:pt x="1894725" y="1244600"/>
                </a:lnTo>
                <a:lnTo>
                  <a:pt x="1903996" y="1244600"/>
                </a:lnTo>
                <a:lnTo>
                  <a:pt x="1894128" y="1257300"/>
                </a:lnTo>
                <a:lnTo>
                  <a:pt x="1883702" y="1270000"/>
                </a:lnTo>
                <a:lnTo>
                  <a:pt x="1872754" y="1282700"/>
                </a:lnTo>
                <a:lnTo>
                  <a:pt x="1861273" y="1295400"/>
                </a:lnTo>
                <a:close/>
              </a:path>
              <a:path w="2839084" h="1473200">
                <a:moveTo>
                  <a:pt x="128028" y="1270000"/>
                </a:moveTo>
                <a:lnTo>
                  <a:pt x="115354" y="1270000"/>
                </a:lnTo>
                <a:lnTo>
                  <a:pt x="115112" y="1257300"/>
                </a:lnTo>
                <a:lnTo>
                  <a:pt x="127800" y="1257300"/>
                </a:lnTo>
                <a:lnTo>
                  <a:pt x="128028" y="1270000"/>
                </a:lnTo>
                <a:close/>
              </a:path>
              <a:path w="2839084" h="1473200">
                <a:moveTo>
                  <a:pt x="129641" y="1282700"/>
                </a:moveTo>
                <a:lnTo>
                  <a:pt x="117157" y="1282700"/>
                </a:lnTo>
                <a:lnTo>
                  <a:pt x="116370" y="1270000"/>
                </a:lnTo>
                <a:lnTo>
                  <a:pt x="128904" y="1270000"/>
                </a:lnTo>
                <a:lnTo>
                  <a:pt x="129641" y="1282700"/>
                </a:lnTo>
                <a:close/>
              </a:path>
              <a:path w="2839084" h="1473200">
                <a:moveTo>
                  <a:pt x="134264" y="1295400"/>
                </a:moveTo>
                <a:lnTo>
                  <a:pt x="120751" y="1295400"/>
                </a:lnTo>
                <a:lnTo>
                  <a:pt x="119367" y="1282700"/>
                </a:lnTo>
                <a:lnTo>
                  <a:pt x="132778" y="1282700"/>
                </a:lnTo>
                <a:lnTo>
                  <a:pt x="134264" y="1295400"/>
                </a:lnTo>
                <a:close/>
              </a:path>
              <a:path w="2839084" h="1473200">
                <a:moveTo>
                  <a:pt x="139433" y="1308100"/>
                </a:moveTo>
                <a:lnTo>
                  <a:pt x="125996" y="1308100"/>
                </a:lnTo>
                <a:lnTo>
                  <a:pt x="124078" y="1295400"/>
                </a:lnTo>
                <a:lnTo>
                  <a:pt x="137439" y="1295400"/>
                </a:lnTo>
                <a:lnTo>
                  <a:pt x="139433" y="1308100"/>
                </a:lnTo>
                <a:close/>
              </a:path>
              <a:path w="2839084" h="1473200">
                <a:moveTo>
                  <a:pt x="1810410" y="1333500"/>
                </a:moveTo>
                <a:lnTo>
                  <a:pt x="1775955" y="1333500"/>
                </a:lnTo>
                <a:lnTo>
                  <a:pt x="1790141" y="1320800"/>
                </a:lnTo>
                <a:lnTo>
                  <a:pt x="1803552" y="1320800"/>
                </a:lnTo>
                <a:lnTo>
                  <a:pt x="1816836" y="1308100"/>
                </a:lnTo>
                <a:lnTo>
                  <a:pt x="1816671" y="1308100"/>
                </a:lnTo>
                <a:lnTo>
                  <a:pt x="1829485" y="1295400"/>
                </a:lnTo>
                <a:lnTo>
                  <a:pt x="1849285" y="1295400"/>
                </a:lnTo>
                <a:lnTo>
                  <a:pt x="1836801" y="1308100"/>
                </a:lnTo>
                <a:lnTo>
                  <a:pt x="1823834" y="1320800"/>
                </a:lnTo>
                <a:lnTo>
                  <a:pt x="1810410" y="1333500"/>
                </a:lnTo>
                <a:close/>
              </a:path>
              <a:path w="2839084" h="1473200">
                <a:moveTo>
                  <a:pt x="146011" y="1320800"/>
                </a:moveTo>
                <a:lnTo>
                  <a:pt x="132816" y="1320800"/>
                </a:lnTo>
                <a:lnTo>
                  <a:pt x="130378" y="1308100"/>
                </a:lnTo>
                <a:lnTo>
                  <a:pt x="143535" y="1308100"/>
                </a:lnTo>
                <a:lnTo>
                  <a:pt x="146011" y="1320800"/>
                </a:lnTo>
                <a:close/>
              </a:path>
              <a:path w="2839084" h="1473200">
                <a:moveTo>
                  <a:pt x="156959" y="1333500"/>
                </a:moveTo>
                <a:lnTo>
                  <a:pt x="141135" y="1333500"/>
                </a:lnTo>
                <a:lnTo>
                  <a:pt x="138175" y="1320800"/>
                </a:lnTo>
                <a:lnTo>
                  <a:pt x="150939" y="1320800"/>
                </a:lnTo>
                <a:lnTo>
                  <a:pt x="156959" y="1333500"/>
                </a:lnTo>
                <a:close/>
              </a:path>
              <a:path w="2839084" h="1473200">
                <a:moveTo>
                  <a:pt x="170141" y="1346200"/>
                </a:moveTo>
                <a:lnTo>
                  <a:pt x="154292" y="1346200"/>
                </a:lnTo>
                <a:lnTo>
                  <a:pt x="147396" y="1333500"/>
                </a:lnTo>
                <a:lnTo>
                  <a:pt x="162979" y="1333500"/>
                </a:lnTo>
                <a:lnTo>
                  <a:pt x="170141" y="1346200"/>
                </a:lnTo>
                <a:close/>
              </a:path>
              <a:path w="2839084" h="1473200">
                <a:moveTo>
                  <a:pt x="1782178" y="1346200"/>
                </a:moveTo>
                <a:lnTo>
                  <a:pt x="1761502" y="1346200"/>
                </a:lnTo>
                <a:lnTo>
                  <a:pt x="1776120" y="1333500"/>
                </a:lnTo>
                <a:lnTo>
                  <a:pt x="1796516" y="1333500"/>
                </a:lnTo>
                <a:lnTo>
                  <a:pt x="1782178" y="1346200"/>
                </a:lnTo>
                <a:close/>
              </a:path>
              <a:path w="2839084" h="1473200">
                <a:moveTo>
                  <a:pt x="185508" y="1358900"/>
                </a:moveTo>
                <a:lnTo>
                  <a:pt x="169748" y="1358900"/>
                </a:lnTo>
                <a:lnTo>
                  <a:pt x="161747" y="1346200"/>
                </a:lnTo>
                <a:lnTo>
                  <a:pt x="177279" y="1346200"/>
                </a:lnTo>
                <a:lnTo>
                  <a:pt x="185508" y="1358900"/>
                </a:lnTo>
                <a:close/>
              </a:path>
              <a:path w="2839084" h="1473200">
                <a:moveTo>
                  <a:pt x="1736648" y="1371600"/>
                </a:moveTo>
                <a:lnTo>
                  <a:pt x="1699653" y="1371600"/>
                </a:lnTo>
                <a:lnTo>
                  <a:pt x="1715846" y="1358900"/>
                </a:lnTo>
                <a:lnTo>
                  <a:pt x="1731365" y="1358900"/>
                </a:lnTo>
                <a:lnTo>
                  <a:pt x="1746796" y="1346200"/>
                </a:lnTo>
                <a:lnTo>
                  <a:pt x="1767420" y="1346200"/>
                </a:lnTo>
                <a:lnTo>
                  <a:pt x="1752231" y="1358900"/>
                </a:lnTo>
                <a:lnTo>
                  <a:pt x="1736648" y="1371600"/>
                </a:lnTo>
                <a:close/>
              </a:path>
              <a:path w="2839084" h="1473200">
                <a:moveTo>
                  <a:pt x="212331" y="1371600"/>
                </a:moveTo>
                <a:lnTo>
                  <a:pt x="187299" y="1371600"/>
                </a:lnTo>
                <a:lnTo>
                  <a:pt x="178282" y="1358900"/>
                </a:lnTo>
                <a:lnTo>
                  <a:pt x="202641" y="1358900"/>
                </a:lnTo>
                <a:lnTo>
                  <a:pt x="212331" y="1371600"/>
                </a:lnTo>
                <a:close/>
              </a:path>
              <a:path w="2839084" h="1473200">
                <a:moveTo>
                  <a:pt x="1211516" y="1371600"/>
                </a:moveTo>
                <a:lnTo>
                  <a:pt x="1160348" y="1371600"/>
                </a:lnTo>
                <a:lnTo>
                  <a:pt x="1174051" y="1358900"/>
                </a:lnTo>
                <a:lnTo>
                  <a:pt x="1202385" y="1358900"/>
                </a:lnTo>
                <a:lnTo>
                  <a:pt x="1211516" y="1371600"/>
                </a:lnTo>
                <a:close/>
              </a:path>
              <a:path w="2839084" h="1473200">
                <a:moveTo>
                  <a:pt x="243217" y="1384300"/>
                </a:moveTo>
                <a:lnTo>
                  <a:pt x="206768" y="1384300"/>
                </a:lnTo>
                <a:lnTo>
                  <a:pt x="196811" y="1371600"/>
                </a:lnTo>
                <a:lnTo>
                  <a:pt x="232244" y="1371600"/>
                </a:lnTo>
                <a:lnTo>
                  <a:pt x="243217" y="1384300"/>
                </a:lnTo>
                <a:close/>
              </a:path>
              <a:path w="2839084" h="1473200">
                <a:moveTo>
                  <a:pt x="1166456" y="1384300"/>
                </a:moveTo>
                <a:lnTo>
                  <a:pt x="1146428" y="1384300"/>
                </a:lnTo>
                <a:lnTo>
                  <a:pt x="1160475" y="1371600"/>
                </a:lnTo>
                <a:lnTo>
                  <a:pt x="1180299" y="1371600"/>
                </a:lnTo>
                <a:lnTo>
                  <a:pt x="1166456" y="1384300"/>
                </a:lnTo>
                <a:close/>
              </a:path>
              <a:path w="2839084" h="1473200">
                <a:moveTo>
                  <a:pt x="1240091" y="1384300"/>
                </a:moveTo>
                <a:lnTo>
                  <a:pt x="1215123" y="1384300"/>
                </a:lnTo>
                <a:lnTo>
                  <a:pt x="1205534" y="1371600"/>
                </a:lnTo>
                <a:lnTo>
                  <a:pt x="1230121" y="1371600"/>
                </a:lnTo>
                <a:lnTo>
                  <a:pt x="1240091" y="1384300"/>
                </a:lnTo>
                <a:close/>
              </a:path>
              <a:path w="2839084" h="1473200">
                <a:moveTo>
                  <a:pt x="1704327" y="1384300"/>
                </a:moveTo>
                <a:lnTo>
                  <a:pt x="1666481" y="1384300"/>
                </a:lnTo>
                <a:lnTo>
                  <a:pt x="1683397" y="1371600"/>
                </a:lnTo>
                <a:lnTo>
                  <a:pt x="1720672" y="1371600"/>
                </a:lnTo>
                <a:lnTo>
                  <a:pt x="1704327" y="1384300"/>
                </a:lnTo>
                <a:close/>
              </a:path>
              <a:path w="2839084" h="1473200">
                <a:moveTo>
                  <a:pt x="289801" y="1397000"/>
                </a:moveTo>
                <a:lnTo>
                  <a:pt x="239204" y="1397000"/>
                </a:lnTo>
                <a:lnTo>
                  <a:pt x="227990" y="1384300"/>
                </a:lnTo>
                <a:lnTo>
                  <a:pt x="277406" y="1384300"/>
                </a:lnTo>
                <a:lnTo>
                  <a:pt x="289801" y="1397000"/>
                </a:lnTo>
                <a:close/>
              </a:path>
              <a:path w="2839084" h="1473200">
                <a:moveTo>
                  <a:pt x="497573" y="1397000"/>
                </a:moveTo>
                <a:lnTo>
                  <a:pt x="424967" y="1397000"/>
                </a:lnTo>
                <a:lnTo>
                  <a:pt x="439623" y="1384300"/>
                </a:lnTo>
                <a:lnTo>
                  <a:pt x="487159" y="1384300"/>
                </a:lnTo>
                <a:lnTo>
                  <a:pt x="497573" y="1397000"/>
                </a:lnTo>
                <a:close/>
              </a:path>
              <a:path w="2839084" h="1473200">
                <a:moveTo>
                  <a:pt x="1122959" y="1409700"/>
                </a:moveTo>
                <a:lnTo>
                  <a:pt x="1087551" y="1409700"/>
                </a:lnTo>
                <a:lnTo>
                  <a:pt x="1102867" y="1397000"/>
                </a:lnTo>
                <a:lnTo>
                  <a:pt x="1117625" y="1397000"/>
                </a:lnTo>
                <a:lnTo>
                  <a:pt x="1132319" y="1384300"/>
                </a:lnTo>
                <a:lnTo>
                  <a:pt x="1152283" y="1384300"/>
                </a:lnTo>
                <a:lnTo>
                  <a:pt x="1137780" y="1397000"/>
                </a:lnTo>
                <a:lnTo>
                  <a:pt x="1122959" y="1409700"/>
                </a:lnTo>
                <a:close/>
              </a:path>
              <a:path w="2839084" h="1473200">
                <a:moveTo>
                  <a:pt x="1271003" y="1397000"/>
                </a:moveTo>
                <a:lnTo>
                  <a:pt x="1235113" y="1397000"/>
                </a:lnTo>
                <a:lnTo>
                  <a:pt x="1224991" y="1384300"/>
                </a:lnTo>
                <a:lnTo>
                  <a:pt x="1260297" y="1384300"/>
                </a:lnTo>
                <a:lnTo>
                  <a:pt x="1271003" y="1397000"/>
                </a:lnTo>
                <a:close/>
              </a:path>
              <a:path w="2839084" h="1473200">
                <a:moveTo>
                  <a:pt x="1670532" y="1397000"/>
                </a:moveTo>
                <a:lnTo>
                  <a:pt x="1631962" y="1397000"/>
                </a:lnTo>
                <a:lnTo>
                  <a:pt x="1649539" y="1384300"/>
                </a:lnTo>
                <a:lnTo>
                  <a:pt x="1687601" y="1384300"/>
                </a:lnTo>
                <a:lnTo>
                  <a:pt x="1670532" y="1397000"/>
                </a:lnTo>
                <a:close/>
              </a:path>
              <a:path w="2839084" h="1473200">
                <a:moveTo>
                  <a:pt x="427113" y="1409700"/>
                </a:moveTo>
                <a:lnTo>
                  <a:pt x="287654" y="1409700"/>
                </a:lnTo>
                <a:lnTo>
                  <a:pt x="275043" y="1397000"/>
                </a:lnTo>
                <a:lnTo>
                  <a:pt x="441934" y="1397000"/>
                </a:lnTo>
                <a:lnTo>
                  <a:pt x="427113" y="1409700"/>
                </a:lnTo>
                <a:close/>
              </a:path>
              <a:path w="2839084" h="1473200">
                <a:moveTo>
                  <a:pt x="519175" y="1409700"/>
                </a:moveTo>
                <a:lnTo>
                  <a:pt x="490829" y="1409700"/>
                </a:lnTo>
                <a:lnTo>
                  <a:pt x="480225" y="1397000"/>
                </a:lnTo>
                <a:lnTo>
                  <a:pt x="508000" y="1397000"/>
                </a:lnTo>
                <a:lnTo>
                  <a:pt x="519175" y="1409700"/>
                </a:lnTo>
                <a:close/>
              </a:path>
              <a:path w="2839084" h="1473200">
                <a:moveTo>
                  <a:pt x="1315529" y="1409700"/>
                </a:moveTo>
                <a:lnTo>
                  <a:pt x="1278089" y="1409700"/>
                </a:lnTo>
                <a:lnTo>
                  <a:pt x="1266977" y="1397000"/>
                </a:lnTo>
                <a:lnTo>
                  <a:pt x="1303921" y="1397000"/>
                </a:lnTo>
                <a:lnTo>
                  <a:pt x="1315529" y="1409700"/>
                </a:lnTo>
                <a:close/>
              </a:path>
              <a:path w="2839084" h="1473200">
                <a:moveTo>
                  <a:pt x="1617357" y="1409700"/>
                </a:moveTo>
                <a:lnTo>
                  <a:pt x="1577898" y="1409700"/>
                </a:lnTo>
                <a:lnTo>
                  <a:pt x="1596364" y="1397000"/>
                </a:lnTo>
                <a:lnTo>
                  <a:pt x="1635404" y="1397000"/>
                </a:lnTo>
                <a:lnTo>
                  <a:pt x="1617357" y="1409700"/>
                </a:lnTo>
                <a:close/>
              </a:path>
              <a:path w="2839084" h="1473200">
                <a:moveTo>
                  <a:pt x="542277" y="1422400"/>
                </a:moveTo>
                <a:lnTo>
                  <a:pt x="513194" y="1422400"/>
                </a:lnTo>
                <a:lnTo>
                  <a:pt x="501827" y="1409700"/>
                </a:lnTo>
                <a:lnTo>
                  <a:pt x="530364" y="1409700"/>
                </a:lnTo>
                <a:lnTo>
                  <a:pt x="542277" y="1422400"/>
                </a:lnTo>
                <a:close/>
              </a:path>
              <a:path w="2839084" h="1473200">
                <a:moveTo>
                  <a:pt x="1092377" y="1422400"/>
                </a:moveTo>
                <a:lnTo>
                  <a:pt x="1056297" y="1422400"/>
                </a:lnTo>
                <a:lnTo>
                  <a:pt x="1072197" y="1409700"/>
                </a:lnTo>
                <a:lnTo>
                  <a:pt x="1107820" y="1409700"/>
                </a:lnTo>
                <a:lnTo>
                  <a:pt x="1092377" y="1422400"/>
                </a:lnTo>
                <a:close/>
              </a:path>
              <a:path w="2839084" h="1473200">
                <a:moveTo>
                  <a:pt x="1414056" y="1422400"/>
                </a:moveTo>
                <a:lnTo>
                  <a:pt x="1324673" y="1422400"/>
                </a:lnTo>
                <a:lnTo>
                  <a:pt x="1312710" y="1409700"/>
                </a:lnTo>
                <a:lnTo>
                  <a:pt x="1401013" y="1409700"/>
                </a:lnTo>
                <a:lnTo>
                  <a:pt x="1414056" y="1422400"/>
                </a:lnTo>
                <a:close/>
              </a:path>
              <a:path w="2839084" h="1473200">
                <a:moveTo>
                  <a:pt x="1566011" y="1422400"/>
                </a:moveTo>
                <a:lnTo>
                  <a:pt x="1466926" y="1422400"/>
                </a:lnTo>
                <a:lnTo>
                  <a:pt x="1480604" y="1409700"/>
                </a:lnTo>
                <a:lnTo>
                  <a:pt x="1580413" y="1409700"/>
                </a:lnTo>
                <a:lnTo>
                  <a:pt x="1566011" y="1422400"/>
                </a:lnTo>
                <a:close/>
              </a:path>
              <a:path w="2839084" h="1473200">
                <a:moveTo>
                  <a:pt x="579526" y="1435100"/>
                </a:moveTo>
                <a:lnTo>
                  <a:pt x="537006" y="1435100"/>
                </a:lnTo>
                <a:lnTo>
                  <a:pt x="524929" y="1422400"/>
                </a:lnTo>
                <a:lnTo>
                  <a:pt x="566610" y="1422400"/>
                </a:lnTo>
                <a:lnTo>
                  <a:pt x="579526" y="1435100"/>
                </a:lnTo>
                <a:close/>
              </a:path>
              <a:path w="2839084" h="1473200">
                <a:moveTo>
                  <a:pt x="1060602" y="1435100"/>
                </a:moveTo>
                <a:lnTo>
                  <a:pt x="1007363" y="1435100"/>
                </a:lnTo>
                <a:lnTo>
                  <a:pt x="1024064" y="1422400"/>
                </a:lnTo>
                <a:lnTo>
                  <a:pt x="1076629" y="1422400"/>
                </a:lnTo>
                <a:lnTo>
                  <a:pt x="1060602" y="1435100"/>
                </a:lnTo>
                <a:close/>
              </a:path>
              <a:path w="2839084" h="1473200">
                <a:moveTo>
                  <a:pt x="1467446" y="1435100"/>
                </a:moveTo>
                <a:lnTo>
                  <a:pt x="1413421" y="1435100"/>
                </a:lnTo>
                <a:lnTo>
                  <a:pt x="1400251" y="1422400"/>
                </a:lnTo>
                <a:lnTo>
                  <a:pt x="1481251" y="1422400"/>
                </a:lnTo>
                <a:lnTo>
                  <a:pt x="1467446" y="1435100"/>
                </a:lnTo>
                <a:close/>
              </a:path>
              <a:path w="2839084" h="1473200">
                <a:moveTo>
                  <a:pt x="605980" y="1447800"/>
                </a:moveTo>
                <a:lnTo>
                  <a:pt x="575297" y="1447800"/>
                </a:lnTo>
                <a:lnTo>
                  <a:pt x="562216" y="1435100"/>
                </a:lnTo>
                <a:lnTo>
                  <a:pt x="592442" y="1435100"/>
                </a:lnTo>
                <a:lnTo>
                  <a:pt x="605980" y="1447800"/>
                </a:lnTo>
                <a:close/>
              </a:path>
              <a:path w="2839084" h="1473200">
                <a:moveTo>
                  <a:pt x="619645" y="1447800"/>
                </a:moveTo>
                <a:lnTo>
                  <a:pt x="605980" y="1447800"/>
                </a:lnTo>
                <a:lnTo>
                  <a:pt x="605815" y="1435100"/>
                </a:lnTo>
                <a:lnTo>
                  <a:pt x="619645" y="1447800"/>
                </a:lnTo>
                <a:close/>
              </a:path>
              <a:path w="2839084" h="1473200">
                <a:moveTo>
                  <a:pt x="1010894" y="1447800"/>
                </a:moveTo>
                <a:lnTo>
                  <a:pt x="973467" y="1447800"/>
                </a:lnTo>
                <a:lnTo>
                  <a:pt x="990663" y="1435100"/>
                </a:lnTo>
                <a:lnTo>
                  <a:pt x="1027722" y="1435100"/>
                </a:lnTo>
                <a:lnTo>
                  <a:pt x="1010894" y="1447800"/>
                </a:lnTo>
                <a:close/>
              </a:path>
              <a:path w="2839084" h="1473200">
                <a:moveTo>
                  <a:pt x="662343" y="1460500"/>
                </a:moveTo>
                <a:lnTo>
                  <a:pt x="616394" y="1460500"/>
                </a:lnTo>
                <a:lnTo>
                  <a:pt x="602411" y="1447800"/>
                </a:lnTo>
                <a:lnTo>
                  <a:pt x="647700" y="1447800"/>
                </a:lnTo>
                <a:lnTo>
                  <a:pt x="662343" y="1460500"/>
                </a:lnTo>
                <a:close/>
              </a:path>
              <a:path w="2839084" h="1473200">
                <a:moveTo>
                  <a:pt x="976477" y="1460500"/>
                </a:moveTo>
                <a:lnTo>
                  <a:pt x="904049" y="1460500"/>
                </a:lnTo>
                <a:lnTo>
                  <a:pt x="921423" y="1447800"/>
                </a:lnTo>
                <a:lnTo>
                  <a:pt x="993800" y="1447800"/>
                </a:lnTo>
                <a:lnTo>
                  <a:pt x="976477" y="1460500"/>
                </a:lnTo>
                <a:close/>
              </a:path>
              <a:path w="2839084" h="1473200">
                <a:moveTo>
                  <a:pt x="906017" y="1473200"/>
                </a:moveTo>
                <a:lnTo>
                  <a:pt x="660031" y="1473200"/>
                </a:lnTo>
                <a:lnTo>
                  <a:pt x="645223" y="1460500"/>
                </a:lnTo>
                <a:lnTo>
                  <a:pt x="923531" y="1460500"/>
                </a:lnTo>
                <a:lnTo>
                  <a:pt x="906017" y="1473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7417854" y="3728592"/>
            <a:ext cx="2531491" cy="1630832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 rot="20940000">
            <a:off x="7510124" y="4527272"/>
            <a:ext cx="2084944" cy="407034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3204"/>
              </a:lnSpc>
            </a:pPr>
            <a:r>
              <a:rPr dirty="0" sz="3200" spc="-30" b="1">
                <a:solidFill>
                  <a:srgbClr val="FF0000"/>
                </a:solidFill>
                <a:latin typeface="黑体"/>
                <a:cs typeface="黑体"/>
              </a:rPr>
              <a:t>为</a:t>
            </a:r>
            <a:r>
              <a:rPr dirty="0" sz="3200" spc="-30" b="1">
                <a:solidFill>
                  <a:srgbClr val="FF0000"/>
                </a:solidFill>
                <a:latin typeface="黑体"/>
                <a:cs typeface="黑体"/>
              </a:rPr>
              <a:t>什么</a:t>
            </a:r>
            <a:r>
              <a:rPr dirty="0" baseline="1736" sz="4800" spc="-44" b="1">
                <a:solidFill>
                  <a:srgbClr val="FF0000"/>
                </a:solidFill>
                <a:latin typeface="黑体"/>
                <a:cs typeface="黑体"/>
              </a:rPr>
              <a:t>呢</a:t>
            </a:r>
            <a:r>
              <a:rPr dirty="0" baseline="1736" sz="4800" spc="-15" b="1">
                <a:solidFill>
                  <a:srgbClr val="FF0000"/>
                </a:solidFill>
                <a:latin typeface="黑体"/>
                <a:cs typeface="黑体"/>
              </a:rPr>
              <a:t>？</a:t>
            </a:r>
            <a:endParaRPr baseline="1736" sz="4800">
              <a:latin typeface="黑体"/>
              <a:cs typeface="黑体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5110104" y="499522"/>
            <a:ext cx="5241290" cy="3126105"/>
          </a:xfrm>
          <a:custGeom>
            <a:avLst/>
            <a:gdLst/>
            <a:ahLst/>
            <a:cxnLst/>
            <a:rect l="l" t="t" r="r" b="b"/>
            <a:pathLst>
              <a:path w="5241290" h="3126104">
                <a:moveTo>
                  <a:pt x="682066" y="3125826"/>
                </a:moveTo>
                <a:lnTo>
                  <a:pt x="637605" y="3122699"/>
                </a:lnTo>
                <a:lnTo>
                  <a:pt x="594473" y="3113426"/>
                </a:lnTo>
                <a:lnTo>
                  <a:pt x="553277" y="3098331"/>
                </a:lnTo>
                <a:lnTo>
                  <a:pt x="514626" y="3077737"/>
                </a:lnTo>
                <a:lnTo>
                  <a:pt x="479130" y="3051966"/>
                </a:lnTo>
                <a:lnTo>
                  <a:pt x="447397" y="3021341"/>
                </a:lnTo>
                <a:lnTo>
                  <a:pt x="420037" y="2986184"/>
                </a:lnTo>
                <a:lnTo>
                  <a:pt x="397657" y="2946819"/>
                </a:lnTo>
                <a:lnTo>
                  <a:pt x="380867" y="2903569"/>
                </a:lnTo>
                <a:lnTo>
                  <a:pt x="13583" y="1701133"/>
                </a:lnTo>
                <a:lnTo>
                  <a:pt x="3390" y="1655749"/>
                </a:lnTo>
                <a:lnTo>
                  <a:pt x="0" y="1610494"/>
                </a:lnTo>
                <a:lnTo>
                  <a:pt x="3090" y="1565977"/>
                </a:lnTo>
                <a:lnTo>
                  <a:pt x="12337" y="1522806"/>
                </a:lnTo>
                <a:lnTo>
                  <a:pt x="27419" y="1481591"/>
                </a:lnTo>
                <a:lnTo>
                  <a:pt x="48014" y="1442941"/>
                </a:lnTo>
                <a:lnTo>
                  <a:pt x="73797" y="1407464"/>
                </a:lnTo>
                <a:lnTo>
                  <a:pt x="104448" y="1375769"/>
                </a:lnTo>
                <a:lnTo>
                  <a:pt x="139642" y="1348464"/>
                </a:lnTo>
                <a:lnTo>
                  <a:pt x="179057" y="1326160"/>
                </a:lnTo>
                <a:lnTo>
                  <a:pt x="222371" y="1309465"/>
                </a:lnTo>
                <a:lnTo>
                  <a:pt x="4468235" y="14065"/>
                </a:lnTo>
                <a:lnTo>
                  <a:pt x="4513486" y="3604"/>
                </a:lnTo>
                <a:lnTo>
                  <a:pt x="4558636" y="0"/>
                </a:lnTo>
                <a:lnTo>
                  <a:pt x="4603073" y="2929"/>
                </a:lnTo>
                <a:lnTo>
                  <a:pt x="4646191" y="12069"/>
                </a:lnTo>
                <a:lnTo>
                  <a:pt x="4687379" y="27098"/>
                </a:lnTo>
                <a:lnTo>
                  <a:pt x="4726030" y="47692"/>
                </a:lnTo>
                <a:lnTo>
                  <a:pt x="4761533" y="73530"/>
                </a:lnTo>
                <a:lnTo>
                  <a:pt x="4793281" y="104287"/>
                </a:lnTo>
                <a:lnTo>
                  <a:pt x="4820665" y="139642"/>
                </a:lnTo>
                <a:lnTo>
                  <a:pt x="4843075" y="179271"/>
                </a:lnTo>
                <a:lnTo>
                  <a:pt x="4859903" y="222853"/>
                </a:lnTo>
                <a:lnTo>
                  <a:pt x="5227187" y="1423765"/>
                </a:lnTo>
                <a:lnTo>
                  <a:pt x="5237342" y="1469196"/>
                </a:lnTo>
                <a:lnTo>
                  <a:pt x="5240702" y="1514488"/>
                </a:lnTo>
                <a:lnTo>
                  <a:pt x="5237589" y="1559034"/>
                </a:lnTo>
                <a:lnTo>
                  <a:pt x="5228327" y="1602223"/>
                </a:lnTo>
                <a:lnTo>
                  <a:pt x="5213237" y="1643448"/>
                </a:lnTo>
                <a:lnTo>
                  <a:pt x="5192643" y="1682098"/>
                </a:lnTo>
                <a:lnTo>
                  <a:pt x="5166867" y="1717566"/>
                </a:lnTo>
                <a:lnTo>
                  <a:pt x="5136231" y="1749242"/>
                </a:lnTo>
                <a:lnTo>
                  <a:pt x="5101060" y="1776518"/>
                </a:lnTo>
                <a:lnTo>
                  <a:pt x="5061675" y="1798784"/>
                </a:lnTo>
                <a:lnTo>
                  <a:pt x="5018399" y="1815433"/>
                </a:lnTo>
                <a:lnTo>
                  <a:pt x="772535" y="3112357"/>
                </a:lnTo>
                <a:lnTo>
                  <a:pt x="727245" y="3122487"/>
                </a:lnTo>
                <a:lnTo>
                  <a:pt x="682066" y="312582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5103977" y="492798"/>
            <a:ext cx="5253355" cy="3136900"/>
          </a:xfrm>
          <a:custGeom>
            <a:avLst/>
            <a:gdLst/>
            <a:ahLst/>
            <a:cxnLst/>
            <a:rect l="l" t="t" r="r" b="b"/>
            <a:pathLst>
              <a:path w="5253355" h="3136900">
                <a:moveTo>
                  <a:pt x="230720" y="1320800"/>
                </a:moveTo>
                <a:lnTo>
                  <a:pt x="196164" y="1320800"/>
                </a:lnTo>
                <a:lnTo>
                  <a:pt x="203708" y="1308100"/>
                </a:lnTo>
                <a:lnTo>
                  <a:pt x="226974" y="1308100"/>
                </a:lnTo>
                <a:lnTo>
                  <a:pt x="4471987" y="12700"/>
                </a:lnTo>
                <a:lnTo>
                  <a:pt x="4479886" y="0"/>
                </a:lnTo>
                <a:lnTo>
                  <a:pt x="4651908" y="0"/>
                </a:lnTo>
                <a:lnTo>
                  <a:pt x="4659312" y="12700"/>
                </a:lnTo>
                <a:lnTo>
                  <a:pt x="4483354" y="12700"/>
                </a:lnTo>
                <a:lnTo>
                  <a:pt x="4475568" y="25400"/>
                </a:lnTo>
                <a:lnTo>
                  <a:pt x="230720" y="1320800"/>
                </a:lnTo>
                <a:close/>
              </a:path>
              <a:path w="5253355" h="3136900">
                <a:moveTo>
                  <a:pt x="4695355" y="25400"/>
                </a:moveTo>
                <a:lnTo>
                  <a:pt x="4655654" y="25400"/>
                </a:lnTo>
                <a:lnTo>
                  <a:pt x="4648390" y="12700"/>
                </a:lnTo>
                <a:lnTo>
                  <a:pt x="4688293" y="12700"/>
                </a:lnTo>
                <a:lnTo>
                  <a:pt x="4695355" y="25400"/>
                </a:lnTo>
                <a:close/>
              </a:path>
              <a:path w="5253355" h="3136900">
                <a:moveTo>
                  <a:pt x="4722837" y="38100"/>
                </a:moveTo>
                <a:lnTo>
                  <a:pt x="4690275" y="38100"/>
                </a:lnTo>
                <a:lnTo>
                  <a:pt x="4683353" y="25400"/>
                </a:lnTo>
                <a:lnTo>
                  <a:pt x="4716094" y="25400"/>
                </a:lnTo>
                <a:lnTo>
                  <a:pt x="4722837" y="38100"/>
                </a:lnTo>
                <a:close/>
              </a:path>
              <a:path w="5253355" h="3136900">
                <a:moveTo>
                  <a:pt x="4742522" y="50800"/>
                </a:moveTo>
                <a:lnTo>
                  <a:pt x="4716665" y="50800"/>
                </a:lnTo>
                <a:lnTo>
                  <a:pt x="4710061" y="38100"/>
                </a:lnTo>
                <a:lnTo>
                  <a:pt x="4736045" y="38100"/>
                </a:lnTo>
                <a:lnTo>
                  <a:pt x="4742522" y="50800"/>
                </a:lnTo>
                <a:close/>
              </a:path>
              <a:path w="5253355" h="3136900">
                <a:moveTo>
                  <a:pt x="4761306" y="63500"/>
                </a:moveTo>
                <a:lnTo>
                  <a:pt x="4735576" y="63500"/>
                </a:lnTo>
                <a:lnTo>
                  <a:pt x="4729238" y="50800"/>
                </a:lnTo>
                <a:lnTo>
                  <a:pt x="4755146" y="50800"/>
                </a:lnTo>
                <a:lnTo>
                  <a:pt x="4761306" y="63500"/>
                </a:lnTo>
                <a:close/>
              </a:path>
              <a:path w="5253355" h="3136900">
                <a:moveTo>
                  <a:pt x="4773307" y="76200"/>
                </a:moveTo>
                <a:lnTo>
                  <a:pt x="4753622" y="76200"/>
                </a:lnTo>
                <a:lnTo>
                  <a:pt x="4747577" y="63500"/>
                </a:lnTo>
                <a:lnTo>
                  <a:pt x="4767364" y="63500"/>
                </a:lnTo>
                <a:lnTo>
                  <a:pt x="4773307" y="76200"/>
                </a:lnTo>
                <a:close/>
              </a:path>
              <a:path w="5253355" h="3136900">
                <a:moveTo>
                  <a:pt x="4790427" y="88900"/>
                </a:moveTo>
                <a:lnTo>
                  <a:pt x="4770729" y="88900"/>
                </a:lnTo>
                <a:lnTo>
                  <a:pt x="4765027" y="76200"/>
                </a:lnTo>
                <a:lnTo>
                  <a:pt x="4784839" y="76200"/>
                </a:lnTo>
                <a:lnTo>
                  <a:pt x="4790427" y="88900"/>
                </a:lnTo>
                <a:close/>
              </a:path>
              <a:path w="5253355" h="3136900">
                <a:moveTo>
                  <a:pt x="4801235" y="101600"/>
                </a:moveTo>
                <a:lnTo>
                  <a:pt x="4786833" y="101600"/>
                </a:lnTo>
                <a:lnTo>
                  <a:pt x="4781473" y="88900"/>
                </a:lnTo>
                <a:lnTo>
                  <a:pt x="4795901" y="88900"/>
                </a:lnTo>
                <a:lnTo>
                  <a:pt x="4801235" y="101600"/>
                </a:lnTo>
                <a:close/>
              </a:path>
              <a:path w="5253355" h="3136900">
                <a:moveTo>
                  <a:pt x="4811522" y="114300"/>
                </a:moveTo>
                <a:lnTo>
                  <a:pt x="4796955" y="114300"/>
                </a:lnTo>
                <a:lnTo>
                  <a:pt x="4791849" y="101600"/>
                </a:lnTo>
                <a:lnTo>
                  <a:pt x="4806442" y="101600"/>
                </a:lnTo>
                <a:lnTo>
                  <a:pt x="4811522" y="114300"/>
                </a:lnTo>
                <a:close/>
              </a:path>
              <a:path w="5253355" h="3136900">
                <a:moveTo>
                  <a:pt x="4821262" y="127000"/>
                </a:moveTo>
                <a:lnTo>
                  <a:pt x="4806569" y="127000"/>
                </a:lnTo>
                <a:lnTo>
                  <a:pt x="4801730" y="114300"/>
                </a:lnTo>
                <a:lnTo>
                  <a:pt x="4816462" y="114300"/>
                </a:lnTo>
                <a:lnTo>
                  <a:pt x="4821262" y="127000"/>
                </a:lnTo>
                <a:close/>
              </a:path>
              <a:path w="5253355" h="3136900">
                <a:moveTo>
                  <a:pt x="4830432" y="139700"/>
                </a:moveTo>
                <a:lnTo>
                  <a:pt x="4815649" y="139700"/>
                </a:lnTo>
                <a:lnTo>
                  <a:pt x="4811077" y="127000"/>
                </a:lnTo>
                <a:lnTo>
                  <a:pt x="4825911" y="127000"/>
                </a:lnTo>
                <a:lnTo>
                  <a:pt x="4830432" y="139700"/>
                </a:lnTo>
                <a:close/>
              </a:path>
              <a:path w="5253355" h="3136900">
                <a:moveTo>
                  <a:pt x="4838992" y="152400"/>
                </a:moveTo>
                <a:lnTo>
                  <a:pt x="4824158" y="152400"/>
                </a:lnTo>
                <a:lnTo>
                  <a:pt x="4819878" y="139700"/>
                </a:lnTo>
                <a:lnTo>
                  <a:pt x="4834788" y="139700"/>
                </a:lnTo>
                <a:lnTo>
                  <a:pt x="4838992" y="152400"/>
                </a:lnTo>
                <a:close/>
              </a:path>
              <a:path w="5253355" h="3136900">
                <a:moveTo>
                  <a:pt x="4846942" y="165100"/>
                </a:moveTo>
                <a:lnTo>
                  <a:pt x="4832083" y="165100"/>
                </a:lnTo>
                <a:lnTo>
                  <a:pt x="4828120" y="152400"/>
                </a:lnTo>
                <a:lnTo>
                  <a:pt x="4843056" y="152400"/>
                </a:lnTo>
                <a:lnTo>
                  <a:pt x="4846942" y="165100"/>
                </a:lnTo>
                <a:close/>
              </a:path>
              <a:path w="5253355" h="3136900">
                <a:moveTo>
                  <a:pt x="4854257" y="177800"/>
                </a:moveTo>
                <a:lnTo>
                  <a:pt x="4839411" y="177800"/>
                </a:lnTo>
                <a:lnTo>
                  <a:pt x="4835753" y="165100"/>
                </a:lnTo>
                <a:lnTo>
                  <a:pt x="4850676" y="165100"/>
                </a:lnTo>
                <a:lnTo>
                  <a:pt x="4854257" y="177800"/>
                </a:lnTo>
                <a:close/>
              </a:path>
              <a:path w="5253355" h="3136900">
                <a:moveTo>
                  <a:pt x="4863934" y="203200"/>
                </a:moveTo>
                <a:lnTo>
                  <a:pt x="4852136" y="203200"/>
                </a:lnTo>
                <a:lnTo>
                  <a:pt x="4849139" y="190500"/>
                </a:lnTo>
                <a:lnTo>
                  <a:pt x="4846104" y="190500"/>
                </a:lnTo>
                <a:lnTo>
                  <a:pt x="4842764" y="177800"/>
                </a:lnTo>
                <a:lnTo>
                  <a:pt x="4857648" y="177800"/>
                </a:lnTo>
                <a:lnTo>
                  <a:pt x="4860886" y="190500"/>
                </a:lnTo>
                <a:lnTo>
                  <a:pt x="4863934" y="203200"/>
                </a:lnTo>
                <a:close/>
              </a:path>
              <a:path w="5253355" h="3136900">
                <a:moveTo>
                  <a:pt x="4869510" y="215900"/>
                </a:moveTo>
                <a:lnTo>
                  <a:pt x="4857496" y="215900"/>
                </a:lnTo>
                <a:lnTo>
                  <a:pt x="4854841" y="203200"/>
                </a:lnTo>
                <a:lnTo>
                  <a:pt x="4866817" y="203200"/>
                </a:lnTo>
                <a:lnTo>
                  <a:pt x="4869510" y="215900"/>
                </a:lnTo>
                <a:close/>
              </a:path>
              <a:path w="5253355" h="3136900">
                <a:moveTo>
                  <a:pt x="5241137" y="1435100"/>
                </a:moveTo>
                <a:lnTo>
                  <a:pt x="5228932" y="1435100"/>
                </a:lnTo>
                <a:lnTo>
                  <a:pt x="5226659" y="1422400"/>
                </a:lnTo>
                <a:lnTo>
                  <a:pt x="4859883" y="228600"/>
                </a:lnTo>
                <a:lnTo>
                  <a:pt x="4857445" y="215900"/>
                </a:lnTo>
                <a:lnTo>
                  <a:pt x="4872012" y="215900"/>
                </a:lnTo>
                <a:lnTo>
                  <a:pt x="5238838" y="1422400"/>
                </a:lnTo>
                <a:lnTo>
                  <a:pt x="5241137" y="1435100"/>
                </a:lnTo>
                <a:close/>
              </a:path>
              <a:path w="5253355" h="3136900">
                <a:moveTo>
                  <a:pt x="193865" y="1333500"/>
                </a:moveTo>
                <a:lnTo>
                  <a:pt x="167144" y="1333500"/>
                </a:lnTo>
                <a:lnTo>
                  <a:pt x="174218" y="1320800"/>
                </a:lnTo>
                <a:lnTo>
                  <a:pt x="201155" y="1320800"/>
                </a:lnTo>
                <a:lnTo>
                  <a:pt x="193865" y="1333500"/>
                </a:lnTo>
                <a:close/>
              </a:path>
              <a:path w="5253355" h="3136900">
                <a:moveTo>
                  <a:pt x="166458" y="1346200"/>
                </a:moveTo>
                <a:lnTo>
                  <a:pt x="146646" y="1346200"/>
                </a:lnTo>
                <a:lnTo>
                  <a:pt x="153352" y="1333500"/>
                </a:lnTo>
                <a:lnTo>
                  <a:pt x="173278" y="1333500"/>
                </a:lnTo>
                <a:lnTo>
                  <a:pt x="166458" y="1346200"/>
                </a:lnTo>
                <a:close/>
              </a:path>
              <a:path w="5253355" h="3136900">
                <a:moveTo>
                  <a:pt x="147154" y="1358900"/>
                </a:moveTo>
                <a:lnTo>
                  <a:pt x="127292" y="1358900"/>
                </a:lnTo>
                <a:lnTo>
                  <a:pt x="133616" y="1346200"/>
                </a:lnTo>
                <a:lnTo>
                  <a:pt x="153606" y="1346200"/>
                </a:lnTo>
                <a:lnTo>
                  <a:pt x="147154" y="1358900"/>
                </a:lnTo>
                <a:close/>
              </a:path>
              <a:path w="5253355" h="3136900">
                <a:moveTo>
                  <a:pt x="128955" y="1371600"/>
                </a:moveTo>
                <a:lnTo>
                  <a:pt x="109131" y="1371600"/>
                </a:lnTo>
                <a:lnTo>
                  <a:pt x="115049" y="1358900"/>
                </a:lnTo>
                <a:lnTo>
                  <a:pt x="135013" y="1358900"/>
                </a:lnTo>
                <a:lnTo>
                  <a:pt x="128955" y="1371600"/>
                </a:lnTo>
                <a:close/>
              </a:path>
              <a:path w="5253355" h="3136900">
                <a:moveTo>
                  <a:pt x="117449" y="1384300"/>
                </a:moveTo>
                <a:lnTo>
                  <a:pt x="97701" y="1384300"/>
                </a:lnTo>
                <a:lnTo>
                  <a:pt x="103339" y="1371600"/>
                </a:lnTo>
                <a:lnTo>
                  <a:pt x="123253" y="1371600"/>
                </a:lnTo>
                <a:lnTo>
                  <a:pt x="117449" y="1384300"/>
                </a:lnTo>
                <a:close/>
              </a:path>
              <a:path w="5253355" h="3136900">
                <a:moveTo>
                  <a:pt x="101193" y="1397000"/>
                </a:moveTo>
                <a:lnTo>
                  <a:pt x="81610" y="1397000"/>
                </a:lnTo>
                <a:lnTo>
                  <a:pt x="86829" y="1384300"/>
                </a:lnTo>
                <a:lnTo>
                  <a:pt x="106591" y="1384300"/>
                </a:lnTo>
                <a:lnTo>
                  <a:pt x="101193" y="1397000"/>
                </a:lnTo>
                <a:close/>
              </a:path>
              <a:path w="5253355" h="3136900">
                <a:moveTo>
                  <a:pt x="91033" y="1409700"/>
                </a:moveTo>
                <a:lnTo>
                  <a:pt x="71602" y="1409700"/>
                </a:lnTo>
                <a:lnTo>
                  <a:pt x="76530" y="1397000"/>
                </a:lnTo>
                <a:lnTo>
                  <a:pt x="96151" y="1397000"/>
                </a:lnTo>
                <a:lnTo>
                  <a:pt x="91033" y="1409700"/>
                </a:lnTo>
                <a:close/>
              </a:path>
              <a:path w="5253355" h="3136900">
                <a:moveTo>
                  <a:pt x="76835" y="1422400"/>
                </a:moveTo>
                <a:lnTo>
                  <a:pt x="62191" y="1422400"/>
                </a:lnTo>
                <a:lnTo>
                  <a:pt x="66827" y="1409700"/>
                </a:lnTo>
                <a:lnTo>
                  <a:pt x="81521" y="1409700"/>
                </a:lnTo>
                <a:lnTo>
                  <a:pt x="76835" y="1422400"/>
                </a:lnTo>
                <a:close/>
              </a:path>
              <a:path w="5253355" h="3136900">
                <a:moveTo>
                  <a:pt x="68097" y="1435100"/>
                </a:moveTo>
                <a:lnTo>
                  <a:pt x="53390" y="1435100"/>
                </a:lnTo>
                <a:lnTo>
                  <a:pt x="57721" y="1422400"/>
                </a:lnTo>
                <a:lnTo>
                  <a:pt x="72491" y="1422400"/>
                </a:lnTo>
                <a:lnTo>
                  <a:pt x="68097" y="1435100"/>
                </a:lnTo>
                <a:close/>
              </a:path>
              <a:path w="5253355" h="3136900">
                <a:moveTo>
                  <a:pt x="59944" y="1447800"/>
                </a:moveTo>
                <a:lnTo>
                  <a:pt x="45212" y="1447800"/>
                </a:lnTo>
                <a:lnTo>
                  <a:pt x="49225" y="1435100"/>
                </a:lnTo>
                <a:lnTo>
                  <a:pt x="64033" y="1435100"/>
                </a:lnTo>
                <a:lnTo>
                  <a:pt x="59944" y="1447800"/>
                </a:lnTo>
                <a:close/>
              </a:path>
              <a:path w="5253355" h="3136900">
                <a:moveTo>
                  <a:pt x="5230939" y="1447800"/>
                </a:moveTo>
                <a:lnTo>
                  <a:pt x="5228882" y="1435100"/>
                </a:lnTo>
                <a:lnTo>
                  <a:pt x="5230901" y="1435100"/>
                </a:lnTo>
                <a:lnTo>
                  <a:pt x="5230939" y="1447800"/>
                </a:lnTo>
                <a:close/>
              </a:path>
              <a:path w="5253355" h="3136900">
                <a:moveTo>
                  <a:pt x="5246814" y="1460500"/>
                </a:moveTo>
                <a:lnTo>
                  <a:pt x="5234368" y="1460500"/>
                </a:lnTo>
                <a:lnTo>
                  <a:pt x="5232717" y="1447800"/>
                </a:lnTo>
                <a:lnTo>
                  <a:pt x="5230901" y="1435100"/>
                </a:lnTo>
                <a:lnTo>
                  <a:pt x="5243245" y="1435100"/>
                </a:lnTo>
                <a:lnTo>
                  <a:pt x="5245138" y="1447800"/>
                </a:lnTo>
                <a:lnTo>
                  <a:pt x="5246814" y="1460500"/>
                </a:lnTo>
                <a:close/>
              </a:path>
              <a:path w="5253355" h="3136900">
                <a:moveTo>
                  <a:pt x="52387" y="1460500"/>
                </a:moveTo>
                <a:lnTo>
                  <a:pt x="37668" y="1460500"/>
                </a:lnTo>
                <a:lnTo>
                  <a:pt x="41363" y="1447800"/>
                </a:lnTo>
                <a:lnTo>
                  <a:pt x="56172" y="1447800"/>
                </a:lnTo>
                <a:lnTo>
                  <a:pt x="52387" y="1460500"/>
                </a:lnTo>
                <a:close/>
              </a:path>
              <a:path w="5253355" h="3136900">
                <a:moveTo>
                  <a:pt x="39141" y="1485900"/>
                </a:moveTo>
                <a:lnTo>
                  <a:pt x="27571" y="1485900"/>
                </a:lnTo>
                <a:lnTo>
                  <a:pt x="30772" y="1473200"/>
                </a:lnTo>
                <a:lnTo>
                  <a:pt x="34137" y="1460500"/>
                </a:lnTo>
                <a:lnTo>
                  <a:pt x="48920" y="1460500"/>
                </a:lnTo>
                <a:lnTo>
                  <a:pt x="45453" y="1473200"/>
                </a:lnTo>
                <a:lnTo>
                  <a:pt x="42278" y="1473200"/>
                </a:lnTo>
                <a:lnTo>
                  <a:pt x="39141" y="1485900"/>
                </a:lnTo>
                <a:close/>
              </a:path>
              <a:path w="5253355" h="3136900">
                <a:moveTo>
                  <a:pt x="5249545" y="1473200"/>
                </a:moveTo>
                <a:lnTo>
                  <a:pt x="5236984" y="1473200"/>
                </a:lnTo>
                <a:lnTo>
                  <a:pt x="5235752" y="1460500"/>
                </a:lnTo>
                <a:lnTo>
                  <a:pt x="5248275" y="1460500"/>
                </a:lnTo>
                <a:lnTo>
                  <a:pt x="5249545" y="1473200"/>
                </a:lnTo>
                <a:close/>
              </a:path>
              <a:path w="5253355" h="3136900">
                <a:moveTo>
                  <a:pt x="5252110" y="1498600"/>
                </a:moveTo>
                <a:lnTo>
                  <a:pt x="5239448" y="1498600"/>
                </a:lnTo>
                <a:lnTo>
                  <a:pt x="5238800" y="1485900"/>
                </a:lnTo>
                <a:lnTo>
                  <a:pt x="5238000" y="1485900"/>
                </a:lnTo>
                <a:lnTo>
                  <a:pt x="5236959" y="1473200"/>
                </a:lnTo>
                <a:lnTo>
                  <a:pt x="5250599" y="1473200"/>
                </a:lnTo>
                <a:lnTo>
                  <a:pt x="5251450" y="1485900"/>
                </a:lnTo>
                <a:lnTo>
                  <a:pt x="5252110" y="1498600"/>
                </a:lnTo>
                <a:close/>
              </a:path>
              <a:path w="5253355" h="3136900">
                <a:moveTo>
                  <a:pt x="33477" y="1498600"/>
                </a:moveTo>
                <a:lnTo>
                  <a:pt x="21666" y="1498600"/>
                </a:lnTo>
                <a:lnTo>
                  <a:pt x="24523" y="1485900"/>
                </a:lnTo>
                <a:lnTo>
                  <a:pt x="36283" y="1485900"/>
                </a:lnTo>
                <a:lnTo>
                  <a:pt x="33477" y="1498600"/>
                </a:lnTo>
                <a:close/>
              </a:path>
              <a:path w="5253355" h="3136900">
                <a:moveTo>
                  <a:pt x="30886" y="1511300"/>
                </a:moveTo>
                <a:lnTo>
                  <a:pt x="16433" y="1511300"/>
                </a:lnTo>
                <a:lnTo>
                  <a:pt x="18961" y="1498600"/>
                </a:lnTo>
                <a:lnTo>
                  <a:pt x="33528" y="1498600"/>
                </a:lnTo>
                <a:lnTo>
                  <a:pt x="30886" y="1511300"/>
                </a:lnTo>
                <a:close/>
              </a:path>
              <a:path w="5253355" h="3136900">
                <a:moveTo>
                  <a:pt x="5252872" y="1524000"/>
                </a:moveTo>
                <a:lnTo>
                  <a:pt x="5240172" y="1524000"/>
                </a:lnTo>
                <a:lnTo>
                  <a:pt x="5240108" y="1511300"/>
                </a:lnTo>
                <a:lnTo>
                  <a:pt x="5239867" y="1498600"/>
                </a:lnTo>
                <a:lnTo>
                  <a:pt x="5252554" y="1498600"/>
                </a:lnTo>
                <a:lnTo>
                  <a:pt x="5252808" y="1511300"/>
                </a:lnTo>
                <a:lnTo>
                  <a:pt x="5252872" y="1524000"/>
                </a:lnTo>
                <a:close/>
              </a:path>
              <a:path w="5253355" h="3136900">
                <a:moveTo>
                  <a:pt x="22199" y="1536700"/>
                </a:moveTo>
                <a:lnTo>
                  <a:pt x="9906" y="1536700"/>
                </a:lnTo>
                <a:lnTo>
                  <a:pt x="11912" y="1524000"/>
                </a:lnTo>
                <a:lnTo>
                  <a:pt x="14084" y="1511300"/>
                </a:lnTo>
                <a:lnTo>
                  <a:pt x="28511" y="1511300"/>
                </a:lnTo>
                <a:lnTo>
                  <a:pt x="26200" y="1524000"/>
                </a:lnTo>
                <a:lnTo>
                  <a:pt x="24155" y="1524000"/>
                </a:lnTo>
                <a:lnTo>
                  <a:pt x="22199" y="1536700"/>
                </a:lnTo>
                <a:close/>
              </a:path>
              <a:path w="5253355" h="3136900">
                <a:moveTo>
                  <a:pt x="5252389" y="1536700"/>
                </a:moveTo>
                <a:lnTo>
                  <a:pt x="5239715" y="1536700"/>
                </a:lnTo>
                <a:lnTo>
                  <a:pt x="5240032" y="1524000"/>
                </a:lnTo>
                <a:lnTo>
                  <a:pt x="5252732" y="1524000"/>
                </a:lnTo>
                <a:lnTo>
                  <a:pt x="5252389" y="1536700"/>
                </a:lnTo>
                <a:close/>
              </a:path>
              <a:path w="5253355" h="3136900">
                <a:moveTo>
                  <a:pt x="18872" y="1549400"/>
                </a:moveTo>
                <a:lnTo>
                  <a:pt x="6451" y="1549400"/>
                </a:lnTo>
                <a:lnTo>
                  <a:pt x="8089" y="1536700"/>
                </a:lnTo>
                <a:lnTo>
                  <a:pt x="20485" y="1536700"/>
                </a:lnTo>
                <a:lnTo>
                  <a:pt x="18872" y="1549400"/>
                </a:lnTo>
                <a:close/>
              </a:path>
              <a:path w="5253355" h="3136900">
                <a:moveTo>
                  <a:pt x="5250256" y="1562100"/>
                </a:moveTo>
                <a:lnTo>
                  <a:pt x="5236603" y="1562100"/>
                </a:lnTo>
                <a:lnTo>
                  <a:pt x="5237670" y="1549400"/>
                </a:lnTo>
                <a:lnTo>
                  <a:pt x="5238521" y="1549400"/>
                </a:lnTo>
                <a:lnTo>
                  <a:pt x="5239219" y="1536700"/>
                </a:lnTo>
                <a:lnTo>
                  <a:pt x="5251869" y="1536700"/>
                </a:lnTo>
                <a:lnTo>
                  <a:pt x="5251157" y="1549400"/>
                </a:lnTo>
                <a:lnTo>
                  <a:pt x="5250256" y="1562100"/>
                </a:lnTo>
                <a:close/>
              </a:path>
              <a:path w="5253355" h="3136900">
                <a:moveTo>
                  <a:pt x="15201" y="1574800"/>
                </a:moveTo>
                <a:lnTo>
                  <a:pt x="2616" y="1574800"/>
                </a:lnTo>
                <a:lnTo>
                  <a:pt x="3708" y="1562100"/>
                </a:lnTo>
                <a:lnTo>
                  <a:pt x="4991" y="1549400"/>
                </a:lnTo>
                <a:lnTo>
                  <a:pt x="18910" y="1549400"/>
                </a:lnTo>
                <a:lnTo>
                  <a:pt x="17475" y="1562100"/>
                </a:lnTo>
                <a:lnTo>
                  <a:pt x="16268" y="1562100"/>
                </a:lnTo>
                <a:lnTo>
                  <a:pt x="15201" y="1574800"/>
                </a:lnTo>
                <a:close/>
              </a:path>
              <a:path w="5253355" h="3136900">
                <a:moveTo>
                  <a:pt x="5247881" y="1574800"/>
                </a:moveTo>
                <a:lnTo>
                  <a:pt x="5235371" y="1574800"/>
                </a:lnTo>
                <a:lnTo>
                  <a:pt x="5236616" y="1562100"/>
                </a:lnTo>
                <a:lnTo>
                  <a:pt x="5249164" y="1562100"/>
                </a:lnTo>
                <a:lnTo>
                  <a:pt x="5247881" y="1574800"/>
                </a:lnTo>
                <a:close/>
              </a:path>
              <a:path w="5253355" h="3136900">
                <a:moveTo>
                  <a:pt x="13652" y="1587500"/>
                </a:moveTo>
                <a:lnTo>
                  <a:pt x="1003" y="1587500"/>
                </a:lnTo>
                <a:lnTo>
                  <a:pt x="1714" y="1574800"/>
                </a:lnTo>
                <a:lnTo>
                  <a:pt x="14350" y="1574800"/>
                </a:lnTo>
                <a:lnTo>
                  <a:pt x="13652" y="1587500"/>
                </a:lnTo>
                <a:close/>
              </a:path>
              <a:path w="5253355" h="3136900">
                <a:moveTo>
                  <a:pt x="5242966" y="1600200"/>
                </a:moveTo>
                <a:lnTo>
                  <a:pt x="5228717" y="1600200"/>
                </a:lnTo>
                <a:lnTo>
                  <a:pt x="5230672" y="1587500"/>
                </a:lnTo>
                <a:lnTo>
                  <a:pt x="5232387" y="1587500"/>
                </a:lnTo>
                <a:lnTo>
                  <a:pt x="5234000" y="1574800"/>
                </a:lnTo>
                <a:lnTo>
                  <a:pt x="5246420" y="1574800"/>
                </a:lnTo>
                <a:lnTo>
                  <a:pt x="5244782" y="1587500"/>
                </a:lnTo>
                <a:lnTo>
                  <a:pt x="5242966" y="1600200"/>
                </a:lnTo>
                <a:close/>
              </a:path>
              <a:path w="5253355" h="3136900">
                <a:moveTo>
                  <a:pt x="12700" y="1612900"/>
                </a:moveTo>
                <a:lnTo>
                  <a:pt x="0" y="1612900"/>
                </a:lnTo>
                <a:lnTo>
                  <a:pt x="139" y="1600200"/>
                </a:lnTo>
                <a:lnTo>
                  <a:pt x="482" y="1587500"/>
                </a:lnTo>
                <a:lnTo>
                  <a:pt x="13157" y="1587500"/>
                </a:lnTo>
                <a:lnTo>
                  <a:pt x="12839" y="1600200"/>
                </a:lnTo>
                <a:lnTo>
                  <a:pt x="12700" y="1612900"/>
                </a:lnTo>
                <a:close/>
              </a:path>
              <a:path w="5253355" h="3136900">
                <a:moveTo>
                  <a:pt x="5238788" y="1612900"/>
                </a:moveTo>
                <a:lnTo>
                  <a:pt x="5224360" y="1612900"/>
                </a:lnTo>
                <a:lnTo>
                  <a:pt x="5226672" y="1600200"/>
                </a:lnTo>
                <a:lnTo>
                  <a:pt x="5240959" y="1600200"/>
                </a:lnTo>
                <a:lnTo>
                  <a:pt x="5238788" y="1612900"/>
                </a:lnTo>
                <a:close/>
              </a:path>
              <a:path w="5253355" h="3136900">
                <a:moveTo>
                  <a:pt x="13004" y="1625600"/>
                </a:moveTo>
                <a:lnTo>
                  <a:pt x="317" y="1625600"/>
                </a:lnTo>
                <a:lnTo>
                  <a:pt x="63" y="1612900"/>
                </a:lnTo>
                <a:lnTo>
                  <a:pt x="12750" y="1612900"/>
                </a:lnTo>
                <a:lnTo>
                  <a:pt x="13004" y="1625600"/>
                </a:lnTo>
                <a:close/>
              </a:path>
              <a:path w="5253355" h="3136900">
                <a:moveTo>
                  <a:pt x="5233911" y="1625600"/>
                </a:moveTo>
                <a:lnTo>
                  <a:pt x="5221935" y="1625600"/>
                </a:lnTo>
                <a:lnTo>
                  <a:pt x="5224411" y="1612900"/>
                </a:lnTo>
                <a:lnTo>
                  <a:pt x="5236438" y="1612900"/>
                </a:lnTo>
                <a:lnTo>
                  <a:pt x="5233911" y="1625600"/>
                </a:lnTo>
                <a:close/>
              </a:path>
              <a:path w="5253355" h="3136900">
                <a:moveTo>
                  <a:pt x="14884" y="1651000"/>
                </a:moveTo>
                <a:lnTo>
                  <a:pt x="2273" y="1651000"/>
                </a:lnTo>
                <a:lnTo>
                  <a:pt x="1422" y="1638300"/>
                </a:lnTo>
                <a:lnTo>
                  <a:pt x="762" y="1625600"/>
                </a:lnTo>
                <a:lnTo>
                  <a:pt x="13423" y="1625600"/>
                </a:lnTo>
                <a:lnTo>
                  <a:pt x="14071" y="1638300"/>
                </a:lnTo>
                <a:lnTo>
                  <a:pt x="14884" y="1651000"/>
                </a:lnTo>
                <a:close/>
              </a:path>
              <a:path w="5253355" h="3136900">
                <a:moveTo>
                  <a:pt x="5225300" y="1651000"/>
                </a:moveTo>
                <a:lnTo>
                  <a:pt x="5210594" y="1651000"/>
                </a:lnTo>
                <a:lnTo>
                  <a:pt x="5213731" y="1638300"/>
                </a:lnTo>
                <a:lnTo>
                  <a:pt x="5216588" y="1638300"/>
                </a:lnTo>
                <a:lnTo>
                  <a:pt x="5219395" y="1625600"/>
                </a:lnTo>
                <a:lnTo>
                  <a:pt x="5231206" y="1625600"/>
                </a:lnTo>
                <a:lnTo>
                  <a:pt x="5228348" y="1638300"/>
                </a:lnTo>
                <a:lnTo>
                  <a:pt x="5225300" y="1651000"/>
                </a:lnTo>
                <a:close/>
              </a:path>
              <a:path w="5253355" h="3136900">
                <a:moveTo>
                  <a:pt x="20154" y="1676400"/>
                </a:moveTo>
                <a:lnTo>
                  <a:pt x="6057" y="1676400"/>
                </a:lnTo>
                <a:lnTo>
                  <a:pt x="4597" y="1663700"/>
                </a:lnTo>
                <a:lnTo>
                  <a:pt x="3327" y="1651000"/>
                </a:lnTo>
                <a:lnTo>
                  <a:pt x="15887" y="1651000"/>
                </a:lnTo>
                <a:lnTo>
                  <a:pt x="17119" y="1663700"/>
                </a:lnTo>
                <a:lnTo>
                  <a:pt x="18503" y="1663700"/>
                </a:lnTo>
                <a:lnTo>
                  <a:pt x="20154" y="1676400"/>
                </a:lnTo>
                <a:close/>
              </a:path>
              <a:path w="5253355" h="3136900">
                <a:moveTo>
                  <a:pt x="5218734" y="1663700"/>
                </a:moveTo>
                <a:lnTo>
                  <a:pt x="5203952" y="1663700"/>
                </a:lnTo>
                <a:lnTo>
                  <a:pt x="5207419" y="1651000"/>
                </a:lnTo>
                <a:lnTo>
                  <a:pt x="5222100" y="1651000"/>
                </a:lnTo>
                <a:lnTo>
                  <a:pt x="5218734" y="1663700"/>
                </a:lnTo>
                <a:close/>
              </a:path>
              <a:path w="5253355" h="3136900">
                <a:moveTo>
                  <a:pt x="5211508" y="1676400"/>
                </a:moveTo>
                <a:lnTo>
                  <a:pt x="5196700" y="1676400"/>
                </a:lnTo>
                <a:lnTo>
                  <a:pt x="5200484" y="1663700"/>
                </a:lnTo>
                <a:lnTo>
                  <a:pt x="5215204" y="1663700"/>
                </a:lnTo>
                <a:lnTo>
                  <a:pt x="5211508" y="1676400"/>
                </a:lnTo>
                <a:close/>
              </a:path>
              <a:path w="5253355" h="3136900">
                <a:moveTo>
                  <a:pt x="26212" y="1701800"/>
                </a:moveTo>
                <a:lnTo>
                  <a:pt x="11734" y="1701800"/>
                </a:lnTo>
                <a:lnTo>
                  <a:pt x="9626" y="1689100"/>
                </a:lnTo>
                <a:lnTo>
                  <a:pt x="7734" y="1676400"/>
                </a:lnTo>
                <a:lnTo>
                  <a:pt x="20116" y="1676400"/>
                </a:lnTo>
                <a:lnTo>
                  <a:pt x="21971" y="1689100"/>
                </a:lnTo>
                <a:lnTo>
                  <a:pt x="23939" y="1689100"/>
                </a:lnTo>
                <a:lnTo>
                  <a:pt x="26212" y="1701800"/>
                </a:lnTo>
                <a:close/>
              </a:path>
              <a:path w="5253355" h="3136900">
                <a:moveTo>
                  <a:pt x="5203647" y="1689100"/>
                </a:moveTo>
                <a:lnTo>
                  <a:pt x="5188839" y="1689100"/>
                </a:lnTo>
                <a:lnTo>
                  <a:pt x="5192928" y="1676400"/>
                </a:lnTo>
                <a:lnTo>
                  <a:pt x="5207660" y="1676400"/>
                </a:lnTo>
                <a:lnTo>
                  <a:pt x="5203647" y="1689100"/>
                </a:lnTo>
                <a:close/>
              </a:path>
              <a:path w="5253355" h="3136900">
                <a:moveTo>
                  <a:pt x="5195150" y="1701800"/>
                </a:moveTo>
                <a:lnTo>
                  <a:pt x="5180380" y="1701800"/>
                </a:lnTo>
                <a:lnTo>
                  <a:pt x="5184775" y="1689100"/>
                </a:lnTo>
                <a:lnTo>
                  <a:pt x="5199481" y="1689100"/>
                </a:lnTo>
                <a:lnTo>
                  <a:pt x="5195150" y="1701800"/>
                </a:lnTo>
                <a:close/>
              </a:path>
              <a:path w="5253355" h="3136900">
                <a:moveTo>
                  <a:pt x="395427" y="2908300"/>
                </a:moveTo>
                <a:lnTo>
                  <a:pt x="380860" y="2908300"/>
                </a:lnTo>
                <a:lnTo>
                  <a:pt x="14033" y="1701800"/>
                </a:lnTo>
                <a:lnTo>
                  <a:pt x="26187" y="1701800"/>
                </a:lnTo>
                <a:lnTo>
                  <a:pt x="392988" y="2895600"/>
                </a:lnTo>
                <a:lnTo>
                  <a:pt x="395427" y="2908300"/>
                </a:lnTo>
                <a:close/>
              </a:path>
              <a:path w="5253355" h="3136900">
                <a:moveTo>
                  <a:pt x="5186045" y="1714500"/>
                </a:moveTo>
                <a:lnTo>
                  <a:pt x="5171351" y="1714500"/>
                </a:lnTo>
                <a:lnTo>
                  <a:pt x="5176037" y="1701800"/>
                </a:lnTo>
                <a:lnTo>
                  <a:pt x="5190680" y="1701800"/>
                </a:lnTo>
                <a:lnTo>
                  <a:pt x="5186045" y="1714500"/>
                </a:lnTo>
                <a:close/>
              </a:path>
              <a:path w="5253355" h="3136900">
                <a:moveTo>
                  <a:pt x="5176342" y="1727200"/>
                </a:moveTo>
                <a:lnTo>
                  <a:pt x="5161737" y="1727200"/>
                </a:lnTo>
                <a:lnTo>
                  <a:pt x="5166715" y="1714500"/>
                </a:lnTo>
                <a:lnTo>
                  <a:pt x="5181269" y="1714500"/>
                </a:lnTo>
                <a:lnTo>
                  <a:pt x="5176342" y="1727200"/>
                </a:lnTo>
                <a:close/>
              </a:path>
              <a:path w="5253355" h="3136900">
                <a:moveTo>
                  <a:pt x="5166042" y="1739900"/>
                </a:moveTo>
                <a:lnTo>
                  <a:pt x="5146281" y="1739900"/>
                </a:lnTo>
                <a:lnTo>
                  <a:pt x="5151678" y="1727200"/>
                </a:lnTo>
                <a:lnTo>
                  <a:pt x="5171262" y="1727200"/>
                </a:lnTo>
                <a:lnTo>
                  <a:pt x="5166042" y="1739900"/>
                </a:lnTo>
                <a:close/>
              </a:path>
              <a:path w="5253355" h="3136900">
                <a:moveTo>
                  <a:pt x="5155171" y="1752600"/>
                </a:moveTo>
                <a:lnTo>
                  <a:pt x="5135308" y="1752600"/>
                </a:lnTo>
                <a:lnTo>
                  <a:pt x="5140972" y="1739900"/>
                </a:lnTo>
                <a:lnTo>
                  <a:pt x="5160683" y="1739900"/>
                </a:lnTo>
                <a:lnTo>
                  <a:pt x="5155171" y="1752600"/>
                </a:lnTo>
                <a:close/>
              </a:path>
              <a:path w="5253355" h="3136900">
                <a:moveTo>
                  <a:pt x="5137823" y="1765300"/>
                </a:moveTo>
                <a:lnTo>
                  <a:pt x="5117858" y="1765300"/>
                </a:lnTo>
                <a:lnTo>
                  <a:pt x="5123916" y="1752600"/>
                </a:lnTo>
                <a:lnTo>
                  <a:pt x="5143741" y="1752600"/>
                </a:lnTo>
                <a:lnTo>
                  <a:pt x="5137823" y="1765300"/>
                </a:lnTo>
                <a:close/>
              </a:path>
              <a:path w="5253355" h="3136900">
                <a:moveTo>
                  <a:pt x="5125580" y="1778000"/>
                </a:moveTo>
                <a:lnTo>
                  <a:pt x="5099265" y="1778000"/>
                </a:lnTo>
                <a:lnTo>
                  <a:pt x="5105717" y="1765300"/>
                </a:lnTo>
                <a:lnTo>
                  <a:pt x="5131765" y="1765300"/>
                </a:lnTo>
                <a:lnTo>
                  <a:pt x="5125580" y="1778000"/>
                </a:lnTo>
                <a:close/>
              </a:path>
              <a:path w="5253355" h="3136900">
                <a:moveTo>
                  <a:pt x="5106225" y="1790700"/>
                </a:moveTo>
                <a:lnTo>
                  <a:pt x="5079593" y="1790700"/>
                </a:lnTo>
                <a:lnTo>
                  <a:pt x="5086413" y="1778000"/>
                </a:lnTo>
                <a:lnTo>
                  <a:pt x="5112804" y="1778000"/>
                </a:lnTo>
                <a:lnTo>
                  <a:pt x="5106225" y="1790700"/>
                </a:lnTo>
                <a:close/>
              </a:path>
              <a:path w="5253355" h="3136900">
                <a:moveTo>
                  <a:pt x="5085727" y="1803400"/>
                </a:moveTo>
                <a:lnTo>
                  <a:pt x="5051717" y="1803400"/>
                </a:lnTo>
                <a:lnTo>
                  <a:pt x="5059006" y="1790700"/>
                </a:lnTo>
                <a:lnTo>
                  <a:pt x="5092687" y="1790700"/>
                </a:lnTo>
                <a:lnTo>
                  <a:pt x="5085727" y="1803400"/>
                </a:lnTo>
                <a:close/>
              </a:path>
              <a:path w="5253355" h="3136900">
                <a:moveTo>
                  <a:pt x="5056708" y="1816100"/>
                </a:moveTo>
                <a:lnTo>
                  <a:pt x="5022075" y="1816100"/>
                </a:lnTo>
                <a:lnTo>
                  <a:pt x="5029796" y="1803400"/>
                </a:lnTo>
                <a:lnTo>
                  <a:pt x="5064137" y="1803400"/>
                </a:lnTo>
                <a:lnTo>
                  <a:pt x="5056708" y="1816100"/>
                </a:lnTo>
                <a:close/>
              </a:path>
              <a:path w="5253355" h="3136900">
                <a:moveTo>
                  <a:pt x="780884" y="3124200"/>
                </a:moveTo>
                <a:lnTo>
                  <a:pt x="715987" y="3124200"/>
                </a:lnTo>
                <a:lnTo>
                  <a:pt x="723785" y="3111500"/>
                </a:lnTo>
                <a:lnTo>
                  <a:pt x="777227" y="3111500"/>
                </a:lnTo>
                <a:lnTo>
                  <a:pt x="5022151" y="1816100"/>
                </a:lnTo>
                <a:lnTo>
                  <a:pt x="5033733" y="1816100"/>
                </a:lnTo>
                <a:lnTo>
                  <a:pt x="5025898" y="1828800"/>
                </a:lnTo>
                <a:lnTo>
                  <a:pt x="780884" y="3124200"/>
                </a:lnTo>
                <a:close/>
              </a:path>
              <a:path w="5253355" h="3136900">
                <a:moveTo>
                  <a:pt x="403733" y="2933700"/>
                </a:moveTo>
                <a:lnTo>
                  <a:pt x="388937" y="2933700"/>
                </a:lnTo>
                <a:lnTo>
                  <a:pt x="386054" y="2921000"/>
                </a:lnTo>
                <a:lnTo>
                  <a:pt x="383362" y="2908300"/>
                </a:lnTo>
                <a:lnTo>
                  <a:pt x="395376" y="2908300"/>
                </a:lnTo>
                <a:lnTo>
                  <a:pt x="398030" y="2921000"/>
                </a:lnTo>
                <a:lnTo>
                  <a:pt x="400735" y="2921000"/>
                </a:lnTo>
                <a:lnTo>
                  <a:pt x="403733" y="2933700"/>
                </a:lnTo>
                <a:close/>
              </a:path>
              <a:path w="5253355" h="3136900">
                <a:moveTo>
                  <a:pt x="410108" y="2946400"/>
                </a:moveTo>
                <a:lnTo>
                  <a:pt x="395224" y="2946400"/>
                </a:lnTo>
                <a:lnTo>
                  <a:pt x="391985" y="2933700"/>
                </a:lnTo>
                <a:lnTo>
                  <a:pt x="406768" y="2933700"/>
                </a:lnTo>
                <a:lnTo>
                  <a:pt x="410108" y="2946400"/>
                </a:lnTo>
                <a:close/>
              </a:path>
              <a:path w="5253355" h="3136900">
                <a:moveTo>
                  <a:pt x="417118" y="2959100"/>
                </a:moveTo>
                <a:lnTo>
                  <a:pt x="402196" y="2959100"/>
                </a:lnTo>
                <a:lnTo>
                  <a:pt x="398614" y="2946400"/>
                </a:lnTo>
                <a:lnTo>
                  <a:pt x="413461" y="2946400"/>
                </a:lnTo>
                <a:lnTo>
                  <a:pt x="417118" y="2959100"/>
                </a:lnTo>
                <a:close/>
              </a:path>
              <a:path w="5253355" h="3136900">
                <a:moveTo>
                  <a:pt x="428802" y="2984500"/>
                </a:moveTo>
                <a:lnTo>
                  <a:pt x="413880" y="2984500"/>
                </a:lnTo>
                <a:lnTo>
                  <a:pt x="409816" y="2971800"/>
                </a:lnTo>
                <a:lnTo>
                  <a:pt x="405930" y="2959100"/>
                </a:lnTo>
                <a:lnTo>
                  <a:pt x="417042" y="2959100"/>
                </a:lnTo>
                <a:lnTo>
                  <a:pt x="420865" y="2971800"/>
                </a:lnTo>
                <a:lnTo>
                  <a:pt x="424675" y="2971800"/>
                </a:lnTo>
                <a:lnTo>
                  <a:pt x="428802" y="2984500"/>
                </a:lnTo>
                <a:close/>
              </a:path>
              <a:path w="5253355" h="3136900">
                <a:moveTo>
                  <a:pt x="437324" y="2997200"/>
                </a:moveTo>
                <a:lnTo>
                  <a:pt x="422440" y="2997200"/>
                </a:lnTo>
                <a:lnTo>
                  <a:pt x="418084" y="2984500"/>
                </a:lnTo>
                <a:lnTo>
                  <a:pt x="432904" y="2984500"/>
                </a:lnTo>
                <a:lnTo>
                  <a:pt x="437324" y="2997200"/>
                </a:lnTo>
                <a:close/>
              </a:path>
              <a:path w="5253355" h="3136900">
                <a:moveTo>
                  <a:pt x="451142" y="3009900"/>
                </a:moveTo>
                <a:lnTo>
                  <a:pt x="431609" y="3009900"/>
                </a:lnTo>
                <a:lnTo>
                  <a:pt x="426961" y="2997200"/>
                </a:lnTo>
                <a:lnTo>
                  <a:pt x="446303" y="2997200"/>
                </a:lnTo>
                <a:lnTo>
                  <a:pt x="451142" y="3009900"/>
                </a:lnTo>
                <a:close/>
              </a:path>
              <a:path w="5253355" h="3136900">
                <a:moveTo>
                  <a:pt x="461022" y="3022600"/>
                </a:moveTo>
                <a:lnTo>
                  <a:pt x="441350" y="3022600"/>
                </a:lnTo>
                <a:lnTo>
                  <a:pt x="436410" y="3009900"/>
                </a:lnTo>
                <a:lnTo>
                  <a:pt x="455917" y="3009900"/>
                </a:lnTo>
                <a:lnTo>
                  <a:pt x="461022" y="3022600"/>
                </a:lnTo>
                <a:close/>
              </a:path>
              <a:path w="5253355" h="3136900">
                <a:moveTo>
                  <a:pt x="471398" y="3035300"/>
                </a:moveTo>
                <a:lnTo>
                  <a:pt x="456971" y="3035300"/>
                </a:lnTo>
                <a:lnTo>
                  <a:pt x="451637" y="3022600"/>
                </a:lnTo>
                <a:lnTo>
                  <a:pt x="466039" y="3022600"/>
                </a:lnTo>
                <a:lnTo>
                  <a:pt x="471398" y="3035300"/>
                </a:lnTo>
                <a:close/>
              </a:path>
              <a:path w="5253355" h="3136900">
                <a:moveTo>
                  <a:pt x="487845" y="3048000"/>
                </a:moveTo>
                <a:lnTo>
                  <a:pt x="468033" y="3048000"/>
                </a:lnTo>
                <a:lnTo>
                  <a:pt x="462445" y="3035300"/>
                </a:lnTo>
                <a:lnTo>
                  <a:pt x="482142" y="3035300"/>
                </a:lnTo>
                <a:lnTo>
                  <a:pt x="487845" y="3048000"/>
                </a:lnTo>
                <a:close/>
              </a:path>
              <a:path w="5253355" h="3136900">
                <a:moveTo>
                  <a:pt x="499376" y="3060700"/>
                </a:moveTo>
                <a:lnTo>
                  <a:pt x="479564" y="3060700"/>
                </a:lnTo>
                <a:lnTo>
                  <a:pt x="473735" y="3048000"/>
                </a:lnTo>
                <a:lnTo>
                  <a:pt x="493433" y="3048000"/>
                </a:lnTo>
                <a:lnTo>
                  <a:pt x="499376" y="3060700"/>
                </a:lnTo>
                <a:close/>
              </a:path>
              <a:path w="5253355" h="3136900">
                <a:moveTo>
                  <a:pt x="517423" y="3073400"/>
                </a:moveTo>
                <a:lnTo>
                  <a:pt x="497725" y="3073400"/>
                </a:lnTo>
                <a:lnTo>
                  <a:pt x="491566" y="3060700"/>
                </a:lnTo>
                <a:lnTo>
                  <a:pt x="511187" y="3060700"/>
                </a:lnTo>
                <a:lnTo>
                  <a:pt x="517423" y="3073400"/>
                </a:lnTo>
                <a:close/>
              </a:path>
              <a:path w="5253355" h="3136900">
                <a:moveTo>
                  <a:pt x="536333" y="3086100"/>
                </a:moveTo>
                <a:lnTo>
                  <a:pt x="516813" y="3086100"/>
                </a:lnTo>
                <a:lnTo>
                  <a:pt x="510349" y="3073400"/>
                </a:lnTo>
                <a:lnTo>
                  <a:pt x="529805" y="3073400"/>
                </a:lnTo>
                <a:lnTo>
                  <a:pt x="536333" y="3086100"/>
                </a:lnTo>
                <a:close/>
              </a:path>
              <a:path w="5253355" h="3136900">
                <a:moveTo>
                  <a:pt x="542810" y="3086100"/>
                </a:moveTo>
                <a:lnTo>
                  <a:pt x="536333" y="3086100"/>
                </a:lnTo>
                <a:lnTo>
                  <a:pt x="536206" y="3073400"/>
                </a:lnTo>
                <a:lnTo>
                  <a:pt x="542810" y="3086100"/>
                </a:lnTo>
                <a:close/>
              </a:path>
              <a:path w="5253355" h="3136900">
                <a:moveTo>
                  <a:pt x="562737" y="3098800"/>
                </a:moveTo>
                <a:lnTo>
                  <a:pt x="536778" y="3098800"/>
                </a:lnTo>
                <a:lnTo>
                  <a:pt x="530034" y="3086100"/>
                </a:lnTo>
                <a:lnTo>
                  <a:pt x="555879" y="3086100"/>
                </a:lnTo>
                <a:lnTo>
                  <a:pt x="562737" y="3098800"/>
                </a:lnTo>
                <a:close/>
              </a:path>
              <a:path w="5253355" h="3136900">
                <a:moveTo>
                  <a:pt x="597357" y="3111500"/>
                </a:moveTo>
                <a:lnTo>
                  <a:pt x="564578" y="3111500"/>
                </a:lnTo>
                <a:lnTo>
                  <a:pt x="557517" y="3098800"/>
                </a:lnTo>
                <a:lnTo>
                  <a:pt x="590169" y="3098800"/>
                </a:lnTo>
                <a:lnTo>
                  <a:pt x="597357" y="3111500"/>
                </a:lnTo>
                <a:close/>
              </a:path>
              <a:path w="5253355" h="3136900">
                <a:moveTo>
                  <a:pt x="655650" y="3124200"/>
                </a:moveTo>
                <a:lnTo>
                  <a:pt x="593559" y="3124200"/>
                </a:lnTo>
                <a:lnTo>
                  <a:pt x="586219" y="3111500"/>
                </a:lnTo>
                <a:lnTo>
                  <a:pt x="648068" y="3111500"/>
                </a:lnTo>
                <a:lnTo>
                  <a:pt x="655650" y="3124200"/>
                </a:lnTo>
                <a:close/>
              </a:path>
              <a:path w="5253355" h="3136900">
                <a:moveTo>
                  <a:pt x="663130" y="3124200"/>
                </a:moveTo>
                <a:lnTo>
                  <a:pt x="655650" y="3124200"/>
                </a:lnTo>
                <a:lnTo>
                  <a:pt x="655497" y="3111500"/>
                </a:lnTo>
                <a:lnTo>
                  <a:pt x="663130" y="3124200"/>
                </a:lnTo>
                <a:close/>
              </a:path>
              <a:path w="5253355" h="3136900">
                <a:moveTo>
                  <a:pt x="717257" y="3136900"/>
                </a:moveTo>
                <a:lnTo>
                  <a:pt x="662038" y="3136900"/>
                </a:lnTo>
                <a:lnTo>
                  <a:pt x="654253" y="3124200"/>
                </a:lnTo>
                <a:lnTo>
                  <a:pt x="725208" y="3124200"/>
                </a:lnTo>
                <a:lnTo>
                  <a:pt x="717257" y="31369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5295607" y="1481302"/>
            <a:ext cx="2063216" cy="1002982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7230935" y="1009777"/>
            <a:ext cx="1683118" cy="885596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8807412" y="770280"/>
            <a:ext cx="895730" cy="642531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5426481" y="2313927"/>
            <a:ext cx="910056" cy="626249"/>
          </a:xfrm>
          <a:prstGeom prst="rect">
            <a:avLst/>
          </a:prstGeom>
          <a:blipFill>
            <a:blip r:embed="rId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6199111" y="1712861"/>
            <a:ext cx="2076894" cy="1007186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8150225" y="1236929"/>
            <a:ext cx="1685124" cy="887628"/>
          </a:xfrm>
          <a:prstGeom prst="rect">
            <a:avLst/>
          </a:prstGeom>
          <a:blipFill>
            <a:blip r:embed="rId2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5575300" y="1887575"/>
            <a:ext cx="3789464" cy="1534020"/>
          </a:xfrm>
          <a:prstGeom prst="rect">
            <a:avLst/>
          </a:prstGeom>
          <a:blipFill>
            <a:blip r:embed="rId2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1840" y="0"/>
            <a:ext cx="2058670" cy="63436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>
                <a:solidFill>
                  <a:srgbClr val="F1F1F1"/>
                </a:solidFill>
                <a:latin typeface="华文楷体"/>
                <a:cs typeface="华文楷体"/>
              </a:rPr>
              <a:t>高中物</a:t>
            </a:r>
            <a:r>
              <a:rPr dirty="0" sz="4000" spc="-10">
                <a:solidFill>
                  <a:srgbClr val="F1F1F1"/>
                </a:solidFill>
                <a:latin typeface="华文楷体"/>
                <a:cs typeface="华文楷体"/>
              </a:rPr>
              <a:t>理</a:t>
            </a:r>
            <a:endParaRPr sz="4000">
              <a:latin typeface="华文楷体"/>
              <a:cs typeface="华文楷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91033" y="743661"/>
            <a:ext cx="4613109" cy="56746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5865876" y="1304544"/>
            <a:ext cx="6150864" cy="49530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868375" y="2422258"/>
            <a:ext cx="4050538" cy="52505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76554" y="3034334"/>
            <a:ext cx="4531067" cy="52960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350989" y="3639223"/>
            <a:ext cx="4589449" cy="54844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368160" y="4258144"/>
            <a:ext cx="2284666" cy="501281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1840" y="0"/>
            <a:ext cx="2058670" cy="63436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>
                <a:solidFill>
                  <a:srgbClr val="F1F1F1"/>
                </a:solidFill>
                <a:latin typeface="华文楷体"/>
                <a:cs typeface="华文楷体"/>
              </a:rPr>
              <a:t>高中物</a:t>
            </a:r>
            <a:r>
              <a:rPr dirty="0" sz="4000" spc="-10">
                <a:solidFill>
                  <a:srgbClr val="F1F1F1"/>
                </a:solidFill>
                <a:latin typeface="华文楷体"/>
                <a:cs typeface="华文楷体"/>
              </a:rPr>
              <a:t>理</a:t>
            </a:r>
            <a:endParaRPr sz="4000">
              <a:latin typeface="华文楷体"/>
              <a:cs typeface="华文楷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80513" y="1341513"/>
            <a:ext cx="5968784" cy="48275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8338387" y="1395247"/>
            <a:ext cx="282486" cy="37715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8609965" y="1366850"/>
            <a:ext cx="413677" cy="44945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9042286" y="1398828"/>
            <a:ext cx="259270" cy="37357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9306941" y="1348651"/>
            <a:ext cx="1826793" cy="46669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478280" y="1896351"/>
            <a:ext cx="3871950" cy="477558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265175" y="2828544"/>
            <a:ext cx="11800332" cy="3084576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1840" y="0"/>
            <a:ext cx="2058670" cy="63436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>
                <a:solidFill>
                  <a:srgbClr val="F1F1F1"/>
                </a:solidFill>
                <a:latin typeface="华文楷体"/>
                <a:cs typeface="华文楷体"/>
              </a:rPr>
              <a:t>高中物</a:t>
            </a:r>
            <a:r>
              <a:rPr dirty="0" sz="4000" spc="-10">
                <a:solidFill>
                  <a:srgbClr val="F1F1F1"/>
                </a:solidFill>
                <a:latin typeface="华文楷体"/>
                <a:cs typeface="华文楷体"/>
              </a:rPr>
              <a:t>理</a:t>
            </a:r>
            <a:endParaRPr sz="4000">
              <a:latin typeface="华文楷体"/>
              <a:cs typeface="华文楷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13792" y="4065231"/>
            <a:ext cx="2731008" cy="181432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13792" y="6055791"/>
            <a:ext cx="2731135" cy="128905"/>
          </a:xfrm>
          <a:custGeom>
            <a:avLst/>
            <a:gdLst/>
            <a:ahLst/>
            <a:cxnLst/>
            <a:rect l="l" t="t" r="r" b="b"/>
            <a:pathLst>
              <a:path w="2731135" h="128904">
                <a:moveTo>
                  <a:pt x="2674294" y="64217"/>
                </a:moveTo>
                <a:lnTo>
                  <a:pt x="2609722" y="26555"/>
                </a:lnTo>
                <a:lnTo>
                  <a:pt x="2602636" y="14147"/>
                </a:lnTo>
                <a:lnTo>
                  <a:pt x="2602966" y="11175"/>
                </a:lnTo>
                <a:lnTo>
                  <a:pt x="2615501" y="0"/>
                </a:lnTo>
                <a:lnTo>
                  <a:pt x="2618485" y="12"/>
                </a:lnTo>
                <a:lnTo>
                  <a:pt x="2621407" y="647"/>
                </a:lnTo>
                <a:lnTo>
                  <a:pt x="2624124" y="1866"/>
                </a:lnTo>
                <a:lnTo>
                  <a:pt x="2706518" y="49936"/>
                </a:lnTo>
                <a:lnTo>
                  <a:pt x="2702648" y="49936"/>
                </a:lnTo>
                <a:lnTo>
                  <a:pt x="2702648" y="51879"/>
                </a:lnTo>
                <a:lnTo>
                  <a:pt x="2695447" y="51879"/>
                </a:lnTo>
                <a:lnTo>
                  <a:pt x="2674294" y="64217"/>
                </a:lnTo>
                <a:close/>
              </a:path>
              <a:path w="2731135" h="128904">
                <a:moveTo>
                  <a:pt x="2649787" y="78511"/>
                </a:moveTo>
                <a:lnTo>
                  <a:pt x="0" y="78511"/>
                </a:lnTo>
                <a:lnTo>
                  <a:pt x="0" y="49936"/>
                </a:lnTo>
                <a:lnTo>
                  <a:pt x="2649809" y="49936"/>
                </a:lnTo>
                <a:lnTo>
                  <a:pt x="2674294" y="64217"/>
                </a:lnTo>
                <a:lnTo>
                  <a:pt x="2649787" y="78511"/>
                </a:lnTo>
                <a:close/>
              </a:path>
              <a:path w="2731135" h="128904">
                <a:moveTo>
                  <a:pt x="2706513" y="78511"/>
                </a:moveTo>
                <a:lnTo>
                  <a:pt x="2702648" y="78511"/>
                </a:lnTo>
                <a:lnTo>
                  <a:pt x="2702648" y="49936"/>
                </a:lnTo>
                <a:lnTo>
                  <a:pt x="2706518" y="49936"/>
                </a:lnTo>
                <a:lnTo>
                  <a:pt x="2731008" y="64223"/>
                </a:lnTo>
                <a:lnTo>
                  <a:pt x="2706513" y="78511"/>
                </a:lnTo>
                <a:close/>
              </a:path>
              <a:path w="2731135" h="128904">
                <a:moveTo>
                  <a:pt x="2695447" y="76555"/>
                </a:moveTo>
                <a:lnTo>
                  <a:pt x="2674294" y="64217"/>
                </a:lnTo>
                <a:lnTo>
                  <a:pt x="2695447" y="51879"/>
                </a:lnTo>
                <a:lnTo>
                  <a:pt x="2695447" y="76555"/>
                </a:lnTo>
                <a:close/>
              </a:path>
              <a:path w="2731135" h="128904">
                <a:moveTo>
                  <a:pt x="2702648" y="76555"/>
                </a:moveTo>
                <a:lnTo>
                  <a:pt x="2695447" y="76555"/>
                </a:lnTo>
                <a:lnTo>
                  <a:pt x="2695447" y="51879"/>
                </a:lnTo>
                <a:lnTo>
                  <a:pt x="2702648" y="51879"/>
                </a:lnTo>
                <a:lnTo>
                  <a:pt x="2702648" y="76555"/>
                </a:lnTo>
                <a:close/>
              </a:path>
              <a:path w="2731135" h="128904">
                <a:moveTo>
                  <a:pt x="2615501" y="128435"/>
                </a:moveTo>
                <a:lnTo>
                  <a:pt x="2602636" y="114287"/>
                </a:lnTo>
                <a:lnTo>
                  <a:pt x="2602941" y="111315"/>
                </a:lnTo>
                <a:lnTo>
                  <a:pt x="2674305" y="64223"/>
                </a:lnTo>
                <a:lnTo>
                  <a:pt x="2695447" y="76555"/>
                </a:lnTo>
                <a:lnTo>
                  <a:pt x="2702648" y="76555"/>
                </a:lnTo>
                <a:lnTo>
                  <a:pt x="2702648" y="78511"/>
                </a:lnTo>
                <a:lnTo>
                  <a:pt x="2706513" y="78511"/>
                </a:lnTo>
                <a:lnTo>
                  <a:pt x="2624124" y="126568"/>
                </a:lnTo>
                <a:lnTo>
                  <a:pt x="2621407" y="127787"/>
                </a:lnTo>
                <a:lnTo>
                  <a:pt x="2618485" y="128422"/>
                </a:lnTo>
                <a:lnTo>
                  <a:pt x="2615501" y="12843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989075" y="3732529"/>
            <a:ext cx="6350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>
                <a:latin typeface="Arial"/>
                <a:cs typeface="Arial"/>
              </a:rPr>
              <a:t>A</a:t>
            </a:r>
            <a:r>
              <a:rPr dirty="0" sz="2400">
                <a:latin typeface="Arial"/>
                <a:cs typeface="Arial"/>
              </a:rPr>
              <a:t>(</a:t>
            </a:r>
            <a:r>
              <a:rPr dirty="0" sz="2400" spc="-5">
                <a:latin typeface="Arial"/>
                <a:cs typeface="Arial"/>
              </a:rPr>
              <a:t>B</a:t>
            </a:r>
            <a:r>
              <a:rPr dirty="0" sz="2400">
                <a:latin typeface="Arial"/>
                <a:cs typeface="Arial"/>
              </a:rPr>
              <a:t>)</a:t>
            </a:r>
            <a:endParaRPr sz="24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89075" y="6137795"/>
            <a:ext cx="66929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Arial"/>
                <a:cs typeface="Arial"/>
              </a:rPr>
              <a:t>D(C)</a:t>
            </a:r>
            <a:endParaRPr sz="24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8739" y="4137075"/>
            <a:ext cx="206375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i="1">
                <a:solidFill>
                  <a:srgbClr val="0000FF"/>
                </a:solidFill>
                <a:latin typeface="Times New Roman"/>
                <a:cs typeface="Times New Roman"/>
              </a:rPr>
              <a:t>v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240788" y="5464111"/>
            <a:ext cx="206375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i="1">
                <a:solidFill>
                  <a:srgbClr val="0000FF"/>
                </a:solidFill>
                <a:latin typeface="Times New Roman"/>
                <a:cs typeface="Times New Roman"/>
              </a:rPr>
              <a:t>v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306229" y="4019753"/>
            <a:ext cx="2438400" cy="128905"/>
          </a:xfrm>
          <a:custGeom>
            <a:avLst/>
            <a:gdLst/>
            <a:ahLst/>
            <a:cxnLst/>
            <a:rect l="l" t="t" r="r" b="b"/>
            <a:pathLst>
              <a:path w="2438400" h="128904">
                <a:moveTo>
                  <a:pt x="2381693" y="64223"/>
                </a:moveTo>
                <a:lnTo>
                  <a:pt x="2317127" y="26555"/>
                </a:lnTo>
                <a:lnTo>
                  <a:pt x="2310041" y="14147"/>
                </a:lnTo>
                <a:lnTo>
                  <a:pt x="2310358" y="11188"/>
                </a:lnTo>
                <a:lnTo>
                  <a:pt x="2322893" y="0"/>
                </a:lnTo>
                <a:lnTo>
                  <a:pt x="2325878" y="12"/>
                </a:lnTo>
                <a:lnTo>
                  <a:pt x="2328798" y="647"/>
                </a:lnTo>
                <a:lnTo>
                  <a:pt x="2331516" y="1879"/>
                </a:lnTo>
                <a:lnTo>
                  <a:pt x="2413905" y="49936"/>
                </a:lnTo>
                <a:lnTo>
                  <a:pt x="2410053" y="49936"/>
                </a:lnTo>
                <a:lnTo>
                  <a:pt x="2410053" y="51879"/>
                </a:lnTo>
                <a:lnTo>
                  <a:pt x="2402852" y="51879"/>
                </a:lnTo>
                <a:lnTo>
                  <a:pt x="2381693" y="64223"/>
                </a:lnTo>
                <a:close/>
              </a:path>
              <a:path w="2438400" h="128904">
                <a:moveTo>
                  <a:pt x="2357203" y="78511"/>
                </a:moveTo>
                <a:lnTo>
                  <a:pt x="0" y="78511"/>
                </a:lnTo>
                <a:lnTo>
                  <a:pt x="0" y="49936"/>
                </a:lnTo>
                <a:lnTo>
                  <a:pt x="2357203" y="49936"/>
                </a:lnTo>
                <a:lnTo>
                  <a:pt x="2381693" y="64223"/>
                </a:lnTo>
                <a:lnTo>
                  <a:pt x="2357203" y="78511"/>
                </a:lnTo>
                <a:close/>
              </a:path>
              <a:path w="2438400" h="128904">
                <a:moveTo>
                  <a:pt x="2413905" y="78511"/>
                </a:moveTo>
                <a:lnTo>
                  <a:pt x="2410053" y="78511"/>
                </a:lnTo>
                <a:lnTo>
                  <a:pt x="2410053" y="49936"/>
                </a:lnTo>
                <a:lnTo>
                  <a:pt x="2413905" y="49936"/>
                </a:lnTo>
                <a:lnTo>
                  <a:pt x="2438400" y="64223"/>
                </a:lnTo>
                <a:lnTo>
                  <a:pt x="2413905" y="78511"/>
                </a:lnTo>
                <a:close/>
              </a:path>
              <a:path w="2438400" h="128904">
                <a:moveTo>
                  <a:pt x="2402852" y="76568"/>
                </a:moveTo>
                <a:lnTo>
                  <a:pt x="2381693" y="64223"/>
                </a:lnTo>
                <a:lnTo>
                  <a:pt x="2402852" y="51879"/>
                </a:lnTo>
                <a:lnTo>
                  <a:pt x="2402852" y="76568"/>
                </a:lnTo>
                <a:close/>
              </a:path>
              <a:path w="2438400" h="128904">
                <a:moveTo>
                  <a:pt x="2410053" y="76568"/>
                </a:moveTo>
                <a:lnTo>
                  <a:pt x="2402852" y="76568"/>
                </a:lnTo>
                <a:lnTo>
                  <a:pt x="2402852" y="51879"/>
                </a:lnTo>
                <a:lnTo>
                  <a:pt x="2410053" y="51879"/>
                </a:lnTo>
                <a:lnTo>
                  <a:pt x="2410053" y="76568"/>
                </a:lnTo>
                <a:close/>
              </a:path>
              <a:path w="2438400" h="128904">
                <a:moveTo>
                  <a:pt x="2322893" y="128447"/>
                </a:moveTo>
                <a:lnTo>
                  <a:pt x="2310041" y="114300"/>
                </a:lnTo>
                <a:lnTo>
                  <a:pt x="2310333" y="111315"/>
                </a:lnTo>
                <a:lnTo>
                  <a:pt x="2381693" y="64223"/>
                </a:lnTo>
                <a:lnTo>
                  <a:pt x="2402852" y="76568"/>
                </a:lnTo>
                <a:lnTo>
                  <a:pt x="2410053" y="76568"/>
                </a:lnTo>
                <a:lnTo>
                  <a:pt x="2410053" y="78511"/>
                </a:lnTo>
                <a:lnTo>
                  <a:pt x="2413905" y="78511"/>
                </a:lnTo>
                <a:lnTo>
                  <a:pt x="2331516" y="126568"/>
                </a:lnTo>
                <a:lnTo>
                  <a:pt x="2328798" y="127800"/>
                </a:lnTo>
                <a:lnTo>
                  <a:pt x="2325878" y="128435"/>
                </a:lnTo>
                <a:lnTo>
                  <a:pt x="2322893" y="12844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3306229" y="4514926"/>
            <a:ext cx="2438400" cy="120131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3306229" y="6082969"/>
            <a:ext cx="2438400" cy="128905"/>
          </a:xfrm>
          <a:custGeom>
            <a:avLst/>
            <a:gdLst/>
            <a:ahLst/>
            <a:cxnLst/>
            <a:rect l="l" t="t" r="r" b="b"/>
            <a:pathLst>
              <a:path w="2438400" h="128904">
                <a:moveTo>
                  <a:pt x="2381699" y="64217"/>
                </a:moveTo>
                <a:lnTo>
                  <a:pt x="2317127" y="26555"/>
                </a:lnTo>
                <a:lnTo>
                  <a:pt x="2310041" y="14147"/>
                </a:lnTo>
                <a:lnTo>
                  <a:pt x="2310358" y="11175"/>
                </a:lnTo>
                <a:lnTo>
                  <a:pt x="2322893" y="0"/>
                </a:lnTo>
                <a:lnTo>
                  <a:pt x="2325878" y="12"/>
                </a:lnTo>
                <a:lnTo>
                  <a:pt x="2328798" y="647"/>
                </a:lnTo>
                <a:lnTo>
                  <a:pt x="2331516" y="1866"/>
                </a:lnTo>
                <a:lnTo>
                  <a:pt x="2413910" y="49936"/>
                </a:lnTo>
                <a:lnTo>
                  <a:pt x="2410053" y="49936"/>
                </a:lnTo>
                <a:lnTo>
                  <a:pt x="2410053" y="51879"/>
                </a:lnTo>
                <a:lnTo>
                  <a:pt x="2402852" y="51879"/>
                </a:lnTo>
                <a:lnTo>
                  <a:pt x="2381699" y="64217"/>
                </a:lnTo>
                <a:close/>
              </a:path>
              <a:path w="2438400" h="128904">
                <a:moveTo>
                  <a:pt x="2357192" y="78511"/>
                </a:moveTo>
                <a:lnTo>
                  <a:pt x="0" y="78511"/>
                </a:lnTo>
                <a:lnTo>
                  <a:pt x="0" y="49936"/>
                </a:lnTo>
                <a:lnTo>
                  <a:pt x="2357213" y="49936"/>
                </a:lnTo>
                <a:lnTo>
                  <a:pt x="2381699" y="64217"/>
                </a:lnTo>
                <a:lnTo>
                  <a:pt x="2357192" y="78511"/>
                </a:lnTo>
                <a:close/>
              </a:path>
              <a:path w="2438400" h="128904">
                <a:moveTo>
                  <a:pt x="2413905" y="78511"/>
                </a:moveTo>
                <a:lnTo>
                  <a:pt x="2410053" y="78511"/>
                </a:lnTo>
                <a:lnTo>
                  <a:pt x="2410053" y="49936"/>
                </a:lnTo>
                <a:lnTo>
                  <a:pt x="2413910" y="49936"/>
                </a:lnTo>
                <a:lnTo>
                  <a:pt x="2438400" y="64223"/>
                </a:lnTo>
                <a:lnTo>
                  <a:pt x="2413905" y="78511"/>
                </a:lnTo>
                <a:close/>
              </a:path>
              <a:path w="2438400" h="128904">
                <a:moveTo>
                  <a:pt x="2402852" y="76555"/>
                </a:moveTo>
                <a:lnTo>
                  <a:pt x="2381699" y="64217"/>
                </a:lnTo>
                <a:lnTo>
                  <a:pt x="2402852" y="51879"/>
                </a:lnTo>
                <a:lnTo>
                  <a:pt x="2402852" y="76555"/>
                </a:lnTo>
                <a:close/>
              </a:path>
              <a:path w="2438400" h="128904">
                <a:moveTo>
                  <a:pt x="2410053" y="76555"/>
                </a:moveTo>
                <a:lnTo>
                  <a:pt x="2402852" y="76555"/>
                </a:lnTo>
                <a:lnTo>
                  <a:pt x="2402852" y="51879"/>
                </a:lnTo>
                <a:lnTo>
                  <a:pt x="2410053" y="51879"/>
                </a:lnTo>
                <a:lnTo>
                  <a:pt x="2410053" y="76555"/>
                </a:lnTo>
                <a:close/>
              </a:path>
              <a:path w="2438400" h="128904">
                <a:moveTo>
                  <a:pt x="2322893" y="128435"/>
                </a:moveTo>
                <a:lnTo>
                  <a:pt x="2310041" y="114287"/>
                </a:lnTo>
                <a:lnTo>
                  <a:pt x="2310333" y="111315"/>
                </a:lnTo>
                <a:lnTo>
                  <a:pt x="2381709" y="64223"/>
                </a:lnTo>
                <a:lnTo>
                  <a:pt x="2402852" y="76555"/>
                </a:lnTo>
                <a:lnTo>
                  <a:pt x="2410053" y="76555"/>
                </a:lnTo>
                <a:lnTo>
                  <a:pt x="2410053" y="78511"/>
                </a:lnTo>
                <a:lnTo>
                  <a:pt x="2413905" y="78511"/>
                </a:lnTo>
                <a:lnTo>
                  <a:pt x="2331516" y="126568"/>
                </a:lnTo>
                <a:lnTo>
                  <a:pt x="2328798" y="127787"/>
                </a:lnTo>
                <a:lnTo>
                  <a:pt x="2325878" y="128422"/>
                </a:lnTo>
                <a:lnTo>
                  <a:pt x="2322893" y="12843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3080169" y="5081943"/>
            <a:ext cx="206375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i="1">
                <a:solidFill>
                  <a:srgbClr val="0000FF"/>
                </a:solidFill>
                <a:latin typeface="Times New Roman"/>
                <a:cs typeface="Times New Roman"/>
              </a:rPr>
              <a:t>v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775369" y="4927041"/>
            <a:ext cx="6350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>
                <a:latin typeface="Arial"/>
                <a:cs typeface="Arial"/>
              </a:rPr>
              <a:t>A</a:t>
            </a:r>
            <a:r>
              <a:rPr dirty="0" sz="2400">
                <a:latin typeface="Arial"/>
                <a:cs typeface="Arial"/>
              </a:rPr>
              <a:t>(</a:t>
            </a:r>
            <a:r>
              <a:rPr dirty="0" sz="2400" spc="-5">
                <a:latin typeface="Arial"/>
                <a:cs typeface="Arial"/>
              </a:rPr>
              <a:t>B</a:t>
            </a:r>
            <a:r>
              <a:rPr dirty="0" sz="2400">
                <a:latin typeface="Arial"/>
                <a:cs typeface="Arial"/>
              </a:rPr>
              <a:t>)</a:t>
            </a:r>
            <a:endParaRPr sz="240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416968" y="4504232"/>
            <a:ext cx="770890" cy="81406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ts val="3579"/>
              </a:lnSpc>
              <a:spcBef>
                <a:spcPts val="105"/>
              </a:spcBef>
            </a:pPr>
            <a:r>
              <a:rPr dirty="0" sz="3200" i="1">
                <a:solidFill>
                  <a:srgbClr val="0000FF"/>
                </a:solidFill>
                <a:latin typeface="Times New Roman"/>
                <a:cs typeface="Times New Roman"/>
              </a:rPr>
              <a:t>v</a:t>
            </a:r>
            <a:endParaRPr sz="3200">
              <a:latin typeface="Times New Roman"/>
              <a:cs typeface="Times New Roman"/>
            </a:endParaRPr>
          </a:p>
          <a:p>
            <a:pPr marL="114300">
              <a:lnSpc>
                <a:spcPts val="2620"/>
              </a:lnSpc>
            </a:pPr>
            <a:r>
              <a:rPr dirty="0" sz="2400">
                <a:latin typeface="Arial"/>
                <a:cs typeface="Arial"/>
              </a:rPr>
              <a:t>D(C)</a:t>
            </a:r>
            <a:endParaRPr sz="2400">
              <a:latin typeface="Arial"/>
              <a:cs typeface="Arial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6252629" y="3991190"/>
            <a:ext cx="2438399" cy="190336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6252629" y="6083553"/>
            <a:ext cx="2438400" cy="128905"/>
          </a:xfrm>
          <a:custGeom>
            <a:avLst/>
            <a:gdLst/>
            <a:ahLst/>
            <a:cxnLst/>
            <a:rect l="l" t="t" r="r" b="b"/>
            <a:pathLst>
              <a:path w="2438400" h="128904">
                <a:moveTo>
                  <a:pt x="2381699" y="64217"/>
                </a:moveTo>
                <a:lnTo>
                  <a:pt x="2317127" y="26555"/>
                </a:lnTo>
                <a:lnTo>
                  <a:pt x="2310041" y="14147"/>
                </a:lnTo>
                <a:lnTo>
                  <a:pt x="2310358" y="11175"/>
                </a:lnTo>
                <a:lnTo>
                  <a:pt x="2322893" y="0"/>
                </a:lnTo>
                <a:lnTo>
                  <a:pt x="2325877" y="12"/>
                </a:lnTo>
                <a:lnTo>
                  <a:pt x="2328798" y="647"/>
                </a:lnTo>
                <a:lnTo>
                  <a:pt x="2331516" y="1866"/>
                </a:lnTo>
                <a:lnTo>
                  <a:pt x="2413905" y="49923"/>
                </a:lnTo>
                <a:lnTo>
                  <a:pt x="2410053" y="49923"/>
                </a:lnTo>
                <a:lnTo>
                  <a:pt x="2410053" y="51879"/>
                </a:lnTo>
                <a:lnTo>
                  <a:pt x="2402852" y="51879"/>
                </a:lnTo>
                <a:lnTo>
                  <a:pt x="2381699" y="64217"/>
                </a:lnTo>
                <a:close/>
              </a:path>
              <a:path w="2438400" h="128904">
                <a:moveTo>
                  <a:pt x="2357213" y="78498"/>
                </a:moveTo>
                <a:lnTo>
                  <a:pt x="0" y="78498"/>
                </a:lnTo>
                <a:lnTo>
                  <a:pt x="0" y="49923"/>
                </a:lnTo>
                <a:lnTo>
                  <a:pt x="2357192" y="49923"/>
                </a:lnTo>
                <a:lnTo>
                  <a:pt x="2381699" y="64217"/>
                </a:lnTo>
                <a:lnTo>
                  <a:pt x="2357213" y="78498"/>
                </a:lnTo>
                <a:close/>
              </a:path>
              <a:path w="2438400" h="128904">
                <a:moveTo>
                  <a:pt x="2413910" y="78498"/>
                </a:moveTo>
                <a:lnTo>
                  <a:pt x="2410053" y="78498"/>
                </a:lnTo>
                <a:lnTo>
                  <a:pt x="2410053" y="49923"/>
                </a:lnTo>
                <a:lnTo>
                  <a:pt x="2413905" y="49923"/>
                </a:lnTo>
                <a:lnTo>
                  <a:pt x="2438399" y="64211"/>
                </a:lnTo>
                <a:lnTo>
                  <a:pt x="2413910" y="78498"/>
                </a:lnTo>
                <a:close/>
              </a:path>
              <a:path w="2438400" h="128904">
                <a:moveTo>
                  <a:pt x="2402852" y="76555"/>
                </a:moveTo>
                <a:lnTo>
                  <a:pt x="2381699" y="64217"/>
                </a:lnTo>
                <a:lnTo>
                  <a:pt x="2402852" y="51879"/>
                </a:lnTo>
                <a:lnTo>
                  <a:pt x="2402852" y="76555"/>
                </a:lnTo>
                <a:close/>
              </a:path>
              <a:path w="2438400" h="128904">
                <a:moveTo>
                  <a:pt x="2410053" y="76555"/>
                </a:moveTo>
                <a:lnTo>
                  <a:pt x="2402852" y="76555"/>
                </a:lnTo>
                <a:lnTo>
                  <a:pt x="2402852" y="51879"/>
                </a:lnTo>
                <a:lnTo>
                  <a:pt x="2410053" y="51879"/>
                </a:lnTo>
                <a:lnTo>
                  <a:pt x="2410053" y="76555"/>
                </a:lnTo>
                <a:close/>
              </a:path>
              <a:path w="2438400" h="128904">
                <a:moveTo>
                  <a:pt x="2322893" y="128435"/>
                </a:moveTo>
                <a:lnTo>
                  <a:pt x="2310041" y="114287"/>
                </a:lnTo>
                <a:lnTo>
                  <a:pt x="2310333" y="111315"/>
                </a:lnTo>
                <a:lnTo>
                  <a:pt x="2381699" y="64217"/>
                </a:lnTo>
                <a:lnTo>
                  <a:pt x="2402852" y="76555"/>
                </a:lnTo>
                <a:lnTo>
                  <a:pt x="2410053" y="76555"/>
                </a:lnTo>
                <a:lnTo>
                  <a:pt x="2410053" y="78498"/>
                </a:lnTo>
                <a:lnTo>
                  <a:pt x="2413910" y="78498"/>
                </a:lnTo>
                <a:lnTo>
                  <a:pt x="2331516" y="126568"/>
                </a:lnTo>
                <a:lnTo>
                  <a:pt x="2328798" y="127787"/>
                </a:lnTo>
                <a:lnTo>
                  <a:pt x="2325877" y="128422"/>
                </a:lnTo>
                <a:lnTo>
                  <a:pt x="2322893" y="12843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7042569" y="3637279"/>
            <a:ext cx="66929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Arial"/>
                <a:cs typeface="Arial"/>
              </a:rPr>
              <a:t>D(C)</a:t>
            </a:r>
            <a:endParaRPr sz="24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042569" y="6165545"/>
            <a:ext cx="6350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>
                <a:latin typeface="Arial"/>
                <a:cs typeface="Arial"/>
              </a:rPr>
              <a:t>A</a:t>
            </a:r>
            <a:r>
              <a:rPr dirty="0" sz="2400">
                <a:latin typeface="Arial"/>
                <a:cs typeface="Arial"/>
              </a:rPr>
              <a:t>(</a:t>
            </a:r>
            <a:r>
              <a:rPr dirty="0" sz="2400" spc="-5">
                <a:latin typeface="Arial"/>
                <a:cs typeface="Arial"/>
              </a:rPr>
              <a:t>B</a:t>
            </a:r>
            <a:r>
              <a:rPr dirty="0" sz="2400">
                <a:latin typeface="Arial"/>
                <a:cs typeface="Arial"/>
              </a:rPr>
              <a:t>)</a:t>
            </a:r>
            <a:endParaRPr sz="24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229768" y="4063034"/>
            <a:ext cx="206375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i="1">
                <a:solidFill>
                  <a:srgbClr val="0000FF"/>
                </a:solidFill>
                <a:latin typeface="Times New Roman"/>
                <a:cs typeface="Times New Roman"/>
              </a:rPr>
              <a:t>v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8160169" y="5457939"/>
            <a:ext cx="206375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i="1">
                <a:solidFill>
                  <a:srgbClr val="0000FF"/>
                </a:solidFill>
                <a:latin typeface="Times New Roman"/>
                <a:cs typeface="Times New Roman"/>
              </a:rPr>
              <a:t>v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9345079" y="3801376"/>
            <a:ext cx="2438400" cy="128905"/>
          </a:xfrm>
          <a:custGeom>
            <a:avLst/>
            <a:gdLst/>
            <a:ahLst/>
            <a:cxnLst/>
            <a:rect l="l" t="t" r="r" b="b"/>
            <a:pathLst>
              <a:path w="2438400" h="128904">
                <a:moveTo>
                  <a:pt x="2381699" y="64217"/>
                </a:moveTo>
                <a:lnTo>
                  <a:pt x="2317127" y="26555"/>
                </a:lnTo>
                <a:lnTo>
                  <a:pt x="2310041" y="14147"/>
                </a:lnTo>
                <a:lnTo>
                  <a:pt x="2310358" y="11175"/>
                </a:lnTo>
                <a:lnTo>
                  <a:pt x="2322893" y="0"/>
                </a:lnTo>
                <a:lnTo>
                  <a:pt x="2325878" y="12"/>
                </a:lnTo>
                <a:lnTo>
                  <a:pt x="2328799" y="647"/>
                </a:lnTo>
                <a:lnTo>
                  <a:pt x="2331516" y="1866"/>
                </a:lnTo>
                <a:lnTo>
                  <a:pt x="2413910" y="49936"/>
                </a:lnTo>
                <a:lnTo>
                  <a:pt x="2410053" y="49936"/>
                </a:lnTo>
                <a:lnTo>
                  <a:pt x="2410053" y="51879"/>
                </a:lnTo>
                <a:lnTo>
                  <a:pt x="2402852" y="51879"/>
                </a:lnTo>
                <a:lnTo>
                  <a:pt x="2381699" y="64217"/>
                </a:lnTo>
                <a:close/>
              </a:path>
              <a:path w="2438400" h="128904">
                <a:moveTo>
                  <a:pt x="2357192" y="78511"/>
                </a:moveTo>
                <a:lnTo>
                  <a:pt x="0" y="78511"/>
                </a:lnTo>
                <a:lnTo>
                  <a:pt x="0" y="49936"/>
                </a:lnTo>
                <a:lnTo>
                  <a:pt x="2357213" y="49936"/>
                </a:lnTo>
                <a:lnTo>
                  <a:pt x="2381699" y="64217"/>
                </a:lnTo>
                <a:lnTo>
                  <a:pt x="2357192" y="78511"/>
                </a:lnTo>
                <a:close/>
              </a:path>
              <a:path w="2438400" h="128904">
                <a:moveTo>
                  <a:pt x="2413905" y="78511"/>
                </a:moveTo>
                <a:lnTo>
                  <a:pt x="2410053" y="78511"/>
                </a:lnTo>
                <a:lnTo>
                  <a:pt x="2410053" y="49936"/>
                </a:lnTo>
                <a:lnTo>
                  <a:pt x="2413910" y="49936"/>
                </a:lnTo>
                <a:lnTo>
                  <a:pt x="2438400" y="64223"/>
                </a:lnTo>
                <a:lnTo>
                  <a:pt x="2413905" y="78511"/>
                </a:lnTo>
                <a:close/>
              </a:path>
              <a:path w="2438400" h="128904">
                <a:moveTo>
                  <a:pt x="2402852" y="76555"/>
                </a:moveTo>
                <a:lnTo>
                  <a:pt x="2381699" y="64217"/>
                </a:lnTo>
                <a:lnTo>
                  <a:pt x="2402852" y="51879"/>
                </a:lnTo>
                <a:lnTo>
                  <a:pt x="2402852" y="76555"/>
                </a:lnTo>
                <a:close/>
              </a:path>
              <a:path w="2438400" h="128904">
                <a:moveTo>
                  <a:pt x="2410053" y="76555"/>
                </a:moveTo>
                <a:lnTo>
                  <a:pt x="2402852" y="76555"/>
                </a:lnTo>
                <a:lnTo>
                  <a:pt x="2402852" y="51879"/>
                </a:lnTo>
                <a:lnTo>
                  <a:pt x="2410053" y="51879"/>
                </a:lnTo>
                <a:lnTo>
                  <a:pt x="2410053" y="76555"/>
                </a:lnTo>
                <a:close/>
              </a:path>
              <a:path w="2438400" h="128904">
                <a:moveTo>
                  <a:pt x="2322893" y="128435"/>
                </a:moveTo>
                <a:lnTo>
                  <a:pt x="2310041" y="114287"/>
                </a:lnTo>
                <a:lnTo>
                  <a:pt x="2310333" y="111315"/>
                </a:lnTo>
                <a:lnTo>
                  <a:pt x="2381709" y="64223"/>
                </a:lnTo>
                <a:lnTo>
                  <a:pt x="2402852" y="76555"/>
                </a:lnTo>
                <a:lnTo>
                  <a:pt x="2410053" y="76555"/>
                </a:lnTo>
                <a:lnTo>
                  <a:pt x="2410053" y="78511"/>
                </a:lnTo>
                <a:lnTo>
                  <a:pt x="2413905" y="78511"/>
                </a:lnTo>
                <a:lnTo>
                  <a:pt x="2331516" y="126568"/>
                </a:lnTo>
                <a:lnTo>
                  <a:pt x="2328799" y="127787"/>
                </a:lnTo>
                <a:lnTo>
                  <a:pt x="2325878" y="128422"/>
                </a:lnTo>
                <a:lnTo>
                  <a:pt x="2322893" y="12843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9345079" y="4286313"/>
            <a:ext cx="2438400" cy="117914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9345079" y="5821959"/>
            <a:ext cx="2438400" cy="128905"/>
          </a:xfrm>
          <a:custGeom>
            <a:avLst/>
            <a:gdLst/>
            <a:ahLst/>
            <a:cxnLst/>
            <a:rect l="l" t="t" r="r" b="b"/>
            <a:pathLst>
              <a:path w="2438400" h="128904">
                <a:moveTo>
                  <a:pt x="2381699" y="64217"/>
                </a:moveTo>
                <a:lnTo>
                  <a:pt x="2317127" y="26555"/>
                </a:lnTo>
                <a:lnTo>
                  <a:pt x="2310041" y="14147"/>
                </a:lnTo>
                <a:lnTo>
                  <a:pt x="2310358" y="11175"/>
                </a:lnTo>
                <a:lnTo>
                  <a:pt x="2322893" y="0"/>
                </a:lnTo>
                <a:lnTo>
                  <a:pt x="2325878" y="12"/>
                </a:lnTo>
                <a:lnTo>
                  <a:pt x="2328799" y="647"/>
                </a:lnTo>
                <a:lnTo>
                  <a:pt x="2331516" y="1866"/>
                </a:lnTo>
                <a:lnTo>
                  <a:pt x="2413910" y="49936"/>
                </a:lnTo>
                <a:lnTo>
                  <a:pt x="2410053" y="49936"/>
                </a:lnTo>
                <a:lnTo>
                  <a:pt x="2410053" y="51879"/>
                </a:lnTo>
                <a:lnTo>
                  <a:pt x="2402852" y="51879"/>
                </a:lnTo>
                <a:lnTo>
                  <a:pt x="2381699" y="64217"/>
                </a:lnTo>
                <a:close/>
              </a:path>
              <a:path w="2438400" h="128904">
                <a:moveTo>
                  <a:pt x="2357192" y="78511"/>
                </a:moveTo>
                <a:lnTo>
                  <a:pt x="0" y="78511"/>
                </a:lnTo>
                <a:lnTo>
                  <a:pt x="0" y="49936"/>
                </a:lnTo>
                <a:lnTo>
                  <a:pt x="2357213" y="49936"/>
                </a:lnTo>
                <a:lnTo>
                  <a:pt x="2381699" y="64217"/>
                </a:lnTo>
                <a:lnTo>
                  <a:pt x="2357192" y="78511"/>
                </a:lnTo>
                <a:close/>
              </a:path>
              <a:path w="2438400" h="128904">
                <a:moveTo>
                  <a:pt x="2413905" y="78511"/>
                </a:moveTo>
                <a:lnTo>
                  <a:pt x="2410053" y="78511"/>
                </a:lnTo>
                <a:lnTo>
                  <a:pt x="2410053" y="49936"/>
                </a:lnTo>
                <a:lnTo>
                  <a:pt x="2413910" y="49936"/>
                </a:lnTo>
                <a:lnTo>
                  <a:pt x="2438400" y="64223"/>
                </a:lnTo>
                <a:lnTo>
                  <a:pt x="2413905" y="78511"/>
                </a:lnTo>
                <a:close/>
              </a:path>
              <a:path w="2438400" h="128904">
                <a:moveTo>
                  <a:pt x="2402852" y="76555"/>
                </a:moveTo>
                <a:lnTo>
                  <a:pt x="2381699" y="64217"/>
                </a:lnTo>
                <a:lnTo>
                  <a:pt x="2402852" y="51879"/>
                </a:lnTo>
                <a:lnTo>
                  <a:pt x="2402852" y="76555"/>
                </a:lnTo>
                <a:close/>
              </a:path>
              <a:path w="2438400" h="128904">
                <a:moveTo>
                  <a:pt x="2410053" y="76555"/>
                </a:moveTo>
                <a:lnTo>
                  <a:pt x="2402852" y="76555"/>
                </a:lnTo>
                <a:lnTo>
                  <a:pt x="2402852" y="51879"/>
                </a:lnTo>
                <a:lnTo>
                  <a:pt x="2410053" y="51879"/>
                </a:lnTo>
                <a:lnTo>
                  <a:pt x="2410053" y="76555"/>
                </a:lnTo>
                <a:close/>
              </a:path>
              <a:path w="2438400" h="128904">
                <a:moveTo>
                  <a:pt x="2322893" y="128435"/>
                </a:moveTo>
                <a:lnTo>
                  <a:pt x="2310041" y="114287"/>
                </a:lnTo>
                <a:lnTo>
                  <a:pt x="2310333" y="111315"/>
                </a:lnTo>
                <a:lnTo>
                  <a:pt x="2381709" y="64223"/>
                </a:lnTo>
                <a:lnTo>
                  <a:pt x="2402852" y="76555"/>
                </a:lnTo>
                <a:lnTo>
                  <a:pt x="2410053" y="76555"/>
                </a:lnTo>
                <a:lnTo>
                  <a:pt x="2410053" y="78511"/>
                </a:lnTo>
                <a:lnTo>
                  <a:pt x="2413905" y="78511"/>
                </a:lnTo>
                <a:lnTo>
                  <a:pt x="2331516" y="126568"/>
                </a:lnTo>
                <a:lnTo>
                  <a:pt x="2328799" y="127787"/>
                </a:lnTo>
                <a:lnTo>
                  <a:pt x="2325878" y="128422"/>
                </a:lnTo>
                <a:lnTo>
                  <a:pt x="2322893" y="12843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 txBox="1"/>
          <p:nvPr/>
        </p:nvSpPr>
        <p:spPr>
          <a:xfrm>
            <a:off x="9119019" y="4843094"/>
            <a:ext cx="206375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i="1">
                <a:solidFill>
                  <a:srgbClr val="0000FF"/>
                </a:solidFill>
                <a:latin typeface="Times New Roman"/>
                <a:cs typeface="Times New Roman"/>
              </a:rPr>
              <a:t>v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8814219" y="4691608"/>
            <a:ext cx="66929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Arial"/>
                <a:cs typeface="Arial"/>
              </a:rPr>
              <a:t>D(C)</a:t>
            </a:r>
            <a:endParaRPr sz="240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1455819" y="4277334"/>
            <a:ext cx="736600" cy="8058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ts val="3550"/>
              </a:lnSpc>
              <a:spcBef>
                <a:spcPts val="105"/>
              </a:spcBef>
            </a:pPr>
            <a:r>
              <a:rPr dirty="0" sz="3200" i="1">
                <a:solidFill>
                  <a:srgbClr val="0000FF"/>
                </a:solidFill>
                <a:latin typeface="Times New Roman"/>
                <a:cs typeface="Times New Roman"/>
              </a:rPr>
              <a:t>v</a:t>
            </a:r>
            <a:endParaRPr sz="3200">
              <a:latin typeface="Times New Roman"/>
              <a:cs typeface="Times New Roman"/>
            </a:endParaRPr>
          </a:p>
          <a:p>
            <a:pPr marL="114300">
              <a:lnSpc>
                <a:spcPts val="2590"/>
              </a:lnSpc>
            </a:pPr>
            <a:r>
              <a:rPr dirty="0" sz="2400" spc="-5">
                <a:latin typeface="Arial"/>
                <a:cs typeface="Arial"/>
              </a:rPr>
              <a:t>A</a:t>
            </a:r>
            <a:r>
              <a:rPr dirty="0" sz="2400">
                <a:latin typeface="Arial"/>
                <a:cs typeface="Arial"/>
              </a:rPr>
              <a:t>(</a:t>
            </a:r>
            <a:r>
              <a:rPr dirty="0" sz="2400" spc="-5">
                <a:latin typeface="Arial"/>
                <a:cs typeface="Arial"/>
              </a:rPr>
              <a:t>B</a:t>
            </a:r>
            <a:r>
              <a:rPr dirty="0" sz="2400">
                <a:latin typeface="Arial"/>
                <a:cs typeface="Arial"/>
              </a:rPr>
              <a:t>)</a:t>
            </a:r>
            <a:endParaRPr sz="2400">
              <a:latin typeface="Arial"/>
              <a:cs typeface="Arial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196595" y="597408"/>
            <a:ext cx="11800332" cy="3084576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64540" y="0"/>
            <a:ext cx="2033270" cy="6604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4740"/>
              </a:lnSpc>
            </a:pPr>
            <a:r>
              <a:rPr dirty="0" sz="4000" b="1">
                <a:solidFill>
                  <a:srgbClr val="F1F1F1"/>
                </a:solidFill>
                <a:latin typeface="华文楷体"/>
                <a:cs typeface="华文楷体"/>
              </a:rPr>
              <a:t>高中物</a:t>
            </a:r>
            <a:r>
              <a:rPr dirty="0" sz="4000" spc="-10" b="1">
                <a:solidFill>
                  <a:srgbClr val="F1F1F1"/>
                </a:solidFill>
                <a:latin typeface="华文楷体"/>
                <a:cs typeface="华文楷体"/>
              </a:rPr>
              <a:t>理</a:t>
            </a:r>
            <a:endParaRPr sz="4000">
              <a:latin typeface="华文楷体"/>
              <a:cs typeface="华文楷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4298416" y="321208"/>
            <a:ext cx="6838315" cy="1393190"/>
          </a:xfrm>
          <a:custGeom>
            <a:avLst/>
            <a:gdLst/>
            <a:ahLst/>
            <a:cxnLst/>
            <a:rect l="l" t="t" r="r" b="b"/>
            <a:pathLst>
              <a:path w="6838315" h="1393189">
                <a:moveTo>
                  <a:pt x="6837895" y="1393189"/>
                </a:moveTo>
                <a:lnTo>
                  <a:pt x="0" y="1393189"/>
                </a:lnTo>
                <a:lnTo>
                  <a:pt x="0" y="0"/>
                </a:lnTo>
                <a:lnTo>
                  <a:pt x="6837895" y="0"/>
                </a:lnTo>
                <a:lnTo>
                  <a:pt x="6837895" y="4762"/>
                </a:lnTo>
                <a:lnTo>
                  <a:pt x="9525" y="4762"/>
                </a:lnTo>
                <a:lnTo>
                  <a:pt x="4762" y="9524"/>
                </a:lnTo>
                <a:lnTo>
                  <a:pt x="9525" y="9524"/>
                </a:lnTo>
                <a:lnTo>
                  <a:pt x="9525" y="1383664"/>
                </a:lnTo>
                <a:lnTo>
                  <a:pt x="4762" y="1383664"/>
                </a:lnTo>
                <a:lnTo>
                  <a:pt x="9525" y="1388427"/>
                </a:lnTo>
                <a:lnTo>
                  <a:pt x="6837895" y="1388427"/>
                </a:lnTo>
                <a:lnTo>
                  <a:pt x="6837895" y="1393189"/>
                </a:lnTo>
                <a:close/>
              </a:path>
              <a:path w="6838315" h="1393189">
                <a:moveTo>
                  <a:pt x="9525" y="9524"/>
                </a:moveTo>
                <a:lnTo>
                  <a:pt x="4762" y="9524"/>
                </a:lnTo>
                <a:lnTo>
                  <a:pt x="9525" y="4762"/>
                </a:lnTo>
                <a:lnTo>
                  <a:pt x="9525" y="9524"/>
                </a:lnTo>
                <a:close/>
              </a:path>
              <a:path w="6838315" h="1393189">
                <a:moveTo>
                  <a:pt x="6828370" y="9524"/>
                </a:moveTo>
                <a:lnTo>
                  <a:pt x="9525" y="9524"/>
                </a:lnTo>
                <a:lnTo>
                  <a:pt x="9525" y="4762"/>
                </a:lnTo>
                <a:lnTo>
                  <a:pt x="6828370" y="4762"/>
                </a:lnTo>
                <a:lnTo>
                  <a:pt x="6828370" y="9524"/>
                </a:lnTo>
                <a:close/>
              </a:path>
              <a:path w="6838315" h="1393189">
                <a:moveTo>
                  <a:pt x="6828370" y="1388427"/>
                </a:moveTo>
                <a:lnTo>
                  <a:pt x="6828370" y="4762"/>
                </a:lnTo>
                <a:lnTo>
                  <a:pt x="6833133" y="9524"/>
                </a:lnTo>
                <a:lnTo>
                  <a:pt x="6837895" y="9524"/>
                </a:lnTo>
                <a:lnTo>
                  <a:pt x="6837895" y="1383664"/>
                </a:lnTo>
                <a:lnTo>
                  <a:pt x="6833133" y="1383664"/>
                </a:lnTo>
                <a:lnTo>
                  <a:pt x="6828370" y="1388427"/>
                </a:lnTo>
                <a:close/>
              </a:path>
              <a:path w="6838315" h="1393189">
                <a:moveTo>
                  <a:pt x="6837895" y="9524"/>
                </a:moveTo>
                <a:lnTo>
                  <a:pt x="6833133" y="9524"/>
                </a:lnTo>
                <a:lnTo>
                  <a:pt x="6828370" y="4762"/>
                </a:lnTo>
                <a:lnTo>
                  <a:pt x="6837895" y="4762"/>
                </a:lnTo>
                <a:lnTo>
                  <a:pt x="6837895" y="9524"/>
                </a:lnTo>
                <a:close/>
              </a:path>
              <a:path w="6838315" h="1393189">
                <a:moveTo>
                  <a:pt x="9525" y="1388427"/>
                </a:moveTo>
                <a:lnTo>
                  <a:pt x="4762" y="1383664"/>
                </a:lnTo>
                <a:lnTo>
                  <a:pt x="9525" y="1383664"/>
                </a:lnTo>
                <a:lnTo>
                  <a:pt x="9525" y="1388427"/>
                </a:lnTo>
                <a:close/>
              </a:path>
              <a:path w="6838315" h="1393189">
                <a:moveTo>
                  <a:pt x="6828370" y="1388427"/>
                </a:moveTo>
                <a:lnTo>
                  <a:pt x="9525" y="1388427"/>
                </a:lnTo>
                <a:lnTo>
                  <a:pt x="9525" y="1383664"/>
                </a:lnTo>
                <a:lnTo>
                  <a:pt x="6828370" y="1383664"/>
                </a:lnTo>
                <a:lnTo>
                  <a:pt x="6828370" y="1388427"/>
                </a:lnTo>
                <a:close/>
              </a:path>
              <a:path w="6838315" h="1393189">
                <a:moveTo>
                  <a:pt x="6837895" y="1388427"/>
                </a:moveTo>
                <a:lnTo>
                  <a:pt x="6828370" y="1388427"/>
                </a:lnTo>
                <a:lnTo>
                  <a:pt x="6833133" y="1383664"/>
                </a:lnTo>
                <a:lnTo>
                  <a:pt x="6837895" y="1383664"/>
                </a:lnTo>
                <a:lnTo>
                  <a:pt x="6837895" y="138842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604862" y="3910710"/>
            <a:ext cx="2731007" cy="181432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604862" y="5901270"/>
            <a:ext cx="2731135" cy="128905"/>
          </a:xfrm>
          <a:custGeom>
            <a:avLst/>
            <a:gdLst/>
            <a:ahLst/>
            <a:cxnLst/>
            <a:rect l="l" t="t" r="r" b="b"/>
            <a:pathLst>
              <a:path w="2731135" h="128904">
                <a:moveTo>
                  <a:pt x="2674288" y="64223"/>
                </a:moveTo>
                <a:lnTo>
                  <a:pt x="2609722" y="26555"/>
                </a:lnTo>
                <a:lnTo>
                  <a:pt x="2602636" y="14147"/>
                </a:lnTo>
                <a:lnTo>
                  <a:pt x="2602966" y="11188"/>
                </a:lnTo>
                <a:lnTo>
                  <a:pt x="2615488" y="0"/>
                </a:lnTo>
                <a:lnTo>
                  <a:pt x="2618485" y="12"/>
                </a:lnTo>
                <a:lnTo>
                  <a:pt x="2621394" y="647"/>
                </a:lnTo>
                <a:lnTo>
                  <a:pt x="2624124" y="1879"/>
                </a:lnTo>
                <a:lnTo>
                  <a:pt x="2706513" y="49936"/>
                </a:lnTo>
                <a:lnTo>
                  <a:pt x="2702648" y="49936"/>
                </a:lnTo>
                <a:lnTo>
                  <a:pt x="2702648" y="51879"/>
                </a:lnTo>
                <a:lnTo>
                  <a:pt x="2695448" y="51879"/>
                </a:lnTo>
                <a:lnTo>
                  <a:pt x="2674288" y="64223"/>
                </a:lnTo>
                <a:close/>
              </a:path>
              <a:path w="2731135" h="128904">
                <a:moveTo>
                  <a:pt x="2649799" y="78511"/>
                </a:moveTo>
                <a:lnTo>
                  <a:pt x="0" y="78511"/>
                </a:lnTo>
                <a:lnTo>
                  <a:pt x="0" y="49936"/>
                </a:lnTo>
                <a:lnTo>
                  <a:pt x="2649799" y="49936"/>
                </a:lnTo>
                <a:lnTo>
                  <a:pt x="2674288" y="64223"/>
                </a:lnTo>
                <a:lnTo>
                  <a:pt x="2649799" y="78511"/>
                </a:lnTo>
                <a:close/>
              </a:path>
              <a:path w="2731135" h="128904">
                <a:moveTo>
                  <a:pt x="2706513" y="78511"/>
                </a:moveTo>
                <a:lnTo>
                  <a:pt x="2702648" y="78511"/>
                </a:lnTo>
                <a:lnTo>
                  <a:pt x="2702648" y="49936"/>
                </a:lnTo>
                <a:lnTo>
                  <a:pt x="2706513" y="49936"/>
                </a:lnTo>
                <a:lnTo>
                  <a:pt x="2731007" y="64223"/>
                </a:lnTo>
                <a:lnTo>
                  <a:pt x="2706513" y="78511"/>
                </a:lnTo>
                <a:close/>
              </a:path>
              <a:path w="2731135" h="128904">
                <a:moveTo>
                  <a:pt x="2695448" y="76568"/>
                </a:moveTo>
                <a:lnTo>
                  <a:pt x="2674288" y="64223"/>
                </a:lnTo>
                <a:lnTo>
                  <a:pt x="2695448" y="51879"/>
                </a:lnTo>
                <a:lnTo>
                  <a:pt x="2695448" y="76568"/>
                </a:lnTo>
                <a:close/>
              </a:path>
              <a:path w="2731135" h="128904">
                <a:moveTo>
                  <a:pt x="2702648" y="76568"/>
                </a:moveTo>
                <a:lnTo>
                  <a:pt x="2695448" y="76568"/>
                </a:lnTo>
                <a:lnTo>
                  <a:pt x="2695448" y="51879"/>
                </a:lnTo>
                <a:lnTo>
                  <a:pt x="2702648" y="51879"/>
                </a:lnTo>
                <a:lnTo>
                  <a:pt x="2702648" y="76568"/>
                </a:lnTo>
                <a:close/>
              </a:path>
              <a:path w="2731135" h="128904">
                <a:moveTo>
                  <a:pt x="2615488" y="128447"/>
                </a:moveTo>
                <a:lnTo>
                  <a:pt x="2602636" y="114287"/>
                </a:lnTo>
                <a:lnTo>
                  <a:pt x="2602941" y="111315"/>
                </a:lnTo>
                <a:lnTo>
                  <a:pt x="2674288" y="64223"/>
                </a:lnTo>
                <a:lnTo>
                  <a:pt x="2695448" y="76568"/>
                </a:lnTo>
                <a:lnTo>
                  <a:pt x="2702648" y="76568"/>
                </a:lnTo>
                <a:lnTo>
                  <a:pt x="2702648" y="78511"/>
                </a:lnTo>
                <a:lnTo>
                  <a:pt x="2706513" y="78511"/>
                </a:lnTo>
                <a:lnTo>
                  <a:pt x="2624124" y="126568"/>
                </a:lnTo>
                <a:lnTo>
                  <a:pt x="2621394" y="127800"/>
                </a:lnTo>
                <a:lnTo>
                  <a:pt x="2618485" y="128435"/>
                </a:lnTo>
                <a:lnTo>
                  <a:pt x="2615488" y="12844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480146" y="3578009"/>
            <a:ext cx="6350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>
                <a:latin typeface="Arial"/>
                <a:cs typeface="Arial"/>
              </a:rPr>
              <a:t>A</a:t>
            </a:r>
            <a:r>
              <a:rPr dirty="0" sz="2400">
                <a:latin typeface="Arial"/>
                <a:cs typeface="Arial"/>
              </a:rPr>
              <a:t>(</a:t>
            </a:r>
            <a:r>
              <a:rPr dirty="0" sz="2400" spc="-5">
                <a:latin typeface="Arial"/>
                <a:cs typeface="Arial"/>
              </a:rPr>
              <a:t>B</a:t>
            </a:r>
            <a:r>
              <a:rPr dirty="0" sz="2400">
                <a:latin typeface="Arial"/>
                <a:cs typeface="Arial"/>
              </a:rPr>
              <a:t>)</a:t>
            </a:r>
            <a:endParaRPr sz="240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480146" y="5983274"/>
            <a:ext cx="66929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Arial"/>
                <a:cs typeface="Arial"/>
              </a:rPr>
              <a:t>D(C)</a:t>
            </a:r>
            <a:endParaRPr sz="24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69810" y="3982554"/>
            <a:ext cx="206375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i="1">
                <a:solidFill>
                  <a:srgbClr val="0000FF"/>
                </a:solidFill>
                <a:latin typeface="Times New Roman"/>
                <a:cs typeface="Times New Roman"/>
              </a:rPr>
              <a:t>v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731858" y="5309590"/>
            <a:ext cx="206375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i="1">
                <a:solidFill>
                  <a:srgbClr val="0000FF"/>
                </a:solidFill>
                <a:latin typeface="Times New Roman"/>
                <a:cs typeface="Times New Roman"/>
              </a:rPr>
              <a:t>v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163068" y="126492"/>
            <a:ext cx="3381755" cy="328726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4298416" y="1876958"/>
            <a:ext cx="6838315" cy="1393190"/>
          </a:xfrm>
          <a:custGeom>
            <a:avLst/>
            <a:gdLst/>
            <a:ahLst/>
            <a:cxnLst/>
            <a:rect l="l" t="t" r="r" b="b"/>
            <a:pathLst>
              <a:path w="6838315" h="1393189">
                <a:moveTo>
                  <a:pt x="6837895" y="1393189"/>
                </a:moveTo>
                <a:lnTo>
                  <a:pt x="0" y="1393189"/>
                </a:lnTo>
                <a:lnTo>
                  <a:pt x="0" y="0"/>
                </a:lnTo>
                <a:lnTo>
                  <a:pt x="6837895" y="0"/>
                </a:lnTo>
                <a:lnTo>
                  <a:pt x="6837895" y="4762"/>
                </a:lnTo>
                <a:lnTo>
                  <a:pt x="9525" y="4762"/>
                </a:lnTo>
                <a:lnTo>
                  <a:pt x="4762" y="9524"/>
                </a:lnTo>
                <a:lnTo>
                  <a:pt x="9525" y="9524"/>
                </a:lnTo>
                <a:lnTo>
                  <a:pt x="9525" y="1383664"/>
                </a:lnTo>
                <a:lnTo>
                  <a:pt x="4762" y="1383664"/>
                </a:lnTo>
                <a:lnTo>
                  <a:pt x="9525" y="1388427"/>
                </a:lnTo>
                <a:lnTo>
                  <a:pt x="6837895" y="1388427"/>
                </a:lnTo>
                <a:lnTo>
                  <a:pt x="6837895" y="1393189"/>
                </a:lnTo>
                <a:close/>
              </a:path>
              <a:path w="6838315" h="1393189">
                <a:moveTo>
                  <a:pt x="9525" y="9524"/>
                </a:moveTo>
                <a:lnTo>
                  <a:pt x="4762" y="9524"/>
                </a:lnTo>
                <a:lnTo>
                  <a:pt x="9525" y="4762"/>
                </a:lnTo>
                <a:lnTo>
                  <a:pt x="9525" y="9524"/>
                </a:lnTo>
                <a:close/>
              </a:path>
              <a:path w="6838315" h="1393189">
                <a:moveTo>
                  <a:pt x="6828370" y="9524"/>
                </a:moveTo>
                <a:lnTo>
                  <a:pt x="9525" y="9524"/>
                </a:lnTo>
                <a:lnTo>
                  <a:pt x="9525" y="4762"/>
                </a:lnTo>
                <a:lnTo>
                  <a:pt x="6828370" y="4762"/>
                </a:lnTo>
                <a:lnTo>
                  <a:pt x="6828370" y="9524"/>
                </a:lnTo>
                <a:close/>
              </a:path>
              <a:path w="6838315" h="1393189">
                <a:moveTo>
                  <a:pt x="6828370" y="1388427"/>
                </a:moveTo>
                <a:lnTo>
                  <a:pt x="6828370" y="4762"/>
                </a:lnTo>
                <a:lnTo>
                  <a:pt x="6833133" y="9524"/>
                </a:lnTo>
                <a:lnTo>
                  <a:pt x="6837895" y="9524"/>
                </a:lnTo>
                <a:lnTo>
                  <a:pt x="6837895" y="1383664"/>
                </a:lnTo>
                <a:lnTo>
                  <a:pt x="6833133" y="1383664"/>
                </a:lnTo>
                <a:lnTo>
                  <a:pt x="6828370" y="1388427"/>
                </a:lnTo>
                <a:close/>
              </a:path>
              <a:path w="6838315" h="1393189">
                <a:moveTo>
                  <a:pt x="6837895" y="9524"/>
                </a:moveTo>
                <a:lnTo>
                  <a:pt x="6833133" y="9524"/>
                </a:lnTo>
                <a:lnTo>
                  <a:pt x="6828370" y="4762"/>
                </a:lnTo>
                <a:lnTo>
                  <a:pt x="6837895" y="4762"/>
                </a:lnTo>
                <a:lnTo>
                  <a:pt x="6837895" y="9524"/>
                </a:lnTo>
                <a:close/>
              </a:path>
              <a:path w="6838315" h="1393189">
                <a:moveTo>
                  <a:pt x="9525" y="1388427"/>
                </a:moveTo>
                <a:lnTo>
                  <a:pt x="4762" y="1383664"/>
                </a:lnTo>
                <a:lnTo>
                  <a:pt x="9525" y="1383664"/>
                </a:lnTo>
                <a:lnTo>
                  <a:pt x="9525" y="1388427"/>
                </a:lnTo>
                <a:close/>
              </a:path>
              <a:path w="6838315" h="1393189">
                <a:moveTo>
                  <a:pt x="6828370" y="1388427"/>
                </a:moveTo>
                <a:lnTo>
                  <a:pt x="9525" y="1388427"/>
                </a:lnTo>
                <a:lnTo>
                  <a:pt x="9525" y="1383664"/>
                </a:lnTo>
                <a:lnTo>
                  <a:pt x="6828370" y="1383664"/>
                </a:lnTo>
                <a:lnTo>
                  <a:pt x="6828370" y="1388427"/>
                </a:lnTo>
                <a:close/>
              </a:path>
              <a:path w="6838315" h="1393189">
                <a:moveTo>
                  <a:pt x="6837895" y="1388427"/>
                </a:moveTo>
                <a:lnTo>
                  <a:pt x="6828370" y="1388427"/>
                </a:lnTo>
                <a:lnTo>
                  <a:pt x="6833133" y="1383664"/>
                </a:lnTo>
                <a:lnTo>
                  <a:pt x="6837895" y="1383664"/>
                </a:lnTo>
                <a:lnTo>
                  <a:pt x="6837895" y="138842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4394618" y="401922"/>
            <a:ext cx="2857500" cy="27641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2910"/>
              </a:lnSpc>
            </a:pPr>
            <a:r>
              <a:rPr dirty="0" sz="2800" b="1">
                <a:solidFill>
                  <a:srgbClr val="FF0000"/>
                </a:solidFill>
                <a:latin typeface="楷体"/>
                <a:cs typeface="楷体"/>
              </a:rPr>
              <a:t>问题</a:t>
            </a:r>
            <a:r>
              <a:rPr dirty="0" sz="2800" spc="-10" b="1">
                <a:solidFill>
                  <a:srgbClr val="FF0000"/>
                </a:solidFill>
                <a:latin typeface="楷体"/>
                <a:cs typeface="楷体"/>
              </a:rPr>
              <a:t>1:</a:t>
            </a:r>
            <a:endParaRPr sz="2800">
              <a:latin typeface="楷体"/>
              <a:cs typeface="楷体"/>
            </a:endParaRPr>
          </a:p>
          <a:p>
            <a:pPr marR="167005">
              <a:lnSpc>
                <a:spcPts val="3360"/>
              </a:lnSpc>
              <a:spcBef>
                <a:spcPts val="160"/>
              </a:spcBef>
            </a:pPr>
            <a:r>
              <a:rPr dirty="0" sz="2800" spc="-130" b="1">
                <a:solidFill>
                  <a:srgbClr val="0000CC"/>
                </a:solidFill>
                <a:latin typeface="楷体"/>
                <a:cs typeface="楷体"/>
              </a:rPr>
              <a:t>当</a:t>
            </a:r>
            <a:r>
              <a:rPr dirty="0" sz="2900" spc="-725" b="1" i="1">
                <a:solidFill>
                  <a:srgbClr val="0000CC"/>
                </a:solidFill>
                <a:latin typeface="楷体"/>
                <a:cs typeface="楷体"/>
              </a:rPr>
              <a:t>ABCD</a:t>
            </a:r>
            <a:r>
              <a:rPr dirty="0" sz="2900" spc="-815" b="1" i="1">
                <a:solidFill>
                  <a:srgbClr val="0000CC"/>
                </a:solidFill>
                <a:latin typeface="楷体"/>
                <a:cs typeface="楷体"/>
              </a:rPr>
              <a:t> </a:t>
            </a:r>
            <a:r>
              <a:rPr dirty="0" sz="2800" b="1">
                <a:solidFill>
                  <a:srgbClr val="0000CC"/>
                </a:solidFill>
                <a:latin typeface="楷体"/>
                <a:cs typeface="楷体"/>
              </a:rPr>
              <a:t>线圈在</a:t>
            </a:r>
            <a:r>
              <a:rPr dirty="0" sz="2800" spc="-20" b="1">
                <a:solidFill>
                  <a:srgbClr val="0000CC"/>
                </a:solidFill>
                <a:latin typeface="楷体"/>
                <a:cs typeface="楷体"/>
              </a:rPr>
              <a:t>磁 </a:t>
            </a:r>
            <a:r>
              <a:rPr dirty="0" sz="2800" b="1">
                <a:solidFill>
                  <a:srgbClr val="0000CC"/>
                </a:solidFill>
                <a:latin typeface="楷体"/>
                <a:cs typeface="楷体"/>
              </a:rPr>
              <a:t>些边切割磁感线</a:t>
            </a:r>
            <a:r>
              <a:rPr dirty="0" sz="2800" spc="-15" b="1">
                <a:solidFill>
                  <a:srgbClr val="0000CC"/>
                </a:solidFill>
                <a:latin typeface="楷体"/>
                <a:cs typeface="楷体"/>
              </a:rPr>
              <a:t>?</a:t>
            </a:r>
            <a:endParaRPr sz="2800">
              <a:latin typeface="楷体"/>
              <a:cs typeface="楷体"/>
            </a:endParaRPr>
          </a:p>
          <a:p>
            <a:pPr>
              <a:lnSpc>
                <a:spcPts val="3354"/>
              </a:lnSpc>
              <a:spcBef>
                <a:spcPts val="2060"/>
              </a:spcBef>
            </a:pPr>
            <a:r>
              <a:rPr dirty="0" sz="2800" b="1">
                <a:solidFill>
                  <a:srgbClr val="FF0000"/>
                </a:solidFill>
                <a:latin typeface="楷体"/>
                <a:cs typeface="楷体"/>
              </a:rPr>
              <a:t>问题</a:t>
            </a:r>
            <a:r>
              <a:rPr dirty="0" sz="2800" spc="-10" b="1">
                <a:solidFill>
                  <a:srgbClr val="FF0000"/>
                </a:solidFill>
                <a:latin typeface="楷体"/>
                <a:cs typeface="楷体"/>
              </a:rPr>
              <a:t>2:</a:t>
            </a:r>
            <a:endParaRPr sz="2800">
              <a:latin typeface="楷体"/>
              <a:cs typeface="楷体"/>
            </a:endParaRPr>
          </a:p>
          <a:p>
            <a:pPr>
              <a:lnSpc>
                <a:spcPts val="3370"/>
              </a:lnSpc>
              <a:spcBef>
                <a:spcPts val="95"/>
              </a:spcBef>
            </a:pPr>
            <a:r>
              <a:rPr dirty="0" sz="2800" b="1">
                <a:solidFill>
                  <a:srgbClr val="0000CC"/>
                </a:solidFill>
                <a:latin typeface="楷体"/>
                <a:cs typeface="楷体"/>
              </a:rPr>
              <a:t>该状态下，各个</a:t>
            </a:r>
            <a:r>
              <a:rPr dirty="0" sz="2800" spc="-15" b="1">
                <a:solidFill>
                  <a:srgbClr val="0000CC"/>
                </a:solidFill>
                <a:latin typeface="楷体"/>
                <a:cs typeface="楷体"/>
              </a:rPr>
              <a:t>物 </a:t>
            </a:r>
            <a:r>
              <a:rPr dirty="0" sz="2800" b="1">
                <a:solidFill>
                  <a:srgbClr val="0000CC"/>
                </a:solidFill>
                <a:latin typeface="楷体"/>
                <a:cs typeface="楷体"/>
              </a:rPr>
              <a:t>有什么特点</a:t>
            </a:r>
            <a:r>
              <a:rPr dirty="0" sz="2800" spc="-20" b="1">
                <a:solidFill>
                  <a:srgbClr val="0000CC"/>
                </a:solidFill>
                <a:latin typeface="楷体"/>
                <a:cs typeface="楷体"/>
              </a:rPr>
              <a:t>？</a:t>
            </a:r>
            <a:endParaRPr sz="2800">
              <a:latin typeface="楷体"/>
              <a:cs typeface="楷体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019040" y="3567849"/>
            <a:ext cx="2058035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spc="-5">
                <a:latin typeface="黑体"/>
                <a:cs typeface="黑体"/>
              </a:rPr>
              <a:t>特点：B⊥</a:t>
            </a:r>
            <a:r>
              <a:rPr dirty="0" sz="3200">
                <a:latin typeface="黑体"/>
                <a:cs typeface="黑体"/>
              </a:rPr>
              <a:t>S</a:t>
            </a:r>
            <a:endParaRPr sz="3200">
              <a:latin typeface="黑体"/>
              <a:cs typeface="黑体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439123" y="3547516"/>
            <a:ext cx="3475990" cy="538480"/>
          </a:xfrm>
          <a:prstGeom prst="rect">
            <a:avLst/>
          </a:prstGeom>
        </p:spPr>
        <p:txBody>
          <a:bodyPr wrap="square" lIns="0" tIns="146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  <a:tabLst>
                <a:tab pos="1656080" algn="l"/>
                <a:tab pos="2920365" algn="l"/>
              </a:tabLst>
            </a:pPr>
            <a:r>
              <a:rPr dirty="0" sz="3350" spc="-1035" i="1">
                <a:latin typeface="黑体"/>
                <a:cs typeface="黑体"/>
              </a:rPr>
              <a:t>Φ</a:t>
            </a:r>
            <a:r>
              <a:rPr dirty="0" sz="3200">
                <a:latin typeface="黑体"/>
                <a:cs typeface="黑体"/>
              </a:rPr>
              <a:t>最</a:t>
            </a:r>
            <a:r>
              <a:rPr dirty="0" sz="3200" spc="5">
                <a:latin typeface="黑体"/>
                <a:cs typeface="黑体"/>
              </a:rPr>
              <a:t>大</a:t>
            </a:r>
            <a:r>
              <a:rPr dirty="0" sz="3200">
                <a:latin typeface="黑体"/>
                <a:cs typeface="黑体"/>
              </a:rPr>
              <a:t>	</a:t>
            </a:r>
            <a:r>
              <a:rPr dirty="0" sz="3200" spc="-5" i="1">
                <a:latin typeface="Times New Roman"/>
                <a:cs typeface="Times New Roman"/>
              </a:rPr>
              <a:t>E</a:t>
            </a:r>
            <a:r>
              <a:rPr dirty="0" sz="3200" spc="-5">
                <a:latin typeface="黑体"/>
                <a:cs typeface="黑体"/>
              </a:rPr>
              <a:t>=</a:t>
            </a:r>
            <a:r>
              <a:rPr dirty="0" sz="3200">
                <a:latin typeface="黑体"/>
                <a:cs typeface="黑体"/>
              </a:rPr>
              <a:t>0</a:t>
            </a:r>
            <a:r>
              <a:rPr dirty="0" sz="3200">
                <a:latin typeface="黑体"/>
                <a:cs typeface="黑体"/>
              </a:rPr>
              <a:t>	</a:t>
            </a:r>
            <a:r>
              <a:rPr dirty="0" sz="3200" spc="-5" i="1">
                <a:latin typeface="Times New Roman"/>
                <a:cs typeface="Times New Roman"/>
              </a:rPr>
              <a:t>I</a:t>
            </a:r>
            <a:r>
              <a:rPr dirty="0" sz="3200" spc="-5">
                <a:latin typeface="黑体"/>
                <a:cs typeface="黑体"/>
              </a:rPr>
              <a:t>=</a:t>
            </a:r>
            <a:r>
              <a:rPr dirty="0" sz="3200">
                <a:latin typeface="黑体"/>
                <a:cs typeface="黑体"/>
              </a:rPr>
              <a:t>0</a:t>
            </a:r>
            <a:endParaRPr sz="3200">
              <a:latin typeface="黑体"/>
              <a:cs typeface="黑体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5019040" y="4301274"/>
            <a:ext cx="2870835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>
                <a:latin typeface="黑体"/>
                <a:cs typeface="黑体"/>
              </a:rPr>
              <a:t>没有切割磁感</a:t>
            </a:r>
            <a:r>
              <a:rPr dirty="0" sz="3200" spc="5">
                <a:latin typeface="黑体"/>
                <a:cs typeface="黑体"/>
              </a:rPr>
              <a:t>线</a:t>
            </a:r>
            <a:endParaRPr sz="3200">
              <a:latin typeface="黑体"/>
              <a:cs typeface="黑体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5019040" y="5023904"/>
            <a:ext cx="6122035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>
                <a:latin typeface="黑体"/>
                <a:cs typeface="黑体"/>
              </a:rPr>
              <a:t>垂直磁场方向的平面叫做中性面</a:t>
            </a:r>
            <a:r>
              <a:rPr dirty="0" sz="3200" spc="5">
                <a:latin typeface="黑体"/>
                <a:cs typeface="黑体"/>
              </a:rPr>
              <a:t>。</a:t>
            </a:r>
            <a:endParaRPr sz="3200">
              <a:latin typeface="黑体"/>
              <a:cs typeface="黑体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3848100" y="129539"/>
            <a:ext cx="3413759" cy="343052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7804150" y="577303"/>
            <a:ext cx="2438400" cy="190574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7804150" y="2671140"/>
            <a:ext cx="2438400" cy="128905"/>
          </a:xfrm>
          <a:custGeom>
            <a:avLst/>
            <a:gdLst/>
            <a:ahLst/>
            <a:cxnLst/>
            <a:rect l="l" t="t" r="r" b="b"/>
            <a:pathLst>
              <a:path w="2438400" h="128905">
                <a:moveTo>
                  <a:pt x="2381686" y="64217"/>
                </a:moveTo>
                <a:lnTo>
                  <a:pt x="2317115" y="26555"/>
                </a:lnTo>
                <a:lnTo>
                  <a:pt x="2310028" y="14147"/>
                </a:lnTo>
                <a:lnTo>
                  <a:pt x="2310358" y="11175"/>
                </a:lnTo>
                <a:lnTo>
                  <a:pt x="2322893" y="0"/>
                </a:lnTo>
                <a:lnTo>
                  <a:pt x="2325878" y="12"/>
                </a:lnTo>
                <a:lnTo>
                  <a:pt x="2328799" y="647"/>
                </a:lnTo>
                <a:lnTo>
                  <a:pt x="2331516" y="1866"/>
                </a:lnTo>
                <a:lnTo>
                  <a:pt x="2413910" y="49936"/>
                </a:lnTo>
                <a:lnTo>
                  <a:pt x="2410040" y="49936"/>
                </a:lnTo>
                <a:lnTo>
                  <a:pt x="2410040" y="51879"/>
                </a:lnTo>
                <a:lnTo>
                  <a:pt x="2402840" y="51879"/>
                </a:lnTo>
                <a:lnTo>
                  <a:pt x="2381686" y="64217"/>
                </a:lnTo>
                <a:close/>
              </a:path>
              <a:path w="2438400" h="128905">
                <a:moveTo>
                  <a:pt x="2357179" y="78511"/>
                </a:moveTo>
                <a:lnTo>
                  <a:pt x="0" y="78511"/>
                </a:lnTo>
                <a:lnTo>
                  <a:pt x="0" y="49936"/>
                </a:lnTo>
                <a:lnTo>
                  <a:pt x="2357201" y="49936"/>
                </a:lnTo>
                <a:lnTo>
                  <a:pt x="2381686" y="64217"/>
                </a:lnTo>
                <a:lnTo>
                  <a:pt x="2357179" y="78511"/>
                </a:lnTo>
                <a:close/>
              </a:path>
              <a:path w="2438400" h="128905">
                <a:moveTo>
                  <a:pt x="2413905" y="78511"/>
                </a:moveTo>
                <a:lnTo>
                  <a:pt x="2410040" y="78511"/>
                </a:lnTo>
                <a:lnTo>
                  <a:pt x="2410040" y="49936"/>
                </a:lnTo>
                <a:lnTo>
                  <a:pt x="2413910" y="49936"/>
                </a:lnTo>
                <a:lnTo>
                  <a:pt x="2438400" y="64223"/>
                </a:lnTo>
                <a:lnTo>
                  <a:pt x="2413905" y="78511"/>
                </a:lnTo>
                <a:close/>
              </a:path>
              <a:path w="2438400" h="128905">
                <a:moveTo>
                  <a:pt x="2402840" y="76555"/>
                </a:moveTo>
                <a:lnTo>
                  <a:pt x="2381686" y="64217"/>
                </a:lnTo>
                <a:lnTo>
                  <a:pt x="2402840" y="51879"/>
                </a:lnTo>
                <a:lnTo>
                  <a:pt x="2402840" y="76555"/>
                </a:lnTo>
                <a:close/>
              </a:path>
              <a:path w="2438400" h="128905">
                <a:moveTo>
                  <a:pt x="2410040" y="76555"/>
                </a:moveTo>
                <a:lnTo>
                  <a:pt x="2402840" y="76555"/>
                </a:lnTo>
                <a:lnTo>
                  <a:pt x="2402840" y="51879"/>
                </a:lnTo>
                <a:lnTo>
                  <a:pt x="2410040" y="51879"/>
                </a:lnTo>
                <a:lnTo>
                  <a:pt x="2410040" y="76555"/>
                </a:lnTo>
                <a:close/>
              </a:path>
              <a:path w="2438400" h="128905">
                <a:moveTo>
                  <a:pt x="2322893" y="128435"/>
                </a:moveTo>
                <a:lnTo>
                  <a:pt x="2310028" y="114287"/>
                </a:lnTo>
                <a:lnTo>
                  <a:pt x="2310333" y="111315"/>
                </a:lnTo>
                <a:lnTo>
                  <a:pt x="2381697" y="64223"/>
                </a:lnTo>
                <a:lnTo>
                  <a:pt x="2402840" y="76555"/>
                </a:lnTo>
                <a:lnTo>
                  <a:pt x="2410040" y="76555"/>
                </a:lnTo>
                <a:lnTo>
                  <a:pt x="2410040" y="78511"/>
                </a:lnTo>
                <a:lnTo>
                  <a:pt x="2413905" y="78511"/>
                </a:lnTo>
                <a:lnTo>
                  <a:pt x="2331516" y="126568"/>
                </a:lnTo>
                <a:lnTo>
                  <a:pt x="2328799" y="127787"/>
                </a:lnTo>
                <a:lnTo>
                  <a:pt x="2325878" y="128422"/>
                </a:lnTo>
                <a:lnTo>
                  <a:pt x="2322893" y="12843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8594090" y="223100"/>
            <a:ext cx="66929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Arial"/>
                <a:cs typeface="Arial"/>
              </a:rPr>
              <a:t>D(C)</a:t>
            </a:r>
            <a:endParaRPr sz="2400">
              <a:latin typeface="Arial"/>
              <a:cs typeface="Arial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场</a:t>
            </a:r>
            <a:r>
              <a:rPr dirty="0" spc="-15"/>
              <a:t>中</a:t>
            </a:r>
            <a:r>
              <a:rPr dirty="0" baseline="8680" sz="4800" spc="-2115" b="0" i="1">
                <a:solidFill>
                  <a:srgbClr val="0000FF"/>
                </a:solidFill>
                <a:latin typeface="Times New Roman"/>
                <a:cs typeface="Times New Roman"/>
              </a:rPr>
              <a:t>v</a:t>
            </a:r>
            <a:r>
              <a:rPr dirty="0" sz="2800" spc="-130"/>
              <a:t>绕</a:t>
            </a:r>
            <a:r>
              <a:rPr dirty="0" sz="2900" spc="-590" i="1">
                <a:latin typeface="楷体"/>
                <a:cs typeface="楷体"/>
              </a:rPr>
              <a:t>OO</a:t>
            </a:r>
            <a:r>
              <a:rPr dirty="0" sz="2800" spc="-590"/>
              <a:t>′</a:t>
            </a:r>
            <a:r>
              <a:rPr dirty="0" sz="2800"/>
              <a:t>轴转动时,</a:t>
            </a:r>
            <a:r>
              <a:rPr dirty="0" sz="2800" spc="-20"/>
              <a:t>哪</a:t>
            </a:r>
            <a:endParaRPr sz="2800">
              <a:latin typeface="楷体"/>
              <a:cs typeface="楷体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241958" y="2268435"/>
            <a:ext cx="3539490" cy="87630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ts val="1995"/>
              </a:lnSpc>
              <a:spcBef>
                <a:spcPts val="105"/>
              </a:spcBef>
            </a:pPr>
            <a:r>
              <a:rPr dirty="0" sz="2800" b="1">
                <a:solidFill>
                  <a:srgbClr val="0000CC"/>
                </a:solidFill>
                <a:latin typeface="楷体"/>
                <a:cs typeface="楷体"/>
              </a:rPr>
              <a:t>理量</a:t>
            </a:r>
            <a:r>
              <a:rPr dirty="0" sz="2800" spc="-65" b="1">
                <a:solidFill>
                  <a:srgbClr val="0000CC"/>
                </a:solidFill>
                <a:latin typeface="楷体"/>
                <a:cs typeface="楷体"/>
              </a:rPr>
              <a:t>（</a:t>
            </a:r>
            <a:r>
              <a:rPr dirty="0" sz="2800" spc="-65" b="1" i="1">
                <a:solidFill>
                  <a:srgbClr val="0000CC"/>
                </a:solidFill>
                <a:latin typeface="Times New Roman"/>
                <a:cs typeface="Times New Roman"/>
              </a:rPr>
              <a:t>Φ</a:t>
            </a:r>
            <a:r>
              <a:rPr dirty="0" sz="2900" spc="-869" b="1" i="1">
                <a:solidFill>
                  <a:srgbClr val="0000CC"/>
                </a:solidFill>
                <a:latin typeface="楷体"/>
                <a:cs typeface="楷体"/>
              </a:rPr>
              <a:t>、</a:t>
            </a:r>
            <a:r>
              <a:rPr dirty="0" sz="2800" spc="-125" b="1" i="1">
                <a:solidFill>
                  <a:srgbClr val="0000CC"/>
                </a:solidFill>
                <a:latin typeface="Times New Roman"/>
                <a:cs typeface="Times New Roman"/>
              </a:rPr>
              <a:t>E</a:t>
            </a:r>
            <a:r>
              <a:rPr dirty="0" sz="2900" spc="-869" b="1" i="1">
                <a:solidFill>
                  <a:srgbClr val="0000CC"/>
                </a:solidFill>
                <a:latin typeface="楷体"/>
                <a:cs typeface="楷体"/>
              </a:rPr>
              <a:t>、</a:t>
            </a:r>
            <a:r>
              <a:rPr dirty="0" sz="2800" spc="100" b="1" i="1">
                <a:solidFill>
                  <a:srgbClr val="0000CC"/>
                </a:solidFill>
                <a:latin typeface="Times New Roman"/>
                <a:cs typeface="Times New Roman"/>
              </a:rPr>
              <a:t>I</a:t>
            </a:r>
            <a:r>
              <a:rPr dirty="0" baseline="30381" sz="4800" spc="150" i="1">
                <a:solidFill>
                  <a:srgbClr val="0000FF"/>
                </a:solidFill>
                <a:latin typeface="Times New Roman"/>
                <a:cs typeface="Times New Roman"/>
              </a:rPr>
              <a:t>v</a:t>
            </a:r>
            <a:r>
              <a:rPr dirty="0" baseline="30381" sz="4800" spc="540" i="1">
                <a:solidFill>
                  <a:srgbClr val="0000FF"/>
                </a:solidFill>
                <a:latin typeface="Times New Roman"/>
                <a:cs typeface="Times New Roman"/>
              </a:rPr>
              <a:t> </a:t>
            </a:r>
            <a:r>
              <a:rPr dirty="0" sz="2800" b="1">
                <a:solidFill>
                  <a:srgbClr val="0000CC"/>
                </a:solidFill>
                <a:latin typeface="楷体"/>
                <a:cs typeface="楷体"/>
              </a:rPr>
              <a:t>分</a:t>
            </a:r>
            <a:r>
              <a:rPr dirty="0" sz="2800" spc="-20" b="1">
                <a:solidFill>
                  <a:srgbClr val="0000CC"/>
                </a:solidFill>
                <a:latin typeface="楷体"/>
                <a:cs typeface="楷体"/>
              </a:rPr>
              <a:t>别</a:t>
            </a:r>
            <a:endParaRPr sz="2800">
              <a:latin typeface="楷体"/>
              <a:cs typeface="楷体"/>
            </a:endParaRPr>
          </a:p>
          <a:p>
            <a:pPr algn="r" marR="720725">
              <a:lnSpc>
                <a:spcPts val="1764"/>
              </a:lnSpc>
            </a:pPr>
            <a:r>
              <a:rPr dirty="0" sz="2800" spc="-20" b="1">
                <a:solidFill>
                  <a:srgbClr val="0000CC"/>
                </a:solidFill>
                <a:latin typeface="楷体"/>
                <a:cs typeface="楷体"/>
              </a:rPr>
              <a:t>）</a:t>
            </a:r>
            <a:endParaRPr sz="2800">
              <a:latin typeface="楷体"/>
              <a:cs typeface="楷体"/>
            </a:endParaRPr>
          </a:p>
          <a:p>
            <a:pPr algn="ctr" marR="192405">
              <a:lnSpc>
                <a:spcPct val="100000"/>
              </a:lnSpc>
              <a:spcBef>
                <a:spcPts val="50"/>
              </a:spcBef>
            </a:pPr>
            <a:r>
              <a:rPr dirty="0" sz="2400" spc="-5">
                <a:latin typeface="Arial"/>
                <a:cs typeface="Arial"/>
              </a:rPr>
              <a:t>A(B)</a:t>
            </a:r>
            <a:endParaRPr sz="24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64540" y="0"/>
            <a:ext cx="2033270" cy="66040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4740"/>
              </a:lnSpc>
            </a:pPr>
            <a:r>
              <a:rPr dirty="0" sz="4000" b="1">
                <a:solidFill>
                  <a:srgbClr val="F1F1F1"/>
                </a:solidFill>
                <a:latin typeface="华文楷体"/>
                <a:cs typeface="华文楷体"/>
              </a:rPr>
              <a:t>高中物</a:t>
            </a:r>
            <a:r>
              <a:rPr dirty="0" sz="4000" spc="-10" b="1">
                <a:solidFill>
                  <a:srgbClr val="F1F1F1"/>
                </a:solidFill>
                <a:latin typeface="华文楷体"/>
                <a:cs typeface="华文楷体"/>
              </a:rPr>
              <a:t>理</a:t>
            </a:r>
            <a:endParaRPr sz="4000">
              <a:latin typeface="华文楷体"/>
              <a:cs typeface="华文楷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4298416" y="321208"/>
            <a:ext cx="6838315" cy="1393190"/>
          </a:xfrm>
          <a:custGeom>
            <a:avLst/>
            <a:gdLst/>
            <a:ahLst/>
            <a:cxnLst/>
            <a:rect l="l" t="t" r="r" b="b"/>
            <a:pathLst>
              <a:path w="6838315" h="1393189">
                <a:moveTo>
                  <a:pt x="6837895" y="1393189"/>
                </a:moveTo>
                <a:lnTo>
                  <a:pt x="0" y="1393189"/>
                </a:lnTo>
                <a:lnTo>
                  <a:pt x="0" y="0"/>
                </a:lnTo>
                <a:lnTo>
                  <a:pt x="6837895" y="0"/>
                </a:lnTo>
                <a:lnTo>
                  <a:pt x="6837895" y="4762"/>
                </a:lnTo>
                <a:lnTo>
                  <a:pt x="9525" y="4762"/>
                </a:lnTo>
                <a:lnTo>
                  <a:pt x="4762" y="9524"/>
                </a:lnTo>
                <a:lnTo>
                  <a:pt x="9525" y="9524"/>
                </a:lnTo>
                <a:lnTo>
                  <a:pt x="9525" y="1383664"/>
                </a:lnTo>
                <a:lnTo>
                  <a:pt x="4762" y="1383664"/>
                </a:lnTo>
                <a:lnTo>
                  <a:pt x="9525" y="1388427"/>
                </a:lnTo>
                <a:lnTo>
                  <a:pt x="6837895" y="1388427"/>
                </a:lnTo>
                <a:lnTo>
                  <a:pt x="6837895" y="1393189"/>
                </a:lnTo>
                <a:close/>
              </a:path>
              <a:path w="6838315" h="1393189">
                <a:moveTo>
                  <a:pt x="9525" y="9524"/>
                </a:moveTo>
                <a:lnTo>
                  <a:pt x="4762" y="9524"/>
                </a:lnTo>
                <a:lnTo>
                  <a:pt x="9525" y="4762"/>
                </a:lnTo>
                <a:lnTo>
                  <a:pt x="9525" y="9524"/>
                </a:lnTo>
                <a:close/>
              </a:path>
              <a:path w="6838315" h="1393189">
                <a:moveTo>
                  <a:pt x="6828370" y="9524"/>
                </a:moveTo>
                <a:lnTo>
                  <a:pt x="9525" y="9524"/>
                </a:lnTo>
                <a:lnTo>
                  <a:pt x="9525" y="4762"/>
                </a:lnTo>
                <a:lnTo>
                  <a:pt x="6828370" y="4762"/>
                </a:lnTo>
                <a:lnTo>
                  <a:pt x="6828370" y="9524"/>
                </a:lnTo>
                <a:close/>
              </a:path>
              <a:path w="6838315" h="1393189">
                <a:moveTo>
                  <a:pt x="6828370" y="1388427"/>
                </a:moveTo>
                <a:lnTo>
                  <a:pt x="6828370" y="4762"/>
                </a:lnTo>
                <a:lnTo>
                  <a:pt x="6833133" y="9524"/>
                </a:lnTo>
                <a:lnTo>
                  <a:pt x="6837895" y="9524"/>
                </a:lnTo>
                <a:lnTo>
                  <a:pt x="6837895" y="1383664"/>
                </a:lnTo>
                <a:lnTo>
                  <a:pt x="6833133" y="1383664"/>
                </a:lnTo>
                <a:lnTo>
                  <a:pt x="6828370" y="1388427"/>
                </a:lnTo>
                <a:close/>
              </a:path>
              <a:path w="6838315" h="1393189">
                <a:moveTo>
                  <a:pt x="6837895" y="9524"/>
                </a:moveTo>
                <a:lnTo>
                  <a:pt x="6833133" y="9524"/>
                </a:lnTo>
                <a:lnTo>
                  <a:pt x="6828370" y="4762"/>
                </a:lnTo>
                <a:lnTo>
                  <a:pt x="6837895" y="4762"/>
                </a:lnTo>
                <a:lnTo>
                  <a:pt x="6837895" y="9524"/>
                </a:lnTo>
                <a:close/>
              </a:path>
              <a:path w="6838315" h="1393189">
                <a:moveTo>
                  <a:pt x="9525" y="1388427"/>
                </a:moveTo>
                <a:lnTo>
                  <a:pt x="4762" y="1383664"/>
                </a:lnTo>
                <a:lnTo>
                  <a:pt x="9525" y="1383664"/>
                </a:lnTo>
                <a:lnTo>
                  <a:pt x="9525" y="1388427"/>
                </a:lnTo>
                <a:close/>
              </a:path>
              <a:path w="6838315" h="1393189">
                <a:moveTo>
                  <a:pt x="6828370" y="1388427"/>
                </a:moveTo>
                <a:lnTo>
                  <a:pt x="9525" y="1388427"/>
                </a:lnTo>
                <a:lnTo>
                  <a:pt x="9525" y="1383664"/>
                </a:lnTo>
                <a:lnTo>
                  <a:pt x="6828370" y="1383664"/>
                </a:lnTo>
                <a:lnTo>
                  <a:pt x="6828370" y="1388427"/>
                </a:lnTo>
                <a:close/>
              </a:path>
              <a:path w="6838315" h="1393189">
                <a:moveTo>
                  <a:pt x="6837895" y="1388427"/>
                </a:moveTo>
                <a:lnTo>
                  <a:pt x="6828370" y="1388427"/>
                </a:lnTo>
                <a:lnTo>
                  <a:pt x="6833133" y="1383664"/>
                </a:lnTo>
                <a:lnTo>
                  <a:pt x="6837895" y="1383664"/>
                </a:lnTo>
                <a:lnTo>
                  <a:pt x="6837895" y="138842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/>
              <a:t>场中</a:t>
            </a:r>
            <a:r>
              <a:rPr dirty="0" spc="-130"/>
              <a:t>绕</a:t>
            </a:r>
            <a:r>
              <a:rPr dirty="0" sz="2900" spc="-590" i="1">
                <a:latin typeface="楷体"/>
                <a:cs typeface="楷体"/>
              </a:rPr>
              <a:t>OO</a:t>
            </a:r>
            <a:r>
              <a:rPr dirty="0" spc="-590"/>
              <a:t>′</a:t>
            </a:r>
            <a:r>
              <a:rPr dirty="0"/>
              <a:t>轴转动时,</a:t>
            </a:r>
            <a:r>
              <a:rPr dirty="0" spc="-20"/>
              <a:t>哪</a:t>
            </a:r>
            <a:endParaRPr sz="2900">
              <a:latin typeface="楷体"/>
              <a:cs typeface="楷体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298416" y="1876958"/>
            <a:ext cx="6838315" cy="1393190"/>
          </a:xfrm>
          <a:custGeom>
            <a:avLst/>
            <a:gdLst/>
            <a:ahLst/>
            <a:cxnLst/>
            <a:rect l="l" t="t" r="r" b="b"/>
            <a:pathLst>
              <a:path w="6838315" h="1393189">
                <a:moveTo>
                  <a:pt x="6837895" y="1393189"/>
                </a:moveTo>
                <a:lnTo>
                  <a:pt x="0" y="1393189"/>
                </a:lnTo>
                <a:lnTo>
                  <a:pt x="0" y="0"/>
                </a:lnTo>
                <a:lnTo>
                  <a:pt x="6837895" y="0"/>
                </a:lnTo>
                <a:lnTo>
                  <a:pt x="6837895" y="4762"/>
                </a:lnTo>
                <a:lnTo>
                  <a:pt x="9525" y="4762"/>
                </a:lnTo>
                <a:lnTo>
                  <a:pt x="4762" y="9524"/>
                </a:lnTo>
                <a:lnTo>
                  <a:pt x="9525" y="9524"/>
                </a:lnTo>
                <a:lnTo>
                  <a:pt x="9525" y="1383664"/>
                </a:lnTo>
                <a:lnTo>
                  <a:pt x="4762" y="1383664"/>
                </a:lnTo>
                <a:lnTo>
                  <a:pt x="9525" y="1388427"/>
                </a:lnTo>
                <a:lnTo>
                  <a:pt x="6837895" y="1388427"/>
                </a:lnTo>
                <a:lnTo>
                  <a:pt x="6837895" y="1393189"/>
                </a:lnTo>
                <a:close/>
              </a:path>
              <a:path w="6838315" h="1393189">
                <a:moveTo>
                  <a:pt x="9525" y="9524"/>
                </a:moveTo>
                <a:lnTo>
                  <a:pt x="4762" y="9524"/>
                </a:lnTo>
                <a:lnTo>
                  <a:pt x="9525" y="4762"/>
                </a:lnTo>
                <a:lnTo>
                  <a:pt x="9525" y="9524"/>
                </a:lnTo>
                <a:close/>
              </a:path>
              <a:path w="6838315" h="1393189">
                <a:moveTo>
                  <a:pt x="6828370" y="9524"/>
                </a:moveTo>
                <a:lnTo>
                  <a:pt x="9525" y="9524"/>
                </a:lnTo>
                <a:lnTo>
                  <a:pt x="9525" y="4762"/>
                </a:lnTo>
                <a:lnTo>
                  <a:pt x="6828370" y="4762"/>
                </a:lnTo>
                <a:lnTo>
                  <a:pt x="6828370" y="9524"/>
                </a:lnTo>
                <a:close/>
              </a:path>
              <a:path w="6838315" h="1393189">
                <a:moveTo>
                  <a:pt x="6828370" y="1388427"/>
                </a:moveTo>
                <a:lnTo>
                  <a:pt x="6828370" y="4762"/>
                </a:lnTo>
                <a:lnTo>
                  <a:pt x="6833133" y="9524"/>
                </a:lnTo>
                <a:lnTo>
                  <a:pt x="6837895" y="9524"/>
                </a:lnTo>
                <a:lnTo>
                  <a:pt x="6837895" y="1383664"/>
                </a:lnTo>
                <a:lnTo>
                  <a:pt x="6833133" y="1383664"/>
                </a:lnTo>
                <a:lnTo>
                  <a:pt x="6828370" y="1388427"/>
                </a:lnTo>
                <a:close/>
              </a:path>
              <a:path w="6838315" h="1393189">
                <a:moveTo>
                  <a:pt x="6837895" y="9524"/>
                </a:moveTo>
                <a:lnTo>
                  <a:pt x="6833133" y="9524"/>
                </a:lnTo>
                <a:lnTo>
                  <a:pt x="6828370" y="4762"/>
                </a:lnTo>
                <a:lnTo>
                  <a:pt x="6837895" y="4762"/>
                </a:lnTo>
                <a:lnTo>
                  <a:pt x="6837895" y="9524"/>
                </a:lnTo>
                <a:close/>
              </a:path>
              <a:path w="6838315" h="1393189">
                <a:moveTo>
                  <a:pt x="9525" y="1388427"/>
                </a:moveTo>
                <a:lnTo>
                  <a:pt x="4762" y="1383664"/>
                </a:lnTo>
                <a:lnTo>
                  <a:pt x="9525" y="1383664"/>
                </a:lnTo>
                <a:lnTo>
                  <a:pt x="9525" y="1388427"/>
                </a:lnTo>
                <a:close/>
              </a:path>
              <a:path w="6838315" h="1393189">
                <a:moveTo>
                  <a:pt x="6828370" y="1388427"/>
                </a:moveTo>
                <a:lnTo>
                  <a:pt x="9525" y="1388427"/>
                </a:lnTo>
                <a:lnTo>
                  <a:pt x="9525" y="1383664"/>
                </a:lnTo>
                <a:lnTo>
                  <a:pt x="6828370" y="1383664"/>
                </a:lnTo>
                <a:lnTo>
                  <a:pt x="6828370" y="1388427"/>
                </a:lnTo>
                <a:close/>
              </a:path>
              <a:path w="6838315" h="1393189">
                <a:moveTo>
                  <a:pt x="6837895" y="1388427"/>
                </a:moveTo>
                <a:lnTo>
                  <a:pt x="6828370" y="1388427"/>
                </a:lnTo>
                <a:lnTo>
                  <a:pt x="6833133" y="1383664"/>
                </a:lnTo>
                <a:lnTo>
                  <a:pt x="6837895" y="1383664"/>
                </a:lnTo>
                <a:lnTo>
                  <a:pt x="6837895" y="138842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6884454" y="2302774"/>
            <a:ext cx="3896995" cy="4730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800" b="1">
                <a:solidFill>
                  <a:srgbClr val="0000CC"/>
                </a:solidFill>
                <a:latin typeface="楷体"/>
                <a:cs typeface="楷体"/>
              </a:rPr>
              <a:t>物理量</a:t>
            </a:r>
            <a:r>
              <a:rPr dirty="0" sz="2800" spc="-65" b="1">
                <a:solidFill>
                  <a:srgbClr val="0000CC"/>
                </a:solidFill>
                <a:latin typeface="楷体"/>
                <a:cs typeface="楷体"/>
              </a:rPr>
              <a:t>（</a:t>
            </a:r>
            <a:r>
              <a:rPr dirty="0" sz="2800" spc="-65" b="1" i="1">
                <a:solidFill>
                  <a:srgbClr val="0000CC"/>
                </a:solidFill>
                <a:latin typeface="Times New Roman"/>
                <a:cs typeface="Times New Roman"/>
              </a:rPr>
              <a:t>Φ</a:t>
            </a:r>
            <a:r>
              <a:rPr dirty="0" sz="2900" spc="-869" b="1" i="1">
                <a:solidFill>
                  <a:srgbClr val="0000CC"/>
                </a:solidFill>
                <a:latin typeface="楷体"/>
                <a:cs typeface="楷体"/>
              </a:rPr>
              <a:t>、</a:t>
            </a:r>
            <a:r>
              <a:rPr dirty="0" sz="2800" spc="-125" b="1" i="1">
                <a:solidFill>
                  <a:srgbClr val="0000CC"/>
                </a:solidFill>
                <a:latin typeface="Times New Roman"/>
                <a:cs typeface="Times New Roman"/>
              </a:rPr>
              <a:t>E</a:t>
            </a:r>
            <a:r>
              <a:rPr dirty="0" sz="2900" spc="-869" b="1" i="1">
                <a:solidFill>
                  <a:srgbClr val="0000CC"/>
                </a:solidFill>
                <a:latin typeface="楷体"/>
                <a:cs typeface="楷体"/>
              </a:rPr>
              <a:t>、</a:t>
            </a:r>
            <a:r>
              <a:rPr dirty="0" sz="2800" b="1" i="1">
                <a:solidFill>
                  <a:srgbClr val="0000CC"/>
                </a:solidFill>
                <a:latin typeface="Times New Roman"/>
                <a:cs typeface="Times New Roman"/>
              </a:rPr>
              <a:t>I</a:t>
            </a:r>
            <a:r>
              <a:rPr dirty="0" sz="2800" b="1">
                <a:solidFill>
                  <a:srgbClr val="0000CC"/>
                </a:solidFill>
                <a:latin typeface="楷体"/>
                <a:cs typeface="楷体"/>
              </a:rPr>
              <a:t>）分</a:t>
            </a:r>
            <a:r>
              <a:rPr dirty="0" sz="2800" spc="-20" b="1">
                <a:solidFill>
                  <a:srgbClr val="0000CC"/>
                </a:solidFill>
                <a:latin typeface="楷体"/>
                <a:cs typeface="楷体"/>
              </a:rPr>
              <a:t>别</a:t>
            </a:r>
            <a:endParaRPr sz="2800">
              <a:latin typeface="楷体"/>
              <a:cs typeface="楷体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394618" y="401922"/>
            <a:ext cx="2683510" cy="276415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2910"/>
              </a:lnSpc>
            </a:pPr>
            <a:r>
              <a:rPr dirty="0" sz="2800" b="1">
                <a:solidFill>
                  <a:srgbClr val="FF0000"/>
                </a:solidFill>
                <a:latin typeface="楷体"/>
                <a:cs typeface="楷体"/>
              </a:rPr>
              <a:t>问题</a:t>
            </a:r>
            <a:r>
              <a:rPr dirty="0" sz="2800" spc="-10" b="1">
                <a:solidFill>
                  <a:srgbClr val="FF0000"/>
                </a:solidFill>
                <a:latin typeface="楷体"/>
                <a:cs typeface="楷体"/>
              </a:rPr>
              <a:t>1:</a:t>
            </a:r>
            <a:endParaRPr sz="2800">
              <a:latin typeface="楷体"/>
              <a:cs typeface="楷体"/>
            </a:endParaRPr>
          </a:p>
          <a:p>
            <a:pPr>
              <a:lnSpc>
                <a:spcPts val="3360"/>
              </a:lnSpc>
              <a:spcBef>
                <a:spcPts val="160"/>
              </a:spcBef>
            </a:pPr>
            <a:r>
              <a:rPr dirty="0" sz="2800" spc="-130" b="1">
                <a:solidFill>
                  <a:srgbClr val="0000CC"/>
                </a:solidFill>
                <a:latin typeface="楷体"/>
                <a:cs typeface="楷体"/>
              </a:rPr>
              <a:t>当</a:t>
            </a:r>
            <a:r>
              <a:rPr dirty="0" sz="2900" spc="-725" b="1" i="1">
                <a:solidFill>
                  <a:srgbClr val="0000CC"/>
                </a:solidFill>
                <a:latin typeface="楷体"/>
                <a:cs typeface="楷体"/>
              </a:rPr>
              <a:t>ABCD</a:t>
            </a:r>
            <a:r>
              <a:rPr dirty="0" sz="2900" spc="-815" b="1" i="1">
                <a:solidFill>
                  <a:srgbClr val="0000CC"/>
                </a:solidFill>
                <a:latin typeface="楷体"/>
                <a:cs typeface="楷体"/>
              </a:rPr>
              <a:t> </a:t>
            </a:r>
            <a:r>
              <a:rPr dirty="0" sz="2800" b="1">
                <a:solidFill>
                  <a:srgbClr val="0000CC"/>
                </a:solidFill>
                <a:latin typeface="楷体"/>
                <a:cs typeface="楷体"/>
              </a:rPr>
              <a:t>线圈在</a:t>
            </a:r>
            <a:r>
              <a:rPr dirty="0" sz="2800" spc="-20" b="1">
                <a:solidFill>
                  <a:srgbClr val="0000CC"/>
                </a:solidFill>
                <a:latin typeface="楷体"/>
                <a:cs typeface="楷体"/>
              </a:rPr>
              <a:t>磁 </a:t>
            </a:r>
            <a:r>
              <a:rPr dirty="0" sz="2800" b="1">
                <a:solidFill>
                  <a:srgbClr val="0000CC"/>
                </a:solidFill>
                <a:latin typeface="楷体"/>
                <a:cs typeface="楷体"/>
              </a:rPr>
              <a:t>些边切割磁感线</a:t>
            </a:r>
            <a:r>
              <a:rPr dirty="0" sz="2800" spc="-15" b="1">
                <a:solidFill>
                  <a:srgbClr val="0000CC"/>
                </a:solidFill>
                <a:latin typeface="楷体"/>
                <a:cs typeface="楷体"/>
              </a:rPr>
              <a:t>?</a:t>
            </a:r>
            <a:endParaRPr sz="2800">
              <a:latin typeface="楷体"/>
              <a:cs typeface="楷体"/>
            </a:endParaRPr>
          </a:p>
          <a:p>
            <a:pPr>
              <a:lnSpc>
                <a:spcPts val="3354"/>
              </a:lnSpc>
              <a:spcBef>
                <a:spcPts val="2060"/>
              </a:spcBef>
            </a:pPr>
            <a:r>
              <a:rPr dirty="0" sz="2800" b="1">
                <a:solidFill>
                  <a:srgbClr val="FF0000"/>
                </a:solidFill>
                <a:latin typeface="楷体"/>
                <a:cs typeface="楷体"/>
              </a:rPr>
              <a:t>问题</a:t>
            </a:r>
            <a:r>
              <a:rPr dirty="0" sz="2800" spc="-10" b="1">
                <a:solidFill>
                  <a:srgbClr val="FF0000"/>
                </a:solidFill>
                <a:latin typeface="楷体"/>
                <a:cs typeface="楷体"/>
              </a:rPr>
              <a:t>2:</a:t>
            </a:r>
            <a:endParaRPr sz="2800">
              <a:latin typeface="楷体"/>
              <a:cs typeface="楷体"/>
            </a:endParaRPr>
          </a:p>
          <a:p>
            <a:pPr marR="175895">
              <a:lnSpc>
                <a:spcPts val="3370"/>
              </a:lnSpc>
              <a:spcBef>
                <a:spcPts val="95"/>
              </a:spcBef>
            </a:pPr>
            <a:r>
              <a:rPr dirty="0" sz="2800" b="1">
                <a:solidFill>
                  <a:srgbClr val="0000CC"/>
                </a:solidFill>
                <a:latin typeface="楷体"/>
                <a:cs typeface="楷体"/>
              </a:rPr>
              <a:t>该状态下，各</a:t>
            </a:r>
            <a:r>
              <a:rPr dirty="0" sz="2800" spc="-15" b="1">
                <a:solidFill>
                  <a:srgbClr val="0000CC"/>
                </a:solidFill>
                <a:latin typeface="楷体"/>
                <a:cs typeface="楷体"/>
              </a:rPr>
              <a:t>个 </a:t>
            </a:r>
            <a:r>
              <a:rPr dirty="0" sz="2800" b="1">
                <a:solidFill>
                  <a:srgbClr val="0000CC"/>
                </a:solidFill>
                <a:latin typeface="楷体"/>
                <a:cs typeface="楷体"/>
              </a:rPr>
              <a:t>有什么特点</a:t>
            </a:r>
            <a:r>
              <a:rPr dirty="0" sz="2800" spc="-20" b="1">
                <a:solidFill>
                  <a:srgbClr val="0000CC"/>
                </a:solidFill>
                <a:latin typeface="楷体"/>
                <a:cs typeface="楷体"/>
              </a:rPr>
              <a:t>？</a:t>
            </a:r>
            <a:endParaRPr sz="2800">
              <a:latin typeface="楷体"/>
              <a:cs typeface="楷体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943090" y="3827995"/>
            <a:ext cx="4496435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>
                <a:latin typeface="黑体"/>
                <a:cs typeface="黑体"/>
              </a:rPr>
              <a:t>垂直中性面的平面特点</a:t>
            </a:r>
            <a:r>
              <a:rPr dirty="0" sz="3200" spc="5">
                <a:latin typeface="黑体"/>
                <a:cs typeface="黑体"/>
              </a:rPr>
              <a:t>：</a:t>
            </a:r>
            <a:endParaRPr sz="3200">
              <a:latin typeface="黑体"/>
              <a:cs typeface="黑体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552690" y="4571581"/>
            <a:ext cx="4344670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288415" algn="l"/>
                <a:tab pos="2287270" algn="l"/>
                <a:tab pos="3687445" algn="l"/>
              </a:tabLst>
            </a:pPr>
            <a:r>
              <a:rPr dirty="0" sz="3200" spc="450">
                <a:latin typeface="Arial"/>
                <a:cs typeface="Arial"/>
              </a:rPr>
              <a:t>B</a:t>
            </a:r>
            <a:r>
              <a:rPr dirty="0" sz="3200" spc="450">
                <a:latin typeface="Lucida Sans Unicode"/>
                <a:cs typeface="Lucida Sans Unicode"/>
              </a:rPr>
              <a:t>∥</a:t>
            </a:r>
            <a:r>
              <a:rPr dirty="0" sz="3200" spc="450">
                <a:latin typeface="Arial"/>
                <a:cs typeface="Arial"/>
              </a:rPr>
              <a:t>S	</a:t>
            </a:r>
            <a:r>
              <a:rPr dirty="0" sz="3200" spc="-5" i="1">
                <a:latin typeface="Times New Roman"/>
                <a:cs typeface="Times New Roman"/>
              </a:rPr>
              <a:t>Φ</a:t>
            </a:r>
            <a:r>
              <a:rPr dirty="0" sz="3200" spc="-5">
                <a:latin typeface="Arial"/>
                <a:cs typeface="Arial"/>
              </a:rPr>
              <a:t>=0	</a:t>
            </a:r>
            <a:r>
              <a:rPr dirty="0" sz="3200" spc="-5" i="1">
                <a:latin typeface="Times New Roman"/>
                <a:cs typeface="Times New Roman"/>
              </a:rPr>
              <a:t>E</a:t>
            </a:r>
            <a:r>
              <a:rPr dirty="0" sz="3200">
                <a:latin typeface="黑体"/>
                <a:cs typeface="黑体"/>
              </a:rPr>
              <a:t>最</a:t>
            </a:r>
            <a:r>
              <a:rPr dirty="0" sz="3200" spc="5">
                <a:latin typeface="黑体"/>
                <a:cs typeface="黑体"/>
              </a:rPr>
              <a:t>大	</a:t>
            </a:r>
            <a:r>
              <a:rPr dirty="0" sz="3200" i="1">
                <a:latin typeface="Times New Roman"/>
                <a:cs typeface="Times New Roman"/>
              </a:rPr>
              <a:t>I</a:t>
            </a:r>
            <a:r>
              <a:rPr dirty="0" sz="3200" spc="-95" i="1">
                <a:latin typeface="Times New Roman"/>
                <a:cs typeface="Times New Roman"/>
              </a:rPr>
              <a:t> </a:t>
            </a:r>
            <a:r>
              <a:rPr dirty="0" sz="3200" spc="5">
                <a:latin typeface="黑体"/>
                <a:cs typeface="黑体"/>
              </a:rPr>
              <a:t>最</a:t>
            </a:r>
            <a:endParaRPr sz="3200">
              <a:latin typeface="黑体"/>
              <a:cs typeface="黑体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943090" y="5049100"/>
            <a:ext cx="432434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spc="5">
                <a:latin typeface="黑体"/>
                <a:cs typeface="黑体"/>
              </a:rPr>
              <a:t>大</a:t>
            </a:r>
            <a:endParaRPr sz="3200">
              <a:latin typeface="黑体"/>
              <a:cs typeface="黑体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635000" y="3611232"/>
            <a:ext cx="2438400" cy="128905"/>
          </a:xfrm>
          <a:custGeom>
            <a:avLst/>
            <a:gdLst/>
            <a:ahLst/>
            <a:cxnLst/>
            <a:rect l="l" t="t" r="r" b="b"/>
            <a:pathLst>
              <a:path w="2438400" h="128904">
                <a:moveTo>
                  <a:pt x="2381680" y="64223"/>
                </a:moveTo>
                <a:lnTo>
                  <a:pt x="2317115" y="26555"/>
                </a:lnTo>
                <a:lnTo>
                  <a:pt x="2310028" y="14160"/>
                </a:lnTo>
                <a:lnTo>
                  <a:pt x="2310358" y="11188"/>
                </a:lnTo>
                <a:lnTo>
                  <a:pt x="2322893" y="0"/>
                </a:lnTo>
                <a:lnTo>
                  <a:pt x="2325878" y="12"/>
                </a:lnTo>
                <a:lnTo>
                  <a:pt x="2328799" y="647"/>
                </a:lnTo>
                <a:lnTo>
                  <a:pt x="2331516" y="1879"/>
                </a:lnTo>
                <a:lnTo>
                  <a:pt x="2413905" y="49936"/>
                </a:lnTo>
                <a:lnTo>
                  <a:pt x="2410040" y="49936"/>
                </a:lnTo>
                <a:lnTo>
                  <a:pt x="2410040" y="51879"/>
                </a:lnTo>
                <a:lnTo>
                  <a:pt x="2402840" y="51879"/>
                </a:lnTo>
                <a:lnTo>
                  <a:pt x="2381680" y="64223"/>
                </a:lnTo>
                <a:close/>
              </a:path>
              <a:path w="2438400" h="128904">
                <a:moveTo>
                  <a:pt x="2357191" y="78511"/>
                </a:moveTo>
                <a:lnTo>
                  <a:pt x="0" y="78511"/>
                </a:lnTo>
                <a:lnTo>
                  <a:pt x="0" y="49936"/>
                </a:lnTo>
                <a:lnTo>
                  <a:pt x="2357191" y="49936"/>
                </a:lnTo>
                <a:lnTo>
                  <a:pt x="2381680" y="64223"/>
                </a:lnTo>
                <a:lnTo>
                  <a:pt x="2357191" y="78511"/>
                </a:lnTo>
                <a:close/>
              </a:path>
              <a:path w="2438400" h="128904">
                <a:moveTo>
                  <a:pt x="2413905" y="78511"/>
                </a:moveTo>
                <a:lnTo>
                  <a:pt x="2410040" y="78511"/>
                </a:lnTo>
                <a:lnTo>
                  <a:pt x="2410040" y="49936"/>
                </a:lnTo>
                <a:lnTo>
                  <a:pt x="2413905" y="49936"/>
                </a:lnTo>
                <a:lnTo>
                  <a:pt x="2438400" y="64223"/>
                </a:lnTo>
                <a:lnTo>
                  <a:pt x="2413905" y="78511"/>
                </a:lnTo>
                <a:close/>
              </a:path>
              <a:path w="2438400" h="128904">
                <a:moveTo>
                  <a:pt x="2402840" y="76568"/>
                </a:moveTo>
                <a:lnTo>
                  <a:pt x="2381680" y="64223"/>
                </a:lnTo>
                <a:lnTo>
                  <a:pt x="2402840" y="51879"/>
                </a:lnTo>
                <a:lnTo>
                  <a:pt x="2402840" y="76568"/>
                </a:lnTo>
                <a:close/>
              </a:path>
              <a:path w="2438400" h="128904">
                <a:moveTo>
                  <a:pt x="2410040" y="76568"/>
                </a:moveTo>
                <a:lnTo>
                  <a:pt x="2402840" y="76568"/>
                </a:lnTo>
                <a:lnTo>
                  <a:pt x="2402840" y="51879"/>
                </a:lnTo>
                <a:lnTo>
                  <a:pt x="2410040" y="51879"/>
                </a:lnTo>
                <a:lnTo>
                  <a:pt x="2410040" y="76568"/>
                </a:lnTo>
                <a:close/>
              </a:path>
              <a:path w="2438400" h="128904">
                <a:moveTo>
                  <a:pt x="2322893" y="128447"/>
                </a:moveTo>
                <a:lnTo>
                  <a:pt x="2310028" y="114300"/>
                </a:lnTo>
                <a:lnTo>
                  <a:pt x="2310333" y="111328"/>
                </a:lnTo>
                <a:lnTo>
                  <a:pt x="2381680" y="64223"/>
                </a:lnTo>
                <a:lnTo>
                  <a:pt x="2402840" y="76568"/>
                </a:lnTo>
                <a:lnTo>
                  <a:pt x="2410040" y="76568"/>
                </a:lnTo>
                <a:lnTo>
                  <a:pt x="2410040" y="78511"/>
                </a:lnTo>
                <a:lnTo>
                  <a:pt x="2413905" y="78511"/>
                </a:lnTo>
                <a:lnTo>
                  <a:pt x="2331516" y="126568"/>
                </a:lnTo>
                <a:lnTo>
                  <a:pt x="2328799" y="127800"/>
                </a:lnTo>
                <a:lnTo>
                  <a:pt x="2325878" y="128435"/>
                </a:lnTo>
                <a:lnTo>
                  <a:pt x="2322893" y="12844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635000" y="4106405"/>
            <a:ext cx="2438400" cy="120131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635000" y="5674448"/>
            <a:ext cx="2438400" cy="128905"/>
          </a:xfrm>
          <a:custGeom>
            <a:avLst/>
            <a:gdLst/>
            <a:ahLst/>
            <a:cxnLst/>
            <a:rect l="l" t="t" r="r" b="b"/>
            <a:pathLst>
              <a:path w="2438400" h="128904">
                <a:moveTo>
                  <a:pt x="2381680" y="64223"/>
                </a:moveTo>
                <a:lnTo>
                  <a:pt x="2317115" y="26555"/>
                </a:lnTo>
                <a:lnTo>
                  <a:pt x="2310028" y="14147"/>
                </a:lnTo>
                <a:lnTo>
                  <a:pt x="2310358" y="11188"/>
                </a:lnTo>
                <a:lnTo>
                  <a:pt x="2322893" y="0"/>
                </a:lnTo>
                <a:lnTo>
                  <a:pt x="2325878" y="12"/>
                </a:lnTo>
                <a:lnTo>
                  <a:pt x="2328799" y="647"/>
                </a:lnTo>
                <a:lnTo>
                  <a:pt x="2331516" y="1879"/>
                </a:lnTo>
                <a:lnTo>
                  <a:pt x="2413905" y="49936"/>
                </a:lnTo>
                <a:lnTo>
                  <a:pt x="2410040" y="49936"/>
                </a:lnTo>
                <a:lnTo>
                  <a:pt x="2410040" y="51879"/>
                </a:lnTo>
                <a:lnTo>
                  <a:pt x="2402840" y="51879"/>
                </a:lnTo>
                <a:lnTo>
                  <a:pt x="2381680" y="64223"/>
                </a:lnTo>
                <a:close/>
              </a:path>
              <a:path w="2438400" h="128904">
                <a:moveTo>
                  <a:pt x="2357191" y="78511"/>
                </a:moveTo>
                <a:lnTo>
                  <a:pt x="0" y="78511"/>
                </a:lnTo>
                <a:lnTo>
                  <a:pt x="0" y="49936"/>
                </a:lnTo>
                <a:lnTo>
                  <a:pt x="2357191" y="49936"/>
                </a:lnTo>
                <a:lnTo>
                  <a:pt x="2381680" y="64223"/>
                </a:lnTo>
                <a:lnTo>
                  <a:pt x="2357191" y="78511"/>
                </a:lnTo>
                <a:close/>
              </a:path>
              <a:path w="2438400" h="128904">
                <a:moveTo>
                  <a:pt x="2413905" y="78511"/>
                </a:moveTo>
                <a:lnTo>
                  <a:pt x="2410040" y="78511"/>
                </a:lnTo>
                <a:lnTo>
                  <a:pt x="2410040" y="49936"/>
                </a:lnTo>
                <a:lnTo>
                  <a:pt x="2413905" y="49936"/>
                </a:lnTo>
                <a:lnTo>
                  <a:pt x="2438400" y="64223"/>
                </a:lnTo>
                <a:lnTo>
                  <a:pt x="2413905" y="78511"/>
                </a:lnTo>
                <a:close/>
              </a:path>
              <a:path w="2438400" h="128904">
                <a:moveTo>
                  <a:pt x="2402840" y="76568"/>
                </a:moveTo>
                <a:lnTo>
                  <a:pt x="2381680" y="64223"/>
                </a:lnTo>
                <a:lnTo>
                  <a:pt x="2402840" y="51879"/>
                </a:lnTo>
                <a:lnTo>
                  <a:pt x="2402840" y="76568"/>
                </a:lnTo>
                <a:close/>
              </a:path>
              <a:path w="2438400" h="128904">
                <a:moveTo>
                  <a:pt x="2410040" y="76568"/>
                </a:moveTo>
                <a:lnTo>
                  <a:pt x="2402840" y="76568"/>
                </a:lnTo>
                <a:lnTo>
                  <a:pt x="2402840" y="51879"/>
                </a:lnTo>
                <a:lnTo>
                  <a:pt x="2410040" y="51879"/>
                </a:lnTo>
                <a:lnTo>
                  <a:pt x="2410040" y="76568"/>
                </a:lnTo>
                <a:close/>
              </a:path>
              <a:path w="2438400" h="128904">
                <a:moveTo>
                  <a:pt x="2322893" y="128447"/>
                </a:moveTo>
                <a:lnTo>
                  <a:pt x="2310028" y="114300"/>
                </a:lnTo>
                <a:lnTo>
                  <a:pt x="2310333" y="111328"/>
                </a:lnTo>
                <a:lnTo>
                  <a:pt x="2381680" y="64223"/>
                </a:lnTo>
                <a:lnTo>
                  <a:pt x="2402840" y="76568"/>
                </a:lnTo>
                <a:lnTo>
                  <a:pt x="2410040" y="76568"/>
                </a:lnTo>
                <a:lnTo>
                  <a:pt x="2410040" y="78511"/>
                </a:lnTo>
                <a:lnTo>
                  <a:pt x="2413905" y="78511"/>
                </a:lnTo>
                <a:lnTo>
                  <a:pt x="2331516" y="126568"/>
                </a:lnTo>
                <a:lnTo>
                  <a:pt x="2328799" y="127800"/>
                </a:lnTo>
                <a:lnTo>
                  <a:pt x="2325878" y="128435"/>
                </a:lnTo>
                <a:lnTo>
                  <a:pt x="2322893" y="12844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408940" y="4673422"/>
            <a:ext cx="206375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i="1">
                <a:solidFill>
                  <a:srgbClr val="0000FF"/>
                </a:solidFill>
                <a:latin typeface="Times New Roman"/>
                <a:cs typeface="Times New Roman"/>
              </a:rPr>
              <a:t>v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745739" y="4095724"/>
            <a:ext cx="206375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i="1">
                <a:solidFill>
                  <a:srgbClr val="0000FF"/>
                </a:solidFill>
                <a:latin typeface="Times New Roman"/>
                <a:cs typeface="Times New Roman"/>
              </a:rPr>
              <a:t>v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04139" y="4518520"/>
            <a:ext cx="6350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>
                <a:latin typeface="Arial"/>
                <a:cs typeface="Arial"/>
              </a:rPr>
              <a:t>A</a:t>
            </a:r>
            <a:r>
              <a:rPr dirty="0" sz="2400">
                <a:latin typeface="Arial"/>
                <a:cs typeface="Arial"/>
              </a:rPr>
              <a:t>(</a:t>
            </a:r>
            <a:r>
              <a:rPr dirty="0" sz="2400" spc="-5">
                <a:latin typeface="Arial"/>
                <a:cs typeface="Arial"/>
              </a:rPr>
              <a:t>B</a:t>
            </a:r>
            <a:r>
              <a:rPr dirty="0" sz="2400">
                <a:latin typeface="Arial"/>
                <a:cs typeface="Arial"/>
              </a:rPr>
              <a:t>)</a:t>
            </a:r>
            <a:endParaRPr sz="2400">
              <a:latin typeface="Arial"/>
              <a:cs typeface="Arial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67056" y="0"/>
            <a:ext cx="3581400" cy="356311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3800855" y="0"/>
            <a:ext cx="3323844" cy="3486912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4121150" y="3723055"/>
            <a:ext cx="2438400" cy="128905"/>
          </a:xfrm>
          <a:custGeom>
            <a:avLst/>
            <a:gdLst/>
            <a:ahLst/>
            <a:cxnLst/>
            <a:rect l="l" t="t" r="r" b="b"/>
            <a:pathLst>
              <a:path w="2438400" h="128904">
                <a:moveTo>
                  <a:pt x="2381680" y="64223"/>
                </a:moveTo>
                <a:lnTo>
                  <a:pt x="2317115" y="26555"/>
                </a:lnTo>
                <a:lnTo>
                  <a:pt x="2310028" y="14147"/>
                </a:lnTo>
                <a:lnTo>
                  <a:pt x="2310358" y="11188"/>
                </a:lnTo>
                <a:lnTo>
                  <a:pt x="2322893" y="0"/>
                </a:lnTo>
                <a:lnTo>
                  <a:pt x="2325878" y="12"/>
                </a:lnTo>
                <a:lnTo>
                  <a:pt x="2328799" y="647"/>
                </a:lnTo>
                <a:lnTo>
                  <a:pt x="2331516" y="1879"/>
                </a:lnTo>
                <a:lnTo>
                  <a:pt x="2413905" y="49936"/>
                </a:lnTo>
                <a:lnTo>
                  <a:pt x="2410040" y="49936"/>
                </a:lnTo>
                <a:lnTo>
                  <a:pt x="2410040" y="51879"/>
                </a:lnTo>
                <a:lnTo>
                  <a:pt x="2402840" y="51879"/>
                </a:lnTo>
                <a:lnTo>
                  <a:pt x="2381680" y="64223"/>
                </a:lnTo>
                <a:close/>
              </a:path>
              <a:path w="2438400" h="128904">
                <a:moveTo>
                  <a:pt x="2357191" y="78511"/>
                </a:moveTo>
                <a:lnTo>
                  <a:pt x="0" y="78511"/>
                </a:lnTo>
                <a:lnTo>
                  <a:pt x="0" y="49936"/>
                </a:lnTo>
                <a:lnTo>
                  <a:pt x="2357191" y="49936"/>
                </a:lnTo>
                <a:lnTo>
                  <a:pt x="2381680" y="64223"/>
                </a:lnTo>
                <a:lnTo>
                  <a:pt x="2357191" y="78511"/>
                </a:lnTo>
                <a:close/>
              </a:path>
              <a:path w="2438400" h="128904">
                <a:moveTo>
                  <a:pt x="2413905" y="78511"/>
                </a:moveTo>
                <a:lnTo>
                  <a:pt x="2410040" y="78511"/>
                </a:lnTo>
                <a:lnTo>
                  <a:pt x="2410040" y="49936"/>
                </a:lnTo>
                <a:lnTo>
                  <a:pt x="2413905" y="49936"/>
                </a:lnTo>
                <a:lnTo>
                  <a:pt x="2438400" y="64223"/>
                </a:lnTo>
                <a:lnTo>
                  <a:pt x="2413905" y="78511"/>
                </a:lnTo>
                <a:close/>
              </a:path>
              <a:path w="2438400" h="128904">
                <a:moveTo>
                  <a:pt x="2402840" y="76568"/>
                </a:moveTo>
                <a:lnTo>
                  <a:pt x="2381680" y="64223"/>
                </a:lnTo>
                <a:lnTo>
                  <a:pt x="2402840" y="51879"/>
                </a:lnTo>
                <a:lnTo>
                  <a:pt x="2402840" y="76568"/>
                </a:lnTo>
                <a:close/>
              </a:path>
              <a:path w="2438400" h="128904">
                <a:moveTo>
                  <a:pt x="2410040" y="76568"/>
                </a:moveTo>
                <a:lnTo>
                  <a:pt x="2402840" y="76568"/>
                </a:lnTo>
                <a:lnTo>
                  <a:pt x="2402840" y="51879"/>
                </a:lnTo>
                <a:lnTo>
                  <a:pt x="2410040" y="51879"/>
                </a:lnTo>
                <a:lnTo>
                  <a:pt x="2410040" y="76568"/>
                </a:lnTo>
                <a:close/>
              </a:path>
              <a:path w="2438400" h="128904">
                <a:moveTo>
                  <a:pt x="2322893" y="128447"/>
                </a:moveTo>
                <a:lnTo>
                  <a:pt x="2310028" y="114287"/>
                </a:lnTo>
                <a:lnTo>
                  <a:pt x="2310333" y="111315"/>
                </a:lnTo>
                <a:lnTo>
                  <a:pt x="2381680" y="64223"/>
                </a:lnTo>
                <a:lnTo>
                  <a:pt x="2402840" y="76568"/>
                </a:lnTo>
                <a:lnTo>
                  <a:pt x="2410040" y="76568"/>
                </a:lnTo>
                <a:lnTo>
                  <a:pt x="2410040" y="78511"/>
                </a:lnTo>
                <a:lnTo>
                  <a:pt x="2413905" y="78511"/>
                </a:lnTo>
                <a:lnTo>
                  <a:pt x="2331516" y="126568"/>
                </a:lnTo>
                <a:lnTo>
                  <a:pt x="2328799" y="127800"/>
                </a:lnTo>
                <a:lnTo>
                  <a:pt x="2325878" y="128435"/>
                </a:lnTo>
                <a:lnTo>
                  <a:pt x="2322893" y="12844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4121150" y="4207992"/>
            <a:ext cx="2438400" cy="117915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4121150" y="5743638"/>
            <a:ext cx="2438400" cy="128905"/>
          </a:xfrm>
          <a:custGeom>
            <a:avLst/>
            <a:gdLst/>
            <a:ahLst/>
            <a:cxnLst/>
            <a:rect l="l" t="t" r="r" b="b"/>
            <a:pathLst>
              <a:path w="2438400" h="128904">
                <a:moveTo>
                  <a:pt x="2381680" y="64223"/>
                </a:moveTo>
                <a:lnTo>
                  <a:pt x="2317115" y="26555"/>
                </a:lnTo>
                <a:lnTo>
                  <a:pt x="2310028" y="14147"/>
                </a:lnTo>
                <a:lnTo>
                  <a:pt x="2310358" y="11188"/>
                </a:lnTo>
                <a:lnTo>
                  <a:pt x="2322893" y="0"/>
                </a:lnTo>
                <a:lnTo>
                  <a:pt x="2325878" y="12"/>
                </a:lnTo>
                <a:lnTo>
                  <a:pt x="2328799" y="647"/>
                </a:lnTo>
                <a:lnTo>
                  <a:pt x="2331516" y="1879"/>
                </a:lnTo>
                <a:lnTo>
                  <a:pt x="2413905" y="49936"/>
                </a:lnTo>
                <a:lnTo>
                  <a:pt x="2410040" y="49936"/>
                </a:lnTo>
                <a:lnTo>
                  <a:pt x="2410040" y="51879"/>
                </a:lnTo>
                <a:lnTo>
                  <a:pt x="2402840" y="51879"/>
                </a:lnTo>
                <a:lnTo>
                  <a:pt x="2381680" y="64223"/>
                </a:lnTo>
                <a:close/>
              </a:path>
              <a:path w="2438400" h="128904">
                <a:moveTo>
                  <a:pt x="2357191" y="78511"/>
                </a:moveTo>
                <a:lnTo>
                  <a:pt x="0" y="78511"/>
                </a:lnTo>
                <a:lnTo>
                  <a:pt x="0" y="49936"/>
                </a:lnTo>
                <a:lnTo>
                  <a:pt x="2357191" y="49936"/>
                </a:lnTo>
                <a:lnTo>
                  <a:pt x="2381680" y="64223"/>
                </a:lnTo>
                <a:lnTo>
                  <a:pt x="2357191" y="78511"/>
                </a:lnTo>
                <a:close/>
              </a:path>
              <a:path w="2438400" h="128904">
                <a:moveTo>
                  <a:pt x="2413905" y="78511"/>
                </a:moveTo>
                <a:lnTo>
                  <a:pt x="2410040" y="78511"/>
                </a:lnTo>
                <a:lnTo>
                  <a:pt x="2410040" y="49936"/>
                </a:lnTo>
                <a:lnTo>
                  <a:pt x="2413905" y="49936"/>
                </a:lnTo>
                <a:lnTo>
                  <a:pt x="2438400" y="64223"/>
                </a:lnTo>
                <a:lnTo>
                  <a:pt x="2413905" y="78511"/>
                </a:lnTo>
                <a:close/>
              </a:path>
              <a:path w="2438400" h="128904">
                <a:moveTo>
                  <a:pt x="2402840" y="76568"/>
                </a:moveTo>
                <a:lnTo>
                  <a:pt x="2381680" y="64223"/>
                </a:lnTo>
                <a:lnTo>
                  <a:pt x="2402840" y="51879"/>
                </a:lnTo>
                <a:lnTo>
                  <a:pt x="2402840" y="76568"/>
                </a:lnTo>
                <a:close/>
              </a:path>
              <a:path w="2438400" h="128904">
                <a:moveTo>
                  <a:pt x="2410040" y="76568"/>
                </a:moveTo>
                <a:lnTo>
                  <a:pt x="2402840" y="76568"/>
                </a:lnTo>
                <a:lnTo>
                  <a:pt x="2402840" y="51879"/>
                </a:lnTo>
                <a:lnTo>
                  <a:pt x="2410040" y="51879"/>
                </a:lnTo>
                <a:lnTo>
                  <a:pt x="2410040" y="76568"/>
                </a:lnTo>
                <a:close/>
              </a:path>
              <a:path w="2438400" h="128904">
                <a:moveTo>
                  <a:pt x="2322893" y="128447"/>
                </a:moveTo>
                <a:lnTo>
                  <a:pt x="2310028" y="114300"/>
                </a:lnTo>
                <a:lnTo>
                  <a:pt x="2310333" y="111328"/>
                </a:lnTo>
                <a:lnTo>
                  <a:pt x="2381680" y="64223"/>
                </a:lnTo>
                <a:lnTo>
                  <a:pt x="2402840" y="76568"/>
                </a:lnTo>
                <a:lnTo>
                  <a:pt x="2410040" y="76568"/>
                </a:lnTo>
                <a:lnTo>
                  <a:pt x="2410040" y="78511"/>
                </a:lnTo>
                <a:lnTo>
                  <a:pt x="2413905" y="78511"/>
                </a:lnTo>
                <a:lnTo>
                  <a:pt x="2331516" y="126568"/>
                </a:lnTo>
                <a:lnTo>
                  <a:pt x="2328799" y="127800"/>
                </a:lnTo>
                <a:lnTo>
                  <a:pt x="2325878" y="128435"/>
                </a:lnTo>
                <a:lnTo>
                  <a:pt x="2322893" y="12844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3895090" y="4764773"/>
            <a:ext cx="206375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i="1">
                <a:solidFill>
                  <a:srgbClr val="0000FF"/>
                </a:solidFill>
                <a:latin typeface="Times New Roman"/>
                <a:cs typeface="Times New Roman"/>
              </a:rPr>
              <a:t>v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6231890" y="4199013"/>
            <a:ext cx="206375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i="1">
                <a:solidFill>
                  <a:srgbClr val="0000FF"/>
                </a:solidFill>
                <a:latin typeface="Times New Roman"/>
                <a:cs typeface="Times New Roman"/>
              </a:rPr>
              <a:t>v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847339" y="4518520"/>
            <a:ext cx="141224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Arial"/>
                <a:cs typeface="Arial"/>
              </a:rPr>
              <a:t>D(C)</a:t>
            </a:r>
            <a:r>
              <a:rPr dirty="0" sz="2400" spc="20">
                <a:latin typeface="Arial"/>
                <a:cs typeface="Arial"/>
              </a:rPr>
              <a:t> </a:t>
            </a:r>
            <a:r>
              <a:rPr dirty="0" baseline="-17361" sz="3600">
                <a:latin typeface="Arial"/>
                <a:cs typeface="Arial"/>
              </a:rPr>
              <a:t>D(C)</a:t>
            </a:r>
            <a:endParaRPr baseline="-17361" sz="36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333490" y="4613287"/>
            <a:ext cx="6350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>
                <a:latin typeface="Arial"/>
                <a:cs typeface="Arial"/>
              </a:rPr>
              <a:t>A</a:t>
            </a:r>
            <a:r>
              <a:rPr dirty="0" sz="2400">
                <a:latin typeface="Arial"/>
                <a:cs typeface="Arial"/>
              </a:rPr>
              <a:t>(</a:t>
            </a:r>
            <a:r>
              <a:rPr dirty="0" sz="2400" spc="-5">
                <a:latin typeface="Arial"/>
                <a:cs typeface="Arial"/>
              </a:rPr>
              <a:t>B</a:t>
            </a:r>
            <a:r>
              <a:rPr dirty="0" sz="2400">
                <a:latin typeface="Arial"/>
                <a:cs typeface="Arial"/>
              </a:rPr>
              <a:t>)</a:t>
            </a:r>
            <a:endParaRPr sz="2400">
              <a:latin typeface="Arial"/>
              <a:cs typeface="Arial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835558" y="4588408"/>
            <a:ext cx="314312" cy="23748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2364949" y="4597933"/>
            <a:ext cx="318446" cy="243839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7685341" y="1028510"/>
            <a:ext cx="4412615" cy="1381125"/>
          </a:xfrm>
          <a:custGeom>
            <a:avLst/>
            <a:gdLst/>
            <a:ahLst/>
            <a:cxnLst/>
            <a:rect l="l" t="t" r="r" b="b"/>
            <a:pathLst>
              <a:path w="4412615" h="1381125">
                <a:moveTo>
                  <a:pt x="2999831" y="221169"/>
                </a:moveTo>
                <a:lnTo>
                  <a:pt x="425386" y="221169"/>
                </a:lnTo>
                <a:lnTo>
                  <a:pt x="429958" y="218121"/>
                </a:lnTo>
                <a:lnTo>
                  <a:pt x="428474" y="208732"/>
                </a:lnTo>
                <a:lnTo>
                  <a:pt x="427856" y="199390"/>
                </a:lnTo>
                <a:lnTo>
                  <a:pt x="428086" y="190098"/>
                </a:lnTo>
                <a:lnTo>
                  <a:pt x="429145" y="180859"/>
                </a:lnTo>
                <a:lnTo>
                  <a:pt x="449657" y="131781"/>
                </a:lnTo>
                <a:lnTo>
                  <a:pt x="492971" y="89631"/>
                </a:lnTo>
                <a:lnTo>
                  <a:pt x="556636" y="54941"/>
                </a:lnTo>
                <a:lnTo>
                  <a:pt x="595333" y="40561"/>
                </a:lnTo>
                <a:lnTo>
                  <a:pt x="638197" y="28247"/>
                </a:lnTo>
                <a:lnTo>
                  <a:pt x="684922" y="18065"/>
                </a:lnTo>
                <a:lnTo>
                  <a:pt x="735202" y="10083"/>
                </a:lnTo>
                <a:lnTo>
                  <a:pt x="788729" y="4367"/>
                </a:lnTo>
                <a:lnTo>
                  <a:pt x="845197" y="983"/>
                </a:lnTo>
                <a:lnTo>
                  <a:pt x="904300" y="0"/>
                </a:lnTo>
                <a:lnTo>
                  <a:pt x="965730" y="1482"/>
                </a:lnTo>
                <a:lnTo>
                  <a:pt x="1029181" y="5498"/>
                </a:lnTo>
                <a:lnTo>
                  <a:pt x="1094346" y="12115"/>
                </a:lnTo>
                <a:lnTo>
                  <a:pt x="1160919" y="21398"/>
                </a:lnTo>
                <a:lnTo>
                  <a:pt x="1214767" y="30759"/>
                </a:lnTo>
                <a:lnTo>
                  <a:pt x="1267225" y="41523"/>
                </a:lnTo>
                <a:lnTo>
                  <a:pt x="1318148" y="53604"/>
                </a:lnTo>
                <a:lnTo>
                  <a:pt x="1367390" y="66918"/>
                </a:lnTo>
                <a:lnTo>
                  <a:pt x="1414806" y="81380"/>
                </a:lnTo>
                <a:lnTo>
                  <a:pt x="1460251" y="96905"/>
                </a:lnTo>
                <a:lnTo>
                  <a:pt x="1503578" y="113409"/>
                </a:lnTo>
                <a:lnTo>
                  <a:pt x="2167021" y="113409"/>
                </a:lnTo>
                <a:lnTo>
                  <a:pt x="2209465" y="126419"/>
                </a:lnTo>
                <a:lnTo>
                  <a:pt x="2255283" y="142669"/>
                </a:lnTo>
                <a:lnTo>
                  <a:pt x="2298205" y="160169"/>
                </a:lnTo>
                <a:lnTo>
                  <a:pt x="2337982" y="178772"/>
                </a:lnTo>
                <a:lnTo>
                  <a:pt x="2374366" y="198334"/>
                </a:lnTo>
                <a:lnTo>
                  <a:pt x="2932610" y="198334"/>
                </a:lnTo>
                <a:lnTo>
                  <a:pt x="2960585" y="206764"/>
                </a:lnTo>
                <a:lnTo>
                  <a:pt x="2999831" y="221169"/>
                </a:lnTo>
                <a:close/>
              </a:path>
              <a:path w="4412615" h="1381125">
                <a:moveTo>
                  <a:pt x="2167021" y="113409"/>
                </a:moveTo>
                <a:lnTo>
                  <a:pt x="1503578" y="113409"/>
                </a:lnTo>
                <a:lnTo>
                  <a:pt x="1536740" y="98718"/>
                </a:lnTo>
                <a:lnTo>
                  <a:pt x="1574669" y="86247"/>
                </a:lnTo>
                <a:lnTo>
                  <a:pt x="1616969" y="76083"/>
                </a:lnTo>
                <a:lnTo>
                  <a:pt x="1663243" y="68314"/>
                </a:lnTo>
                <a:lnTo>
                  <a:pt x="1713096" y="63025"/>
                </a:lnTo>
                <a:lnTo>
                  <a:pt x="1766133" y="60304"/>
                </a:lnTo>
                <a:lnTo>
                  <a:pt x="1821958" y="60236"/>
                </a:lnTo>
                <a:lnTo>
                  <a:pt x="1880176" y="62908"/>
                </a:lnTo>
                <a:lnTo>
                  <a:pt x="1940390" y="68408"/>
                </a:lnTo>
                <a:lnTo>
                  <a:pt x="2002205" y="76821"/>
                </a:lnTo>
                <a:lnTo>
                  <a:pt x="2057121" y="86619"/>
                </a:lnTo>
                <a:lnTo>
                  <a:pt x="2110135" y="98249"/>
                </a:lnTo>
                <a:lnTo>
                  <a:pt x="2160999" y="111564"/>
                </a:lnTo>
                <a:lnTo>
                  <a:pt x="2167021" y="113409"/>
                </a:lnTo>
                <a:close/>
              </a:path>
              <a:path w="4412615" h="1381125">
                <a:moveTo>
                  <a:pt x="2932610" y="198334"/>
                </a:moveTo>
                <a:lnTo>
                  <a:pt x="2374366" y="198334"/>
                </a:lnTo>
                <a:lnTo>
                  <a:pt x="2408575" y="182731"/>
                </a:lnTo>
                <a:lnTo>
                  <a:pt x="2449152" y="170111"/>
                </a:lnTo>
                <a:lnTo>
                  <a:pt x="2495417" y="160621"/>
                </a:lnTo>
                <a:lnTo>
                  <a:pt x="2546692" y="154410"/>
                </a:lnTo>
                <a:lnTo>
                  <a:pt x="2602299" y="151624"/>
                </a:lnTo>
                <a:lnTo>
                  <a:pt x="2661559" y="152412"/>
                </a:lnTo>
                <a:lnTo>
                  <a:pt x="2723793" y="156922"/>
                </a:lnTo>
                <a:lnTo>
                  <a:pt x="2788323" y="165302"/>
                </a:lnTo>
                <a:lnTo>
                  <a:pt x="2848907" y="176546"/>
                </a:lnTo>
                <a:lnTo>
                  <a:pt x="2906497" y="190466"/>
                </a:lnTo>
                <a:lnTo>
                  <a:pt x="2932610" y="198334"/>
                </a:lnTo>
                <a:close/>
              </a:path>
              <a:path w="4412615" h="1381125">
                <a:moveTo>
                  <a:pt x="1503207" y="1153157"/>
                </a:moveTo>
                <a:lnTo>
                  <a:pt x="1453169" y="1152962"/>
                </a:lnTo>
                <a:lnTo>
                  <a:pt x="1401803" y="1151264"/>
                </a:lnTo>
                <a:lnTo>
                  <a:pt x="1349243" y="1148035"/>
                </a:lnTo>
                <a:lnTo>
                  <a:pt x="1295623" y="1143245"/>
                </a:lnTo>
                <a:lnTo>
                  <a:pt x="1241076" y="1136864"/>
                </a:lnTo>
                <a:lnTo>
                  <a:pt x="1185735" y="1128863"/>
                </a:lnTo>
                <a:lnTo>
                  <a:pt x="1123802" y="1118088"/>
                </a:lnTo>
                <a:lnTo>
                  <a:pt x="1063479" y="1105683"/>
                </a:lnTo>
                <a:lnTo>
                  <a:pt x="1004936" y="1091748"/>
                </a:lnTo>
                <a:lnTo>
                  <a:pt x="948340" y="1076381"/>
                </a:lnTo>
                <a:lnTo>
                  <a:pt x="893860" y="1059680"/>
                </a:lnTo>
                <a:lnTo>
                  <a:pt x="841665" y="1041746"/>
                </a:lnTo>
                <a:lnTo>
                  <a:pt x="791922" y="1022675"/>
                </a:lnTo>
                <a:lnTo>
                  <a:pt x="744801" y="1002568"/>
                </a:lnTo>
                <a:lnTo>
                  <a:pt x="700470" y="981523"/>
                </a:lnTo>
                <a:lnTo>
                  <a:pt x="659097" y="959638"/>
                </a:lnTo>
                <a:lnTo>
                  <a:pt x="620850" y="937013"/>
                </a:lnTo>
                <a:lnTo>
                  <a:pt x="585899" y="913746"/>
                </a:lnTo>
                <a:lnTo>
                  <a:pt x="554410" y="889936"/>
                </a:lnTo>
                <a:lnTo>
                  <a:pt x="526554" y="865681"/>
                </a:lnTo>
                <a:lnTo>
                  <a:pt x="513570" y="864147"/>
                </a:lnTo>
                <a:lnTo>
                  <a:pt x="474319" y="858607"/>
                </a:lnTo>
                <a:lnTo>
                  <a:pt x="408860" y="846316"/>
                </a:lnTo>
                <a:lnTo>
                  <a:pt x="346961" y="830927"/>
                </a:lnTo>
                <a:lnTo>
                  <a:pt x="289270" y="812817"/>
                </a:lnTo>
                <a:lnTo>
                  <a:pt x="236432" y="792361"/>
                </a:lnTo>
                <a:lnTo>
                  <a:pt x="189094" y="769937"/>
                </a:lnTo>
                <a:lnTo>
                  <a:pt x="147901" y="745921"/>
                </a:lnTo>
                <a:lnTo>
                  <a:pt x="113499" y="720690"/>
                </a:lnTo>
                <a:lnTo>
                  <a:pt x="67655" y="668089"/>
                </a:lnTo>
                <a:lnTo>
                  <a:pt x="56730" y="615148"/>
                </a:lnTo>
                <a:lnTo>
                  <a:pt x="70312" y="583052"/>
                </a:lnTo>
                <a:lnTo>
                  <a:pt x="99086" y="555582"/>
                </a:lnTo>
                <a:lnTo>
                  <a:pt x="141389" y="533099"/>
                </a:lnTo>
                <a:lnTo>
                  <a:pt x="195554" y="515961"/>
                </a:lnTo>
                <a:lnTo>
                  <a:pt x="136462" y="489022"/>
                </a:lnTo>
                <a:lnTo>
                  <a:pt x="86409" y="459627"/>
                </a:lnTo>
                <a:lnTo>
                  <a:pt x="46566" y="428465"/>
                </a:lnTo>
                <a:lnTo>
                  <a:pt x="18102" y="396223"/>
                </a:lnTo>
                <a:lnTo>
                  <a:pt x="0" y="331252"/>
                </a:lnTo>
                <a:lnTo>
                  <a:pt x="9297" y="305606"/>
                </a:lnTo>
                <a:lnTo>
                  <a:pt x="55638" y="262854"/>
                </a:lnTo>
                <a:lnTo>
                  <a:pt x="91086" y="246095"/>
                </a:lnTo>
                <a:lnTo>
                  <a:pt x="133654" y="232648"/>
                </a:lnTo>
                <a:lnTo>
                  <a:pt x="182546" y="222686"/>
                </a:lnTo>
                <a:lnTo>
                  <a:pt x="236962" y="216383"/>
                </a:lnTo>
                <a:lnTo>
                  <a:pt x="296107" y="213913"/>
                </a:lnTo>
                <a:lnTo>
                  <a:pt x="359180" y="215450"/>
                </a:lnTo>
                <a:lnTo>
                  <a:pt x="425386" y="221169"/>
                </a:lnTo>
                <a:lnTo>
                  <a:pt x="2999831" y="221169"/>
                </a:lnTo>
                <a:lnTo>
                  <a:pt x="3010663" y="225145"/>
                </a:lnTo>
                <a:lnTo>
                  <a:pt x="3056222" y="245310"/>
                </a:lnTo>
                <a:lnTo>
                  <a:pt x="3096756" y="266965"/>
                </a:lnTo>
                <a:lnTo>
                  <a:pt x="3131756" y="289812"/>
                </a:lnTo>
                <a:lnTo>
                  <a:pt x="3565301" y="289812"/>
                </a:lnTo>
                <a:lnTo>
                  <a:pt x="3647834" y="308385"/>
                </a:lnTo>
                <a:lnTo>
                  <a:pt x="3706266" y="325650"/>
                </a:lnTo>
                <a:lnTo>
                  <a:pt x="3760599" y="345094"/>
                </a:lnTo>
                <a:lnTo>
                  <a:pt x="3810325" y="366423"/>
                </a:lnTo>
                <a:lnTo>
                  <a:pt x="3854937" y="389339"/>
                </a:lnTo>
                <a:lnTo>
                  <a:pt x="3893927" y="413546"/>
                </a:lnTo>
                <a:lnTo>
                  <a:pt x="3926787" y="438748"/>
                </a:lnTo>
                <a:lnTo>
                  <a:pt x="3972085" y="490950"/>
                </a:lnTo>
                <a:lnTo>
                  <a:pt x="3983507" y="517358"/>
                </a:lnTo>
                <a:lnTo>
                  <a:pt x="4049493" y="537107"/>
                </a:lnTo>
                <a:lnTo>
                  <a:pt x="4110639" y="559393"/>
                </a:lnTo>
                <a:lnTo>
                  <a:pt x="4166333" y="583858"/>
                </a:lnTo>
                <a:lnTo>
                  <a:pt x="4215963" y="610145"/>
                </a:lnTo>
                <a:lnTo>
                  <a:pt x="4258919" y="637896"/>
                </a:lnTo>
                <a:lnTo>
                  <a:pt x="4294589" y="666751"/>
                </a:lnTo>
                <a:lnTo>
                  <a:pt x="4322360" y="696354"/>
                </a:lnTo>
                <a:lnTo>
                  <a:pt x="4351765" y="756369"/>
                </a:lnTo>
                <a:lnTo>
                  <a:pt x="4352175" y="786065"/>
                </a:lnTo>
                <a:lnTo>
                  <a:pt x="4345795" y="807649"/>
                </a:lnTo>
                <a:lnTo>
                  <a:pt x="4333927" y="827700"/>
                </a:lnTo>
                <a:lnTo>
                  <a:pt x="4316880" y="846149"/>
                </a:lnTo>
                <a:lnTo>
                  <a:pt x="4294962" y="862925"/>
                </a:lnTo>
                <a:lnTo>
                  <a:pt x="4339760" y="899335"/>
                </a:lnTo>
                <a:lnTo>
                  <a:pt x="4374631" y="936670"/>
                </a:lnTo>
                <a:lnTo>
                  <a:pt x="4398807" y="974483"/>
                </a:lnTo>
                <a:lnTo>
                  <a:pt x="4411525" y="1012327"/>
                </a:lnTo>
                <a:lnTo>
                  <a:pt x="4412018" y="1049755"/>
                </a:lnTo>
                <a:lnTo>
                  <a:pt x="4404381" y="1076060"/>
                </a:lnTo>
                <a:lnTo>
                  <a:pt x="4390305" y="1100575"/>
                </a:lnTo>
                <a:lnTo>
                  <a:pt x="4370129" y="1123225"/>
                </a:lnTo>
                <a:lnTo>
                  <a:pt x="4344196" y="1143937"/>
                </a:lnTo>
                <a:lnTo>
                  <a:pt x="4335443" y="1149158"/>
                </a:lnTo>
                <a:lnTo>
                  <a:pt x="1598764" y="1149158"/>
                </a:lnTo>
                <a:lnTo>
                  <a:pt x="1551783" y="1151879"/>
                </a:lnTo>
                <a:lnTo>
                  <a:pt x="1503207" y="1153157"/>
                </a:lnTo>
                <a:close/>
              </a:path>
              <a:path w="4412615" h="1381125">
                <a:moveTo>
                  <a:pt x="3565301" y="289812"/>
                </a:moveTo>
                <a:lnTo>
                  <a:pt x="3131756" y="289812"/>
                </a:lnTo>
                <a:lnTo>
                  <a:pt x="3170256" y="280642"/>
                </a:lnTo>
                <a:lnTo>
                  <a:pt x="3212364" y="273642"/>
                </a:lnTo>
                <a:lnTo>
                  <a:pt x="3257722" y="268891"/>
                </a:lnTo>
                <a:lnTo>
                  <a:pt x="3305971" y="266467"/>
                </a:lnTo>
                <a:lnTo>
                  <a:pt x="3356753" y="266446"/>
                </a:lnTo>
                <a:lnTo>
                  <a:pt x="3409709" y="268906"/>
                </a:lnTo>
                <a:lnTo>
                  <a:pt x="3464479" y="273926"/>
                </a:lnTo>
                <a:lnTo>
                  <a:pt x="3520706" y="281583"/>
                </a:lnTo>
                <a:lnTo>
                  <a:pt x="3565301" y="289812"/>
                </a:lnTo>
                <a:close/>
              </a:path>
              <a:path w="4412615" h="1381125">
                <a:moveTo>
                  <a:pt x="2407496" y="1380866"/>
                </a:moveTo>
                <a:lnTo>
                  <a:pt x="2346482" y="1379352"/>
                </a:lnTo>
                <a:lnTo>
                  <a:pt x="2283487" y="1375336"/>
                </a:lnTo>
                <a:lnTo>
                  <a:pt x="2218810" y="1368751"/>
                </a:lnTo>
                <a:lnTo>
                  <a:pt x="2152751" y="1359533"/>
                </a:lnTo>
                <a:lnTo>
                  <a:pt x="2093819" y="1349198"/>
                </a:lnTo>
                <a:lnTo>
                  <a:pt x="2036573" y="1337183"/>
                </a:lnTo>
                <a:lnTo>
                  <a:pt x="1981205" y="1323599"/>
                </a:lnTo>
                <a:lnTo>
                  <a:pt x="1927904" y="1308559"/>
                </a:lnTo>
                <a:lnTo>
                  <a:pt x="1876861" y="1292173"/>
                </a:lnTo>
                <a:lnTo>
                  <a:pt x="1828266" y="1274553"/>
                </a:lnTo>
                <a:lnTo>
                  <a:pt x="1782310" y="1255810"/>
                </a:lnTo>
                <a:lnTo>
                  <a:pt x="1739182" y="1236056"/>
                </a:lnTo>
                <a:lnTo>
                  <a:pt x="1699073" y="1215403"/>
                </a:lnTo>
                <a:lnTo>
                  <a:pt x="1662174" y="1193961"/>
                </a:lnTo>
                <a:lnTo>
                  <a:pt x="1628674" y="1171842"/>
                </a:lnTo>
                <a:lnTo>
                  <a:pt x="1598764" y="1149158"/>
                </a:lnTo>
                <a:lnTo>
                  <a:pt x="4335443" y="1149158"/>
                </a:lnTo>
                <a:lnTo>
                  <a:pt x="4276421" y="1179248"/>
                </a:lnTo>
                <a:lnTo>
                  <a:pt x="4235262" y="1193698"/>
                </a:lnTo>
                <a:lnTo>
                  <a:pt x="4189709" y="1205913"/>
                </a:lnTo>
                <a:lnTo>
                  <a:pt x="4140104" y="1215818"/>
                </a:lnTo>
                <a:lnTo>
                  <a:pt x="4092107" y="1222589"/>
                </a:lnTo>
                <a:lnTo>
                  <a:pt x="3776484" y="1222589"/>
                </a:lnTo>
                <a:lnTo>
                  <a:pt x="3768612" y="1246851"/>
                </a:lnTo>
                <a:lnTo>
                  <a:pt x="3754265" y="1269284"/>
                </a:lnTo>
                <a:lnTo>
                  <a:pt x="3750782" y="1272780"/>
                </a:lnTo>
                <a:lnTo>
                  <a:pt x="2842742" y="1272780"/>
                </a:lnTo>
                <a:lnTo>
                  <a:pt x="2818020" y="1292688"/>
                </a:lnTo>
                <a:lnTo>
                  <a:pt x="2753944" y="1326898"/>
                </a:lnTo>
                <a:lnTo>
                  <a:pt x="2715189" y="1341067"/>
                </a:lnTo>
                <a:lnTo>
                  <a:pt x="2672356" y="1353192"/>
                </a:lnTo>
                <a:lnTo>
                  <a:pt x="2625743" y="1363208"/>
                </a:lnTo>
                <a:lnTo>
                  <a:pt x="2575652" y="1371049"/>
                </a:lnTo>
                <a:lnTo>
                  <a:pt x="2522380" y="1376649"/>
                </a:lnTo>
                <a:lnTo>
                  <a:pt x="2466228" y="1379944"/>
                </a:lnTo>
                <a:lnTo>
                  <a:pt x="2407496" y="1380866"/>
                </a:lnTo>
                <a:close/>
              </a:path>
              <a:path w="4412615" h="1381125">
                <a:moveTo>
                  <a:pt x="3970388" y="1230933"/>
                </a:moveTo>
                <a:lnTo>
                  <a:pt x="3907986" y="1230858"/>
                </a:lnTo>
                <a:lnTo>
                  <a:pt x="3843238" y="1228101"/>
                </a:lnTo>
                <a:lnTo>
                  <a:pt x="3776484" y="1222589"/>
                </a:lnTo>
                <a:lnTo>
                  <a:pt x="4092107" y="1222589"/>
                </a:lnTo>
                <a:lnTo>
                  <a:pt x="4086788" y="1223339"/>
                </a:lnTo>
                <a:lnTo>
                  <a:pt x="4030103" y="1228403"/>
                </a:lnTo>
                <a:lnTo>
                  <a:pt x="3970388" y="1230933"/>
                </a:lnTo>
                <a:close/>
              </a:path>
              <a:path w="4412615" h="1381125">
                <a:moveTo>
                  <a:pt x="3395922" y="1375359"/>
                </a:moveTo>
                <a:lnTo>
                  <a:pt x="3337546" y="1374994"/>
                </a:lnTo>
                <a:lnTo>
                  <a:pt x="3276839" y="1371898"/>
                </a:lnTo>
                <a:lnTo>
                  <a:pt x="3214179" y="1365988"/>
                </a:lnTo>
                <a:lnTo>
                  <a:pt x="3149942" y="1357184"/>
                </a:lnTo>
                <a:lnTo>
                  <a:pt x="3093358" y="1347145"/>
                </a:lnTo>
                <a:lnTo>
                  <a:pt x="3038618" y="1335315"/>
                </a:lnTo>
                <a:lnTo>
                  <a:pt x="2985955" y="1321830"/>
                </a:lnTo>
                <a:lnTo>
                  <a:pt x="2935600" y="1306823"/>
                </a:lnTo>
                <a:lnTo>
                  <a:pt x="2887785" y="1290428"/>
                </a:lnTo>
                <a:lnTo>
                  <a:pt x="2842742" y="1272780"/>
                </a:lnTo>
                <a:lnTo>
                  <a:pt x="3750782" y="1272780"/>
                </a:lnTo>
                <a:lnTo>
                  <a:pt x="3707652" y="1308336"/>
                </a:lnTo>
                <a:lnTo>
                  <a:pt x="3639658" y="1339090"/>
                </a:lnTo>
                <a:lnTo>
                  <a:pt x="3598586" y="1351149"/>
                </a:lnTo>
                <a:lnTo>
                  <a:pt x="3553300" y="1360888"/>
                </a:lnTo>
                <a:lnTo>
                  <a:pt x="3504176" y="1368224"/>
                </a:lnTo>
                <a:lnTo>
                  <a:pt x="3451591" y="1373075"/>
                </a:lnTo>
                <a:lnTo>
                  <a:pt x="3395922" y="137535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8809393" y="2166747"/>
            <a:ext cx="328510" cy="256184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7678128" y="1022159"/>
            <a:ext cx="4427220" cy="1384300"/>
          </a:xfrm>
          <a:custGeom>
            <a:avLst/>
            <a:gdLst/>
            <a:ahLst/>
            <a:cxnLst/>
            <a:rect l="l" t="t" r="r" b="b"/>
            <a:pathLst>
              <a:path w="4427220" h="1384300">
                <a:moveTo>
                  <a:pt x="1115783" y="12699"/>
                </a:moveTo>
                <a:lnTo>
                  <a:pt x="719023" y="12699"/>
                </a:lnTo>
                <a:lnTo>
                  <a:pt x="732650" y="0"/>
                </a:lnTo>
                <a:lnTo>
                  <a:pt x="1098181" y="0"/>
                </a:lnTo>
                <a:lnTo>
                  <a:pt x="1115783" y="12699"/>
                </a:lnTo>
                <a:close/>
              </a:path>
              <a:path w="4427220" h="1384300">
                <a:moveTo>
                  <a:pt x="720928" y="25399"/>
                </a:moveTo>
                <a:lnTo>
                  <a:pt x="654570" y="25399"/>
                </a:lnTo>
                <a:lnTo>
                  <a:pt x="666953" y="12699"/>
                </a:lnTo>
                <a:lnTo>
                  <a:pt x="734466" y="12699"/>
                </a:lnTo>
                <a:lnTo>
                  <a:pt x="720928" y="25399"/>
                </a:lnTo>
                <a:close/>
              </a:path>
              <a:path w="4427220" h="1384300">
                <a:moveTo>
                  <a:pt x="1192923" y="25399"/>
                </a:moveTo>
                <a:lnTo>
                  <a:pt x="1114196" y="25399"/>
                </a:lnTo>
                <a:lnTo>
                  <a:pt x="1096657" y="12699"/>
                </a:lnTo>
                <a:lnTo>
                  <a:pt x="1169123" y="12699"/>
                </a:lnTo>
                <a:lnTo>
                  <a:pt x="1192923" y="25399"/>
                </a:lnTo>
                <a:close/>
              </a:path>
              <a:path w="4427220" h="1384300">
                <a:moveTo>
                  <a:pt x="657428" y="38099"/>
                </a:moveTo>
                <a:lnTo>
                  <a:pt x="607733" y="38099"/>
                </a:lnTo>
                <a:lnTo>
                  <a:pt x="619023" y="25399"/>
                </a:lnTo>
                <a:lnTo>
                  <a:pt x="669709" y="25399"/>
                </a:lnTo>
                <a:lnTo>
                  <a:pt x="657428" y="38099"/>
                </a:lnTo>
                <a:close/>
              </a:path>
              <a:path w="4427220" h="1384300">
                <a:moveTo>
                  <a:pt x="1262786" y="38099"/>
                </a:moveTo>
                <a:lnTo>
                  <a:pt x="1214196" y="38099"/>
                </a:lnTo>
                <a:lnTo>
                  <a:pt x="1190726" y="25399"/>
                </a:lnTo>
                <a:lnTo>
                  <a:pt x="1239774" y="25399"/>
                </a:lnTo>
                <a:lnTo>
                  <a:pt x="1262786" y="38099"/>
                </a:lnTo>
                <a:close/>
              </a:path>
              <a:path w="4427220" h="1384300">
                <a:moveTo>
                  <a:pt x="600697" y="50799"/>
                </a:moveTo>
                <a:lnTo>
                  <a:pt x="565454" y="50799"/>
                </a:lnTo>
                <a:lnTo>
                  <a:pt x="575576" y="38099"/>
                </a:lnTo>
                <a:lnTo>
                  <a:pt x="611581" y="38099"/>
                </a:lnTo>
                <a:lnTo>
                  <a:pt x="600697" y="50799"/>
                </a:lnTo>
                <a:close/>
              </a:path>
              <a:path w="4427220" h="1384300">
                <a:moveTo>
                  <a:pt x="1330058" y="50799"/>
                </a:moveTo>
                <a:lnTo>
                  <a:pt x="1260182" y="50799"/>
                </a:lnTo>
                <a:lnTo>
                  <a:pt x="1237246" y="38099"/>
                </a:lnTo>
                <a:lnTo>
                  <a:pt x="1307947" y="38099"/>
                </a:lnTo>
                <a:lnTo>
                  <a:pt x="1330058" y="50799"/>
                </a:lnTo>
                <a:close/>
              </a:path>
              <a:path w="4427220" h="1384300">
                <a:moveTo>
                  <a:pt x="570204" y="63499"/>
                </a:moveTo>
                <a:lnTo>
                  <a:pt x="536968" y="63499"/>
                </a:lnTo>
                <a:lnTo>
                  <a:pt x="546150" y="50799"/>
                </a:lnTo>
                <a:lnTo>
                  <a:pt x="580186" y="50799"/>
                </a:lnTo>
                <a:lnTo>
                  <a:pt x="570204" y="63499"/>
                </a:lnTo>
                <a:close/>
              </a:path>
              <a:path w="4427220" h="1384300">
                <a:moveTo>
                  <a:pt x="1373314" y="63499"/>
                </a:moveTo>
                <a:lnTo>
                  <a:pt x="1326959" y="63499"/>
                </a:lnTo>
                <a:lnTo>
                  <a:pt x="1304925" y="50799"/>
                </a:lnTo>
                <a:lnTo>
                  <a:pt x="1351864" y="50799"/>
                </a:lnTo>
                <a:lnTo>
                  <a:pt x="1373314" y="63499"/>
                </a:lnTo>
                <a:close/>
              </a:path>
              <a:path w="4427220" h="1384300">
                <a:moveTo>
                  <a:pt x="1914067" y="63499"/>
                </a:moveTo>
                <a:lnTo>
                  <a:pt x="1703768" y="63499"/>
                </a:lnTo>
                <a:lnTo>
                  <a:pt x="1719808" y="50799"/>
                </a:lnTo>
                <a:lnTo>
                  <a:pt x="1895284" y="50799"/>
                </a:lnTo>
                <a:lnTo>
                  <a:pt x="1914067" y="63499"/>
                </a:lnTo>
                <a:close/>
              </a:path>
              <a:path w="4427220" h="1384300">
                <a:moveTo>
                  <a:pt x="542594" y="76199"/>
                </a:moveTo>
                <a:lnTo>
                  <a:pt x="511403" y="76199"/>
                </a:lnTo>
                <a:lnTo>
                  <a:pt x="519595" y="63499"/>
                </a:lnTo>
                <a:lnTo>
                  <a:pt x="551624" y="63499"/>
                </a:lnTo>
                <a:lnTo>
                  <a:pt x="542594" y="76199"/>
                </a:lnTo>
                <a:close/>
              </a:path>
              <a:path w="4427220" h="1384300">
                <a:moveTo>
                  <a:pt x="1415186" y="76199"/>
                </a:moveTo>
                <a:lnTo>
                  <a:pt x="1369872" y="76199"/>
                </a:lnTo>
                <a:lnTo>
                  <a:pt x="1348498" y="63499"/>
                </a:lnTo>
                <a:lnTo>
                  <a:pt x="1394434" y="63499"/>
                </a:lnTo>
                <a:lnTo>
                  <a:pt x="1415186" y="76199"/>
                </a:lnTo>
                <a:close/>
              </a:path>
              <a:path w="4427220" h="1384300">
                <a:moveTo>
                  <a:pt x="1704911" y="76199"/>
                </a:moveTo>
                <a:lnTo>
                  <a:pt x="1614589" y="76199"/>
                </a:lnTo>
                <a:lnTo>
                  <a:pt x="1628546" y="63499"/>
                </a:lnTo>
                <a:lnTo>
                  <a:pt x="1720850" y="63499"/>
                </a:lnTo>
                <a:lnTo>
                  <a:pt x="1704911" y="76199"/>
                </a:lnTo>
                <a:close/>
              </a:path>
              <a:path w="4427220" h="1384300">
                <a:moveTo>
                  <a:pt x="2010409" y="76199"/>
                </a:moveTo>
                <a:lnTo>
                  <a:pt x="1912988" y="76199"/>
                </a:lnTo>
                <a:lnTo>
                  <a:pt x="1894293" y="63499"/>
                </a:lnTo>
                <a:lnTo>
                  <a:pt x="1990864" y="63499"/>
                </a:lnTo>
                <a:lnTo>
                  <a:pt x="2010409" y="76199"/>
                </a:lnTo>
                <a:close/>
              </a:path>
              <a:path w="4427220" h="1384300">
                <a:moveTo>
                  <a:pt x="518007" y="88899"/>
                </a:moveTo>
                <a:lnTo>
                  <a:pt x="496061" y="88899"/>
                </a:lnTo>
                <a:lnTo>
                  <a:pt x="503554" y="76199"/>
                </a:lnTo>
                <a:lnTo>
                  <a:pt x="526021" y="76199"/>
                </a:lnTo>
                <a:lnTo>
                  <a:pt x="518007" y="88899"/>
                </a:lnTo>
                <a:close/>
              </a:path>
              <a:path w="4427220" h="1384300">
                <a:moveTo>
                  <a:pt x="1455572" y="88899"/>
                </a:moveTo>
                <a:lnTo>
                  <a:pt x="1411401" y="88899"/>
                </a:lnTo>
                <a:lnTo>
                  <a:pt x="1390738" y="76199"/>
                </a:lnTo>
                <a:lnTo>
                  <a:pt x="1435569" y="76199"/>
                </a:lnTo>
                <a:lnTo>
                  <a:pt x="1455572" y="88899"/>
                </a:lnTo>
                <a:close/>
              </a:path>
              <a:path w="4427220" h="1384300">
                <a:moveTo>
                  <a:pt x="1617205" y="88899"/>
                </a:moveTo>
                <a:lnTo>
                  <a:pt x="1562773" y="88899"/>
                </a:lnTo>
                <a:lnTo>
                  <a:pt x="1575104" y="76199"/>
                </a:lnTo>
                <a:lnTo>
                  <a:pt x="1631022" y="76199"/>
                </a:lnTo>
                <a:lnTo>
                  <a:pt x="1617205" y="88899"/>
                </a:lnTo>
                <a:close/>
              </a:path>
              <a:path w="4427220" h="1384300">
                <a:moveTo>
                  <a:pt x="2079078" y="88899"/>
                </a:moveTo>
                <a:lnTo>
                  <a:pt x="2008466" y="88899"/>
                </a:lnTo>
                <a:lnTo>
                  <a:pt x="1988997" y="76199"/>
                </a:lnTo>
                <a:lnTo>
                  <a:pt x="2065578" y="76199"/>
                </a:lnTo>
                <a:lnTo>
                  <a:pt x="2079078" y="88899"/>
                </a:lnTo>
                <a:close/>
              </a:path>
              <a:path w="4427220" h="1384300">
                <a:moveTo>
                  <a:pt x="496608" y="101599"/>
                </a:moveTo>
                <a:lnTo>
                  <a:pt x="482130" y="101599"/>
                </a:lnTo>
                <a:lnTo>
                  <a:pt x="488911" y="88899"/>
                </a:lnTo>
                <a:lnTo>
                  <a:pt x="503554" y="88899"/>
                </a:lnTo>
                <a:lnTo>
                  <a:pt x="496608" y="101599"/>
                </a:lnTo>
                <a:close/>
              </a:path>
              <a:path w="4427220" h="1384300">
                <a:moveTo>
                  <a:pt x="1494383" y="101599"/>
                </a:moveTo>
                <a:lnTo>
                  <a:pt x="1451432" y="101599"/>
                </a:lnTo>
                <a:lnTo>
                  <a:pt x="1431518" y="88899"/>
                </a:lnTo>
                <a:lnTo>
                  <a:pt x="1475181" y="88899"/>
                </a:lnTo>
                <a:lnTo>
                  <a:pt x="1494383" y="101599"/>
                </a:lnTo>
                <a:close/>
              </a:path>
              <a:path w="4427220" h="1384300">
                <a:moveTo>
                  <a:pt x="1566595" y="101599"/>
                </a:moveTo>
                <a:lnTo>
                  <a:pt x="1528445" y="101599"/>
                </a:lnTo>
                <a:lnTo>
                  <a:pt x="1539430" y="88899"/>
                </a:lnTo>
                <a:lnTo>
                  <a:pt x="1578762" y="88899"/>
                </a:lnTo>
                <a:lnTo>
                  <a:pt x="1566595" y="101599"/>
                </a:lnTo>
                <a:close/>
              </a:path>
              <a:path w="4427220" h="1384300">
                <a:moveTo>
                  <a:pt x="2131822" y="101599"/>
                </a:moveTo>
                <a:lnTo>
                  <a:pt x="2076500" y="101599"/>
                </a:lnTo>
                <a:lnTo>
                  <a:pt x="2063064" y="88899"/>
                </a:lnTo>
                <a:lnTo>
                  <a:pt x="2118829" y="88899"/>
                </a:lnTo>
                <a:lnTo>
                  <a:pt x="2131822" y="101599"/>
                </a:lnTo>
                <a:close/>
              </a:path>
              <a:path w="4427220" h="1384300">
                <a:moveTo>
                  <a:pt x="484174" y="114299"/>
                </a:moveTo>
                <a:lnTo>
                  <a:pt x="463994" y="114299"/>
                </a:lnTo>
                <a:lnTo>
                  <a:pt x="469658" y="101599"/>
                </a:lnTo>
                <a:lnTo>
                  <a:pt x="490397" y="101599"/>
                </a:lnTo>
                <a:lnTo>
                  <a:pt x="484174" y="114299"/>
                </a:lnTo>
                <a:close/>
              </a:path>
              <a:path w="4427220" h="1384300">
                <a:moveTo>
                  <a:pt x="1533334" y="114299"/>
                </a:moveTo>
                <a:lnTo>
                  <a:pt x="1489875" y="114299"/>
                </a:lnTo>
                <a:lnTo>
                  <a:pt x="1470774" y="101599"/>
                </a:lnTo>
                <a:lnTo>
                  <a:pt x="1544129" y="101599"/>
                </a:lnTo>
                <a:lnTo>
                  <a:pt x="1533334" y="114299"/>
                </a:lnTo>
                <a:close/>
              </a:path>
              <a:path w="4427220" h="1384300">
                <a:moveTo>
                  <a:pt x="2182368" y="114299"/>
                </a:moveTo>
                <a:lnTo>
                  <a:pt x="2141486" y="114299"/>
                </a:lnTo>
                <a:lnTo>
                  <a:pt x="2128697" y="101599"/>
                </a:lnTo>
                <a:lnTo>
                  <a:pt x="2169947" y="101599"/>
                </a:lnTo>
                <a:lnTo>
                  <a:pt x="2182368" y="114299"/>
                </a:lnTo>
                <a:close/>
              </a:path>
              <a:path w="4427220" h="1384300">
                <a:moveTo>
                  <a:pt x="473278" y="126999"/>
                </a:moveTo>
                <a:lnTo>
                  <a:pt x="453834" y="126999"/>
                </a:lnTo>
                <a:lnTo>
                  <a:pt x="458724" y="114299"/>
                </a:lnTo>
                <a:lnTo>
                  <a:pt x="478739" y="114299"/>
                </a:lnTo>
                <a:lnTo>
                  <a:pt x="473278" y="126999"/>
                </a:lnTo>
                <a:close/>
              </a:path>
              <a:path w="4427220" h="1384300">
                <a:moveTo>
                  <a:pt x="2264752" y="139699"/>
                </a:moveTo>
                <a:lnTo>
                  <a:pt x="2237879" y="139699"/>
                </a:lnTo>
                <a:lnTo>
                  <a:pt x="2214626" y="126999"/>
                </a:lnTo>
                <a:lnTo>
                  <a:pt x="2178799" y="126999"/>
                </a:lnTo>
                <a:lnTo>
                  <a:pt x="2166454" y="114299"/>
                </a:lnTo>
                <a:lnTo>
                  <a:pt x="2218677" y="114299"/>
                </a:lnTo>
                <a:lnTo>
                  <a:pt x="2242057" y="126999"/>
                </a:lnTo>
                <a:lnTo>
                  <a:pt x="2264752" y="139699"/>
                </a:lnTo>
                <a:close/>
              </a:path>
              <a:path w="4427220" h="1384300">
                <a:moveTo>
                  <a:pt x="459841" y="139699"/>
                </a:moveTo>
                <a:lnTo>
                  <a:pt x="445300" y="139699"/>
                </a:lnTo>
                <a:lnTo>
                  <a:pt x="449364" y="126999"/>
                </a:lnTo>
                <a:lnTo>
                  <a:pt x="464121" y="126999"/>
                </a:lnTo>
                <a:lnTo>
                  <a:pt x="459841" y="139699"/>
                </a:lnTo>
                <a:close/>
              </a:path>
              <a:path w="4427220" h="1384300">
                <a:moveTo>
                  <a:pt x="452881" y="152399"/>
                </a:moveTo>
                <a:lnTo>
                  <a:pt x="438442" y="152399"/>
                </a:lnTo>
                <a:lnTo>
                  <a:pt x="441655" y="139699"/>
                </a:lnTo>
                <a:lnTo>
                  <a:pt x="456349" y="139699"/>
                </a:lnTo>
                <a:lnTo>
                  <a:pt x="452881" y="152399"/>
                </a:lnTo>
                <a:close/>
              </a:path>
              <a:path w="4427220" h="1384300">
                <a:moveTo>
                  <a:pt x="2348026" y="177799"/>
                </a:moveTo>
                <a:lnTo>
                  <a:pt x="2323096" y="177799"/>
                </a:lnTo>
                <a:lnTo>
                  <a:pt x="2302802" y="165099"/>
                </a:lnTo>
                <a:lnTo>
                  <a:pt x="2302954" y="165099"/>
                </a:lnTo>
                <a:lnTo>
                  <a:pt x="2281872" y="152399"/>
                </a:lnTo>
                <a:lnTo>
                  <a:pt x="2260307" y="152399"/>
                </a:lnTo>
                <a:lnTo>
                  <a:pt x="2237740" y="139699"/>
                </a:lnTo>
                <a:lnTo>
                  <a:pt x="2286736" y="139699"/>
                </a:lnTo>
                <a:lnTo>
                  <a:pt x="2307958" y="152399"/>
                </a:lnTo>
                <a:lnTo>
                  <a:pt x="2328405" y="165099"/>
                </a:lnTo>
                <a:lnTo>
                  <a:pt x="2348026" y="177799"/>
                </a:lnTo>
                <a:close/>
              </a:path>
              <a:path w="4427220" h="1384300">
                <a:moveTo>
                  <a:pt x="2669044" y="152399"/>
                </a:moveTo>
                <a:lnTo>
                  <a:pt x="2580894" y="152399"/>
                </a:lnTo>
                <a:lnTo>
                  <a:pt x="2595029" y="139699"/>
                </a:lnTo>
                <a:lnTo>
                  <a:pt x="2653830" y="139699"/>
                </a:lnTo>
                <a:lnTo>
                  <a:pt x="2669044" y="152399"/>
                </a:lnTo>
                <a:close/>
              </a:path>
              <a:path w="4427220" h="1384300">
                <a:moveTo>
                  <a:pt x="443826" y="177799"/>
                </a:moveTo>
                <a:lnTo>
                  <a:pt x="431482" y="177799"/>
                </a:lnTo>
                <a:lnTo>
                  <a:pt x="433349" y="165099"/>
                </a:lnTo>
                <a:lnTo>
                  <a:pt x="435673" y="152399"/>
                </a:lnTo>
                <a:lnTo>
                  <a:pt x="450164" y="152399"/>
                </a:lnTo>
                <a:lnTo>
                  <a:pt x="447535" y="165099"/>
                </a:lnTo>
                <a:lnTo>
                  <a:pt x="445592" y="165099"/>
                </a:lnTo>
                <a:lnTo>
                  <a:pt x="443826" y="177799"/>
                </a:lnTo>
                <a:close/>
              </a:path>
              <a:path w="4427220" h="1384300">
                <a:moveTo>
                  <a:pt x="2581478" y="165099"/>
                </a:moveTo>
                <a:lnTo>
                  <a:pt x="2466009" y="165099"/>
                </a:lnTo>
                <a:lnTo>
                  <a:pt x="2477554" y="152399"/>
                </a:lnTo>
                <a:lnTo>
                  <a:pt x="2595511" y="152399"/>
                </a:lnTo>
                <a:lnTo>
                  <a:pt x="2581478" y="165099"/>
                </a:lnTo>
                <a:close/>
              </a:path>
              <a:path w="4427220" h="1384300">
                <a:moveTo>
                  <a:pt x="2796527" y="165099"/>
                </a:moveTo>
                <a:lnTo>
                  <a:pt x="2668549" y="165099"/>
                </a:lnTo>
                <a:lnTo>
                  <a:pt x="2653423" y="152399"/>
                </a:lnTo>
                <a:lnTo>
                  <a:pt x="2780131" y="152399"/>
                </a:lnTo>
                <a:lnTo>
                  <a:pt x="2796527" y="165099"/>
                </a:lnTo>
                <a:close/>
              </a:path>
              <a:path w="4427220" h="1384300">
                <a:moveTo>
                  <a:pt x="2468765" y="177799"/>
                </a:moveTo>
                <a:lnTo>
                  <a:pt x="2423299" y="177799"/>
                </a:lnTo>
                <a:lnTo>
                  <a:pt x="2433434" y="165099"/>
                </a:lnTo>
                <a:lnTo>
                  <a:pt x="2480170" y="165099"/>
                </a:lnTo>
                <a:lnTo>
                  <a:pt x="2468765" y="177799"/>
                </a:lnTo>
                <a:close/>
              </a:path>
              <a:path w="4427220" h="1384300">
                <a:moveTo>
                  <a:pt x="2863011" y="177799"/>
                </a:moveTo>
                <a:lnTo>
                  <a:pt x="2794584" y="177799"/>
                </a:lnTo>
                <a:lnTo>
                  <a:pt x="2778277" y="165099"/>
                </a:lnTo>
                <a:lnTo>
                  <a:pt x="2849981" y="165099"/>
                </a:lnTo>
                <a:lnTo>
                  <a:pt x="2863011" y="177799"/>
                </a:lnTo>
                <a:close/>
              </a:path>
              <a:path w="4427220" h="1384300">
                <a:moveTo>
                  <a:pt x="442023" y="190499"/>
                </a:moveTo>
                <a:lnTo>
                  <a:pt x="429412" y="190499"/>
                </a:lnTo>
                <a:lnTo>
                  <a:pt x="430085" y="177799"/>
                </a:lnTo>
                <a:lnTo>
                  <a:pt x="442645" y="177799"/>
                </a:lnTo>
                <a:lnTo>
                  <a:pt x="442023" y="190499"/>
                </a:lnTo>
                <a:close/>
              </a:path>
              <a:path w="4427220" h="1384300">
                <a:moveTo>
                  <a:pt x="2375903" y="190499"/>
                </a:moveTo>
                <a:lnTo>
                  <a:pt x="2342426" y="190499"/>
                </a:lnTo>
                <a:lnTo>
                  <a:pt x="2322944" y="177799"/>
                </a:lnTo>
                <a:lnTo>
                  <a:pt x="2366835" y="177799"/>
                </a:lnTo>
                <a:lnTo>
                  <a:pt x="2375903" y="190499"/>
                </a:lnTo>
                <a:close/>
              </a:path>
              <a:path w="4427220" h="1384300">
                <a:moveTo>
                  <a:pt x="2427325" y="190499"/>
                </a:moveTo>
                <a:lnTo>
                  <a:pt x="2395207" y="190499"/>
                </a:lnTo>
                <a:lnTo>
                  <a:pt x="2404173" y="177799"/>
                </a:lnTo>
                <a:lnTo>
                  <a:pt x="2437295" y="177799"/>
                </a:lnTo>
                <a:lnTo>
                  <a:pt x="2427325" y="190499"/>
                </a:lnTo>
                <a:close/>
              </a:path>
              <a:path w="4427220" h="1384300">
                <a:moveTo>
                  <a:pt x="2925864" y="190499"/>
                </a:moveTo>
                <a:lnTo>
                  <a:pt x="2873070" y="190499"/>
                </a:lnTo>
                <a:lnTo>
                  <a:pt x="2860255" y="177799"/>
                </a:lnTo>
                <a:lnTo>
                  <a:pt x="2913608" y="177799"/>
                </a:lnTo>
                <a:lnTo>
                  <a:pt x="2925864" y="190499"/>
                </a:lnTo>
                <a:close/>
              </a:path>
              <a:path w="4427220" h="1384300">
                <a:moveTo>
                  <a:pt x="441388" y="203199"/>
                </a:moveTo>
                <a:lnTo>
                  <a:pt x="428688" y="203199"/>
                </a:lnTo>
                <a:lnTo>
                  <a:pt x="428713" y="190499"/>
                </a:lnTo>
                <a:lnTo>
                  <a:pt x="441413" y="190499"/>
                </a:lnTo>
                <a:lnTo>
                  <a:pt x="441388" y="203199"/>
                </a:lnTo>
                <a:close/>
              </a:path>
              <a:path w="4427220" h="1384300">
                <a:moveTo>
                  <a:pt x="2392235" y="203199"/>
                </a:moveTo>
                <a:lnTo>
                  <a:pt x="2369769" y="203199"/>
                </a:lnTo>
                <a:lnTo>
                  <a:pt x="2360777" y="190499"/>
                </a:lnTo>
                <a:lnTo>
                  <a:pt x="2400579" y="190499"/>
                </a:lnTo>
                <a:lnTo>
                  <a:pt x="2392235" y="203199"/>
                </a:lnTo>
                <a:close/>
              </a:path>
              <a:path w="4427220" h="1384300">
                <a:moveTo>
                  <a:pt x="2961551" y="203199"/>
                </a:moveTo>
                <a:lnTo>
                  <a:pt x="2922447" y="203199"/>
                </a:lnTo>
                <a:lnTo>
                  <a:pt x="2910268" y="190499"/>
                </a:lnTo>
                <a:lnTo>
                  <a:pt x="2949841" y="190499"/>
                </a:lnTo>
                <a:lnTo>
                  <a:pt x="2961551" y="203199"/>
                </a:lnTo>
                <a:close/>
              </a:path>
              <a:path w="4427220" h="1384300">
                <a:moveTo>
                  <a:pt x="391236" y="215899"/>
                </a:moveTo>
                <a:lnTo>
                  <a:pt x="236486" y="215899"/>
                </a:lnTo>
                <a:lnTo>
                  <a:pt x="254457" y="203199"/>
                </a:lnTo>
                <a:lnTo>
                  <a:pt x="370687" y="203199"/>
                </a:lnTo>
                <a:lnTo>
                  <a:pt x="391236" y="215899"/>
                </a:lnTo>
                <a:close/>
              </a:path>
              <a:path w="4427220" h="1384300">
                <a:moveTo>
                  <a:pt x="442417" y="215899"/>
                </a:moveTo>
                <a:lnTo>
                  <a:pt x="429818" y="215899"/>
                </a:lnTo>
                <a:lnTo>
                  <a:pt x="429234" y="203199"/>
                </a:lnTo>
                <a:lnTo>
                  <a:pt x="441858" y="203199"/>
                </a:lnTo>
                <a:lnTo>
                  <a:pt x="442417" y="215899"/>
                </a:lnTo>
                <a:close/>
              </a:path>
              <a:path w="4427220" h="1384300">
                <a:moveTo>
                  <a:pt x="2995561" y="215899"/>
                </a:moveTo>
                <a:lnTo>
                  <a:pt x="2957690" y="215899"/>
                </a:lnTo>
                <a:lnTo>
                  <a:pt x="2946044" y="203199"/>
                </a:lnTo>
                <a:lnTo>
                  <a:pt x="2984423" y="203199"/>
                </a:lnTo>
                <a:lnTo>
                  <a:pt x="2995561" y="215899"/>
                </a:lnTo>
                <a:close/>
              </a:path>
              <a:path w="4427220" h="1384300">
                <a:moveTo>
                  <a:pt x="237515" y="228599"/>
                </a:moveTo>
                <a:lnTo>
                  <a:pt x="154101" y="228599"/>
                </a:lnTo>
                <a:lnTo>
                  <a:pt x="169506" y="215899"/>
                </a:lnTo>
                <a:lnTo>
                  <a:pt x="255333" y="215899"/>
                </a:lnTo>
                <a:lnTo>
                  <a:pt x="237515" y="228599"/>
                </a:lnTo>
                <a:close/>
              </a:path>
              <a:path w="4427220" h="1384300">
                <a:moveTo>
                  <a:pt x="434149" y="228599"/>
                </a:moveTo>
                <a:lnTo>
                  <a:pt x="390296" y="228599"/>
                </a:lnTo>
                <a:lnTo>
                  <a:pt x="369862" y="215899"/>
                </a:lnTo>
                <a:lnTo>
                  <a:pt x="443725" y="215899"/>
                </a:lnTo>
                <a:lnTo>
                  <a:pt x="434149" y="228599"/>
                </a:lnTo>
                <a:close/>
              </a:path>
              <a:path w="4427220" h="1384300">
                <a:moveTo>
                  <a:pt x="3027743" y="228599"/>
                </a:moveTo>
                <a:lnTo>
                  <a:pt x="3002000" y="228599"/>
                </a:lnTo>
                <a:lnTo>
                  <a:pt x="2991142" y="215899"/>
                </a:lnTo>
                <a:lnTo>
                  <a:pt x="3017227" y="215899"/>
                </a:lnTo>
                <a:lnTo>
                  <a:pt x="3027743" y="228599"/>
                </a:lnTo>
                <a:close/>
              </a:path>
              <a:path w="4427220" h="1384300">
                <a:moveTo>
                  <a:pt x="156756" y="241299"/>
                </a:moveTo>
                <a:lnTo>
                  <a:pt x="98501" y="241299"/>
                </a:lnTo>
                <a:lnTo>
                  <a:pt x="111455" y="228599"/>
                </a:lnTo>
                <a:lnTo>
                  <a:pt x="171983" y="228599"/>
                </a:lnTo>
                <a:lnTo>
                  <a:pt x="156756" y="241299"/>
                </a:lnTo>
                <a:close/>
              </a:path>
              <a:path w="4427220" h="1384300">
                <a:moveTo>
                  <a:pt x="3057956" y="241299"/>
                </a:moveTo>
                <a:lnTo>
                  <a:pt x="3033039" y="241299"/>
                </a:lnTo>
                <a:lnTo>
                  <a:pt x="3022828" y="228599"/>
                </a:lnTo>
                <a:lnTo>
                  <a:pt x="3048114" y="228599"/>
                </a:lnTo>
                <a:lnTo>
                  <a:pt x="3057956" y="241299"/>
                </a:lnTo>
                <a:close/>
              </a:path>
              <a:path w="4427220" h="1384300">
                <a:moveTo>
                  <a:pt x="102870" y="253999"/>
                </a:moveTo>
                <a:lnTo>
                  <a:pt x="74650" y="253999"/>
                </a:lnTo>
                <a:lnTo>
                  <a:pt x="86232" y="241299"/>
                </a:lnTo>
                <a:lnTo>
                  <a:pt x="115570" y="241299"/>
                </a:lnTo>
                <a:lnTo>
                  <a:pt x="102870" y="253999"/>
                </a:lnTo>
                <a:close/>
              </a:path>
              <a:path w="4427220" h="1384300">
                <a:moveTo>
                  <a:pt x="3086074" y="253999"/>
                </a:moveTo>
                <a:lnTo>
                  <a:pt x="3062033" y="253999"/>
                </a:lnTo>
                <a:lnTo>
                  <a:pt x="3052521" y="241299"/>
                </a:lnTo>
                <a:lnTo>
                  <a:pt x="3076943" y="241299"/>
                </a:lnTo>
                <a:lnTo>
                  <a:pt x="3086074" y="253999"/>
                </a:lnTo>
                <a:close/>
              </a:path>
              <a:path w="4427220" h="1384300">
                <a:moveTo>
                  <a:pt x="80060" y="266699"/>
                </a:moveTo>
                <a:lnTo>
                  <a:pt x="53721" y="266699"/>
                </a:lnTo>
                <a:lnTo>
                  <a:pt x="63792" y="253999"/>
                </a:lnTo>
                <a:lnTo>
                  <a:pt x="91363" y="253999"/>
                </a:lnTo>
                <a:lnTo>
                  <a:pt x="80060" y="266699"/>
                </a:lnTo>
                <a:close/>
              </a:path>
              <a:path w="4427220" h="1384300">
                <a:moveTo>
                  <a:pt x="3111944" y="266699"/>
                </a:moveTo>
                <a:lnTo>
                  <a:pt x="3080156" y="266699"/>
                </a:lnTo>
                <a:lnTo>
                  <a:pt x="3071126" y="253999"/>
                </a:lnTo>
                <a:lnTo>
                  <a:pt x="3103575" y="253999"/>
                </a:lnTo>
                <a:lnTo>
                  <a:pt x="3111944" y="266699"/>
                </a:lnTo>
                <a:close/>
              </a:path>
              <a:path w="4427220" h="1384300">
                <a:moveTo>
                  <a:pt x="3377234" y="266699"/>
                </a:moveTo>
                <a:lnTo>
                  <a:pt x="3300628" y="266699"/>
                </a:lnTo>
                <a:lnTo>
                  <a:pt x="3313023" y="253999"/>
                </a:lnTo>
                <a:lnTo>
                  <a:pt x="3364115" y="253999"/>
                </a:lnTo>
                <a:lnTo>
                  <a:pt x="3377234" y="266699"/>
                </a:lnTo>
                <a:close/>
              </a:path>
              <a:path w="4427220" h="1384300">
                <a:moveTo>
                  <a:pt x="55918" y="279399"/>
                </a:moveTo>
                <a:lnTo>
                  <a:pt x="35763" y="279399"/>
                </a:lnTo>
                <a:lnTo>
                  <a:pt x="39941" y="266699"/>
                </a:lnTo>
                <a:lnTo>
                  <a:pt x="60528" y="266699"/>
                </a:lnTo>
                <a:lnTo>
                  <a:pt x="55918" y="279399"/>
                </a:lnTo>
                <a:close/>
              </a:path>
              <a:path w="4427220" h="1384300">
                <a:moveTo>
                  <a:pt x="3127870" y="279399"/>
                </a:moveTo>
                <a:lnTo>
                  <a:pt x="3105429" y="279399"/>
                </a:lnTo>
                <a:lnTo>
                  <a:pt x="3097161" y="266699"/>
                </a:lnTo>
                <a:lnTo>
                  <a:pt x="3120047" y="266699"/>
                </a:lnTo>
                <a:lnTo>
                  <a:pt x="3127870" y="279399"/>
                </a:lnTo>
                <a:close/>
              </a:path>
              <a:path w="4427220" h="1384300">
                <a:moveTo>
                  <a:pt x="3301072" y="279399"/>
                </a:moveTo>
                <a:lnTo>
                  <a:pt x="3176219" y="279399"/>
                </a:lnTo>
                <a:lnTo>
                  <a:pt x="3186531" y="266699"/>
                </a:lnTo>
                <a:lnTo>
                  <a:pt x="3313379" y="266699"/>
                </a:lnTo>
                <a:lnTo>
                  <a:pt x="3301072" y="279399"/>
                </a:lnTo>
                <a:close/>
              </a:path>
              <a:path w="4427220" h="1384300">
                <a:moveTo>
                  <a:pt x="3514661" y="279399"/>
                </a:moveTo>
                <a:lnTo>
                  <a:pt x="3376828" y="279399"/>
                </a:lnTo>
                <a:lnTo>
                  <a:pt x="3363785" y="266699"/>
                </a:lnTo>
                <a:lnTo>
                  <a:pt x="3500501" y="266699"/>
                </a:lnTo>
                <a:lnTo>
                  <a:pt x="3514661" y="279399"/>
                </a:lnTo>
                <a:close/>
              </a:path>
              <a:path w="4427220" h="1384300">
                <a:moveTo>
                  <a:pt x="40220" y="292099"/>
                </a:moveTo>
                <a:lnTo>
                  <a:pt x="21145" y="292099"/>
                </a:lnTo>
                <a:lnTo>
                  <a:pt x="24485" y="279399"/>
                </a:lnTo>
                <a:lnTo>
                  <a:pt x="44005" y="279399"/>
                </a:lnTo>
                <a:lnTo>
                  <a:pt x="40220" y="292099"/>
                </a:lnTo>
                <a:close/>
              </a:path>
              <a:path w="4427220" h="1384300">
                <a:moveTo>
                  <a:pt x="3178657" y="292099"/>
                </a:moveTo>
                <a:lnTo>
                  <a:pt x="3128251" y="292099"/>
                </a:lnTo>
                <a:lnTo>
                  <a:pt x="3120809" y="279399"/>
                </a:lnTo>
                <a:lnTo>
                  <a:pt x="3188868" y="279399"/>
                </a:lnTo>
                <a:lnTo>
                  <a:pt x="3178657" y="292099"/>
                </a:lnTo>
                <a:close/>
              </a:path>
              <a:path w="4427220" h="1384300">
                <a:moveTo>
                  <a:pt x="3596335" y="292099"/>
                </a:moveTo>
                <a:lnTo>
                  <a:pt x="3526955" y="292099"/>
                </a:lnTo>
                <a:lnTo>
                  <a:pt x="3512781" y="279399"/>
                </a:lnTo>
                <a:lnTo>
                  <a:pt x="3574199" y="279399"/>
                </a:lnTo>
                <a:lnTo>
                  <a:pt x="3596335" y="292099"/>
                </a:lnTo>
                <a:close/>
              </a:path>
              <a:path w="4427220" h="1384300">
                <a:moveTo>
                  <a:pt x="27965" y="304799"/>
                </a:moveTo>
                <a:lnTo>
                  <a:pt x="12509" y="304799"/>
                </a:lnTo>
                <a:lnTo>
                  <a:pt x="15151" y="292099"/>
                </a:lnTo>
                <a:lnTo>
                  <a:pt x="30899" y="292099"/>
                </a:lnTo>
                <a:lnTo>
                  <a:pt x="27965" y="304799"/>
                </a:lnTo>
                <a:close/>
              </a:path>
              <a:path w="4427220" h="1384300">
                <a:moveTo>
                  <a:pt x="3660457" y="304799"/>
                </a:moveTo>
                <a:lnTo>
                  <a:pt x="3593744" y="304799"/>
                </a:lnTo>
                <a:lnTo>
                  <a:pt x="3571709" y="292099"/>
                </a:lnTo>
                <a:lnTo>
                  <a:pt x="3639489" y="292099"/>
                </a:lnTo>
                <a:lnTo>
                  <a:pt x="3660457" y="304799"/>
                </a:lnTo>
                <a:close/>
              </a:path>
              <a:path w="4427220" h="1384300">
                <a:moveTo>
                  <a:pt x="19265" y="317499"/>
                </a:moveTo>
                <a:lnTo>
                  <a:pt x="6007" y="317499"/>
                </a:lnTo>
                <a:lnTo>
                  <a:pt x="7924" y="304799"/>
                </a:lnTo>
                <a:lnTo>
                  <a:pt x="21272" y="304799"/>
                </a:lnTo>
                <a:lnTo>
                  <a:pt x="19265" y="317499"/>
                </a:lnTo>
                <a:close/>
              </a:path>
              <a:path w="4427220" h="1384300">
                <a:moveTo>
                  <a:pt x="3701122" y="317499"/>
                </a:moveTo>
                <a:lnTo>
                  <a:pt x="3657206" y="317499"/>
                </a:lnTo>
                <a:lnTo>
                  <a:pt x="3636340" y="304799"/>
                </a:lnTo>
                <a:lnTo>
                  <a:pt x="3681018" y="304799"/>
                </a:lnTo>
                <a:lnTo>
                  <a:pt x="3701122" y="317499"/>
                </a:lnTo>
                <a:close/>
              </a:path>
              <a:path w="4427220" h="1384300">
                <a:moveTo>
                  <a:pt x="15100" y="330199"/>
                </a:moveTo>
                <a:lnTo>
                  <a:pt x="1803" y="330199"/>
                </a:lnTo>
                <a:lnTo>
                  <a:pt x="2946" y="317499"/>
                </a:lnTo>
                <a:lnTo>
                  <a:pt x="16395" y="317499"/>
                </a:lnTo>
                <a:lnTo>
                  <a:pt x="15100" y="330199"/>
                </a:lnTo>
                <a:close/>
              </a:path>
              <a:path w="4427220" h="1384300">
                <a:moveTo>
                  <a:pt x="3739896" y="330199"/>
                </a:moveTo>
                <a:lnTo>
                  <a:pt x="3697414" y="330199"/>
                </a:lnTo>
                <a:lnTo>
                  <a:pt x="3677424" y="317499"/>
                </a:lnTo>
                <a:lnTo>
                  <a:pt x="3720757" y="317499"/>
                </a:lnTo>
                <a:lnTo>
                  <a:pt x="3739896" y="330199"/>
                </a:lnTo>
                <a:close/>
              </a:path>
              <a:path w="4427220" h="1384300">
                <a:moveTo>
                  <a:pt x="12852" y="342899"/>
                </a:moveTo>
                <a:lnTo>
                  <a:pt x="190" y="342899"/>
                </a:lnTo>
                <a:lnTo>
                  <a:pt x="495" y="330199"/>
                </a:lnTo>
                <a:lnTo>
                  <a:pt x="13131" y="330199"/>
                </a:lnTo>
                <a:lnTo>
                  <a:pt x="12852" y="342899"/>
                </a:lnTo>
                <a:close/>
              </a:path>
              <a:path w="4427220" h="1384300">
                <a:moveTo>
                  <a:pt x="3776649" y="342899"/>
                </a:moveTo>
                <a:lnTo>
                  <a:pt x="3735730" y="342899"/>
                </a:lnTo>
                <a:lnTo>
                  <a:pt x="3716693" y="330199"/>
                </a:lnTo>
                <a:lnTo>
                  <a:pt x="3758539" y="330199"/>
                </a:lnTo>
                <a:lnTo>
                  <a:pt x="3776649" y="342899"/>
                </a:lnTo>
                <a:close/>
              </a:path>
              <a:path w="4427220" h="1384300">
                <a:moveTo>
                  <a:pt x="13817" y="355599"/>
                </a:moveTo>
                <a:lnTo>
                  <a:pt x="368" y="355599"/>
                </a:lnTo>
                <a:lnTo>
                  <a:pt x="0" y="342899"/>
                </a:lnTo>
                <a:lnTo>
                  <a:pt x="12979" y="342899"/>
                </a:lnTo>
                <a:lnTo>
                  <a:pt x="13817" y="355599"/>
                </a:lnTo>
                <a:close/>
              </a:path>
              <a:path w="4427220" h="1384300">
                <a:moveTo>
                  <a:pt x="3827614" y="368299"/>
                </a:moveTo>
                <a:lnTo>
                  <a:pt x="3806037" y="368299"/>
                </a:lnTo>
                <a:lnTo>
                  <a:pt x="3789172" y="355599"/>
                </a:lnTo>
                <a:lnTo>
                  <a:pt x="3771988" y="355599"/>
                </a:lnTo>
                <a:lnTo>
                  <a:pt x="3754005" y="342899"/>
                </a:lnTo>
                <a:lnTo>
                  <a:pt x="3794213" y="342899"/>
                </a:lnTo>
                <a:lnTo>
                  <a:pt x="3811219" y="355599"/>
                </a:lnTo>
                <a:lnTo>
                  <a:pt x="3827614" y="368299"/>
                </a:lnTo>
                <a:close/>
              </a:path>
              <a:path w="4427220" h="1384300">
                <a:moveTo>
                  <a:pt x="16751" y="368299"/>
                </a:moveTo>
                <a:lnTo>
                  <a:pt x="2705" y="368299"/>
                </a:lnTo>
                <a:lnTo>
                  <a:pt x="1270" y="355599"/>
                </a:lnTo>
                <a:lnTo>
                  <a:pt x="14947" y="355599"/>
                </a:lnTo>
                <a:lnTo>
                  <a:pt x="16751" y="368299"/>
                </a:lnTo>
                <a:close/>
              </a:path>
              <a:path w="4427220" h="1384300">
                <a:moveTo>
                  <a:pt x="21513" y="380999"/>
                </a:moveTo>
                <a:lnTo>
                  <a:pt x="7086" y="380999"/>
                </a:lnTo>
                <a:lnTo>
                  <a:pt x="4648" y="368299"/>
                </a:lnTo>
                <a:lnTo>
                  <a:pt x="18745" y="368299"/>
                </a:lnTo>
                <a:lnTo>
                  <a:pt x="21513" y="380999"/>
                </a:lnTo>
                <a:close/>
              </a:path>
              <a:path w="4427220" h="1384300">
                <a:moveTo>
                  <a:pt x="3873106" y="393699"/>
                </a:moveTo>
                <a:lnTo>
                  <a:pt x="3852570" y="393699"/>
                </a:lnTo>
                <a:lnTo>
                  <a:pt x="3837546" y="380999"/>
                </a:lnTo>
                <a:lnTo>
                  <a:pt x="3822166" y="380999"/>
                </a:lnTo>
                <a:lnTo>
                  <a:pt x="3805897" y="368299"/>
                </a:lnTo>
                <a:lnTo>
                  <a:pt x="3843413" y="368299"/>
                </a:lnTo>
                <a:lnTo>
                  <a:pt x="3858590" y="380999"/>
                </a:lnTo>
                <a:lnTo>
                  <a:pt x="3873106" y="393699"/>
                </a:lnTo>
                <a:close/>
              </a:path>
              <a:path w="4427220" h="1384300">
                <a:moveTo>
                  <a:pt x="28054" y="393699"/>
                </a:moveTo>
                <a:lnTo>
                  <a:pt x="13411" y="393699"/>
                </a:lnTo>
                <a:lnTo>
                  <a:pt x="10007" y="380999"/>
                </a:lnTo>
                <a:lnTo>
                  <a:pt x="24383" y="380999"/>
                </a:lnTo>
                <a:lnTo>
                  <a:pt x="28054" y="393699"/>
                </a:lnTo>
                <a:close/>
              </a:path>
              <a:path w="4427220" h="1384300">
                <a:moveTo>
                  <a:pt x="36385" y="406399"/>
                </a:moveTo>
                <a:lnTo>
                  <a:pt x="21564" y="406399"/>
                </a:lnTo>
                <a:lnTo>
                  <a:pt x="17259" y="393699"/>
                </a:lnTo>
                <a:lnTo>
                  <a:pt x="31826" y="393699"/>
                </a:lnTo>
                <a:lnTo>
                  <a:pt x="36385" y="406399"/>
                </a:lnTo>
                <a:close/>
              </a:path>
              <a:path w="4427220" h="1384300">
                <a:moveTo>
                  <a:pt x="3912590" y="419099"/>
                </a:moveTo>
                <a:lnTo>
                  <a:pt x="3893146" y="419099"/>
                </a:lnTo>
                <a:lnTo>
                  <a:pt x="3880154" y="406399"/>
                </a:lnTo>
                <a:lnTo>
                  <a:pt x="3880319" y="406399"/>
                </a:lnTo>
                <a:lnTo>
                  <a:pt x="3866629" y="393699"/>
                </a:lnTo>
                <a:lnTo>
                  <a:pt x="3886961" y="393699"/>
                </a:lnTo>
                <a:lnTo>
                  <a:pt x="3900131" y="406399"/>
                </a:lnTo>
                <a:lnTo>
                  <a:pt x="3912590" y="419099"/>
                </a:lnTo>
                <a:close/>
              </a:path>
              <a:path w="4427220" h="1384300">
                <a:moveTo>
                  <a:pt x="52095" y="419099"/>
                </a:moveTo>
                <a:lnTo>
                  <a:pt x="31470" y="419099"/>
                </a:lnTo>
                <a:lnTo>
                  <a:pt x="26301" y="406399"/>
                </a:lnTo>
                <a:lnTo>
                  <a:pt x="46266" y="406399"/>
                </a:lnTo>
                <a:lnTo>
                  <a:pt x="52095" y="419099"/>
                </a:lnTo>
                <a:close/>
              </a:path>
              <a:path w="4427220" h="1384300">
                <a:moveTo>
                  <a:pt x="64655" y="431799"/>
                </a:moveTo>
                <a:lnTo>
                  <a:pt x="43065" y="431799"/>
                </a:lnTo>
                <a:lnTo>
                  <a:pt x="37058" y="419099"/>
                </a:lnTo>
                <a:lnTo>
                  <a:pt x="58013" y="419099"/>
                </a:lnTo>
                <a:lnTo>
                  <a:pt x="64655" y="431799"/>
                </a:lnTo>
                <a:close/>
              </a:path>
              <a:path w="4427220" h="1384300">
                <a:moveTo>
                  <a:pt x="3945508" y="444499"/>
                </a:moveTo>
                <a:lnTo>
                  <a:pt x="3927195" y="444499"/>
                </a:lnTo>
                <a:lnTo>
                  <a:pt x="3916413" y="431799"/>
                </a:lnTo>
                <a:lnTo>
                  <a:pt x="3916603" y="431799"/>
                </a:lnTo>
                <a:lnTo>
                  <a:pt x="3905072" y="419099"/>
                </a:lnTo>
                <a:lnTo>
                  <a:pt x="3924312" y="419099"/>
                </a:lnTo>
                <a:lnTo>
                  <a:pt x="3935298" y="431799"/>
                </a:lnTo>
                <a:lnTo>
                  <a:pt x="3945508" y="444499"/>
                </a:lnTo>
                <a:close/>
              </a:path>
              <a:path w="4427220" h="1384300">
                <a:moveTo>
                  <a:pt x="78803" y="444499"/>
                </a:moveTo>
                <a:lnTo>
                  <a:pt x="56260" y="444499"/>
                </a:lnTo>
                <a:lnTo>
                  <a:pt x="49466" y="431799"/>
                </a:lnTo>
                <a:lnTo>
                  <a:pt x="71386" y="431799"/>
                </a:lnTo>
                <a:lnTo>
                  <a:pt x="78803" y="444499"/>
                </a:lnTo>
                <a:close/>
              </a:path>
              <a:path w="4427220" h="1384300">
                <a:moveTo>
                  <a:pt x="94475" y="457199"/>
                </a:moveTo>
                <a:lnTo>
                  <a:pt x="71005" y="457199"/>
                </a:lnTo>
                <a:lnTo>
                  <a:pt x="63436" y="444499"/>
                </a:lnTo>
                <a:lnTo>
                  <a:pt x="86321" y="444499"/>
                </a:lnTo>
                <a:lnTo>
                  <a:pt x="94475" y="457199"/>
                </a:lnTo>
                <a:close/>
              </a:path>
              <a:path w="4427220" h="1384300">
                <a:moveTo>
                  <a:pt x="3963517" y="457199"/>
                </a:moveTo>
                <a:lnTo>
                  <a:pt x="3945991" y="457199"/>
                </a:lnTo>
                <a:lnTo>
                  <a:pt x="3936784" y="444499"/>
                </a:lnTo>
                <a:lnTo>
                  <a:pt x="3954932" y="444499"/>
                </a:lnTo>
                <a:lnTo>
                  <a:pt x="3963517" y="457199"/>
                </a:lnTo>
                <a:close/>
              </a:path>
              <a:path w="4427220" h="1384300">
                <a:moveTo>
                  <a:pt x="111620" y="469899"/>
                </a:moveTo>
                <a:lnTo>
                  <a:pt x="95884" y="469899"/>
                </a:lnTo>
                <a:lnTo>
                  <a:pt x="87236" y="457199"/>
                </a:lnTo>
                <a:lnTo>
                  <a:pt x="102743" y="457199"/>
                </a:lnTo>
                <a:lnTo>
                  <a:pt x="111620" y="469899"/>
                </a:lnTo>
                <a:close/>
              </a:path>
              <a:path w="4427220" h="1384300">
                <a:moveTo>
                  <a:pt x="3971315" y="469899"/>
                </a:moveTo>
                <a:lnTo>
                  <a:pt x="3954157" y="469899"/>
                </a:lnTo>
                <a:lnTo>
                  <a:pt x="3945763" y="457199"/>
                </a:lnTo>
                <a:lnTo>
                  <a:pt x="3967530" y="457199"/>
                </a:lnTo>
                <a:lnTo>
                  <a:pt x="3971315" y="469899"/>
                </a:lnTo>
                <a:close/>
              </a:path>
              <a:path w="4427220" h="1384300">
                <a:moveTo>
                  <a:pt x="139941" y="482599"/>
                </a:moveTo>
                <a:lnTo>
                  <a:pt x="114236" y="482599"/>
                </a:lnTo>
                <a:lnTo>
                  <a:pt x="104889" y="469899"/>
                </a:lnTo>
                <a:lnTo>
                  <a:pt x="130048" y="469899"/>
                </a:lnTo>
                <a:lnTo>
                  <a:pt x="139941" y="482599"/>
                </a:lnTo>
                <a:close/>
              </a:path>
              <a:path w="4427220" h="1384300">
                <a:moveTo>
                  <a:pt x="3978236" y="482599"/>
                </a:moveTo>
                <a:lnTo>
                  <a:pt x="3964736" y="482599"/>
                </a:lnTo>
                <a:lnTo>
                  <a:pt x="3961282" y="469899"/>
                </a:lnTo>
                <a:lnTo>
                  <a:pt x="3974884" y="469899"/>
                </a:lnTo>
                <a:lnTo>
                  <a:pt x="3978236" y="482599"/>
                </a:lnTo>
                <a:close/>
              </a:path>
              <a:path w="4427220" h="1384300">
                <a:moveTo>
                  <a:pt x="160477" y="495299"/>
                </a:moveTo>
                <a:lnTo>
                  <a:pt x="133921" y="495299"/>
                </a:lnTo>
                <a:lnTo>
                  <a:pt x="123913" y="482599"/>
                </a:lnTo>
                <a:lnTo>
                  <a:pt x="149948" y="482599"/>
                </a:lnTo>
                <a:lnTo>
                  <a:pt x="160477" y="495299"/>
                </a:lnTo>
                <a:close/>
              </a:path>
              <a:path w="4427220" h="1384300">
                <a:moveTo>
                  <a:pt x="3970743" y="495299"/>
                </a:moveTo>
                <a:lnTo>
                  <a:pt x="3967721" y="482599"/>
                </a:lnTo>
                <a:lnTo>
                  <a:pt x="3970616" y="482599"/>
                </a:lnTo>
                <a:lnTo>
                  <a:pt x="3970743" y="495299"/>
                </a:lnTo>
                <a:close/>
              </a:path>
              <a:path w="4427220" h="1384300">
                <a:moveTo>
                  <a:pt x="3986961" y="495299"/>
                </a:moveTo>
                <a:lnTo>
                  <a:pt x="3973410" y="495299"/>
                </a:lnTo>
                <a:lnTo>
                  <a:pt x="3970616" y="482599"/>
                </a:lnTo>
                <a:lnTo>
                  <a:pt x="3984282" y="482599"/>
                </a:lnTo>
                <a:lnTo>
                  <a:pt x="3986961" y="495299"/>
                </a:lnTo>
                <a:close/>
              </a:path>
              <a:path w="4427220" h="1384300">
                <a:moveTo>
                  <a:pt x="193573" y="507999"/>
                </a:moveTo>
                <a:lnTo>
                  <a:pt x="154876" y="507999"/>
                </a:lnTo>
                <a:lnTo>
                  <a:pt x="144246" y="495299"/>
                </a:lnTo>
                <a:lnTo>
                  <a:pt x="182143" y="495299"/>
                </a:lnTo>
                <a:lnTo>
                  <a:pt x="193573" y="507999"/>
                </a:lnTo>
                <a:close/>
              </a:path>
              <a:path w="4427220" h="1384300">
                <a:moveTo>
                  <a:pt x="3993616" y="507999"/>
                </a:moveTo>
                <a:lnTo>
                  <a:pt x="3978059" y="507999"/>
                </a:lnTo>
                <a:lnTo>
                  <a:pt x="3975734" y="495299"/>
                </a:lnTo>
                <a:lnTo>
                  <a:pt x="3991635" y="495299"/>
                </a:lnTo>
                <a:lnTo>
                  <a:pt x="3993616" y="507999"/>
                </a:lnTo>
                <a:close/>
              </a:path>
              <a:path w="4427220" h="1384300">
                <a:moveTo>
                  <a:pt x="181308" y="512679"/>
                </a:moveTo>
                <a:lnTo>
                  <a:pt x="177063" y="507999"/>
                </a:lnTo>
                <a:lnTo>
                  <a:pt x="186512" y="507999"/>
                </a:lnTo>
                <a:lnTo>
                  <a:pt x="181308" y="512679"/>
                </a:lnTo>
                <a:close/>
              </a:path>
              <a:path w="4427220" h="1384300">
                <a:moveTo>
                  <a:pt x="200355" y="520699"/>
                </a:moveTo>
                <a:lnTo>
                  <a:pt x="188582" y="520699"/>
                </a:lnTo>
                <a:lnTo>
                  <a:pt x="181308" y="512679"/>
                </a:lnTo>
                <a:lnTo>
                  <a:pt x="186512" y="507999"/>
                </a:lnTo>
                <a:lnTo>
                  <a:pt x="193484" y="507999"/>
                </a:lnTo>
                <a:lnTo>
                  <a:pt x="200969" y="511244"/>
                </a:lnTo>
                <a:lnTo>
                  <a:pt x="200355" y="520699"/>
                </a:lnTo>
                <a:close/>
              </a:path>
              <a:path w="4427220" h="1384300">
                <a:moveTo>
                  <a:pt x="200969" y="511244"/>
                </a:moveTo>
                <a:lnTo>
                  <a:pt x="193484" y="507999"/>
                </a:lnTo>
                <a:lnTo>
                  <a:pt x="201180" y="507999"/>
                </a:lnTo>
                <a:lnTo>
                  <a:pt x="200969" y="511244"/>
                </a:lnTo>
                <a:close/>
              </a:path>
              <a:path w="4427220" h="1384300">
                <a:moveTo>
                  <a:pt x="3996791" y="520699"/>
                </a:moveTo>
                <a:lnTo>
                  <a:pt x="3983342" y="520699"/>
                </a:lnTo>
                <a:lnTo>
                  <a:pt x="3981716" y="507999"/>
                </a:lnTo>
                <a:lnTo>
                  <a:pt x="3992422" y="507999"/>
                </a:lnTo>
                <a:lnTo>
                  <a:pt x="3996791" y="520699"/>
                </a:lnTo>
                <a:close/>
              </a:path>
              <a:path w="4427220" h="1384300">
                <a:moveTo>
                  <a:pt x="3996791" y="520699"/>
                </a:moveTo>
                <a:lnTo>
                  <a:pt x="3992422" y="507999"/>
                </a:lnTo>
                <a:lnTo>
                  <a:pt x="3995558" y="509882"/>
                </a:lnTo>
                <a:lnTo>
                  <a:pt x="3996791" y="520699"/>
                </a:lnTo>
                <a:close/>
              </a:path>
              <a:path w="4427220" h="1384300">
                <a:moveTo>
                  <a:pt x="3995558" y="509882"/>
                </a:moveTo>
                <a:lnTo>
                  <a:pt x="3992422" y="507999"/>
                </a:lnTo>
                <a:lnTo>
                  <a:pt x="3995343" y="507999"/>
                </a:lnTo>
                <a:lnTo>
                  <a:pt x="3995558" y="509882"/>
                </a:lnTo>
                <a:close/>
              </a:path>
              <a:path w="4427220" h="1384300">
                <a:moveTo>
                  <a:pt x="4013580" y="520699"/>
                </a:moveTo>
                <a:lnTo>
                  <a:pt x="3996791" y="520699"/>
                </a:lnTo>
                <a:lnTo>
                  <a:pt x="3995558" y="509882"/>
                </a:lnTo>
                <a:lnTo>
                  <a:pt x="4013580" y="520699"/>
                </a:lnTo>
                <a:close/>
              </a:path>
              <a:path w="4427220" h="1384300">
                <a:moveTo>
                  <a:pt x="222783" y="520699"/>
                </a:moveTo>
                <a:lnTo>
                  <a:pt x="200355" y="520699"/>
                </a:lnTo>
                <a:lnTo>
                  <a:pt x="200969" y="511244"/>
                </a:lnTo>
                <a:lnTo>
                  <a:pt x="222783" y="520699"/>
                </a:lnTo>
                <a:close/>
              </a:path>
              <a:path w="4427220" h="1384300">
                <a:moveTo>
                  <a:pt x="188582" y="520699"/>
                </a:moveTo>
                <a:lnTo>
                  <a:pt x="172389" y="520699"/>
                </a:lnTo>
                <a:lnTo>
                  <a:pt x="181308" y="512679"/>
                </a:lnTo>
                <a:lnTo>
                  <a:pt x="188582" y="520699"/>
                </a:lnTo>
                <a:close/>
              </a:path>
              <a:path w="4427220" h="1384300">
                <a:moveTo>
                  <a:pt x="176110" y="533399"/>
                </a:moveTo>
                <a:lnTo>
                  <a:pt x="146189" y="533399"/>
                </a:lnTo>
                <a:lnTo>
                  <a:pt x="158940" y="520699"/>
                </a:lnTo>
                <a:lnTo>
                  <a:pt x="190004" y="520699"/>
                </a:lnTo>
                <a:lnTo>
                  <a:pt x="176110" y="533399"/>
                </a:lnTo>
                <a:close/>
              </a:path>
              <a:path w="4427220" h="1384300">
                <a:moveTo>
                  <a:pt x="4054690" y="533399"/>
                </a:moveTo>
                <a:lnTo>
                  <a:pt x="4010113" y="533399"/>
                </a:lnTo>
                <a:lnTo>
                  <a:pt x="3985666" y="520699"/>
                </a:lnTo>
                <a:lnTo>
                  <a:pt x="4034358" y="520699"/>
                </a:lnTo>
                <a:lnTo>
                  <a:pt x="4054690" y="533399"/>
                </a:lnTo>
                <a:close/>
              </a:path>
              <a:path w="4427220" h="1384300">
                <a:moveTo>
                  <a:pt x="139395" y="546099"/>
                </a:moveTo>
                <a:lnTo>
                  <a:pt x="117525" y="546099"/>
                </a:lnTo>
                <a:lnTo>
                  <a:pt x="122923" y="533399"/>
                </a:lnTo>
                <a:lnTo>
                  <a:pt x="151142" y="533399"/>
                </a:lnTo>
                <a:lnTo>
                  <a:pt x="139395" y="546099"/>
                </a:lnTo>
                <a:close/>
              </a:path>
              <a:path w="4427220" h="1384300">
                <a:moveTo>
                  <a:pt x="4093933" y="546099"/>
                </a:moveTo>
                <a:lnTo>
                  <a:pt x="4050792" y="546099"/>
                </a:lnTo>
                <a:lnTo>
                  <a:pt x="4030573" y="533399"/>
                </a:lnTo>
                <a:lnTo>
                  <a:pt x="4074553" y="533399"/>
                </a:lnTo>
                <a:lnTo>
                  <a:pt x="4093933" y="546099"/>
                </a:lnTo>
                <a:close/>
              </a:path>
              <a:path w="4427220" h="1384300">
                <a:moveTo>
                  <a:pt x="118884" y="558799"/>
                </a:moveTo>
                <a:lnTo>
                  <a:pt x="98107" y="558799"/>
                </a:lnTo>
                <a:lnTo>
                  <a:pt x="102654" y="546099"/>
                </a:lnTo>
                <a:lnTo>
                  <a:pt x="123875" y="546099"/>
                </a:lnTo>
                <a:lnTo>
                  <a:pt x="118884" y="558799"/>
                </a:lnTo>
                <a:close/>
              </a:path>
              <a:path w="4427220" h="1384300">
                <a:moveTo>
                  <a:pt x="4148975" y="571499"/>
                </a:moveTo>
                <a:lnTo>
                  <a:pt x="4126356" y="571499"/>
                </a:lnTo>
                <a:lnTo>
                  <a:pt x="4108119" y="558799"/>
                </a:lnTo>
                <a:lnTo>
                  <a:pt x="4089590" y="558799"/>
                </a:lnTo>
                <a:lnTo>
                  <a:pt x="4070324" y="546099"/>
                </a:lnTo>
                <a:lnTo>
                  <a:pt x="4112806" y="546099"/>
                </a:lnTo>
                <a:lnTo>
                  <a:pt x="4131157" y="558799"/>
                </a:lnTo>
                <a:lnTo>
                  <a:pt x="4148975" y="571499"/>
                </a:lnTo>
                <a:close/>
              </a:path>
              <a:path w="4427220" h="1384300">
                <a:moveTo>
                  <a:pt x="101676" y="571499"/>
                </a:moveTo>
                <a:lnTo>
                  <a:pt x="82042" y="571499"/>
                </a:lnTo>
                <a:lnTo>
                  <a:pt x="85725" y="558799"/>
                </a:lnTo>
                <a:lnTo>
                  <a:pt x="105829" y="558799"/>
                </a:lnTo>
                <a:lnTo>
                  <a:pt x="101676" y="571499"/>
                </a:lnTo>
                <a:close/>
              </a:path>
              <a:path w="4427220" h="1384300">
                <a:moveTo>
                  <a:pt x="88023" y="584199"/>
                </a:moveTo>
                <a:lnTo>
                  <a:pt x="72364" y="584199"/>
                </a:lnTo>
                <a:lnTo>
                  <a:pt x="75349" y="571499"/>
                </a:lnTo>
                <a:lnTo>
                  <a:pt x="91287" y="571499"/>
                </a:lnTo>
                <a:lnTo>
                  <a:pt x="88023" y="584199"/>
                </a:lnTo>
                <a:close/>
              </a:path>
              <a:path w="4427220" h="1384300">
                <a:moveTo>
                  <a:pt x="4182910" y="584199"/>
                </a:moveTo>
                <a:lnTo>
                  <a:pt x="4160926" y="584199"/>
                </a:lnTo>
                <a:lnTo>
                  <a:pt x="4143806" y="571499"/>
                </a:lnTo>
                <a:lnTo>
                  <a:pt x="4166222" y="571499"/>
                </a:lnTo>
                <a:lnTo>
                  <a:pt x="4182910" y="584199"/>
                </a:lnTo>
                <a:close/>
              </a:path>
              <a:path w="4427220" h="1384300">
                <a:moveTo>
                  <a:pt x="78066" y="596899"/>
                </a:moveTo>
                <a:lnTo>
                  <a:pt x="64871" y="596899"/>
                </a:lnTo>
                <a:lnTo>
                  <a:pt x="67106" y="584199"/>
                </a:lnTo>
                <a:lnTo>
                  <a:pt x="80391" y="584199"/>
                </a:lnTo>
                <a:lnTo>
                  <a:pt x="78066" y="596899"/>
                </a:lnTo>
                <a:close/>
              </a:path>
              <a:path w="4427220" h="1384300">
                <a:moveTo>
                  <a:pt x="4229303" y="609600"/>
                </a:moveTo>
                <a:lnTo>
                  <a:pt x="4208360" y="609600"/>
                </a:lnTo>
                <a:lnTo>
                  <a:pt x="4193031" y="596899"/>
                </a:lnTo>
                <a:lnTo>
                  <a:pt x="4177347" y="596899"/>
                </a:lnTo>
                <a:lnTo>
                  <a:pt x="4160799" y="584199"/>
                </a:lnTo>
                <a:lnTo>
                  <a:pt x="4198988" y="584199"/>
                </a:lnTo>
                <a:lnTo>
                  <a:pt x="4214456" y="596899"/>
                </a:lnTo>
                <a:lnTo>
                  <a:pt x="4229303" y="609600"/>
                </a:lnTo>
                <a:close/>
              </a:path>
              <a:path w="4427220" h="1384300">
                <a:moveTo>
                  <a:pt x="73063" y="609600"/>
                </a:moveTo>
                <a:lnTo>
                  <a:pt x="59715" y="609600"/>
                </a:lnTo>
                <a:lnTo>
                  <a:pt x="61163" y="596899"/>
                </a:lnTo>
                <a:lnTo>
                  <a:pt x="74637" y="596899"/>
                </a:lnTo>
                <a:lnTo>
                  <a:pt x="73063" y="609600"/>
                </a:lnTo>
                <a:close/>
              </a:path>
              <a:path w="4427220" h="1384300">
                <a:moveTo>
                  <a:pt x="69672" y="622300"/>
                </a:moveTo>
                <a:lnTo>
                  <a:pt x="57048" y="622300"/>
                </a:lnTo>
                <a:lnTo>
                  <a:pt x="57657" y="609600"/>
                </a:lnTo>
                <a:lnTo>
                  <a:pt x="70243" y="609600"/>
                </a:lnTo>
                <a:lnTo>
                  <a:pt x="69672" y="622300"/>
                </a:lnTo>
                <a:close/>
              </a:path>
              <a:path w="4427220" h="1384300">
                <a:moveTo>
                  <a:pt x="70180" y="622300"/>
                </a:moveTo>
                <a:lnTo>
                  <a:pt x="70243" y="609600"/>
                </a:lnTo>
                <a:lnTo>
                  <a:pt x="70993" y="609600"/>
                </a:lnTo>
                <a:lnTo>
                  <a:pt x="70180" y="622300"/>
                </a:lnTo>
                <a:close/>
              </a:path>
              <a:path w="4427220" h="1384300">
                <a:moveTo>
                  <a:pt x="4281982" y="647700"/>
                </a:moveTo>
                <a:lnTo>
                  <a:pt x="4262513" y="647700"/>
                </a:lnTo>
                <a:lnTo>
                  <a:pt x="4249839" y="635000"/>
                </a:lnTo>
                <a:lnTo>
                  <a:pt x="4250004" y="635000"/>
                </a:lnTo>
                <a:lnTo>
                  <a:pt x="4236643" y="622300"/>
                </a:lnTo>
                <a:lnTo>
                  <a:pt x="4222902" y="622300"/>
                </a:lnTo>
                <a:lnTo>
                  <a:pt x="4208221" y="609600"/>
                </a:lnTo>
                <a:lnTo>
                  <a:pt x="4243489" y="609600"/>
                </a:lnTo>
                <a:lnTo>
                  <a:pt x="4257014" y="622300"/>
                </a:lnTo>
                <a:lnTo>
                  <a:pt x="4269841" y="635000"/>
                </a:lnTo>
                <a:lnTo>
                  <a:pt x="4281982" y="647700"/>
                </a:lnTo>
                <a:close/>
              </a:path>
              <a:path w="4427220" h="1384300">
                <a:moveTo>
                  <a:pt x="69773" y="635000"/>
                </a:moveTo>
                <a:lnTo>
                  <a:pt x="56781" y="635000"/>
                </a:lnTo>
                <a:lnTo>
                  <a:pt x="56756" y="622300"/>
                </a:lnTo>
                <a:lnTo>
                  <a:pt x="69469" y="622300"/>
                </a:lnTo>
                <a:lnTo>
                  <a:pt x="69773" y="635000"/>
                </a:lnTo>
                <a:close/>
              </a:path>
              <a:path w="4427220" h="1384300">
                <a:moveTo>
                  <a:pt x="72199" y="647700"/>
                </a:moveTo>
                <a:lnTo>
                  <a:pt x="58686" y="647700"/>
                </a:lnTo>
                <a:lnTo>
                  <a:pt x="57746" y="635000"/>
                </a:lnTo>
                <a:lnTo>
                  <a:pt x="71056" y="635000"/>
                </a:lnTo>
                <a:lnTo>
                  <a:pt x="72199" y="647700"/>
                </a:lnTo>
                <a:close/>
              </a:path>
              <a:path w="4427220" h="1384300">
                <a:moveTo>
                  <a:pt x="76936" y="660400"/>
                </a:moveTo>
                <a:lnTo>
                  <a:pt x="63246" y="660400"/>
                </a:lnTo>
                <a:lnTo>
                  <a:pt x="61442" y="647700"/>
                </a:lnTo>
                <a:lnTo>
                  <a:pt x="74980" y="647700"/>
                </a:lnTo>
                <a:lnTo>
                  <a:pt x="76936" y="660400"/>
                </a:lnTo>
                <a:close/>
              </a:path>
              <a:path w="4427220" h="1384300">
                <a:moveTo>
                  <a:pt x="4313974" y="673100"/>
                </a:moveTo>
                <a:lnTo>
                  <a:pt x="4295635" y="673100"/>
                </a:lnTo>
                <a:lnTo>
                  <a:pt x="4285157" y="660400"/>
                </a:lnTo>
                <a:lnTo>
                  <a:pt x="4285348" y="660400"/>
                </a:lnTo>
                <a:lnTo>
                  <a:pt x="4274121" y="647700"/>
                </a:lnTo>
                <a:lnTo>
                  <a:pt x="4293387" y="647700"/>
                </a:lnTo>
                <a:lnTo>
                  <a:pt x="4304068" y="660400"/>
                </a:lnTo>
                <a:lnTo>
                  <a:pt x="4313974" y="673100"/>
                </a:lnTo>
                <a:close/>
              </a:path>
              <a:path w="4427220" h="1384300">
                <a:moveTo>
                  <a:pt x="83985" y="673100"/>
                </a:moveTo>
                <a:lnTo>
                  <a:pt x="67665" y="673100"/>
                </a:lnTo>
                <a:lnTo>
                  <a:pt x="65316" y="660400"/>
                </a:lnTo>
                <a:lnTo>
                  <a:pt x="81241" y="660400"/>
                </a:lnTo>
                <a:lnTo>
                  <a:pt x="83985" y="673100"/>
                </a:lnTo>
                <a:close/>
              </a:path>
              <a:path w="4427220" h="1384300">
                <a:moveTo>
                  <a:pt x="89941" y="685800"/>
                </a:moveTo>
                <a:lnTo>
                  <a:pt x="76276" y="685800"/>
                </a:lnTo>
                <a:lnTo>
                  <a:pt x="73151" y="673100"/>
                </a:lnTo>
                <a:lnTo>
                  <a:pt x="86702" y="673100"/>
                </a:lnTo>
                <a:lnTo>
                  <a:pt x="89941" y="685800"/>
                </a:lnTo>
                <a:close/>
              </a:path>
              <a:path w="4427220" h="1384300">
                <a:moveTo>
                  <a:pt x="4335310" y="698500"/>
                </a:moveTo>
                <a:lnTo>
                  <a:pt x="4321771" y="698500"/>
                </a:lnTo>
                <a:lnTo>
                  <a:pt x="4313656" y="685800"/>
                </a:lnTo>
                <a:lnTo>
                  <a:pt x="4313872" y="685800"/>
                </a:lnTo>
                <a:lnTo>
                  <a:pt x="4304944" y="673100"/>
                </a:lnTo>
                <a:lnTo>
                  <a:pt x="4323118" y="673100"/>
                </a:lnTo>
                <a:lnTo>
                  <a:pt x="4331423" y="685800"/>
                </a:lnTo>
                <a:lnTo>
                  <a:pt x="4335310" y="698500"/>
                </a:lnTo>
                <a:close/>
              </a:path>
              <a:path w="4427220" h="1384300">
                <a:moveTo>
                  <a:pt x="100723" y="698500"/>
                </a:moveTo>
                <a:lnTo>
                  <a:pt x="87134" y="698500"/>
                </a:lnTo>
                <a:lnTo>
                  <a:pt x="83261" y="685800"/>
                </a:lnTo>
                <a:lnTo>
                  <a:pt x="96748" y="685800"/>
                </a:lnTo>
                <a:lnTo>
                  <a:pt x="100723" y="698500"/>
                </a:lnTo>
                <a:close/>
              </a:path>
              <a:path w="4427220" h="1384300">
                <a:moveTo>
                  <a:pt x="113652" y="711200"/>
                </a:moveTo>
                <a:lnTo>
                  <a:pt x="95567" y="711200"/>
                </a:lnTo>
                <a:lnTo>
                  <a:pt x="91224" y="698500"/>
                </a:lnTo>
                <a:lnTo>
                  <a:pt x="108978" y="698500"/>
                </a:lnTo>
                <a:lnTo>
                  <a:pt x="113652" y="711200"/>
                </a:lnTo>
                <a:close/>
              </a:path>
              <a:path w="4427220" h="1384300">
                <a:moveTo>
                  <a:pt x="4345647" y="711200"/>
                </a:moveTo>
                <a:lnTo>
                  <a:pt x="4328795" y="711200"/>
                </a:lnTo>
                <a:lnTo>
                  <a:pt x="4325251" y="698500"/>
                </a:lnTo>
                <a:lnTo>
                  <a:pt x="4342422" y="698500"/>
                </a:lnTo>
                <a:lnTo>
                  <a:pt x="4345647" y="711200"/>
                </a:lnTo>
                <a:close/>
              </a:path>
              <a:path w="4427220" h="1384300">
                <a:moveTo>
                  <a:pt x="128714" y="723900"/>
                </a:moveTo>
                <a:lnTo>
                  <a:pt x="109969" y="723900"/>
                </a:lnTo>
                <a:lnTo>
                  <a:pt x="104927" y="711200"/>
                </a:lnTo>
                <a:lnTo>
                  <a:pt x="118249" y="711200"/>
                </a:lnTo>
                <a:lnTo>
                  <a:pt x="128714" y="723900"/>
                </a:lnTo>
                <a:close/>
              </a:path>
              <a:path w="4427220" h="1384300">
                <a:moveTo>
                  <a:pt x="4351477" y="723900"/>
                </a:moveTo>
                <a:lnTo>
                  <a:pt x="4337824" y="723900"/>
                </a:lnTo>
                <a:lnTo>
                  <a:pt x="4334916" y="711200"/>
                </a:lnTo>
                <a:lnTo>
                  <a:pt x="4348670" y="711200"/>
                </a:lnTo>
                <a:lnTo>
                  <a:pt x="4351477" y="723900"/>
                </a:lnTo>
                <a:close/>
              </a:path>
              <a:path w="4427220" h="1384300">
                <a:moveTo>
                  <a:pt x="164592" y="749300"/>
                </a:moveTo>
                <a:lnTo>
                  <a:pt x="144551" y="749300"/>
                </a:lnTo>
                <a:lnTo>
                  <a:pt x="132168" y="736600"/>
                </a:lnTo>
                <a:lnTo>
                  <a:pt x="120624" y="723900"/>
                </a:lnTo>
                <a:lnTo>
                  <a:pt x="139623" y="723900"/>
                </a:lnTo>
                <a:lnTo>
                  <a:pt x="151803" y="736600"/>
                </a:lnTo>
                <a:lnTo>
                  <a:pt x="151599" y="736600"/>
                </a:lnTo>
                <a:lnTo>
                  <a:pt x="164592" y="749300"/>
                </a:lnTo>
                <a:close/>
              </a:path>
              <a:path w="4427220" h="1384300">
                <a:moveTo>
                  <a:pt x="4358525" y="736600"/>
                </a:moveTo>
                <a:lnTo>
                  <a:pt x="4344885" y="736600"/>
                </a:lnTo>
                <a:lnTo>
                  <a:pt x="4342650" y="723900"/>
                </a:lnTo>
                <a:lnTo>
                  <a:pt x="4356404" y="723900"/>
                </a:lnTo>
                <a:lnTo>
                  <a:pt x="4358525" y="736600"/>
                </a:lnTo>
                <a:close/>
              </a:path>
              <a:path w="4427220" h="1384300">
                <a:moveTo>
                  <a:pt x="4363478" y="749300"/>
                </a:moveTo>
                <a:lnTo>
                  <a:pt x="4349978" y="749300"/>
                </a:lnTo>
                <a:lnTo>
                  <a:pt x="4348416" y="736600"/>
                </a:lnTo>
                <a:lnTo>
                  <a:pt x="4362069" y="736600"/>
                </a:lnTo>
                <a:lnTo>
                  <a:pt x="4363478" y="749300"/>
                </a:lnTo>
                <a:close/>
              </a:path>
              <a:path w="4427220" h="1384300">
                <a:moveTo>
                  <a:pt x="207670" y="774700"/>
                </a:moveTo>
                <a:lnTo>
                  <a:pt x="186423" y="774700"/>
                </a:lnTo>
                <a:lnTo>
                  <a:pt x="171703" y="762000"/>
                </a:lnTo>
                <a:lnTo>
                  <a:pt x="157733" y="749300"/>
                </a:lnTo>
                <a:lnTo>
                  <a:pt x="178015" y="749300"/>
                </a:lnTo>
                <a:lnTo>
                  <a:pt x="192557" y="762000"/>
                </a:lnTo>
                <a:lnTo>
                  <a:pt x="192392" y="762000"/>
                </a:lnTo>
                <a:lnTo>
                  <a:pt x="207670" y="774700"/>
                </a:lnTo>
                <a:close/>
              </a:path>
              <a:path w="4427220" h="1384300">
                <a:moveTo>
                  <a:pt x="4365574" y="762000"/>
                </a:moveTo>
                <a:lnTo>
                  <a:pt x="4353052" y="762000"/>
                </a:lnTo>
                <a:lnTo>
                  <a:pt x="4352188" y="749300"/>
                </a:lnTo>
                <a:lnTo>
                  <a:pt x="4364647" y="749300"/>
                </a:lnTo>
                <a:lnTo>
                  <a:pt x="4365574" y="762000"/>
                </a:lnTo>
                <a:close/>
              </a:path>
              <a:path w="4427220" h="1384300">
                <a:moveTo>
                  <a:pt x="4366806" y="774700"/>
                </a:moveTo>
                <a:lnTo>
                  <a:pt x="4354106" y="774700"/>
                </a:lnTo>
                <a:lnTo>
                  <a:pt x="4353966" y="762000"/>
                </a:lnTo>
                <a:lnTo>
                  <a:pt x="4366653" y="762000"/>
                </a:lnTo>
                <a:lnTo>
                  <a:pt x="4366806" y="774700"/>
                </a:lnTo>
                <a:close/>
              </a:path>
              <a:path w="4427220" h="1384300">
                <a:moveTo>
                  <a:pt x="275069" y="800100"/>
                </a:moveTo>
                <a:lnTo>
                  <a:pt x="234861" y="800100"/>
                </a:lnTo>
                <a:lnTo>
                  <a:pt x="218020" y="787400"/>
                </a:lnTo>
                <a:lnTo>
                  <a:pt x="201866" y="774700"/>
                </a:lnTo>
                <a:lnTo>
                  <a:pt x="223354" y="774700"/>
                </a:lnTo>
                <a:lnTo>
                  <a:pt x="240042" y="787400"/>
                </a:lnTo>
                <a:lnTo>
                  <a:pt x="257086" y="787400"/>
                </a:lnTo>
                <a:lnTo>
                  <a:pt x="275069" y="800100"/>
                </a:lnTo>
                <a:close/>
              </a:path>
              <a:path w="4427220" h="1384300">
                <a:moveTo>
                  <a:pt x="4366310" y="787400"/>
                </a:moveTo>
                <a:lnTo>
                  <a:pt x="4353102" y="787400"/>
                </a:lnTo>
                <a:lnTo>
                  <a:pt x="4353699" y="774700"/>
                </a:lnTo>
                <a:lnTo>
                  <a:pt x="4366691" y="774700"/>
                </a:lnTo>
                <a:lnTo>
                  <a:pt x="4366310" y="787400"/>
                </a:lnTo>
                <a:close/>
              </a:path>
              <a:path w="4427220" h="1384300">
                <a:moveTo>
                  <a:pt x="4362996" y="800100"/>
                </a:moveTo>
                <a:lnTo>
                  <a:pt x="4350766" y="800100"/>
                </a:lnTo>
                <a:lnTo>
                  <a:pt x="4352188" y="787400"/>
                </a:lnTo>
                <a:lnTo>
                  <a:pt x="4364532" y="787400"/>
                </a:lnTo>
                <a:lnTo>
                  <a:pt x="4362996" y="800100"/>
                </a:lnTo>
                <a:close/>
              </a:path>
              <a:path w="4427220" h="1384300">
                <a:moveTo>
                  <a:pt x="312534" y="812800"/>
                </a:moveTo>
                <a:lnTo>
                  <a:pt x="270459" y="812800"/>
                </a:lnTo>
                <a:lnTo>
                  <a:pt x="252349" y="800100"/>
                </a:lnTo>
                <a:lnTo>
                  <a:pt x="293370" y="800100"/>
                </a:lnTo>
                <a:lnTo>
                  <a:pt x="312534" y="812800"/>
                </a:lnTo>
                <a:close/>
              </a:path>
              <a:path w="4427220" h="1384300">
                <a:moveTo>
                  <a:pt x="4358830" y="812800"/>
                </a:moveTo>
                <a:lnTo>
                  <a:pt x="4344822" y="812800"/>
                </a:lnTo>
                <a:lnTo>
                  <a:pt x="4347286" y="800100"/>
                </a:lnTo>
                <a:lnTo>
                  <a:pt x="4361103" y="800100"/>
                </a:lnTo>
                <a:lnTo>
                  <a:pt x="4358830" y="812800"/>
                </a:lnTo>
                <a:close/>
              </a:path>
              <a:path w="4427220" h="1384300">
                <a:moveTo>
                  <a:pt x="352234" y="825500"/>
                </a:moveTo>
                <a:lnTo>
                  <a:pt x="308482" y="825500"/>
                </a:lnTo>
                <a:lnTo>
                  <a:pt x="289178" y="812800"/>
                </a:lnTo>
                <a:lnTo>
                  <a:pt x="331990" y="812800"/>
                </a:lnTo>
                <a:lnTo>
                  <a:pt x="352234" y="825500"/>
                </a:lnTo>
                <a:close/>
              </a:path>
              <a:path w="4427220" h="1384300">
                <a:moveTo>
                  <a:pt x="4353204" y="825500"/>
                </a:moveTo>
                <a:lnTo>
                  <a:pt x="4339234" y="825500"/>
                </a:lnTo>
                <a:lnTo>
                  <a:pt x="4342371" y="812800"/>
                </a:lnTo>
                <a:lnTo>
                  <a:pt x="4356188" y="812800"/>
                </a:lnTo>
                <a:lnTo>
                  <a:pt x="4353204" y="825500"/>
                </a:lnTo>
                <a:close/>
              </a:path>
              <a:path w="4427220" h="1384300">
                <a:moveTo>
                  <a:pt x="393953" y="838200"/>
                </a:moveTo>
                <a:lnTo>
                  <a:pt x="348703" y="838200"/>
                </a:lnTo>
                <a:lnTo>
                  <a:pt x="328320" y="825500"/>
                </a:lnTo>
                <a:lnTo>
                  <a:pt x="372732" y="825500"/>
                </a:lnTo>
                <a:lnTo>
                  <a:pt x="393953" y="838200"/>
                </a:lnTo>
                <a:close/>
              </a:path>
              <a:path w="4427220" h="1384300">
                <a:moveTo>
                  <a:pt x="4342231" y="838200"/>
                </a:moveTo>
                <a:lnTo>
                  <a:pt x="4328477" y="838200"/>
                </a:lnTo>
                <a:lnTo>
                  <a:pt x="4332592" y="825500"/>
                </a:lnTo>
                <a:lnTo>
                  <a:pt x="4346219" y="825500"/>
                </a:lnTo>
                <a:lnTo>
                  <a:pt x="4342231" y="838200"/>
                </a:lnTo>
                <a:close/>
              </a:path>
              <a:path w="4427220" h="1384300">
                <a:moveTo>
                  <a:pt x="459841" y="850900"/>
                </a:moveTo>
                <a:lnTo>
                  <a:pt x="390918" y="850900"/>
                </a:lnTo>
                <a:lnTo>
                  <a:pt x="369570" y="838200"/>
                </a:lnTo>
                <a:lnTo>
                  <a:pt x="437349" y="838200"/>
                </a:lnTo>
                <a:lnTo>
                  <a:pt x="459841" y="850900"/>
                </a:lnTo>
                <a:close/>
              </a:path>
              <a:path w="4427220" h="1384300">
                <a:moveTo>
                  <a:pt x="4333290" y="850900"/>
                </a:moveTo>
                <a:lnTo>
                  <a:pt x="4314901" y="850900"/>
                </a:lnTo>
                <a:lnTo>
                  <a:pt x="4319943" y="838200"/>
                </a:lnTo>
                <a:lnTo>
                  <a:pt x="4337913" y="838200"/>
                </a:lnTo>
                <a:lnTo>
                  <a:pt x="4333290" y="850900"/>
                </a:lnTo>
                <a:close/>
              </a:path>
              <a:path w="4427220" h="1384300">
                <a:moveTo>
                  <a:pt x="521601" y="863600"/>
                </a:moveTo>
                <a:lnTo>
                  <a:pt x="457555" y="863600"/>
                </a:lnTo>
                <a:lnTo>
                  <a:pt x="434936" y="850900"/>
                </a:lnTo>
                <a:lnTo>
                  <a:pt x="508571" y="850900"/>
                </a:lnTo>
                <a:lnTo>
                  <a:pt x="521601" y="863600"/>
                </a:lnTo>
                <a:close/>
              </a:path>
              <a:path w="4427220" h="1384300">
                <a:moveTo>
                  <a:pt x="4328350" y="876300"/>
                </a:moveTo>
                <a:lnTo>
                  <a:pt x="4306036" y="876300"/>
                </a:lnTo>
                <a:lnTo>
                  <a:pt x="4291190" y="863600"/>
                </a:lnTo>
                <a:lnTo>
                  <a:pt x="4304512" y="850900"/>
                </a:lnTo>
                <a:lnTo>
                  <a:pt x="4323118" y="850900"/>
                </a:lnTo>
                <a:lnTo>
                  <a:pt x="4317580" y="863600"/>
                </a:lnTo>
                <a:lnTo>
                  <a:pt x="4321086" y="863600"/>
                </a:lnTo>
                <a:lnTo>
                  <a:pt x="4328350" y="876300"/>
                </a:lnTo>
                <a:close/>
              </a:path>
              <a:path w="4427220" h="1384300">
                <a:moveTo>
                  <a:pt x="549770" y="876300"/>
                </a:moveTo>
                <a:lnTo>
                  <a:pt x="520001" y="876300"/>
                </a:lnTo>
                <a:lnTo>
                  <a:pt x="506907" y="863600"/>
                </a:lnTo>
                <a:lnTo>
                  <a:pt x="536536" y="863600"/>
                </a:lnTo>
                <a:lnTo>
                  <a:pt x="549770" y="876300"/>
                </a:lnTo>
                <a:close/>
              </a:path>
              <a:path w="4427220" h="1384300">
                <a:moveTo>
                  <a:pt x="650074" y="939800"/>
                </a:moveTo>
                <a:lnTo>
                  <a:pt x="611085" y="939800"/>
                </a:lnTo>
                <a:lnTo>
                  <a:pt x="595795" y="927100"/>
                </a:lnTo>
                <a:lnTo>
                  <a:pt x="581164" y="914400"/>
                </a:lnTo>
                <a:lnTo>
                  <a:pt x="567194" y="901700"/>
                </a:lnTo>
                <a:lnTo>
                  <a:pt x="553897" y="889000"/>
                </a:lnTo>
                <a:lnTo>
                  <a:pt x="541312" y="876300"/>
                </a:lnTo>
                <a:lnTo>
                  <a:pt x="561911" y="876300"/>
                </a:lnTo>
                <a:lnTo>
                  <a:pt x="575055" y="889000"/>
                </a:lnTo>
                <a:lnTo>
                  <a:pt x="574903" y="889000"/>
                </a:lnTo>
                <a:lnTo>
                  <a:pt x="588733" y="901700"/>
                </a:lnTo>
                <a:lnTo>
                  <a:pt x="588594" y="901700"/>
                </a:lnTo>
                <a:lnTo>
                  <a:pt x="603084" y="914400"/>
                </a:lnTo>
                <a:lnTo>
                  <a:pt x="618108" y="927100"/>
                </a:lnTo>
                <a:lnTo>
                  <a:pt x="633653" y="927100"/>
                </a:lnTo>
                <a:lnTo>
                  <a:pt x="650074" y="939800"/>
                </a:lnTo>
                <a:close/>
              </a:path>
              <a:path w="4427220" h="1384300">
                <a:moveTo>
                  <a:pt x="4342168" y="889000"/>
                </a:moveTo>
                <a:lnTo>
                  <a:pt x="4320425" y="889000"/>
                </a:lnTo>
                <a:lnTo>
                  <a:pt x="4313250" y="876300"/>
                </a:lnTo>
                <a:lnTo>
                  <a:pt x="4335373" y="876300"/>
                </a:lnTo>
                <a:lnTo>
                  <a:pt x="4342168" y="889000"/>
                </a:lnTo>
                <a:close/>
              </a:path>
              <a:path w="4427220" h="1384300">
                <a:moveTo>
                  <a:pt x="4355045" y="901700"/>
                </a:moveTo>
                <a:lnTo>
                  <a:pt x="4333875" y="901700"/>
                </a:lnTo>
                <a:lnTo>
                  <a:pt x="4327169" y="889000"/>
                </a:lnTo>
                <a:lnTo>
                  <a:pt x="4348733" y="889000"/>
                </a:lnTo>
                <a:lnTo>
                  <a:pt x="4355045" y="901700"/>
                </a:lnTo>
                <a:close/>
              </a:path>
              <a:path w="4427220" h="1384300">
                <a:moveTo>
                  <a:pt x="4366958" y="914400"/>
                </a:moveTo>
                <a:lnTo>
                  <a:pt x="4352226" y="914400"/>
                </a:lnTo>
                <a:lnTo>
                  <a:pt x="4346257" y="901700"/>
                </a:lnTo>
                <a:lnTo>
                  <a:pt x="4361129" y="901700"/>
                </a:lnTo>
                <a:lnTo>
                  <a:pt x="4366958" y="914400"/>
                </a:lnTo>
                <a:close/>
              </a:path>
              <a:path w="4427220" h="1384300">
                <a:moveTo>
                  <a:pt x="4377880" y="927100"/>
                </a:moveTo>
                <a:lnTo>
                  <a:pt x="4363237" y="927100"/>
                </a:lnTo>
                <a:lnTo>
                  <a:pt x="4357751" y="914400"/>
                </a:lnTo>
                <a:lnTo>
                  <a:pt x="4372546" y="914400"/>
                </a:lnTo>
                <a:lnTo>
                  <a:pt x="4377880" y="927100"/>
                </a:lnTo>
                <a:close/>
              </a:path>
              <a:path w="4427220" h="1384300">
                <a:moveTo>
                  <a:pt x="4387773" y="939800"/>
                </a:moveTo>
                <a:lnTo>
                  <a:pt x="4373206" y="939800"/>
                </a:lnTo>
                <a:lnTo>
                  <a:pt x="4368241" y="927100"/>
                </a:lnTo>
                <a:lnTo>
                  <a:pt x="4382960" y="927100"/>
                </a:lnTo>
                <a:lnTo>
                  <a:pt x="4387773" y="939800"/>
                </a:lnTo>
                <a:close/>
              </a:path>
              <a:path w="4427220" h="1384300">
                <a:moveTo>
                  <a:pt x="702640" y="977900"/>
                </a:moveTo>
                <a:lnTo>
                  <a:pt x="678472" y="977900"/>
                </a:lnTo>
                <a:lnTo>
                  <a:pt x="660704" y="965200"/>
                </a:lnTo>
                <a:lnTo>
                  <a:pt x="643547" y="952500"/>
                </a:lnTo>
                <a:lnTo>
                  <a:pt x="626999" y="939800"/>
                </a:lnTo>
                <a:lnTo>
                  <a:pt x="649960" y="939800"/>
                </a:lnTo>
                <a:lnTo>
                  <a:pt x="667003" y="952500"/>
                </a:lnTo>
                <a:lnTo>
                  <a:pt x="684529" y="965200"/>
                </a:lnTo>
                <a:lnTo>
                  <a:pt x="702640" y="977900"/>
                </a:lnTo>
                <a:close/>
              </a:path>
              <a:path w="4427220" h="1384300">
                <a:moveTo>
                  <a:pt x="4400664" y="952500"/>
                </a:moveTo>
                <a:lnTo>
                  <a:pt x="4382147" y="952500"/>
                </a:lnTo>
                <a:lnTo>
                  <a:pt x="4377702" y="939800"/>
                </a:lnTo>
                <a:lnTo>
                  <a:pt x="4396638" y="939800"/>
                </a:lnTo>
                <a:lnTo>
                  <a:pt x="4400664" y="952500"/>
                </a:lnTo>
                <a:close/>
              </a:path>
              <a:path w="4427220" h="1384300">
                <a:moveTo>
                  <a:pt x="4407916" y="965200"/>
                </a:moveTo>
                <a:lnTo>
                  <a:pt x="4390021" y="965200"/>
                </a:lnTo>
                <a:lnTo>
                  <a:pt x="4386110" y="952500"/>
                </a:lnTo>
                <a:lnTo>
                  <a:pt x="4404423" y="952500"/>
                </a:lnTo>
                <a:lnTo>
                  <a:pt x="4407916" y="965200"/>
                </a:lnTo>
                <a:close/>
              </a:path>
              <a:path w="4427220" h="1384300">
                <a:moveTo>
                  <a:pt x="4414037" y="977900"/>
                </a:moveTo>
                <a:lnTo>
                  <a:pt x="4399813" y="977900"/>
                </a:lnTo>
                <a:lnTo>
                  <a:pt x="4396714" y="965200"/>
                </a:lnTo>
                <a:lnTo>
                  <a:pt x="4411116" y="965200"/>
                </a:lnTo>
                <a:lnTo>
                  <a:pt x="4414037" y="977900"/>
                </a:lnTo>
                <a:close/>
              </a:path>
              <a:path w="4427220" h="1384300">
                <a:moveTo>
                  <a:pt x="801560" y="1016000"/>
                </a:moveTo>
                <a:lnTo>
                  <a:pt x="755180" y="1016000"/>
                </a:lnTo>
                <a:lnTo>
                  <a:pt x="735177" y="1003300"/>
                </a:lnTo>
                <a:lnTo>
                  <a:pt x="715708" y="990600"/>
                </a:lnTo>
                <a:lnTo>
                  <a:pt x="696798" y="977900"/>
                </a:lnTo>
                <a:lnTo>
                  <a:pt x="721220" y="977900"/>
                </a:lnTo>
                <a:lnTo>
                  <a:pt x="740587" y="990600"/>
                </a:lnTo>
                <a:lnTo>
                  <a:pt x="760387" y="1003300"/>
                </a:lnTo>
                <a:lnTo>
                  <a:pt x="780618" y="1003300"/>
                </a:lnTo>
                <a:lnTo>
                  <a:pt x="801560" y="1016000"/>
                </a:lnTo>
                <a:close/>
              </a:path>
              <a:path w="4427220" h="1384300">
                <a:moveTo>
                  <a:pt x="4419028" y="990600"/>
                </a:moveTo>
                <a:lnTo>
                  <a:pt x="4404956" y="990600"/>
                </a:lnTo>
                <a:lnTo>
                  <a:pt x="4402416" y="977900"/>
                </a:lnTo>
                <a:lnTo>
                  <a:pt x="4416679" y="977900"/>
                </a:lnTo>
                <a:lnTo>
                  <a:pt x="4419028" y="990600"/>
                </a:lnTo>
                <a:close/>
              </a:path>
              <a:path w="4427220" h="1384300">
                <a:moveTo>
                  <a:pt x="4422825" y="1003300"/>
                </a:moveTo>
                <a:lnTo>
                  <a:pt x="4408982" y="1003300"/>
                </a:lnTo>
                <a:lnTo>
                  <a:pt x="4407014" y="990600"/>
                </a:lnTo>
                <a:lnTo>
                  <a:pt x="4421073" y="990600"/>
                </a:lnTo>
                <a:lnTo>
                  <a:pt x="4422825" y="1003300"/>
                </a:lnTo>
                <a:close/>
              </a:path>
              <a:path w="4427220" h="1384300">
                <a:moveTo>
                  <a:pt x="4425416" y="1016000"/>
                </a:moveTo>
                <a:lnTo>
                  <a:pt x="4411878" y="1016000"/>
                </a:lnTo>
                <a:lnTo>
                  <a:pt x="4410494" y="1003300"/>
                </a:lnTo>
                <a:lnTo>
                  <a:pt x="4424273" y="1003300"/>
                </a:lnTo>
                <a:lnTo>
                  <a:pt x="4425416" y="1016000"/>
                </a:lnTo>
                <a:close/>
              </a:path>
              <a:path w="4427220" h="1384300">
                <a:moveTo>
                  <a:pt x="867079" y="1041400"/>
                </a:moveTo>
                <a:lnTo>
                  <a:pt x="818299" y="1041400"/>
                </a:lnTo>
                <a:lnTo>
                  <a:pt x="796747" y="1028700"/>
                </a:lnTo>
                <a:lnTo>
                  <a:pt x="775703" y="1016000"/>
                </a:lnTo>
                <a:lnTo>
                  <a:pt x="801471" y="1016000"/>
                </a:lnTo>
                <a:lnTo>
                  <a:pt x="822921" y="1028700"/>
                </a:lnTo>
                <a:lnTo>
                  <a:pt x="844664" y="1028700"/>
                </a:lnTo>
                <a:lnTo>
                  <a:pt x="867079" y="1041400"/>
                </a:lnTo>
                <a:close/>
              </a:path>
              <a:path w="4427220" h="1384300">
                <a:moveTo>
                  <a:pt x="4426737" y="1028700"/>
                </a:moveTo>
                <a:lnTo>
                  <a:pt x="4414075" y="1028700"/>
                </a:lnTo>
                <a:lnTo>
                  <a:pt x="4413592" y="1016000"/>
                </a:lnTo>
                <a:lnTo>
                  <a:pt x="4426229" y="1016000"/>
                </a:lnTo>
                <a:lnTo>
                  <a:pt x="4426737" y="1028700"/>
                </a:lnTo>
                <a:close/>
              </a:path>
              <a:path w="4427220" h="1384300">
                <a:moveTo>
                  <a:pt x="4426788" y="1041400"/>
                </a:moveTo>
                <a:lnTo>
                  <a:pt x="4414088" y="1041400"/>
                </a:lnTo>
                <a:lnTo>
                  <a:pt x="4414227" y="1028700"/>
                </a:lnTo>
                <a:lnTo>
                  <a:pt x="4426927" y="1028700"/>
                </a:lnTo>
                <a:lnTo>
                  <a:pt x="4426788" y="1041400"/>
                </a:lnTo>
                <a:close/>
              </a:path>
              <a:path w="4427220" h="1384300">
                <a:moveTo>
                  <a:pt x="936739" y="1066800"/>
                </a:moveTo>
                <a:lnTo>
                  <a:pt x="885786" y="1066800"/>
                </a:lnTo>
                <a:lnTo>
                  <a:pt x="862825" y="1054100"/>
                </a:lnTo>
                <a:lnTo>
                  <a:pt x="840333" y="1041400"/>
                </a:lnTo>
                <a:lnTo>
                  <a:pt x="866990" y="1041400"/>
                </a:lnTo>
                <a:lnTo>
                  <a:pt x="889863" y="1054100"/>
                </a:lnTo>
                <a:lnTo>
                  <a:pt x="913002" y="1054100"/>
                </a:lnTo>
                <a:lnTo>
                  <a:pt x="936739" y="1066800"/>
                </a:lnTo>
                <a:close/>
              </a:path>
              <a:path w="4427220" h="1384300">
                <a:moveTo>
                  <a:pt x="4425505" y="1054100"/>
                </a:moveTo>
                <a:lnTo>
                  <a:pt x="4412945" y="1054100"/>
                </a:lnTo>
                <a:lnTo>
                  <a:pt x="4413694" y="1041400"/>
                </a:lnTo>
                <a:lnTo>
                  <a:pt x="4426318" y="1041400"/>
                </a:lnTo>
                <a:lnTo>
                  <a:pt x="4425505" y="1054100"/>
                </a:lnTo>
                <a:close/>
              </a:path>
              <a:path w="4427220" h="1384300">
                <a:moveTo>
                  <a:pt x="4410316" y="1066800"/>
                </a:moveTo>
                <a:lnTo>
                  <a:pt x="4408500" y="1066800"/>
                </a:lnTo>
                <a:lnTo>
                  <a:pt x="4410417" y="1054100"/>
                </a:lnTo>
                <a:lnTo>
                  <a:pt x="4410316" y="1066800"/>
                </a:lnTo>
                <a:close/>
              </a:path>
              <a:path w="4427220" h="1384300">
                <a:moveTo>
                  <a:pt x="4422597" y="1066800"/>
                </a:moveTo>
                <a:lnTo>
                  <a:pt x="4410316" y="1066800"/>
                </a:lnTo>
                <a:lnTo>
                  <a:pt x="4411878" y="1054100"/>
                </a:lnTo>
                <a:lnTo>
                  <a:pt x="4424248" y="1054100"/>
                </a:lnTo>
                <a:lnTo>
                  <a:pt x="4422597" y="1066800"/>
                </a:lnTo>
                <a:close/>
              </a:path>
              <a:path w="4427220" h="1384300">
                <a:moveTo>
                  <a:pt x="985304" y="1079500"/>
                </a:moveTo>
                <a:lnTo>
                  <a:pt x="933030" y="1079500"/>
                </a:lnTo>
                <a:lnTo>
                  <a:pt x="909193" y="1066800"/>
                </a:lnTo>
                <a:lnTo>
                  <a:pt x="960729" y="1066800"/>
                </a:lnTo>
                <a:lnTo>
                  <a:pt x="985304" y="1079500"/>
                </a:lnTo>
                <a:close/>
              </a:path>
              <a:path w="4427220" h="1384300">
                <a:moveTo>
                  <a:pt x="4418139" y="1079500"/>
                </a:moveTo>
                <a:lnTo>
                  <a:pt x="4403826" y="1079500"/>
                </a:lnTo>
                <a:lnTo>
                  <a:pt x="4406468" y="1066800"/>
                </a:lnTo>
                <a:lnTo>
                  <a:pt x="4420552" y="1066800"/>
                </a:lnTo>
                <a:lnTo>
                  <a:pt x="4418139" y="1079500"/>
                </a:lnTo>
                <a:close/>
              </a:path>
              <a:path w="4427220" h="1384300">
                <a:moveTo>
                  <a:pt x="1035418" y="1092200"/>
                </a:moveTo>
                <a:lnTo>
                  <a:pt x="981925" y="1092200"/>
                </a:lnTo>
                <a:lnTo>
                  <a:pt x="957275" y="1079500"/>
                </a:lnTo>
                <a:lnTo>
                  <a:pt x="1010094" y="1079500"/>
                </a:lnTo>
                <a:lnTo>
                  <a:pt x="1035418" y="1092200"/>
                </a:lnTo>
                <a:close/>
              </a:path>
              <a:path w="4427220" h="1384300">
                <a:moveTo>
                  <a:pt x="4412208" y="1092200"/>
                </a:moveTo>
                <a:lnTo>
                  <a:pt x="4397806" y="1092200"/>
                </a:lnTo>
                <a:lnTo>
                  <a:pt x="4401146" y="1079500"/>
                </a:lnTo>
                <a:lnTo>
                  <a:pt x="4415358" y="1079500"/>
                </a:lnTo>
                <a:lnTo>
                  <a:pt x="4412208" y="1092200"/>
                </a:lnTo>
                <a:close/>
              </a:path>
              <a:path w="4427220" h="1384300">
                <a:moveTo>
                  <a:pt x="1086980" y="1104900"/>
                </a:moveTo>
                <a:lnTo>
                  <a:pt x="1032382" y="1104900"/>
                </a:lnTo>
                <a:lnTo>
                  <a:pt x="1006970" y="1092200"/>
                </a:lnTo>
                <a:lnTo>
                  <a:pt x="1060945" y="1092200"/>
                </a:lnTo>
                <a:lnTo>
                  <a:pt x="1086980" y="1104900"/>
                </a:lnTo>
                <a:close/>
              </a:path>
              <a:path w="4427220" h="1384300">
                <a:moveTo>
                  <a:pt x="4404855" y="1104900"/>
                </a:moveTo>
                <a:lnTo>
                  <a:pt x="4390466" y="1104900"/>
                </a:lnTo>
                <a:lnTo>
                  <a:pt x="4394479" y="1092200"/>
                </a:lnTo>
                <a:lnTo>
                  <a:pt x="4408703" y="1092200"/>
                </a:lnTo>
                <a:lnTo>
                  <a:pt x="4404855" y="1104900"/>
                </a:lnTo>
                <a:close/>
              </a:path>
              <a:path w="4427220" h="1384300">
                <a:moveTo>
                  <a:pt x="1139875" y="1117600"/>
                </a:moveTo>
                <a:lnTo>
                  <a:pt x="1084287" y="1117600"/>
                </a:lnTo>
                <a:lnTo>
                  <a:pt x="1058164" y="1104900"/>
                </a:lnTo>
                <a:lnTo>
                  <a:pt x="1113180" y="1104900"/>
                </a:lnTo>
                <a:lnTo>
                  <a:pt x="1139875" y="1117600"/>
                </a:lnTo>
                <a:close/>
              </a:path>
              <a:path w="4427220" h="1384300">
                <a:moveTo>
                  <a:pt x="4396117" y="1117600"/>
                </a:moveTo>
                <a:lnTo>
                  <a:pt x="4376991" y="1117600"/>
                </a:lnTo>
                <a:lnTo>
                  <a:pt x="4381995" y="1104900"/>
                </a:lnTo>
                <a:lnTo>
                  <a:pt x="4400651" y="1104900"/>
                </a:lnTo>
                <a:lnTo>
                  <a:pt x="4396117" y="1117600"/>
                </a:lnTo>
                <a:close/>
              </a:path>
              <a:path w="4427220" h="1384300">
                <a:moveTo>
                  <a:pt x="1221663" y="1130300"/>
                </a:moveTo>
                <a:lnTo>
                  <a:pt x="1137513" y="1130300"/>
                </a:lnTo>
                <a:lnTo>
                  <a:pt x="1110742" y="1117600"/>
                </a:lnTo>
                <a:lnTo>
                  <a:pt x="1193901" y="1117600"/>
                </a:lnTo>
                <a:lnTo>
                  <a:pt x="1221663" y="1130300"/>
                </a:lnTo>
                <a:close/>
              </a:path>
              <a:path w="4427220" h="1384300">
                <a:moveTo>
                  <a:pt x="4380560" y="1130300"/>
                </a:moveTo>
                <a:lnTo>
                  <a:pt x="4366399" y="1130300"/>
                </a:lnTo>
                <a:lnTo>
                  <a:pt x="4372038" y="1117600"/>
                </a:lnTo>
                <a:lnTo>
                  <a:pt x="4386072" y="1117600"/>
                </a:lnTo>
                <a:lnTo>
                  <a:pt x="4380560" y="1130300"/>
                </a:lnTo>
                <a:close/>
              </a:path>
              <a:path w="4427220" h="1384300">
                <a:moveTo>
                  <a:pt x="1303527" y="1143000"/>
                </a:moveTo>
                <a:lnTo>
                  <a:pt x="1219796" y="1143000"/>
                </a:lnTo>
                <a:lnTo>
                  <a:pt x="1191945" y="1130300"/>
                </a:lnTo>
                <a:lnTo>
                  <a:pt x="1276362" y="1130300"/>
                </a:lnTo>
                <a:lnTo>
                  <a:pt x="1303527" y="1143000"/>
                </a:lnTo>
                <a:close/>
              </a:path>
              <a:path w="4427220" h="1384300">
                <a:moveTo>
                  <a:pt x="4368622" y="1143000"/>
                </a:moveTo>
                <a:lnTo>
                  <a:pt x="4348162" y="1143000"/>
                </a:lnTo>
                <a:lnTo>
                  <a:pt x="4354728" y="1130300"/>
                </a:lnTo>
                <a:lnTo>
                  <a:pt x="4374743" y="1130300"/>
                </a:lnTo>
                <a:lnTo>
                  <a:pt x="4368622" y="1143000"/>
                </a:lnTo>
                <a:close/>
              </a:path>
              <a:path w="4427220" h="1384300">
                <a:moveTo>
                  <a:pt x="1620710" y="1155700"/>
                </a:moveTo>
                <a:lnTo>
                  <a:pt x="1302181" y="1155700"/>
                </a:lnTo>
                <a:lnTo>
                  <a:pt x="1274927" y="1143000"/>
                </a:lnTo>
                <a:lnTo>
                  <a:pt x="1608010" y="1143000"/>
                </a:lnTo>
                <a:lnTo>
                  <a:pt x="1620710" y="1155700"/>
                </a:lnTo>
                <a:close/>
              </a:path>
              <a:path w="4427220" h="1384300">
                <a:moveTo>
                  <a:pt x="4348441" y="1155700"/>
                </a:moveTo>
                <a:lnTo>
                  <a:pt x="4327207" y="1155700"/>
                </a:lnTo>
                <a:lnTo>
                  <a:pt x="4334649" y="1143000"/>
                </a:lnTo>
                <a:lnTo>
                  <a:pt x="4355465" y="1143000"/>
                </a:lnTo>
                <a:lnTo>
                  <a:pt x="4348441" y="1155700"/>
                </a:lnTo>
                <a:close/>
              </a:path>
              <a:path w="4427220" h="1384300">
                <a:moveTo>
                  <a:pt x="1643570" y="1168400"/>
                </a:moveTo>
                <a:lnTo>
                  <a:pt x="1612874" y="1168400"/>
                </a:lnTo>
                <a:lnTo>
                  <a:pt x="1602028" y="1155700"/>
                </a:lnTo>
                <a:lnTo>
                  <a:pt x="1631746" y="1155700"/>
                </a:lnTo>
                <a:lnTo>
                  <a:pt x="1643570" y="1168400"/>
                </a:lnTo>
                <a:close/>
              </a:path>
              <a:path w="4427220" h="1384300">
                <a:moveTo>
                  <a:pt x="4333544" y="1168400"/>
                </a:moveTo>
                <a:lnTo>
                  <a:pt x="4303649" y="1168400"/>
                </a:lnTo>
                <a:lnTo>
                  <a:pt x="4311929" y="1155700"/>
                </a:lnTo>
                <a:lnTo>
                  <a:pt x="4341139" y="1155700"/>
                </a:lnTo>
                <a:lnTo>
                  <a:pt x="4333544" y="1168400"/>
                </a:lnTo>
                <a:close/>
              </a:path>
              <a:path w="4427220" h="1384300">
                <a:moveTo>
                  <a:pt x="1681619" y="1193800"/>
                </a:moveTo>
                <a:lnTo>
                  <a:pt x="1648701" y="1193800"/>
                </a:lnTo>
                <a:lnTo>
                  <a:pt x="1636255" y="1181100"/>
                </a:lnTo>
                <a:lnTo>
                  <a:pt x="1624317" y="1168400"/>
                </a:lnTo>
                <a:lnTo>
                  <a:pt x="1643443" y="1168400"/>
                </a:lnTo>
                <a:lnTo>
                  <a:pt x="1655762" y="1181100"/>
                </a:lnTo>
                <a:lnTo>
                  <a:pt x="1668335" y="1181100"/>
                </a:lnTo>
                <a:lnTo>
                  <a:pt x="1681619" y="1193800"/>
                </a:lnTo>
                <a:close/>
              </a:path>
              <a:path w="4427220" h="1384300">
                <a:moveTo>
                  <a:pt x="4309109" y="1181100"/>
                </a:moveTo>
                <a:lnTo>
                  <a:pt x="4277601" y="1181100"/>
                </a:lnTo>
                <a:lnTo>
                  <a:pt x="4286681" y="1168400"/>
                </a:lnTo>
                <a:lnTo>
                  <a:pt x="4317530" y="1168400"/>
                </a:lnTo>
                <a:lnTo>
                  <a:pt x="4309109" y="1181100"/>
                </a:lnTo>
                <a:close/>
              </a:path>
              <a:path w="4427220" h="1384300">
                <a:moveTo>
                  <a:pt x="4272826" y="1193800"/>
                </a:moveTo>
                <a:lnTo>
                  <a:pt x="4239209" y="1193800"/>
                </a:lnTo>
                <a:lnTo>
                  <a:pt x="4249293" y="1181100"/>
                </a:lnTo>
                <a:lnTo>
                  <a:pt x="4282274" y="1181100"/>
                </a:lnTo>
                <a:lnTo>
                  <a:pt x="4272826" y="1193800"/>
                </a:lnTo>
                <a:close/>
              </a:path>
              <a:path w="4427220" h="1384300">
                <a:moveTo>
                  <a:pt x="1723948" y="1219200"/>
                </a:moveTo>
                <a:lnTo>
                  <a:pt x="1688909" y="1219200"/>
                </a:lnTo>
                <a:lnTo>
                  <a:pt x="1675028" y="1206500"/>
                </a:lnTo>
                <a:lnTo>
                  <a:pt x="1661629" y="1193800"/>
                </a:lnTo>
                <a:lnTo>
                  <a:pt x="1681505" y="1193800"/>
                </a:lnTo>
                <a:lnTo>
                  <a:pt x="1695272" y="1206500"/>
                </a:lnTo>
                <a:lnTo>
                  <a:pt x="1709280" y="1206500"/>
                </a:lnTo>
                <a:lnTo>
                  <a:pt x="1723948" y="1219200"/>
                </a:lnTo>
                <a:close/>
              </a:path>
              <a:path w="4427220" h="1384300">
                <a:moveTo>
                  <a:pt x="4242968" y="1206500"/>
                </a:moveTo>
                <a:lnTo>
                  <a:pt x="4185754" y="1206500"/>
                </a:lnTo>
                <a:lnTo>
                  <a:pt x="4197007" y="1193800"/>
                </a:lnTo>
                <a:lnTo>
                  <a:pt x="4253166" y="1193800"/>
                </a:lnTo>
                <a:lnTo>
                  <a:pt x="4242968" y="1206500"/>
                </a:lnTo>
                <a:close/>
              </a:path>
              <a:path w="4427220" h="1384300">
                <a:moveTo>
                  <a:pt x="4188523" y="1219200"/>
                </a:moveTo>
                <a:lnTo>
                  <a:pt x="4114355" y="1219200"/>
                </a:lnTo>
                <a:lnTo>
                  <a:pt x="4126852" y="1206500"/>
                </a:lnTo>
                <a:lnTo>
                  <a:pt x="4199851" y="1206500"/>
                </a:lnTo>
                <a:lnTo>
                  <a:pt x="4188523" y="1219200"/>
                </a:lnTo>
                <a:close/>
              </a:path>
              <a:path w="4427220" h="1384300">
                <a:moveTo>
                  <a:pt x="1754416" y="1231900"/>
                </a:moveTo>
                <a:lnTo>
                  <a:pt x="1718017" y="1231900"/>
                </a:lnTo>
                <a:lnTo>
                  <a:pt x="1703235" y="1219200"/>
                </a:lnTo>
                <a:lnTo>
                  <a:pt x="1738871" y="1219200"/>
                </a:lnTo>
                <a:lnTo>
                  <a:pt x="1754416" y="1231900"/>
                </a:lnTo>
                <a:close/>
              </a:path>
              <a:path w="4427220" h="1384300">
                <a:moveTo>
                  <a:pt x="3783088" y="1231900"/>
                </a:moveTo>
                <a:lnTo>
                  <a:pt x="3776243" y="1231900"/>
                </a:lnTo>
                <a:lnTo>
                  <a:pt x="3778669" y="1219200"/>
                </a:lnTo>
                <a:lnTo>
                  <a:pt x="3789908" y="1219200"/>
                </a:lnTo>
                <a:lnTo>
                  <a:pt x="3783088" y="1231900"/>
                </a:lnTo>
                <a:close/>
              </a:path>
              <a:path w="4427220" h="1384300">
                <a:moveTo>
                  <a:pt x="3788625" y="1231900"/>
                </a:moveTo>
                <a:lnTo>
                  <a:pt x="3783088" y="1231900"/>
                </a:lnTo>
                <a:lnTo>
                  <a:pt x="3789908" y="1219200"/>
                </a:lnTo>
                <a:lnTo>
                  <a:pt x="3788625" y="1231900"/>
                </a:lnTo>
                <a:close/>
              </a:path>
              <a:path w="4427220" h="1384300">
                <a:moveTo>
                  <a:pt x="4116095" y="1231900"/>
                </a:moveTo>
                <a:lnTo>
                  <a:pt x="3788625" y="1231900"/>
                </a:lnTo>
                <a:lnTo>
                  <a:pt x="3789908" y="1219200"/>
                </a:lnTo>
                <a:lnTo>
                  <a:pt x="4128668" y="1219200"/>
                </a:lnTo>
                <a:lnTo>
                  <a:pt x="4116095" y="1231900"/>
                </a:lnTo>
                <a:close/>
              </a:path>
              <a:path w="4427220" h="1384300">
                <a:moveTo>
                  <a:pt x="1803260" y="1257300"/>
                </a:moveTo>
                <a:lnTo>
                  <a:pt x="1764944" y="1257300"/>
                </a:lnTo>
                <a:lnTo>
                  <a:pt x="1748878" y="1244600"/>
                </a:lnTo>
                <a:lnTo>
                  <a:pt x="1733232" y="1231900"/>
                </a:lnTo>
                <a:lnTo>
                  <a:pt x="1754314" y="1231900"/>
                </a:lnTo>
                <a:lnTo>
                  <a:pt x="1770291" y="1244600"/>
                </a:lnTo>
                <a:lnTo>
                  <a:pt x="1786483" y="1244600"/>
                </a:lnTo>
                <a:lnTo>
                  <a:pt x="1803260" y="1257300"/>
                </a:lnTo>
                <a:close/>
              </a:path>
              <a:path w="4427220" h="1384300">
                <a:moveTo>
                  <a:pt x="3784777" y="1244600"/>
                </a:moveTo>
                <a:lnTo>
                  <a:pt x="3770668" y="1244600"/>
                </a:lnTo>
                <a:lnTo>
                  <a:pt x="3773004" y="1231900"/>
                </a:lnTo>
                <a:lnTo>
                  <a:pt x="3786898" y="1231900"/>
                </a:lnTo>
                <a:lnTo>
                  <a:pt x="3784777" y="1244600"/>
                </a:lnTo>
                <a:close/>
              </a:path>
              <a:path w="4427220" h="1384300">
                <a:moveTo>
                  <a:pt x="3779418" y="1257300"/>
                </a:moveTo>
                <a:lnTo>
                  <a:pt x="3765245" y="1257300"/>
                </a:lnTo>
                <a:lnTo>
                  <a:pt x="3768293" y="1244600"/>
                </a:lnTo>
                <a:lnTo>
                  <a:pt x="3782288" y="1244600"/>
                </a:lnTo>
                <a:lnTo>
                  <a:pt x="3779418" y="1257300"/>
                </a:lnTo>
                <a:close/>
              </a:path>
              <a:path w="4427220" h="1384300">
                <a:moveTo>
                  <a:pt x="1837804" y="1270000"/>
                </a:moveTo>
                <a:lnTo>
                  <a:pt x="1798294" y="1270000"/>
                </a:lnTo>
                <a:lnTo>
                  <a:pt x="1781428" y="1257300"/>
                </a:lnTo>
                <a:lnTo>
                  <a:pt x="1820252" y="1257300"/>
                </a:lnTo>
                <a:lnTo>
                  <a:pt x="1837804" y="1270000"/>
                </a:lnTo>
                <a:close/>
              </a:path>
              <a:path w="4427220" h="1384300">
                <a:moveTo>
                  <a:pt x="3772598" y="1270000"/>
                </a:moveTo>
                <a:lnTo>
                  <a:pt x="3754602" y="1270000"/>
                </a:lnTo>
                <a:lnTo>
                  <a:pt x="3758679" y="1257300"/>
                </a:lnTo>
                <a:lnTo>
                  <a:pt x="3776179" y="1257300"/>
                </a:lnTo>
                <a:lnTo>
                  <a:pt x="3772598" y="1270000"/>
                </a:lnTo>
                <a:close/>
              </a:path>
              <a:path w="4427220" h="1384300">
                <a:moveTo>
                  <a:pt x="1873846" y="1282700"/>
                </a:moveTo>
                <a:lnTo>
                  <a:pt x="1833206" y="1282700"/>
                </a:lnTo>
                <a:lnTo>
                  <a:pt x="1815553" y="1270000"/>
                </a:lnTo>
                <a:lnTo>
                  <a:pt x="1855558" y="1270000"/>
                </a:lnTo>
                <a:lnTo>
                  <a:pt x="1873846" y="1282700"/>
                </a:lnTo>
                <a:close/>
              </a:path>
              <a:path w="4427220" h="1384300">
                <a:moveTo>
                  <a:pt x="2885770" y="1282700"/>
                </a:moveTo>
                <a:lnTo>
                  <a:pt x="2835668" y="1282700"/>
                </a:lnTo>
                <a:lnTo>
                  <a:pt x="2840875" y="1270000"/>
                </a:lnTo>
                <a:lnTo>
                  <a:pt x="2868803" y="1270000"/>
                </a:lnTo>
                <a:lnTo>
                  <a:pt x="2885770" y="1282700"/>
                </a:lnTo>
                <a:close/>
              </a:path>
              <a:path w="4427220" h="1384300">
                <a:moveTo>
                  <a:pt x="3759758" y="1282700"/>
                </a:moveTo>
                <a:lnTo>
                  <a:pt x="3745852" y="1282700"/>
                </a:lnTo>
                <a:lnTo>
                  <a:pt x="3750589" y="1270000"/>
                </a:lnTo>
                <a:lnTo>
                  <a:pt x="3764368" y="1270000"/>
                </a:lnTo>
                <a:lnTo>
                  <a:pt x="3759758" y="1282700"/>
                </a:lnTo>
                <a:close/>
              </a:path>
              <a:path w="4427220" h="1384300">
                <a:moveTo>
                  <a:pt x="1911286" y="1295400"/>
                </a:moveTo>
                <a:lnTo>
                  <a:pt x="1869579" y="1295400"/>
                </a:lnTo>
                <a:lnTo>
                  <a:pt x="1851215" y="1282700"/>
                </a:lnTo>
                <a:lnTo>
                  <a:pt x="1892312" y="1282700"/>
                </a:lnTo>
                <a:lnTo>
                  <a:pt x="1911286" y="1295400"/>
                </a:lnTo>
                <a:close/>
              </a:path>
              <a:path w="4427220" h="1384300">
                <a:moveTo>
                  <a:pt x="2838183" y="1295400"/>
                </a:moveTo>
                <a:lnTo>
                  <a:pt x="2819019" y="1295400"/>
                </a:lnTo>
                <a:lnTo>
                  <a:pt x="2824962" y="1282700"/>
                </a:lnTo>
                <a:lnTo>
                  <a:pt x="2843796" y="1282700"/>
                </a:lnTo>
                <a:lnTo>
                  <a:pt x="2838183" y="1295400"/>
                </a:lnTo>
                <a:close/>
              </a:path>
              <a:path w="4427220" h="1384300">
                <a:moveTo>
                  <a:pt x="2920682" y="1295400"/>
                </a:moveTo>
                <a:lnTo>
                  <a:pt x="2881223" y="1295400"/>
                </a:lnTo>
                <a:lnTo>
                  <a:pt x="2864154" y="1282700"/>
                </a:lnTo>
                <a:lnTo>
                  <a:pt x="2902940" y="1282700"/>
                </a:lnTo>
                <a:lnTo>
                  <a:pt x="2920682" y="1295400"/>
                </a:lnTo>
                <a:close/>
              </a:path>
              <a:path w="4427220" h="1384300">
                <a:moveTo>
                  <a:pt x="3749548" y="1295400"/>
                </a:moveTo>
                <a:lnTo>
                  <a:pt x="3730294" y="1295400"/>
                </a:lnTo>
                <a:lnTo>
                  <a:pt x="3735997" y="1282700"/>
                </a:lnTo>
                <a:lnTo>
                  <a:pt x="3754818" y="1282700"/>
                </a:lnTo>
                <a:lnTo>
                  <a:pt x="3749548" y="1295400"/>
                </a:lnTo>
                <a:close/>
              </a:path>
              <a:path w="4427220" h="1384300">
                <a:moveTo>
                  <a:pt x="1950059" y="1308100"/>
                </a:moveTo>
                <a:lnTo>
                  <a:pt x="1907362" y="1308100"/>
                </a:lnTo>
                <a:lnTo>
                  <a:pt x="1888299" y="1295400"/>
                </a:lnTo>
                <a:lnTo>
                  <a:pt x="1930438" y="1295400"/>
                </a:lnTo>
                <a:lnTo>
                  <a:pt x="1950059" y="1308100"/>
                </a:lnTo>
                <a:close/>
              </a:path>
              <a:path w="4427220" h="1384300">
                <a:moveTo>
                  <a:pt x="2819895" y="1308100"/>
                </a:moveTo>
                <a:lnTo>
                  <a:pt x="2793466" y="1308100"/>
                </a:lnTo>
                <a:lnTo>
                  <a:pt x="2800337" y="1295400"/>
                </a:lnTo>
                <a:lnTo>
                  <a:pt x="2826219" y="1295400"/>
                </a:lnTo>
                <a:lnTo>
                  <a:pt x="2819895" y="1308100"/>
                </a:lnTo>
                <a:close/>
              </a:path>
              <a:path w="4427220" h="1384300">
                <a:moveTo>
                  <a:pt x="2957093" y="1308100"/>
                </a:moveTo>
                <a:lnTo>
                  <a:pt x="2916516" y="1308100"/>
                </a:lnTo>
                <a:lnTo>
                  <a:pt x="2898673" y="1295400"/>
                </a:lnTo>
                <a:lnTo>
                  <a:pt x="2938614" y="1295400"/>
                </a:lnTo>
                <a:lnTo>
                  <a:pt x="2957093" y="1308100"/>
                </a:lnTo>
                <a:close/>
              </a:path>
              <a:path w="4427220" h="1384300">
                <a:moveTo>
                  <a:pt x="3731895" y="1308100"/>
                </a:moveTo>
                <a:lnTo>
                  <a:pt x="3711930" y="1308100"/>
                </a:lnTo>
                <a:lnTo>
                  <a:pt x="3718534" y="1295400"/>
                </a:lnTo>
                <a:lnTo>
                  <a:pt x="3738079" y="1295400"/>
                </a:lnTo>
                <a:lnTo>
                  <a:pt x="3731895" y="1308100"/>
                </a:lnTo>
                <a:close/>
              </a:path>
              <a:path w="4427220" h="1384300">
                <a:moveTo>
                  <a:pt x="1990077" y="1320800"/>
                </a:moveTo>
                <a:lnTo>
                  <a:pt x="1946465" y="1320800"/>
                </a:lnTo>
                <a:lnTo>
                  <a:pt x="1926755" y="1308100"/>
                </a:lnTo>
                <a:lnTo>
                  <a:pt x="1969846" y="1308100"/>
                </a:lnTo>
                <a:lnTo>
                  <a:pt x="1990077" y="1320800"/>
                </a:lnTo>
                <a:close/>
              </a:path>
              <a:path w="4427220" h="1384300">
                <a:moveTo>
                  <a:pt x="2799537" y="1320800"/>
                </a:moveTo>
                <a:lnTo>
                  <a:pt x="2771889" y="1320800"/>
                </a:lnTo>
                <a:lnTo>
                  <a:pt x="2779420" y="1308100"/>
                </a:lnTo>
                <a:lnTo>
                  <a:pt x="2806547" y="1308100"/>
                </a:lnTo>
                <a:lnTo>
                  <a:pt x="2799537" y="1320800"/>
                </a:lnTo>
                <a:close/>
              </a:path>
              <a:path w="4427220" h="1384300">
                <a:moveTo>
                  <a:pt x="2994914" y="1320800"/>
                </a:moveTo>
                <a:lnTo>
                  <a:pt x="2953296" y="1320800"/>
                </a:lnTo>
                <a:lnTo>
                  <a:pt x="2934728" y="1308100"/>
                </a:lnTo>
                <a:lnTo>
                  <a:pt x="2975736" y="1308100"/>
                </a:lnTo>
                <a:lnTo>
                  <a:pt x="2994914" y="1320800"/>
                </a:lnTo>
                <a:close/>
              </a:path>
              <a:path w="4427220" h="1384300">
                <a:moveTo>
                  <a:pt x="3711549" y="1320800"/>
                </a:moveTo>
                <a:lnTo>
                  <a:pt x="3683266" y="1320800"/>
                </a:lnTo>
                <a:lnTo>
                  <a:pt x="3691013" y="1308100"/>
                </a:lnTo>
                <a:lnTo>
                  <a:pt x="3718623" y="1308100"/>
                </a:lnTo>
                <a:lnTo>
                  <a:pt x="3711549" y="1320800"/>
                </a:lnTo>
                <a:close/>
              </a:path>
              <a:path w="4427220" h="1384300">
                <a:moveTo>
                  <a:pt x="2031263" y="1333500"/>
                </a:moveTo>
                <a:lnTo>
                  <a:pt x="1986800" y="1333500"/>
                </a:lnTo>
                <a:lnTo>
                  <a:pt x="1966480" y="1320800"/>
                </a:lnTo>
                <a:lnTo>
                  <a:pt x="2010460" y="1320800"/>
                </a:lnTo>
                <a:lnTo>
                  <a:pt x="2031263" y="1333500"/>
                </a:lnTo>
                <a:close/>
              </a:path>
              <a:path w="4427220" h="1384300">
                <a:moveTo>
                  <a:pt x="2769336" y="1333500"/>
                </a:moveTo>
                <a:lnTo>
                  <a:pt x="2740075" y="1333500"/>
                </a:lnTo>
                <a:lnTo>
                  <a:pt x="2748457" y="1320800"/>
                </a:lnTo>
                <a:lnTo>
                  <a:pt x="2777210" y="1320800"/>
                </a:lnTo>
                <a:lnTo>
                  <a:pt x="2769336" y="1333500"/>
                </a:lnTo>
                <a:close/>
              </a:path>
              <a:path w="4427220" h="1384300">
                <a:moveTo>
                  <a:pt x="3054045" y="1333500"/>
                </a:moveTo>
                <a:lnTo>
                  <a:pt x="2991472" y="1333500"/>
                </a:lnTo>
                <a:lnTo>
                  <a:pt x="2972219" y="1320800"/>
                </a:lnTo>
                <a:lnTo>
                  <a:pt x="3033941" y="1320800"/>
                </a:lnTo>
                <a:lnTo>
                  <a:pt x="3054045" y="1333500"/>
                </a:lnTo>
                <a:close/>
              </a:path>
              <a:path w="4427220" h="1384300">
                <a:moveTo>
                  <a:pt x="3688664" y="1333500"/>
                </a:moveTo>
                <a:lnTo>
                  <a:pt x="3658806" y="1333500"/>
                </a:lnTo>
                <a:lnTo>
                  <a:pt x="3667366" y="1320800"/>
                </a:lnTo>
                <a:lnTo>
                  <a:pt x="3696576" y="1320800"/>
                </a:lnTo>
                <a:lnTo>
                  <a:pt x="3688664" y="1333500"/>
                </a:lnTo>
                <a:close/>
              </a:path>
              <a:path w="4427220" h="1384300">
                <a:moveTo>
                  <a:pt x="2095055" y="1346200"/>
                </a:moveTo>
                <a:lnTo>
                  <a:pt x="2028304" y="1346200"/>
                </a:lnTo>
                <a:lnTo>
                  <a:pt x="2007412" y="1333500"/>
                </a:lnTo>
                <a:lnTo>
                  <a:pt x="2073452" y="1333500"/>
                </a:lnTo>
                <a:lnTo>
                  <a:pt x="2095055" y="1346200"/>
                </a:lnTo>
                <a:close/>
              </a:path>
              <a:path w="4427220" h="1384300">
                <a:moveTo>
                  <a:pt x="2744457" y="1346200"/>
                </a:moveTo>
                <a:lnTo>
                  <a:pt x="2686202" y="1346200"/>
                </a:lnTo>
                <a:lnTo>
                  <a:pt x="2705112" y="1333500"/>
                </a:lnTo>
                <a:lnTo>
                  <a:pt x="2752979" y="1333500"/>
                </a:lnTo>
                <a:lnTo>
                  <a:pt x="2744457" y="1346200"/>
                </a:lnTo>
                <a:close/>
              </a:path>
              <a:path w="4427220" h="1384300">
                <a:moveTo>
                  <a:pt x="3115767" y="1346200"/>
                </a:moveTo>
                <a:lnTo>
                  <a:pt x="3051136" y="1346200"/>
                </a:lnTo>
                <a:lnTo>
                  <a:pt x="3030943" y="1333500"/>
                </a:lnTo>
                <a:lnTo>
                  <a:pt x="3094837" y="1333500"/>
                </a:lnTo>
                <a:lnTo>
                  <a:pt x="3115767" y="1346200"/>
                </a:lnTo>
                <a:close/>
              </a:path>
              <a:path w="4427220" h="1384300">
                <a:moveTo>
                  <a:pt x="3663365" y="1346200"/>
                </a:moveTo>
                <a:lnTo>
                  <a:pt x="3622497" y="1346200"/>
                </a:lnTo>
                <a:lnTo>
                  <a:pt x="3632073" y="1333500"/>
                </a:lnTo>
                <a:lnTo>
                  <a:pt x="3672052" y="1333500"/>
                </a:lnTo>
                <a:lnTo>
                  <a:pt x="3663365" y="1346200"/>
                </a:lnTo>
                <a:close/>
              </a:path>
              <a:path w="4427220" h="1384300">
                <a:moveTo>
                  <a:pt x="2161006" y="1358900"/>
                </a:moveTo>
                <a:lnTo>
                  <a:pt x="2092553" y="1358900"/>
                </a:lnTo>
                <a:lnTo>
                  <a:pt x="2070887" y="1346200"/>
                </a:lnTo>
                <a:lnTo>
                  <a:pt x="2138718" y="1346200"/>
                </a:lnTo>
                <a:lnTo>
                  <a:pt x="2161006" y="1358900"/>
                </a:lnTo>
                <a:close/>
              </a:path>
              <a:path w="4427220" h="1384300">
                <a:moveTo>
                  <a:pt x="2689504" y="1358900"/>
                </a:moveTo>
                <a:lnTo>
                  <a:pt x="2646565" y="1358900"/>
                </a:lnTo>
                <a:lnTo>
                  <a:pt x="2666911" y="1346200"/>
                </a:lnTo>
                <a:lnTo>
                  <a:pt x="2708579" y="1346200"/>
                </a:lnTo>
                <a:lnTo>
                  <a:pt x="2689504" y="1358900"/>
                </a:lnTo>
                <a:close/>
              </a:path>
              <a:path w="4427220" h="1384300">
                <a:moveTo>
                  <a:pt x="3173298" y="1358900"/>
                </a:moveTo>
                <a:lnTo>
                  <a:pt x="3113392" y="1358900"/>
                </a:lnTo>
                <a:lnTo>
                  <a:pt x="3092373" y="1346200"/>
                </a:lnTo>
                <a:lnTo>
                  <a:pt x="3158121" y="1346200"/>
                </a:lnTo>
                <a:lnTo>
                  <a:pt x="3173298" y="1358900"/>
                </a:lnTo>
                <a:close/>
              </a:path>
              <a:path w="4427220" h="1384300">
                <a:moveTo>
                  <a:pt x="3616147" y="1358900"/>
                </a:moveTo>
                <a:lnTo>
                  <a:pt x="3560800" y="1358900"/>
                </a:lnTo>
                <a:lnTo>
                  <a:pt x="3571748" y="1346200"/>
                </a:lnTo>
                <a:lnTo>
                  <a:pt x="3626065" y="1346200"/>
                </a:lnTo>
                <a:lnTo>
                  <a:pt x="3616147" y="1358900"/>
                </a:lnTo>
                <a:close/>
              </a:path>
              <a:path w="4427220" h="1384300">
                <a:moveTo>
                  <a:pt x="2275319" y="1371600"/>
                </a:moveTo>
                <a:lnTo>
                  <a:pt x="2158987" y="1371600"/>
                </a:lnTo>
                <a:lnTo>
                  <a:pt x="2136609" y="1358900"/>
                </a:lnTo>
                <a:lnTo>
                  <a:pt x="2247036" y="1358900"/>
                </a:lnTo>
                <a:lnTo>
                  <a:pt x="2275319" y="1371600"/>
                </a:lnTo>
                <a:close/>
              </a:path>
              <a:path w="4427220" h="1384300">
                <a:moveTo>
                  <a:pt x="2649181" y="1371600"/>
                </a:moveTo>
                <a:lnTo>
                  <a:pt x="2559177" y="1371600"/>
                </a:lnTo>
                <a:lnTo>
                  <a:pt x="2582113" y="1358900"/>
                </a:lnTo>
                <a:lnTo>
                  <a:pt x="2669692" y="1358900"/>
                </a:lnTo>
                <a:lnTo>
                  <a:pt x="2649181" y="1371600"/>
                </a:lnTo>
                <a:close/>
              </a:path>
              <a:path w="4427220" h="1384300">
                <a:moveTo>
                  <a:pt x="3291255" y="1371600"/>
                </a:moveTo>
                <a:lnTo>
                  <a:pt x="3171405" y="1371600"/>
                </a:lnTo>
                <a:lnTo>
                  <a:pt x="3156165" y="1358900"/>
                </a:lnTo>
                <a:lnTo>
                  <a:pt x="3276790" y="1358900"/>
                </a:lnTo>
                <a:lnTo>
                  <a:pt x="3291255" y="1371600"/>
                </a:lnTo>
                <a:close/>
              </a:path>
              <a:path w="4427220" h="1384300">
                <a:moveTo>
                  <a:pt x="3563137" y="1371600"/>
                </a:moveTo>
                <a:lnTo>
                  <a:pt x="3466731" y="1371600"/>
                </a:lnTo>
                <a:lnTo>
                  <a:pt x="3479228" y="1358900"/>
                </a:lnTo>
                <a:lnTo>
                  <a:pt x="3574173" y="1358900"/>
                </a:lnTo>
                <a:lnTo>
                  <a:pt x="3563137" y="1371600"/>
                </a:lnTo>
                <a:close/>
              </a:path>
              <a:path w="4427220" h="1384300">
                <a:moveTo>
                  <a:pt x="2560612" y="1384300"/>
                </a:moveTo>
                <a:lnTo>
                  <a:pt x="2274100" y="1384300"/>
                </a:lnTo>
                <a:lnTo>
                  <a:pt x="2245715" y="1371600"/>
                </a:lnTo>
                <a:lnTo>
                  <a:pt x="2583688" y="1371600"/>
                </a:lnTo>
                <a:lnTo>
                  <a:pt x="2560612" y="1384300"/>
                </a:lnTo>
                <a:close/>
              </a:path>
              <a:path w="4427220" h="1384300">
                <a:moveTo>
                  <a:pt x="3467709" y="1384300"/>
                </a:moveTo>
                <a:lnTo>
                  <a:pt x="3290366" y="1384300"/>
                </a:lnTo>
                <a:lnTo>
                  <a:pt x="3275825" y="1371600"/>
                </a:lnTo>
                <a:lnTo>
                  <a:pt x="3480282" y="1371600"/>
                </a:lnTo>
                <a:lnTo>
                  <a:pt x="3467709" y="13843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7883880" y="1135799"/>
            <a:ext cx="4097870" cy="1293888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 txBox="1"/>
          <p:nvPr/>
        </p:nvSpPr>
        <p:spPr>
          <a:xfrm rot="540000">
            <a:off x="8532112" y="1246339"/>
            <a:ext cx="2466710" cy="40386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3180"/>
              </a:lnSpc>
            </a:pPr>
            <a:r>
              <a:rPr dirty="0" baseline="1763" sz="4725" spc="15" b="1">
                <a:solidFill>
                  <a:srgbClr val="FF0000"/>
                </a:solidFill>
                <a:latin typeface="黑体"/>
                <a:cs typeface="黑体"/>
              </a:rPr>
              <a:t>以</a:t>
            </a:r>
            <a:r>
              <a:rPr dirty="0" sz="3150" spc="10" b="1">
                <a:solidFill>
                  <a:srgbClr val="FF0000"/>
                </a:solidFill>
                <a:latin typeface="黑体"/>
                <a:cs typeface="黑体"/>
              </a:rPr>
              <a:t>及感应</a:t>
            </a:r>
            <a:r>
              <a:rPr dirty="0" sz="3150" spc="10" b="1">
                <a:solidFill>
                  <a:srgbClr val="FF0000"/>
                </a:solidFill>
                <a:latin typeface="黑体"/>
                <a:cs typeface="黑体"/>
              </a:rPr>
              <a:t>电</a:t>
            </a:r>
            <a:r>
              <a:rPr dirty="0" sz="3150" spc="20" b="1">
                <a:solidFill>
                  <a:srgbClr val="FF0000"/>
                </a:solidFill>
                <a:latin typeface="黑体"/>
                <a:cs typeface="黑体"/>
              </a:rPr>
              <a:t>流</a:t>
            </a:r>
            <a:endParaRPr sz="3150">
              <a:latin typeface="黑体"/>
              <a:cs typeface="黑体"/>
            </a:endParaRPr>
          </a:p>
        </p:txBody>
      </p:sp>
      <p:sp>
        <p:nvSpPr>
          <p:cNvPr id="33" name="object 33"/>
          <p:cNvSpPr txBox="1"/>
          <p:nvPr/>
        </p:nvSpPr>
        <p:spPr>
          <a:xfrm rot="540000">
            <a:off x="8455823" y="1728012"/>
            <a:ext cx="2466710" cy="40386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3180"/>
              </a:lnSpc>
            </a:pPr>
            <a:r>
              <a:rPr dirty="0" baseline="1763" sz="4725" spc="15" b="1">
                <a:solidFill>
                  <a:srgbClr val="FF0000"/>
                </a:solidFill>
                <a:latin typeface="黑体"/>
                <a:cs typeface="黑体"/>
              </a:rPr>
              <a:t>方</a:t>
            </a:r>
            <a:r>
              <a:rPr dirty="0" sz="3150" spc="10" b="1">
                <a:solidFill>
                  <a:srgbClr val="FF0000"/>
                </a:solidFill>
                <a:latin typeface="黑体"/>
                <a:cs typeface="黑体"/>
              </a:rPr>
              <a:t>向如何</a:t>
            </a:r>
            <a:r>
              <a:rPr dirty="0" sz="3150" spc="10" b="1">
                <a:solidFill>
                  <a:srgbClr val="FF0000"/>
                </a:solidFill>
                <a:latin typeface="黑体"/>
                <a:cs typeface="黑体"/>
              </a:rPr>
              <a:t>？</a:t>
            </a:r>
            <a:r>
              <a:rPr dirty="0" sz="3150" spc="20" b="1">
                <a:solidFill>
                  <a:srgbClr val="FF0000"/>
                </a:solidFill>
                <a:latin typeface="黑体"/>
                <a:cs typeface="黑体"/>
              </a:rPr>
              <a:t>？</a:t>
            </a:r>
            <a:endParaRPr sz="3150">
              <a:latin typeface="黑体"/>
              <a:cs typeface="黑体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1840" y="0"/>
            <a:ext cx="2058670" cy="63436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>
                <a:solidFill>
                  <a:srgbClr val="F1F1F1"/>
                </a:solidFill>
                <a:latin typeface="华文楷体"/>
                <a:cs typeface="华文楷体"/>
              </a:rPr>
              <a:t>高中物</a:t>
            </a:r>
            <a:r>
              <a:rPr dirty="0" sz="4000" spc="-10">
                <a:solidFill>
                  <a:srgbClr val="F1F1F1"/>
                </a:solidFill>
                <a:latin typeface="华文楷体"/>
                <a:cs typeface="华文楷体"/>
              </a:rPr>
              <a:t>理</a:t>
            </a:r>
            <a:endParaRPr sz="4000">
              <a:latin typeface="华文楷体"/>
              <a:cs typeface="华文楷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96595" y="597408"/>
            <a:ext cx="11800332" cy="308457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2048255" y="3299459"/>
            <a:ext cx="1295400" cy="381000"/>
          </a:xfrm>
          <a:custGeom>
            <a:avLst/>
            <a:gdLst/>
            <a:ahLst/>
            <a:cxnLst/>
            <a:rect l="l" t="t" r="r" b="b"/>
            <a:pathLst>
              <a:path w="1295400" h="381000">
                <a:moveTo>
                  <a:pt x="952500" y="381000"/>
                </a:moveTo>
                <a:lnTo>
                  <a:pt x="952500" y="286512"/>
                </a:lnTo>
                <a:lnTo>
                  <a:pt x="0" y="286512"/>
                </a:lnTo>
                <a:lnTo>
                  <a:pt x="0" y="96012"/>
                </a:lnTo>
                <a:lnTo>
                  <a:pt x="952500" y="96012"/>
                </a:lnTo>
                <a:lnTo>
                  <a:pt x="952500" y="0"/>
                </a:lnTo>
                <a:lnTo>
                  <a:pt x="1295399" y="190500"/>
                </a:lnTo>
                <a:lnTo>
                  <a:pt x="952500" y="381000"/>
                </a:lnTo>
                <a:close/>
              </a:path>
            </a:pathLst>
          </a:custGeom>
          <a:solidFill>
            <a:srgbClr val="FF0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2044166" y="3291789"/>
            <a:ext cx="1310005" cy="397510"/>
          </a:xfrm>
          <a:custGeom>
            <a:avLst/>
            <a:gdLst/>
            <a:ahLst/>
            <a:cxnLst/>
            <a:rect l="l" t="t" r="r" b="b"/>
            <a:pathLst>
              <a:path w="1310004" h="397510">
                <a:moveTo>
                  <a:pt x="952487" y="103339"/>
                </a:moveTo>
                <a:lnTo>
                  <a:pt x="952487" y="0"/>
                </a:lnTo>
                <a:lnTo>
                  <a:pt x="967049" y="8089"/>
                </a:lnTo>
                <a:lnTo>
                  <a:pt x="962012" y="8089"/>
                </a:lnTo>
                <a:lnTo>
                  <a:pt x="954938" y="12255"/>
                </a:lnTo>
                <a:lnTo>
                  <a:pt x="962012" y="16185"/>
                </a:lnTo>
                <a:lnTo>
                  <a:pt x="962012" y="98577"/>
                </a:lnTo>
                <a:lnTo>
                  <a:pt x="957249" y="98577"/>
                </a:lnTo>
                <a:lnTo>
                  <a:pt x="952487" y="103339"/>
                </a:lnTo>
                <a:close/>
              </a:path>
              <a:path w="1310004" h="397510">
                <a:moveTo>
                  <a:pt x="962012" y="16185"/>
                </a:moveTo>
                <a:lnTo>
                  <a:pt x="954938" y="12255"/>
                </a:lnTo>
                <a:lnTo>
                  <a:pt x="962012" y="8089"/>
                </a:lnTo>
                <a:lnTo>
                  <a:pt x="962012" y="16185"/>
                </a:lnTo>
                <a:close/>
              </a:path>
              <a:path w="1310004" h="397510">
                <a:moveTo>
                  <a:pt x="1290364" y="198596"/>
                </a:moveTo>
                <a:lnTo>
                  <a:pt x="962012" y="16185"/>
                </a:lnTo>
                <a:lnTo>
                  <a:pt x="962012" y="8089"/>
                </a:lnTo>
                <a:lnTo>
                  <a:pt x="967049" y="8089"/>
                </a:lnTo>
                <a:lnTo>
                  <a:pt x="1302491" y="194436"/>
                </a:lnTo>
                <a:lnTo>
                  <a:pt x="1297851" y="194436"/>
                </a:lnTo>
                <a:lnTo>
                  <a:pt x="1290364" y="198596"/>
                </a:lnTo>
                <a:close/>
              </a:path>
              <a:path w="1310004" h="397510">
                <a:moveTo>
                  <a:pt x="952487" y="298602"/>
                </a:moveTo>
                <a:lnTo>
                  <a:pt x="0" y="298602"/>
                </a:lnTo>
                <a:lnTo>
                  <a:pt x="0" y="98577"/>
                </a:lnTo>
                <a:lnTo>
                  <a:pt x="952487" y="98577"/>
                </a:lnTo>
                <a:lnTo>
                  <a:pt x="952487" y="103339"/>
                </a:lnTo>
                <a:lnTo>
                  <a:pt x="9525" y="103339"/>
                </a:lnTo>
                <a:lnTo>
                  <a:pt x="4762" y="108102"/>
                </a:lnTo>
                <a:lnTo>
                  <a:pt x="9525" y="108102"/>
                </a:lnTo>
                <a:lnTo>
                  <a:pt x="9525" y="289077"/>
                </a:lnTo>
                <a:lnTo>
                  <a:pt x="4762" y="289077"/>
                </a:lnTo>
                <a:lnTo>
                  <a:pt x="9525" y="293839"/>
                </a:lnTo>
                <a:lnTo>
                  <a:pt x="952487" y="293839"/>
                </a:lnTo>
                <a:lnTo>
                  <a:pt x="952487" y="298602"/>
                </a:lnTo>
                <a:close/>
              </a:path>
              <a:path w="1310004" h="397510">
                <a:moveTo>
                  <a:pt x="962012" y="108102"/>
                </a:moveTo>
                <a:lnTo>
                  <a:pt x="9525" y="108102"/>
                </a:lnTo>
                <a:lnTo>
                  <a:pt x="9525" y="103339"/>
                </a:lnTo>
                <a:lnTo>
                  <a:pt x="952487" y="103339"/>
                </a:lnTo>
                <a:lnTo>
                  <a:pt x="957249" y="98577"/>
                </a:lnTo>
                <a:lnTo>
                  <a:pt x="962012" y="98577"/>
                </a:lnTo>
                <a:lnTo>
                  <a:pt x="962012" y="108102"/>
                </a:lnTo>
                <a:close/>
              </a:path>
              <a:path w="1310004" h="397510">
                <a:moveTo>
                  <a:pt x="9525" y="108102"/>
                </a:moveTo>
                <a:lnTo>
                  <a:pt x="4762" y="108102"/>
                </a:lnTo>
                <a:lnTo>
                  <a:pt x="9525" y="103339"/>
                </a:lnTo>
                <a:lnTo>
                  <a:pt x="9525" y="108102"/>
                </a:lnTo>
                <a:close/>
              </a:path>
              <a:path w="1310004" h="397510">
                <a:moveTo>
                  <a:pt x="1297851" y="202755"/>
                </a:moveTo>
                <a:lnTo>
                  <a:pt x="1290364" y="198596"/>
                </a:lnTo>
                <a:lnTo>
                  <a:pt x="1297851" y="194436"/>
                </a:lnTo>
                <a:lnTo>
                  <a:pt x="1297851" y="202755"/>
                </a:lnTo>
                <a:close/>
              </a:path>
              <a:path w="1310004" h="397510">
                <a:moveTo>
                  <a:pt x="1302468" y="202755"/>
                </a:moveTo>
                <a:lnTo>
                  <a:pt x="1297851" y="202755"/>
                </a:lnTo>
                <a:lnTo>
                  <a:pt x="1297851" y="194436"/>
                </a:lnTo>
                <a:lnTo>
                  <a:pt x="1302491" y="194436"/>
                </a:lnTo>
                <a:lnTo>
                  <a:pt x="1309966" y="198589"/>
                </a:lnTo>
                <a:lnTo>
                  <a:pt x="1302468" y="202755"/>
                </a:lnTo>
                <a:close/>
              </a:path>
              <a:path w="1310004" h="397510">
                <a:moveTo>
                  <a:pt x="967071" y="389089"/>
                </a:moveTo>
                <a:lnTo>
                  <a:pt x="962012" y="389089"/>
                </a:lnTo>
                <a:lnTo>
                  <a:pt x="962012" y="381007"/>
                </a:lnTo>
                <a:lnTo>
                  <a:pt x="1290364" y="198596"/>
                </a:lnTo>
                <a:lnTo>
                  <a:pt x="1297851" y="202755"/>
                </a:lnTo>
                <a:lnTo>
                  <a:pt x="1302468" y="202755"/>
                </a:lnTo>
                <a:lnTo>
                  <a:pt x="967071" y="389089"/>
                </a:lnTo>
                <a:close/>
              </a:path>
              <a:path w="1310004" h="397510">
                <a:moveTo>
                  <a:pt x="9525" y="293839"/>
                </a:moveTo>
                <a:lnTo>
                  <a:pt x="4762" y="289077"/>
                </a:lnTo>
                <a:lnTo>
                  <a:pt x="9525" y="289077"/>
                </a:lnTo>
                <a:lnTo>
                  <a:pt x="9525" y="293839"/>
                </a:lnTo>
                <a:close/>
              </a:path>
              <a:path w="1310004" h="397510">
                <a:moveTo>
                  <a:pt x="962012" y="298602"/>
                </a:moveTo>
                <a:lnTo>
                  <a:pt x="957249" y="298602"/>
                </a:lnTo>
                <a:lnTo>
                  <a:pt x="952487" y="293839"/>
                </a:lnTo>
                <a:lnTo>
                  <a:pt x="9525" y="293839"/>
                </a:lnTo>
                <a:lnTo>
                  <a:pt x="9525" y="289077"/>
                </a:lnTo>
                <a:lnTo>
                  <a:pt x="962012" y="289077"/>
                </a:lnTo>
                <a:lnTo>
                  <a:pt x="962012" y="298602"/>
                </a:lnTo>
                <a:close/>
              </a:path>
              <a:path w="1310004" h="397510">
                <a:moveTo>
                  <a:pt x="952487" y="397192"/>
                </a:moveTo>
                <a:lnTo>
                  <a:pt x="952487" y="293839"/>
                </a:lnTo>
                <a:lnTo>
                  <a:pt x="957249" y="298602"/>
                </a:lnTo>
                <a:lnTo>
                  <a:pt x="962012" y="298602"/>
                </a:lnTo>
                <a:lnTo>
                  <a:pt x="962012" y="381007"/>
                </a:lnTo>
                <a:lnTo>
                  <a:pt x="954938" y="384936"/>
                </a:lnTo>
                <a:lnTo>
                  <a:pt x="962012" y="389089"/>
                </a:lnTo>
                <a:lnTo>
                  <a:pt x="967071" y="389089"/>
                </a:lnTo>
                <a:lnTo>
                  <a:pt x="952487" y="397192"/>
                </a:lnTo>
                <a:close/>
              </a:path>
              <a:path w="1310004" h="397510">
                <a:moveTo>
                  <a:pt x="962012" y="389089"/>
                </a:moveTo>
                <a:lnTo>
                  <a:pt x="954938" y="384936"/>
                </a:lnTo>
                <a:lnTo>
                  <a:pt x="962012" y="381007"/>
                </a:lnTo>
                <a:lnTo>
                  <a:pt x="962012" y="38908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692287" y="6291300"/>
            <a:ext cx="950379" cy="35387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2615171" y="6311239"/>
            <a:ext cx="913307" cy="29701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3476917" y="6290995"/>
            <a:ext cx="644982" cy="35506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13792" y="3955160"/>
            <a:ext cx="2731008" cy="1814322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113792" y="5945720"/>
            <a:ext cx="2731135" cy="128905"/>
          </a:xfrm>
          <a:custGeom>
            <a:avLst/>
            <a:gdLst/>
            <a:ahLst/>
            <a:cxnLst/>
            <a:rect l="l" t="t" r="r" b="b"/>
            <a:pathLst>
              <a:path w="2731135" h="128904">
                <a:moveTo>
                  <a:pt x="2674288" y="64223"/>
                </a:moveTo>
                <a:lnTo>
                  <a:pt x="2609722" y="26555"/>
                </a:lnTo>
                <a:lnTo>
                  <a:pt x="2602636" y="14147"/>
                </a:lnTo>
                <a:lnTo>
                  <a:pt x="2602966" y="11188"/>
                </a:lnTo>
                <a:lnTo>
                  <a:pt x="2615501" y="0"/>
                </a:lnTo>
                <a:lnTo>
                  <a:pt x="2618485" y="12"/>
                </a:lnTo>
                <a:lnTo>
                  <a:pt x="2621407" y="647"/>
                </a:lnTo>
                <a:lnTo>
                  <a:pt x="2624124" y="1879"/>
                </a:lnTo>
                <a:lnTo>
                  <a:pt x="2706513" y="49936"/>
                </a:lnTo>
                <a:lnTo>
                  <a:pt x="2702648" y="49936"/>
                </a:lnTo>
                <a:lnTo>
                  <a:pt x="2702648" y="51879"/>
                </a:lnTo>
                <a:lnTo>
                  <a:pt x="2695447" y="51879"/>
                </a:lnTo>
                <a:lnTo>
                  <a:pt x="2674288" y="64223"/>
                </a:lnTo>
                <a:close/>
              </a:path>
              <a:path w="2731135" h="128904">
                <a:moveTo>
                  <a:pt x="2649799" y="78511"/>
                </a:moveTo>
                <a:lnTo>
                  <a:pt x="0" y="78511"/>
                </a:lnTo>
                <a:lnTo>
                  <a:pt x="0" y="49936"/>
                </a:lnTo>
                <a:lnTo>
                  <a:pt x="2649799" y="49936"/>
                </a:lnTo>
                <a:lnTo>
                  <a:pt x="2674288" y="64223"/>
                </a:lnTo>
                <a:lnTo>
                  <a:pt x="2649799" y="78511"/>
                </a:lnTo>
                <a:close/>
              </a:path>
              <a:path w="2731135" h="128904">
                <a:moveTo>
                  <a:pt x="2706513" y="78511"/>
                </a:moveTo>
                <a:lnTo>
                  <a:pt x="2702648" y="78511"/>
                </a:lnTo>
                <a:lnTo>
                  <a:pt x="2702648" y="49936"/>
                </a:lnTo>
                <a:lnTo>
                  <a:pt x="2706513" y="49936"/>
                </a:lnTo>
                <a:lnTo>
                  <a:pt x="2731008" y="64223"/>
                </a:lnTo>
                <a:lnTo>
                  <a:pt x="2706513" y="78511"/>
                </a:lnTo>
                <a:close/>
              </a:path>
              <a:path w="2731135" h="128904">
                <a:moveTo>
                  <a:pt x="2695447" y="76568"/>
                </a:moveTo>
                <a:lnTo>
                  <a:pt x="2674288" y="64223"/>
                </a:lnTo>
                <a:lnTo>
                  <a:pt x="2695447" y="51879"/>
                </a:lnTo>
                <a:lnTo>
                  <a:pt x="2695447" y="76568"/>
                </a:lnTo>
                <a:close/>
              </a:path>
              <a:path w="2731135" h="128904">
                <a:moveTo>
                  <a:pt x="2702648" y="76568"/>
                </a:moveTo>
                <a:lnTo>
                  <a:pt x="2695447" y="76568"/>
                </a:lnTo>
                <a:lnTo>
                  <a:pt x="2695447" y="51879"/>
                </a:lnTo>
                <a:lnTo>
                  <a:pt x="2702648" y="51879"/>
                </a:lnTo>
                <a:lnTo>
                  <a:pt x="2702648" y="76568"/>
                </a:lnTo>
                <a:close/>
              </a:path>
              <a:path w="2731135" h="128904">
                <a:moveTo>
                  <a:pt x="2615501" y="128447"/>
                </a:moveTo>
                <a:lnTo>
                  <a:pt x="2602636" y="114287"/>
                </a:lnTo>
                <a:lnTo>
                  <a:pt x="2602941" y="111315"/>
                </a:lnTo>
                <a:lnTo>
                  <a:pt x="2674288" y="64223"/>
                </a:lnTo>
                <a:lnTo>
                  <a:pt x="2695447" y="76568"/>
                </a:lnTo>
                <a:lnTo>
                  <a:pt x="2702648" y="76568"/>
                </a:lnTo>
                <a:lnTo>
                  <a:pt x="2702648" y="78511"/>
                </a:lnTo>
                <a:lnTo>
                  <a:pt x="2706513" y="78511"/>
                </a:lnTo>
                <a:lnTo>
                  <a:pt x="2624124" y="126568"/>
                </a:lnTo>
                <a:lnTo>
                  <a:pt x="2621407" y="127800"/>
                </a:lnTo>
                <a:lnTo>
                  <a:pt x="2618485" y="128435"/>
                </a:lnTo>
                <a:lnTo>
                  <a:pt x="2615501" y="12844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989075" y="3622459"/>
            <a:ext cx="6350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>
                <a:latin typeface="Arial"/>
                <a:cs typeface="Arial"/>
              </a:rPr>
              <a:t>A</a:t>
            </a:r>
            <a:r>
              <a:rPr dirty="0" sz="2400">
                <a:latin typeface="Arial"/>
                <a:cs typeface="Arial"/>
              </a:rPr>
              <a:t>(</a:t>
            </a:r>
            <a:r>
              <a:rPr dirty="0" sz="2400" spc="-5">
                <a:latin typeface="Arial"/>
                <a:cs typeface="Arial"/>
              </a:rPr>
              <a:t>B</a:t>
            </a:r>
            <a:r>
              <a:rPr dirty="0" sz="2400">
                <a:latin typeface="Arial"/>
                <a:cs typeface="Arial"/>
              </a:rPr>
              <a:t>)</a:t>
            </a:r>
            <a:endParaRPr sz="24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989075" y="6027724"/>
            <a:ext cx="66929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Arial"/>
                <a:cs typeface="Arial"/>
              </a:rPr>
              <a:t>D(C)</a:t>
            </a:r>
            <a:endParaRPr sz="24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8739" y="4027004"/>
            <a:ext cx="206375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i="1">
                <a:solidFill>
                  <a:srgbClr val="0000FF"/>
                </a:solidFill>
                <a:latin typeface="Times New Roman"/>
                <a:cs typeface="Times New Roman"/>
              </a:rPr>
              <a:t>v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240788" y="5354040"/>
            <a:ext cx="206375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i="1">
                <a:solidFill>
                  <a:srgbClr val="0000FF"/>
                </a:solidFill>
                <a:latin typeface="Times New Roman"/>
                <a:cs typeface="Times New Roman"/>
              </a:rPr>
              <a:t>v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3306229" y="3909682"/>
            <a:ext cx="2438400" cy="128905"/>
          </a:xfrm>
          <a:custGeom>
            <a:avLst/>
            <a:gdLst/>
            <a:ahLst/>
            <a:cxnLst/>
            <a:rect l="l" t="t" r="r" b="b"/>
            <a:pathLst>
              <a:path w="2438400" h="128904">
                <a:moveTo>
                  <a:pt x="2381699" y="64230"/>
                </a:moveTo>
                <a:lnTo>
                  <a:pt x="2317127" y="26568"/>
                </a:lnTo>
                <a:lnTo>
                  <a:pt x="2310041" y="14160"/>
                </a:lnTo>
                <a:lnTo>
                  <a:pt x="2310358" y="11188"/>
                </a:lnTo>
                <a:lnTo>
                  <a:pt x="2322893" y="0"/>
                </a:lnTo>
                <a:lnTo>
                  <a:pt x="2325878" y="12"/>
                </a:lnTo>
                <a:lnTo>
                  <a:pt x="2328798" y="647"/>
                </a:lnTo>
                <a:lnTo>
                  <a:pt x="2331516" y="1879"/>
                </a:lnTo>
                <a:lnTo>
                  <a:pt x="2413905" y="49936"/>
                </a:lnTo>
                <a:lnTo>
                  <a:pt x="2410053" y="49936"/>
                </a:lnTo>
                <a:lnTo>
                  <a:pt x="2410053" y="51892"/>
                </a:lnTo>
                <a:lnTo>
                  <a:pt x="2402852" y="51892"/>
                </a:lnTo>
                <a:lnTo>
                  <a:pt x="2381699" y="64230"/>
                </a:lnTo>
                <a:close/>
              </a:path>
              <a:path w="2438400" h="128904">
                <a:moveTo>
                  <a:pt x="2357213" y="78511"/>
                </a:moveTo>
                <a:lnTo>
                  <a:pt x="0" y="78511"/>
                </a:lnTo>
                <a:lnTo>
                  <a:pt x="0" y="49936"/>
                </a:lnTo>
                <a:lnTo>
                  <a:pt x="2357192" y="49936"/>
                </a:lnTo>
                <a:lnTo>
                  <a:pt x="2381699" y="64230"/>
                </a:lnTo>
                <a:lnTo>
                  <a:pt x="2357213" y="78511"/>
                </a:lnTo>
                <a:close/>
              </a:path>
              <a:path w="2438400" h="128904">
                <a:moveTo>
                  <a:pt x="2413910" y="78511"/>
                </a:moveTo>
                <a:lnTo>
                  <a:pt x="2410053" y="78511"/>
                </a:lnTo>
                <a:lnTo>
                  <a:pt x="2410053" y="49936"/>
                </a:lnTo>
                <a:lnTo>
                  <a:pt x="2413905" y="49936"/>
                </a:lnTo>
                <a:lnTo>
                  <a:pt x="2438400" y="64223"/>
                </a:lnTo>
                <a:lnTo>
                  <a:pt x="2413910" y="78511"/>
                </a:lnTo>
                <a:close/>
              </a:path>
              <a:path w="2438400" h="128904">
                <a:moveTo>
                  <a:pt x="2402852" y="76568"/>
                </a:moveTo>
                <a:lnTo>
                  <a:pt x="2381699" y="64230"/>
                </a:lnTo>
                <a:lnTo>
                  <a:pt x="2402852" y="51892"/>
                </a:lnTo>
                <a:lnTo>
                  <a:pt x="2402852" y="76568"/>
                </a:lnTo>
                <a:close/>
              </a:path>
              <a:path w="2438400" h="128904">
                <a:moveTo>
                  <a:pt x="2410053" y="76568"/>
                </a:moveTo>
                <a:lnTo>
                  <a:pt x="2402852" y="76568"/>
                </a:lnTo>
                <a:lnTo>
                  <a:pt x="2402852" y="51892"/>
                </a:lnTo>
                <a:lnTo>
                  <a:pt x="2410053" y="51892"/>
                </a:lnTo>
                <a:lnTo>
                  <a:pt x="2410053" y="76568"/>
                </a:lnTo>
                <a:close/>
              </a:path>
              <a:path w="2438400" h="128904">
                <a:moveTo>
                  <a:pt x="2322893" y="128447"/>
                </a:moveTo>
                <a:lnTo>
                  <a:pt x="2310041" y="114300"/>
                </a:lnTo>
                <a:lnTo>
                  <a:pt x="2310333" y="111328"/>
                </a:lnTo>
                <a:lnTo>
                  <a:pt x="2381699" y="64230"/>
                </a:lnTo>
                <a:lnTo>
                  <a:pt x="2402852" y="76568"/>
                </a:lnTo>
                <a:lnTo>
                  <a:pt x="2410053" y="76568"/>
                </a:lnTo>
                <a:lnTo>
                  <a:pt x="2410053" y="78511"/>
                </a:lnTo>
                <a:lnTo>
                  <a:pt x="2413910" y="78511"/>
                </a:lnTo>
                <a:lnTo>
                  <a:pt x="2331516" y="126580"/>
                </a:lnTo>
                <a:lnTo>
                  <a:pt x="2328798" y="127800"/>
                </a:lnTo>
                <a:lnTo>
                  <a:pt x="2325878" y="128435"/>
                </a:lnTo>
                <a:lnTo>
                  <a:pt x="2322893" y="12844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3306229" y="4376242"/>
            <a:ext cx="2438400" cy="1229931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3306229" y="5972898"/>
            <a:ext cx="2438400" cy="128905"/>
          </a:xfrm>
          <a:custGeom>
            <a:avLst/>
            <a:gdLst/>
            <a:ahLst/>
            <a:cxnLst/>
            <a:rect l="l" t="t" r="r" b="b"/>
            <a:pathLst>
              <a:path w="2438400" h="128904">
                <a:moveTo>
                  <a:pt x="2381693" y="64223"/>
                </a:moveTo>
                <a:lnTo>
                  <a:pt x="2317127" y="26555"/>
                </a:lnTo>
                <a:lnTo>
                  <a:pt x="2310041" y="14147"/>
                </a:lnTo>
                <a:lnTo>
                  <a:pt x="2310358" y="11188"/>
                </a:lnTo>
                <a:lnTo>
                  <a:pt x="2322893" y="0"/>
                </a:lnTo>
                <a:lnTo>
                  <a:pt x="2325878" y="12"/>
                </a:lnTo>
                <a:lnTo>
                  <a:pt x="2328798" y="647"/>
                </a:lnTo>
                <a:lnTo>
                  <a:pt x="2331516" y="1879"/>
                </a:lnTo>
                <a:lnTo>
                  <a:pt x="2413905" y="49936"/>
                </a:lnTo>
                <a:lnTo>
                  <a:pt x="2410053" y="49936"/>
                </a:lnTo>
                <a:lnTo>
                  <a:pt x="2410053" y="51879"/>
                </a:lnTo>
                <a:lnTo>
                  <a:pt x="2402852" y="51879"/>
                </a:lnTo>
                <a:lnTo>
                  <a:pt x="2381693" y="64223"/>
                </a:lnTo>
                <a:close/>
              </a:path>
              <a:path w="2438400" h="128904">
                <a:moveTo>
                  <a:pt x="2357203" y="78511"/>
                </a:moveTo>
                <a:lnTo>
                  <a:pt x="0" y="78511"/>
                </a:lnTo>
                <a:lnTo>
                  <a:pt x="0" y="49936"/>
                </a:lnTo>
                <a:lnTo>
                  <a:pt x="2357203" y="49936"/>
                </a:lnTo>
                <a:lnTo>
                  <a:pt x="2381693" y="64223"/>
                </a:lnTo>
                <a:lnTo>
                  <a:pt x="2357203" y="78511"/>
                </a:lnTo>
                <a:close/>
              </a:path>
              <a:path w="2438400" h="128904">
                <a:moveTo>
                  <a:pt x="2413905" y="78511"/>
                </a:moveTo>
                <a:lnTo>
                  <a:pt x="2410053" y="78511"/>
                </a:lnTo>
                <a:lnTo>
                  <a:pt x="2410053" y="49936"/>
                </a:lnTo>
                <a:lnTo>
                  <a:pt x="2413905" y="49936"/>
                </a:lnTo>
                <a:lnTo>
                  <a:pt x="2438400" y="64223"/>
                </a:lnTo>
                <a:lnTo>
                  <a:pt x="2413905" y="78511"/>
                </a:lnTo>
                <a:close/>
              </a:path>
              <a:path w="2438400" h="128904">
                <a:moveTo>
                  <a:pt x="2402852" y="76568"/>
                </a:moveTo>
                <a:lnTo>
                  <a:pt x="2381693" y="64223"/>
                </a:lnTo>
                <a:lnTo>
                  <a:pt x="2402852" y="51879"/>
                </a:lnTo>
                <a:lnTo>
                  <a:pt x="2402852" y="76568"/>
                </a:lnTo>
                <a:close/>
              </a:path>
              <a:path w="2438400" h="128904">
                <a:moveTo>
                  <a:pt x="2410053" y="76568"/>
                </a:moveTo>
                <a:lnTo>
                  <a:pt x="2402852" y="76568"/>
                </a:lnTo>
                <a:lnTo>
                  <a:pt x="2402852" y="51879"/>
                </a:lnTo>
                <a:lnTo>
                  <a:pt x="2410053" y="51879"/>
                </a:lnTo>
                <a:lnTo>
                  <a:pt x="2410053" y="76568"/>
                </a:lnTo>
                <a:close/>
              </a:path>
              <a:path w="2438400" h="128904">
                <a:moveTo>
                  <a:pt x="2322893" y="128447"/>
                </a:moveTo>
                <a:lnTo>
                  <a:pt x="2310041" y="114287"/>
                </a:lnTo>
                <a:lnTo>
                  <a:pt x="2310333" y="111315"/>
                </a:lnTo>
                <a:lnTo>
                  <a:pt x="2381693" y="64223"/>
                </a:lnTo>
                <a:lnTo>
                  <a:pt x="2402852" y="76568"/>
                </a:lnTo>
                <a:lnTo>
                  <a:pt x="2410053" y="76568"/>
                </a:lnTo>
                <a:lnTo>
                  <a:pt x="2410053" y="78511"/>
                </a:lnTo>
                <a:lnTo>
                  <a:pt x="2413905" y="78511"/>
                </a:lnTo>
                <a:lnTo>
                  <a:pt x="2331516" y="126568"/>
                </a:lnTo>
                <a:lnTo>
                  <a:pt x="2328798" y="127800"/>
                </a:lnTo>
                <a:lnTo>
                  <a:pt x="2325878" y="128435"/>
                </a:lnTo>
                <a:lnTo>
                  <a:pt x="2322893" y="12844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3080169" y="4971872"/>
            <a:ext cx="206375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i="1">
                <a:solidFill>
                  <a:srgbClr val="0000FF"/>
                </a:solidFill>
                <a:latin typeface="Times New Roman"/>
                <a:cs typeface="Times New Roman"/>
              </a:rPr>
              <a:t>v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775369" y="4816970"/>
            <a:ext cx="6350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>
                <a:latin typeface="Arial"/>
                <a:cs typeface="Arial"/>
              </a:rPr>
              <a:t>A</a:t>
            </a:r>
            <a:r>
              <a:rPr dirty="0" sz="2400">
                <a:latin typeface="Arial"/>
                <a:cs typeface="Arial"/>
              </a:rPr>
              <a:t>(</a:t>
            </a:r>
            <a:r>
              <a:rPr dirty="0" sz="2400" spc="-5">
                <a:latin typeface="Arial"/>
                <a:cs typeface="Arial"/>
              </a:rPr>
              <a:t>B</a:t>
            </a:r>
            <a:r>
              <a:rPr dirty="0" sz="2400">
                <a:latin typeface="Arial"/>
                <a:cs typeface="Arial"/>
              </a:rPr>
              <a:t>)</a:t>
            </a:r>
            <a:endParaRPr sz="240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5416968" y="4394174"/>
            <a:ext cx="770890" cy="814069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ts val="3579"/>
              </a:lnSpc>
              <a:spcBef>
                <a:spcPts val="105"/>
              </a:spcBef>
            </a:pPr>
            <a:r>
              <a:rPr dirty="0" sz="3200" i="1">
                <a:solidFill>
                  <a:srgbClr val="0000FF"/>
                </a:solidFill>
                <a:latin typeface="Times New Roman"/>
                <a:cs typeface="Times New Roman"/>
              </a:rPr>
              <a:t>v</a:t>
            </a:r>
            <a:endParaRPr sz="3200">
              <a:latin typeface="Times New Roman"/>
              <a:cs typeface="Times New Roman"/>
            </a:endParaRPr>
          </a:p>
          <a:p>
            <a:pPr marL="114300">
              <a:lnSpc>
                <a:spcPts val="2620"/>
              </a:lnSpc>
            </a:pPr>
            <a:r>
              <a:rPr dirty="0" sz="2400">
                <a:latin typeface="Arial"/>
                <a:cs typeface="Arial"/>
              </a:rPr>
              <a:t>D(C)</a:t>
            </a:r>
            <a:endParaRPr sz="2400">
              <a:latin typeface="Arial"/>
              <a:cs typeface="Arial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6252629" y="3881335"/>
            <a:ext cx="2438399" cy="1905431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6252629" y="5974753"/>
            <a:ext cx="2438400" cy="128905"/>
          </a:xfrm>
          <a:custGeom>
            <a:avLst/>
            <a:gdLst/>
            <a:ahLst/>
            <a:cxnLst/>
            <a:rect l="l" t="t" r="r" b="b"/>
            <a:pathLst>
              <a:path w="2438400" h="128904">
                <a:moveTo>
                  <a:pt x="2381693" y="64223"/>
                </a:moveTo>
                <a:lnTo>
                  <a:pt x="2317127" y="26555"/>
                </a:lnTo>
                <a:lnTo>
                  <a:pt x="2310041" y="14160"/>
                </a:lnTo>
                <a:lnTo>
                  <a:pt x="2310358" y="11188"/>
                </a:lnTo>
                <a:lnTo>
                  <a:pt x="2322893" y="0"/>
                </a:lnTo>
                <a:lnTo>
                  <a:pt x="2325877" y="12"/>
                </a:lnTo>
                <a:lnTo>
                  <a:pt x="2328798" y="647"/>
                </a:lnTo>
                <a:lnTo>
                  <a:pt x="2331516" y="1879"/>
                </a:lnTo>
                <a:lnTo>
                  <a:pt x="2413905" y="49936"/>
                </a:lnTo>
                <a:lnTo>
                  <a:pt x="2410053" y="49936"/>
                </a:lnTo>
                <a:lnTo>
                  <a:pt x="2410053" y="51879"/>
                </a:lnTo>
                <a:lnTo>
                  <a:pt x="2402852" y="51879"/>
                </a:lnTo>
                <a:lnTo>
                  <a:pt x="2381693" y="64223"/>
                </a:lnTo>
                <a:close/>
              </a:path>
              <a:path w="2438400" h="128904">
                <a:moveTo>
                  <a:pt x="2357203" y="78511"/>
                </a:moveTo>
                <a:lnTo>
                  <a:pt x="0" y="78511"/>
                </a:lnTo>
                <a:lnTo>
                  <a:pt x="0" y="49936"/>
                </a:lnTo>
                <a:lnTo>
                  <a:pt x="2357203" y="49936"/>
                </a:lnTo>
                <a:lnTo>
                  <a:pt x="2381693" y="64223"/>
                </a:lnTo>
                <a:lnTo>
                  <a:pt x="2357203" y="78511"/>
                </a:lnTo>
                <a:close/>
              </a:path>
              <a:path w="2438400" h="128904">
                <a:moveTo>
                  <a:pt x="2413905" y="78511"/>
                </a:moveTo>
                <a:lnTo>
                  <a:pt x="2410053" y="78511"/>
                </a:lnTo>
                <a:lnTo>
                  <a:pt x="2410053" y="49936"/>
                </a:lnTo>
                <a:lnTo>
                  <a:pt x="2413905" y="49936"/>
                </a:lnTo>
                <a:lnTo>
                  <a:pt x="2438399" y="64223"/>
                </a:lnTo>
                <a:lnTo>
                  <a:pt x="2413905" y="78511"/>
                </a:lnTo>
                <a:close/>
              </a:path>
              <a:path w="2438400" h="128904">
                <a:moveTo>
                  <a:pt x="2402852" y="76568"/>
                </a:moveTo>
                <a:lnTo>
                  <a:pt x="2381693" y="64223"/>
                </a:lnTo>
                <a:lnTo>
                  <a:pt x="2402852" y="51879"/>
                </a:lnTo>
                <a:lnTo>
                  <a:pt x="2402852" y="76568"/>
                </a:lnTo>
                <a:close/>
              </a:path>
              <a:path w="2438400" h="128904">
                <a:moveTo>
                  <a:pt x="2410053" y="76568"/>
                </a:moveTo>
                <a:lnTo>
                  <a:pt x="2402852" y="76568"/>
                </a:lnTo>
                <a:lnTo>
                  <a:pt x="2402852" y="51879"/>
                </a:lnTo>
                <a:lnTo>
                  <a:pt x="2410053" y="51879"/>
                </a:lnTo>
                <a:lnTo>
                  <a:pt x="2410053" y="76568"/>
                </a:lnTo>
                <a:close/>
              </a:path>
              <a:path w="2438400" h="128904">
                <a:moveTo>
                  <a:pt x="2322893" y="128447"/>
                </a:moveTo>
                <a:lnTo>
                  <a:pt x="2310041" y="114300"/>
                </a:lnTo>
                <a:lnTo>
                  <a:pt x="2310333" y="111328"/>
                </a:lnTo>
                <a:lnTo>
                  <a:pt x="2381693" y="64223"/>
                </a:lnTo>
                <a:lnTo>
                  <a:pt x="2402852" y="76568"/>
                </a:lnTo>
                <a:lnTo>
                  <a:pt x="2410053" y="76568"/>
                </a:lnTo>
                <a:lnTo>
                  <a:pt x="2410053" y="78511"/>
                </a:lnTo>
                <a:lnTo>
                  <a:pt x="2413905" y="78511"/>
                </a:lnTo>
                <a:lnTo>
                  <a:pt x="2331516" y="126568"/>
                </a:lnTo>
                <a:lnTo>
                  <a:pt x="2328798" y="127800"/>
                </a:lnTo>
                <a:lnTo>
                  <a:pt x="2325877" y="128435"/>
                </a:lnTo>
                <a:lnTo>
                  <a:pt x="2322893" y="12844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7042569" y="3527209"/>
            <a:ext cx="66929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Arial"/>
                <a:cs typeface="Arial"/>
              </a:rPr>
              <a:t>D(C)</a:t>
            </a:r>
            <a:endParaRPr sz="24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7042569" y="6056757"/>
            <a:ext cx="6350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>
                <a:latin typeface="Arial"/>
                <a:cs typeface="Arial"/>
              </a:rPr>
              <a:t>A</a:t>
            </a:r>
            <a:r>
              <a:rPr dirty="0" sz="2400">
                <a:latin typeface="Arial"/>
                <a:cs typeface="Arial"/>
              </a:rPr>
              <a:t>(</a:t>
            </a:r>
            <a:r>
              <a:rPr dirty="0" sz="2400" spc="-5">
                <a:latin typeface="Arial"/>
                <a:cs typeface="Arial"/>
              </a:rPr>
              <a:t>B</a:t>
            </a:r>
            <a:r>
              <a:rPr dirty="0" sz="2400">
                <a:latin typeface="Arial"/>
                <a:cs typeface="Arial"/>
              </a:rPr>
              <a:t>)</a:t>
            </a:r>
            <a:endParaRPr sz="24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229768" y="3953180"/>
            <a:ext cx="206375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i="1">
                <a:solidFill>
                  <a:srgbClr val="0000FF"/>
                </a:solidFill>
                <a:latin typeface="Times New Roman"/>
                <a:cs typeface="Times New Roman"/>
              </a:rPr>
              <a:t>v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8160169" y="5348795"/>
            <a:ext cx="206375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i="1">
                <a:solidFill>
                  <a:srgbClr val="0000FF"/>
                </a:solidFill>
                <a:latin typeface="Times New Roman"/>
                <a:cs typeface="Times New Roman"/>
              </a:rPr>
              <a:t>v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9345079" y="3801376"/>
            <a:ext cx="2438400" cy="128905"/>
          </a:xfrm>
          <a:custGeom>
            <a:avLst/>
            <a:gdLst/>
            <a:ahLst/>
            <a:cxnLst/>
            <a:rect l="l" t="t" r="r" b="b"/>
            <a:pathLst>
              <a:path w="2438400" h="128904">
                <a:moveTo>
                  <a:pt x="2381699" y="64217"/>
                </a:moveTo>
                <a:lnTo>
                  <a:pt x="2317127" y="26555"/>
                </a:lnTo>
                <a:lnTo>
                  <a:pt x="2310041" y="14147"/>
                </a:lnTo>
                <a:lnTo>
                  <a:pt x="2310358" y="11175"/>
                </a:lnTo>
                <a:lnTo>
                  <a:pt x="2322893" y="0"/>
                </a:lnTo>
                <a:lnTo>
                  <a:pt x="2325878" y="12"/>
                </a:lnTo>
                <a:lnTo>
                  <a:pt x="2328799" y="647"/>
                </a:lnTo>
                <a:lnTo>
                  <a:pt x="2331516" y="1866"/>
                </a:lnTo>
                <a:lnTo>
                  <a:pt x="2413910" y="49936"/>
                </a:lnTo>
                <a:lnTo>
                  <a:pt x="2410053" y="49936"/>
                </a:lnTo>
                <a:lnTo>
                  <a:pt x="2410053" y="51879"/>
                </a:lnTo>
                <a:lnTo>
                  <a:pt x="2402852" y="51879"/>
                </a:lnTo>
                <a:lnTo>
                  <a:pt x="2381699" y="64217"/>
                </a:lnTo>
                <a:close/>
              </a:path>
              <a:path w="2438400" h="128904">
                <a:moveTo>
                  <a:pt x="2357192" y="78511"/>
                </a:moveTo>
                <a:lnTo>
                  <a:pt x="0" y="78511"/>
                </a:lnTo>
                <a:lnTo>
                  <a:pt x="0" y="49936"/>
                </a:lnTo>
                <a:lnTo>
                  <a:pt x="2357213" y="49936"/>
                </a:lnTo>
                <a:lnTo>
                  <a:pt x="2381699" y="64217"/>
                </a:lnTo>
                <a:lnTo>
                  <a:pt x="2357192" y="78511"/>
                </a:lnTo>
                <a:close/>
              </a:path>
              <a:path w="2438400" h="128904">
                <a:moveTo>
                  <a:pt x="2413905" y="78511"/>
                </a:moveTo>
                <a:lnTo>
                  <a:pt x="2410053" y="78511"/>
                </a:lnTo>
                <a:lnTo>
                  <a:pt x="2410053" y="49936"/>
                </a:lnTo>
                <a:lnTo>
                  <a:pt x="2413910" y="49936"/>
                </a:lnTo>
                <a:lnTo>
                  <a:pt x="2438400" y="64223"/>
                </a:lnTo>
                <a:lnTo>
                  <a:pt x="2413905" y="78511"/>
                </a:lnTo>
                <a:close/>
              </a:path>
              <a:path w="2438400" h="128904">
                <a:moveTo>
                  <a:pt x="2402852" y="76555"/>
                </a:moveTo>
                <a:lnTo>
                  <a:pt x="2381699" y="64217"/>
                </a:lnTo>
                <a:lnTo>
                  <a:pt x="2402852" y="51879"/>
                </a:lnTo>
                <a:lnTo>
                  <a:pt x="2402852" y="76555"/>
                </a:lnTo>
                <a:close/>
              </a:path>
              <a:path w="2438400" h="128904">
                <a:moveTo>
                  <a:pt x="2410053" y="76555"/>
                </a:moveTo>
                <a:lnTo>
                  <a:pt x="2402852" y="76555"/>
                </a:lnTo>
                <a:lnTo>
                  <a:pt x="2402852" y="51879"/>
                </a:lnTo>
                <a:lnTo>
                  <a:pt x="2410053" y="51879"/>
                </a:lnTo>
                <a:lnTo>
                  <a:pt x="2410053" y="76555"/>
                </a:lnTo>
                <a:close/>
              </a:path>
              <a:path w="2438400" h="128904">
                <a:moveTo>
                  <a:pt x="2322893" y="128435"/>
                </a:moveTo>
                <a:lnTo>
                  <a:pt x="2310041" y="114287"/>
                </a:lnTo>
                <a:lnTo>
                  <a:pt x="2310333" y="111315"/>
                </a:lnTo>
                <a:lnTo>
                  <a:pt x="2381709" y="64223"/>
                </a:lnTo>
                <a:lnTo>
                  <a:pt x="2402852" y="76555"/>
                </a:lnTo>
                <a:lnTo>
                  <a:pt x="2410053" y="76555"/>
                </a:lnTo>
                <a:lnTo>
                  <a:pt x="2410053" y="78511"/>
                </a:lnTo>
                <a:lnTo>
                  <a:pt x="2413905" y="78511"/>
                </a:lnTo>
                <a:lnTo>
                  <a:pt x="2331516" y="126568"/>
                </a:lnTo>
                <a:lnTo>
                  <a:pt x="2328799" y="127787"/>
                </a:lnTo>
                <a:lnTo>
                  <a:pt x="2325878" y="128422"/>
                </a:lnTo>
                <a:lnTo>
                  <a:pt x="2322893" y="12843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9345079" y="4286313"/>
            <a:ext cx="2438400" cy="1179144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9345079" y="5821959"/>
            <a:ext cx="2438400" cy="128905"/>
          </a:xfrm>
          <a:custGeom>
            <a:avLst/>
            <a:gdLst/>
            <a:ahLst/>
            <a:cxnLst/>
            <a:rect l="l" t="t" r="r" b="b"/>
            <a:pathLst>
              <a:path w="2438400" h="128904">
                <a:moveTo>
                  <a:pt x="2381699" y="64217"/>
                </a:moveTo>
                <a:lnTo>
                  <a:pt x="2317127" y="26555"/>
                </a:lnTo>
                <a:lnTo>
                  <a:pt x="2310041" y="14147"/>
                </a:lnTo>
                <a:lnTo>
                  <a:pt x="2310358" y="11175"/>
                </a:lnTo>
                <a:lnTo>
                  <a:pt x="2322893" y="0"/>
                </a:lnTo>
                <a:lnTo>
                  <a:pt x="2325878" y="12"/>
                </a:lnTo>
                <a:lnTo>
                  <a:pt x="2328799" y="647"/>
                </a:lnTo>
                <a:lnTo>
                  <a:pt x="2331516" y="1866"/>
                </a:lnTo>
                <a:lnTo>
                  <a:pt x="2413910" y="49936"/>
                </a:lnTo>
                <a:lnTo>
                  <a:pt x="2410053" y="49936"/>
                </a:lnTo>
                <a:lnTo>
                  <a:pt x="2410053" y="51879"/>
                </a:lnTo>
                <a:lnTo>
                  <a:pt x="2402852" y="51879"/>
                </a:lnTo>
                <a:lnTo>
                  <a:pt x="2381699" y="64217"/>
                </a:lnTo>
                <a:close/>
              </a:path>
              <a:path w="2438400" h="128904">
                <a:moveTo>
                  <a:pt x="2357192" y="78511"/>
                </a:moveTo>
                <a:lnTo>
                  <a:pt x="0" y="78511"/>
                </a:lnTo>
                <a:lnTo>
                  <a:pt x="0" y="49936"/>
                </a:lnTo>
                <a:lnTo>
                  <a:pt x="2357213" y="49936"/>
                </a:lnTo>
                <a:lnTo>
                  <a:pt x="2381699" y="64217"/>
                </a:lnTo>
                <a:lnTo>
                  <a:pt x="2357192" y="78511"/>
                </a:lnTo>
                <a:close/>
              </a:path>
              <a:path w="2438400" h="128904">
                <a:moveTo>
                  <a:pt x="2413905" y="78511"/>
                </a:moveTo>
                <a:lnTo>
                  <a:pt x="2410053" y="78511"/>
                </a:lnTo>
                <a:lnTo>
                  <a:pt x="2410053" y="49936"/>
                </a:lnTo>
                <a:lnTo>
                  <a:pt x="2413910" y="49936"/>
                </a:lnTo>
                <a:lnTo>
                  <a:pt x="2438400" y="64223"/>
                </a:lnTo>
                <a:lnTo>
                  <a:pt x="2413905" y="78511"/>
                </a:lnTo>
                <a:close/>
              </a:path>
              <a:path w="2438400" h="128904">
                <a:moveTo>
                  <a:pt x="2402852" y="76555"/>
                </a:moveTo>
                <a:lnTo>
                  <a:pt x="2381699" y="64217"/>
                </a:lnTo>
                <a:lnTo>
                  <a:pt x="2402852" y="51879"/>
                </a:lnTo>
                <a:lnTo>
                  <a:pt x="2402852" y="76555"/>
                </a:lnTo>
                <a:close/>
              </a:path>
              <a:path w="2438400" h="128904">
                <a:moveTo>
                  <a:pt x="2410053" y="76555"/>
                </a:moveTo>
                <a:lnTo>
                  <a:pt x="2402852" y="76555"/>
                </a:lnTo>
                <a:lnTo>
                  <a:pt x="2402852" y="51879"/>
                </a:lnTo>
                <a:lnTo>
                  <a:pt x="2410053" y="51879"/>
                </a:lnTo>
                <a:lnTo>
                  <a:pt x="2410053" y="76555"/>
                </a:lnTo>
                <a:close/>
              </a:path>
              <a:path w="2438400" h="128904">
                <a:moveTo>
                  <a:pt x="2322893" y="128435"/>
                </a:moveTo>
                <a:lnTo>
                  <a:pt x="2310041" y="114287"/>
                </a:lnTo>
                <a:lnTo>
                  <a:pt x="2310333" y="111315"/>
                </a:lnTo>
                <a:lnTo>
                  <a:pt x="2381709" y="64223"/>
                </a:lnTo>
                <a:lnTo>
                  <a:pt x="2402852" y="76555"/>
                </a:lnTo>
                <a:lnTo>
                  <a:pt x="2410053" y="76555"/>
                </a:lnTo>
                <a:lnTo>
                  <a:pt x="2410053" y="78511"/>
                </a:lnTo>
                <a:lnTo>
                  <a:pt x="2413905" y="78511"/>
                </a:lnTo>
                <a:lnTo>
                  <a:pt x="2331516" y="126568"/>
                </a:lnTo>
                <a:lnTo>
                  <a:pt x="2328799" y="127787"/>
                </a:lnTo>
                <a:lnTo>
                  <a:pt x="2325878" y="128422"/>
                </a:lnTo>
                <a:lnTo>
                  <a:pt x="2322893" y="12843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 txBox="1"/>
          <p:nvPr/>
        </p:nvSpPr>
        <p:spPr>
          <a:xfrm>
            <a:off x="8814219" y="4589373"/>
            <a:ext cx="669290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400">
                <a:latin typeface="Arial"/>
                <a:cs typeface="Arial"/>
              </a:rPr>
              <a:t>D</a:t>
            </a:r>
            <a:r>
              <a:rPr dirty="0" sz="2400" spc="-135">
                <a:latin typeface="Arial"/>
                <a:cs typeface="Arial"/>
              </a:rPr>
              <a:t>(</a:t>
            </a:r>
            <a:r>
              <a:rPr dirty="0" baseline="-34722" sz="4800" spc="-1935" i="1">
                <a:solidFill>
                  <a:srgbClr val="0000FF"/>
                </a:solidFill>
                <a:latin typeface="Times New Roman"/>
                <a:cs typeface="Times New Roman"/>
              </a:rPr>
              <a:t>v</a:t>
            </a:r>
            <a:r>
              <a:rPr dirty="0" sz="2400">
                <a:latin typeface="Arial"/>
                <a:cs typeface="Arial"/>
              </a:rPr>
              <a:t>C)</a:t>
            </a:r>
            <a:endParaRPr sz="240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1455819" y="4277334"/>
            <a:ext cx="736600" cy="8058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ts val="3550"/>
              </a:lnSpc>
              <a:spcBef>
                <a:spcPts val="105"/>
              </a:spcBef>
            </a:pPr>
            <a:r>
              <a:rPr dirty="0" sz="3200" i="1">
                <a:solidFill>
                  <a:srgbClr val="0000FF"/>
                </a:solidFill>
                <a:latin typeface="Times New Roman"/>
                <a:cs typeface="Times New Roman"/>
              </a:rPr>
              <a:t>v</a:t>
            </a:r>
            <a:endParaRPr sz="3200">
              <a:latin typeface="Times New Roman"/>
              <a:cs typeface="Times New Roman"/>
            </a:endParaRPr>
          </a:p>
          <a:p>
            <a:pPr marL="114300">
              <a:lnSpc>
                <a:spcPts val="2590"/>
              </a:lnSpc>
            </a:pPr>
            <a:r>
              <a:rPr dirty="0" sz="2400" spc="-5">
                <a:latin typeface="Arial"/>
                <a:cs typeface="Arial"/>
              </a:rPr>
              <a:t>A</a:t>
            </a:r>
            <a:r>
              <a:rPr dirty="0" sz="2400">
                <a:latin typeface="Arial"/>
                <a:cs typeface="Arial"/>
              </a:rPr>
              <a:t>(</a:t>
            </a:r>
            <a:r>
              <a:rPr dirty="0" sz="2400" spc="-5">
                <a:latin typeface="Arial"/>
                <a:cs typeface="Arial"/>
              </a:rPr>
              <a:t>B</a:t>
            </a:r>
            <a:r>
              <a:rPr dirty="0" sz="2400">
                <a:latin typeface="Arial"/>
                <a:cs typeface="Arial"/>
              </a:rPr>
              <a:t>)</a:t>
            </a:r>
            <a:endParaRPr sz="2400">
              <a:latin typeface="Arial"/>
              <a:cs typeface="Arial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5263896" y="3238500"/>
            <a:ext cx="1294130" cy="381000"/>
          </a:xfrm>
          <a:custGeom>
            <a:avLst/>
            <a:gdLst/>
            <a:ahLst/>
            <a:cxnLst/>
            <a:rect l="l" t="t" r="r" b="b"/>
            <a:pathLst>
              <a:path w="1294129" h="381000">
                <a:moveTo>
                  <a:pt x="950976" y="381000"/>
                </a:moveTo>
                <a:lnTo>
                  <a:pt x="950976" y="286512"/>
                </a:lnTo>
                <a:lnTo>
                  <a:pt x="0" y="286512"/>
                </a:lnTo>
                <a:lnTo>
                  <a:pt x="0" y="96012"/>
                </a:lnTo>
                <a:lnTo>
                  <a:pt x="950976" y="96012"/>
                </a:lnTo>
                <a:lnTo>
                  <a:pt x="950976" y="0"/>
                </a:lnTo>
                <a:lnTo>
                  <a:pt x="1293876" y="190500"/>
                </a:lnTo>
                <a:lnTo>
                  <a:pt x="950976" y="381000"/>
                </a:lnTo>
                <a:close/>
              </a:path>
            </a:pathLst>
          </a:custGeom>
          <a:solidFill>
            <a:srgbClr val="FF0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5259387" y="3230397"/>
            <a:ext cx="1308100" cy="397510"/>
          </a:xfrm>
          <a:custGeom>
            <a:avLst/>
            <a:gdLst/>
            <a:ahLst/>
            <a:cxnLst/>
            <a:rect l="l" t="t" r="r" b="b"/>
            <a:pathLst>
              <a:path w="1308100" h="397510">
                <a:moveTo>
                  <a:pt x="950925" y="103352"/>
                </a:moveTo>
                <a:lnTo>
                  <a:pt x="950925" y="0"/>
                </a:lnTo>
                <a:lnTo>
                  <a:pt x="965486" y="8102"/>
                </a:lnTo>
                <a:lnTo>
                  <a:pt x="960450" y="8102"/>
                </a:lnTo>
                <a:lnTo>
                  <a:pt x="953376" y="12268"/>
                </a:lnTo>
                <a:lnTo>
                  <a:pt x="960450" y="16204"/>
                </a:lnTo>
                <a:lnTo>
                  <a:pt x="960450" y="98590"/>
                </a:lnTo>
                <a:lnTo>
                  <a:pt x="955687" y="98590"/>
                </a:lnTo>
                <a:lnTo>
                  <a:pt x="950925" y="103352"/>
                </a:lnTo>
                <a:close/>
              </a:path>
              <a:path w="1308100" h="397510">
                <a:moveTo>
                  <a:pt x="960450" y="16204"/>
                </a:moveTo>
                <a:lnTo>
                  <a:pt x="953376" y="12268"/>
                </a:lnTo>
                <a:lnTo>
                  <a:pt x="960450" y="8102"/>
                </a:lnTo>
                <a:lnTo>
                  <a:pt x="960450" y="16204"/>
                </a:lnTo>
                <a:close/>
              </a:path>
              <a:path w="1308100" h="397510">
                <a:moveTo>
                  <a:pt x="1288244" y="198602"/>
                </a:moveTo>
                <a:lnTo>
                  <a:pt x="960450" y="16204"/>
                </a:lnTo>
                <a:lnTo>
                  <a:pt x="960450" y="8102"/>
                </a:lnTo>
                <a:lnTo>
                  <a:pt x="965486" y="8102"/>
                </a:lnTo>
                <a:lnTo>
                  <a:pt x="1300359" y="194437"/>
                </a:lnTo>
                <a:lnTo>
                  <a:pt x="1295730" y="194437"/>
                </a:lnTo>
                <a:lnTo>
                  <a:pt x="1288244" y="198602"/>
                </a:lnTo>
                <a:close/>
              </a:path>
              <a:path w="1308100" h="397510">
                <a:moveTo>
                  <a:pt x="950925" y="298615"/>
                </a:moveTo>
                <a:lnTo>
                  <a:pt x="0" y="298615"/>
                </a:lnTo>
                <a:lnTo>
                  <a:pt x="0" y="98590"/>
                </a:lnTo>
                <a:lnTo>
                  <a:pt x="950925" y="98590"/>
                </a:lnTo>
                <a:lnTo>
                  <a:pt x="950925" y="103352"/>
                </a:lnTo>
                <a:lnTo>
                  <a:pt x="9525" y="103352"/>
                </a:lnTo>
                <a:lnTo>
                  <a:pt x="4762" y="108115"/>
                </a:lnTo>
                <a:lnTo>
                  <a:pt x="9525" y="108115"/>
                </a:lnTo>
                <a:lnTo>
                  <a:pt x="9525" y="289090"/>
                </a:lnTo>
                <a:lnTo>
                  <a:pt x="4762" y="289090"/>
                </a:lnTo>
                <a:lnTo>
                  <a:pt x="9525" y="293852"/>
                </a:lnTo>
                <a:lnTo>
                  <a:pt x="950925" y="293852"/>
                </a:lnTo>
                <a:lnTo>
                  <a:pt x="950925" y="298615"/>
                </a:lnTo>
                <a:close/>
              </a:path>
              <a:path w="1308100" h="397510">
                <a:moveTo>
                  <a:pt x="960450" y="108115"/>
                </a:moveTo>
                <a:lnTo>
                  <a:pt x="9525" y="108115"/>
                </a:lnTo>
                <a:lnTo>
                  <a:pt x="9525" y="103352"/>
                </a:lnTo>
                <a:lnTo>
                  <a:pt x="950925" y="103352"/>
                </a:lnTo>
                <a:lnTo>
                  <a:pt x="955687" y="98590"/>
                </a:lnTo>
                <a:lnTo>
                  <a:pt x="960450" y="98590"/>
                </a:lnTo>
                <a:lnTo>
                  <a:pt x="960450" y="108115"/>
                </a:lnTo>
                <a:close/>
              </a:path>
              <a:path w="1308100" h="397510">
                <a:moveTo>
                  <a:pt x="9525" y="108115"/>
                </a:moveTo>
                <a:lnTo>
                  <a:pt x="4762" y="108115"/>
                </a:lnTo>
                <a:lnTo>
                  <a:pt x="9525" y="103352"/>
                </a:lnTo>
                <a:lnTo>
                  <a:pt x="9525" y="108115"/>
                </a:lnTo>
                <a:close/>
              </a:path>
              <a:path w="1308100" h="397510">
                <a:moveTo>
                  <a:pt x="1295730" y="202768"/>
                </a:moveTo>
                <a:lnTo>
                  <a:pt x="1288244" y="198602"/>
                </a:lnTo>
                <a:lnTo>
                  <a:pt x="1295730" y="194437"/>
                </a:lnTo>
                <a:lnTo>
                  <a:pt x="1295730" y="202768"/>
                </a:lnTo>
                <a:close/>
              </a:path>
              <a:path w="1308100" h="397510">
                <a:moveTo>
                  <a:pt x="1300359" y="202768"/>
                </a:moveTo>
                <a:lnTo>
                  <a:pt x="1295730" y="202768"/>
                </a:lnTo>
                <a:lnTo>
                  <a:pt x="1295730" y="194437"/>
                </a:lnTo>
                <a:lnTo>
                  <a:pt x="1300359" y="194437"/>
                </a:lnTo>
                <a:lnTo>
                  <a:pt x="1307846" y="198602"/>
                </a:lnTo>
                <a:lnTo>
                  <a:pt x="1300359" y="202768"/>
                </a:lnTo>
                <a:close/>
              </a:path>
              <a:path w="1308100" h="397510">
                <a:moveTo>
                  <a:pt x="965486" y="389102"/>
                </a:moveTo>
                <a:lnTo>
                  <a:pt x="960450" y="389102"/>
                </a:lnTo>
                <a:lnTo>
                  <a:pt x="960450" y="381000"/>
                </a:lnTo>
                <a:lnTo>
                  <a:pt x="1288244" y="198602"/>
                </a:lnTo>
                <a:lnTo>
                  <a:pt x="1295730" y="202768"/>
                </a:lnTo>
                <a:lnTo>
                  <a:pt x="1300359" y="202768"/>
                </a:lnTo>
                <a:lnTo>
                  <a:pt x="965486" y="389102"/>
                </a:lnTo>
                <a:close/>
              </a:path>
              <a:path w="1308100" h="397510">
                <a:moveTo>
                  <a:pt x="9525" y="293852"/>
                </a:moveTo>
                <a:lnTo>
                  <a:pt x="4762" y="289090"/>
                </a:lnTo>
                <a:lnTo>
                  <a:pt x="9525" y="289090"/>
                </a:lnTo>
                <a:lnTo>
                  <a:pt x="9525" y="293852"/>
                </a:lnTo>
                <a:close/>
              </a:path>
              <a:path w="1308100" h="397510">
                <a:moveTo>
                  <a:pt x="960450" y="298615"/>
                </a:moveTo>
                <a:lnTo>
                  <a:pt x="955687" y="298615"/>
                </a:lnTo>
                <a:lnTo>
                  <a:pt x="950925" y="293852"/>
                </a:lnTo>
                <a:lnTo>
                  <a:pt x="9525" y="293852"/>
                </a:lnTo>
                <a:lnTo>
                  <a:pt x="9525" y="289090"/>
                </a:lnTo>
                <a:lnTo>
                  <a:pt x="960450" y="289090"/>
                </a:lnTo>
                <a:lnTo>
                  <a:pt x="960450" y="298615"/>
                </a:lnTo>
                <a:close/>
              </a:path>
              <a:path w="1308100" h="397510">
                <a:moveTo>
                  <a:pt x="950925" y="397205"/>
                </a:moveTo>
                <a:lnTo>
                  <a:pt x="950925" y="293852"/>
                </a:lnTo>
                <a:lnTo>
                  <a:pt x="955687" y="298615"/>
                </a:lnTo>
                <a:lnTo>
                  <a:pt x="960450" y="298615"/>
                </a:lnTo>
                <a:lnTo>
                  <a:pt x="960450" y="381000"/>
                </a:lnTo>
                <a:lnTo>
                  <a:pt x="953376" y="384937"/>
                </a:lnTo>
                <a:lnTo>
                  <a:pt x="960450" y="389102"/>
                </a:lnTo>
                <a:lnTo>
                  <a:pt x="965486" y="389102"/>
                </a:lnTo>
                <a:lnTo>
                  <a:pt x="950925" y="397205"/>
                </a:lnTo>
                <a:close/>
              </a:path>
              <a:path w="1308100" h="397510">
                <a:moveTo>
                  <a:pt x="960450" y="389102"/>
                </a:moveTo>
                <a:lnTo>
                  <a:pt x="953376" y="384937"/>
                </a:lnTo>
                <a:lnTo>
                  <a:pt x="960450" y="381000"/>
                </a:lnTo>
                <a:lnTo>
                  <a:pt x="960450" y="38910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4598479" y="6071158"/>
            <a:ext cx="950379" cy="353872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5521362" y="6091110"/>
            <a:ext cx="913307" cy="297014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6383108" y="6070866"/>
            <a:ext cx="644982" cy="355066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8636507" y="3223260"/>
            <a:ext cx="1422400" cy="381000"/>
          </a:xfrm>
          <a:custGeom>
            <a:avLst/>
            <a:gdLst/>
            <a:ahLst/>
            <a:cxnLst/>
            <a:rect l="l" t="t" r="r" b="b"/>
            <a:pathLst>
              <a:path w="1422400" h="381000">
                <a:moveTo>
                  <a:pt x="1155192" y="381000"/>
                </a:moveTo>
                <a:lnTo>
                  <a:pt x="1155192" y="286512"/>
                </a:lnTo>
                <a:lnTo>
                  <a:pt x="0" y="286512"/>
                </a:lnTo>
                <a:lnTo>
                  <a:pt x="0" y="96012"/>
                </a:lnTo>
                <a:lnTo>
                  <a:pt x="1155192" y="96012"/>
                </a:lnTo>
                <a:lnTo>
                  <a:pt x="1155192" y="0"/>
                </a:lnTo>
                <a:lnTo>
                  <a:pt x="1421892" y="190500"/>
                </a:lnTo>
                <a:lnTo>
                  <a:pt x="1155192" y="381000"/>
                </a:lnTo>
                <a:close/>
              </a:path>
            </a:pathLst>
          </a:custGeom>
          <a:solidFill>
            <a:srgbClr val="FF0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8631237" y="3214420"/>
            <a:ext cx="1435735" cy="400050"/>
          </a:xfrm>
          <a:custGeom>
            <a:avLst/>
            <a:gdLst/>
            <a:ahLst/>
            <a:cxnLst/>
            <a:rect l="l" t="t" r="r" b="b"/>
            <a:pathLst>
              <a:path w="1435734" h="400050">
                <a:moveTo>
                  <a:pt x="1155827" y="104508"/>
                </a:moveTo>
                <a:lnTo>
                  <a:pt x="1155827" y="0"/>
                </a:lnTo>
                <a:lnTo>
                  <a:pt x="1168782" y="9258"/>
                </a:lnTo>
                <a:lnTo>
                  <a:pt x="1165352" y="9258"/>
                </a:lnTo>
                <a:lnTo>
                  <a:pt x="1157820" y="13131"/>
                </a:lnTo>
                <a:lnTo>
                  <a:pt x="1165352" y="18513"/>
                </a:lnTo>
                <a:lnTo>
                  <a:pt x="1165352" y="99745"/>
                </a:lnTo>
                <a:lnTo>
                  <a:pt x="1160589" y="99745"/>
                </a:lnTo>
                <a:lnTo>
                  <a:pt x="1155827" y="104508"/>
                </a:lnTo>
                <a:close/>
              </a:path>
              <a:path w="1435734" h="400050">
                <a:moveTo>
                  <a:pt x="1165352" y="18513"/>
                </a:moveTo>
                <a:lnTo>
                  <a:pt x="1157820" y="13131"/>
                </a:lnTo>
                <a:lnTo>
                  <a:pt x="1165352" y="9258"/>
                </a:lnTo>
                <a:lnTo>
                  <a:pt x="1165352" y="18513"/>
                </a:lnTo>
                <a:close/>
              </a:path>
              <a:path w="1435734" h="400050">
                <a:moveTo>
                  <a:pt x="1418973" y="199758"/>
                </a:moveTo>
                <a:lnTo>
                  <a:pt x="1165352" y="18513"/>
                </a:lnTo>
                <a:lnTo>
                  <a:pt x="1165352" y="9258"/>
                </a:lnTo>
                <a:lnTo>
                  <a:pt x="1168782" y="9258"/>
                </a:lnTo>
                <a:lnTo>
                  <a:pt x="1429933" y="195884"/>
                </a:lnTo>
                <a:lnTo>
                  <a:pt x="1424393" y="195884"/>
                </a:lnTo>
                <a:lnTo>
                  <a:pt x="1418973" y="199758"/>
                </a:lnTo>
                <a:close/>
              </a:path>
              <a:path w="1435734" h="400050">
                <a:moveTo>
                  <a:pt x="1155827" y="299770"/>
                </a:moveTo>
                <a:lnTo>
                  <a:pt x="0" y="299770"/>
                </a:lnTo>
                <a:lnTo>
                  <a:pt x="0" y="99745"/>
                </a:lnTo>
                <a:lnTo>
                  <a:pt x="1155827" y="99745"/>
                </a:lnTo>
                <a:lnTo>
                  <a:pt x="1155827" y="104508"/>
                </a:lnTo>
                <a:lnTo>
                  <a:pt x="9525" y="104508"/>
                </a:lnTo>
                <a:lnTo>
                  <a:pt x="4762" y="109270"/>
                </a:lnTo>
                <a:lnTo>
                  <a:pt x="9525" y="109270"/>
                </a:lnTo>
                <a:lnTo>
                  <a:pt x="9525" y="290245"/>
                </a:lnTo>
                <a:lnTo>
                  <a:pt x="4762" y="290245"/>
                </a:lnTo>
                <a:lnTo>
                  <a:pt x="9525" y="295008"/>
                </a:lnTo>
                <a:lnTo>
                  <a:pt x="1155827" y="295008"/>
                </a:lnTo>
                <a:lnTo>
                  <a:pt x="1155827" y="299770"/>
                </a:lnTo>
                <a:close/>
              </a:path>
              <a:path w="1435734" h="400050">
                <a:moveTo>
                  <a:pt x="1165352" y="109270"/>
                </a:moveTo>
                <a:lnTo>
                  <a:pt x="9525" y="109270"/>
                </a:lnTo>
                <a:lnTo>
                  <a:pt x="9525" y="104508"/>
                </a:lnTo>
                <a:lnTo>
                  <a:pt x="1155827" y="104508"/>
                </a:lnTo>
                <a:lnTo>
                  <a:pt x="1160589" y="99745"/>
                </a:lnTo>
                <a:lnTo>
                  <a:pt x="1165352" y="99745"/>
                </a:lnTo>
                <a:lnTo>
                  <a:pt x="1165352" y="109270"/>
                </a:lnTo>
                <a:close/>
              </a:path>
              <a:path w="1435734" h="400050">
                <a:moveTo>
                  <a:pt x="9525" y="109270"/>
                </a:moveTo>
                <a:lnTo>
                  <a:pt x="4762" y="109270"/>
                </a:lnTo>
                <a:lnTo>
                  <a:pt x="9525" y="104508"/>
                </a:lnTo>
                <a:lnTo>
                  <a:pt x="9525" y="109270"/>
                </a:lnTo>
                <a:close/>
              </a:path>
              <a:path w="1435734" h="400050">
                <a:moveTo>
                  <a:pt x="1424393" y="203631"/>
                </a:moveTo>
                <a:lnTo>
                  <a:pt x="1418973" y="199758"/>
                </a:lnTo>
                <a:lnTo>
                  <a:pt x="1424393" y="195884"/>
                </a:lnTo>
                <a:lnTo>
                  <a:pt x="1424393" y="203631"/>
                </a:lnTo>
                <a:close/>
              </a:path>
              <a:path w="1435734" h="400050">
                <a:moveTo>
                  <a:pt x="1429933" y="203631"/>
                </a:moveTo>
                <a:lnTo>
                  <a:pt x="1424393" y="203631"/>
                </a:lnTo>
                <a:lnTo>
                  <a:pt x="1424393" y="195884"/>
                </a:lnTo>
                <a:lnTo>
                  <a:pt x="1429933" y="195884"/>
                </a:lnTo>
                <a:lnTo>
                  <a:pt x="1435353" y="199758"/>
                </a:lnTo>
                <a:lnTo>
                  <a:pt x="1429933" y="203631"/>
                </a:lnTo>
                <a:close/>
              </a:path>
              <a:path w="1435734" h="400050">
                <a:moveTo>
                  <a:pt x="1168782" y="390258"/>
                </a:moveTo>
                <a:lnTo>
                  <a:pt x="1165352" y="390258"/>
                </a:lnTo>
                <a:lnTo>
                  <a:pt x="1165352" y="381002"/>
                </a:lnTo>
                <a:lnTo>
                  <a:pt x="1418973" y="199758"/>
                </a:lnTo>
                <a:lnTo>
                  <a:pt x="1424393" y="203631"/>
                </a:lnTo>
                <a:lnTo>
                  <a:pt x="1429933" y="203631"/>
                </a:lnTo>
                <a:lnTo>
                  <a:pt x="1168782" y="390258"/>
                </a:lnTo>
                <a:close/>
              </a:path>
              <a:path w="1435734" h="400050">
                <a:moveTo>
                  <a:pt x="9525" y="295008"/>
                </a:moveTo>
                <a:lnTo>
                  <a:pt x="4762" y="290245"/>
                </a:lnTo>
                <a:lnTo>
                  <a:pt x="9525" y="290245"/>
                </a:lnTo>
                <a:lnTo>
                  <a:pt x="9525" y="295008"/>
                </a:lnTo>
                <a:close/>
              </a:path>
              <a:path w="1435734" h="400050">
                <a:moveTo>
                  <a:pt x="1165352" y="299770"/>
                </a:moveTo>
                <a:lnTo>
                  <a:pt x="1160589" y="299770"/>
                </a:lnTo>
                <a:lnTo>
                  <a:pt x="1155827" y="295008"/>
                </a:lnTo>
                <a:lnTo>
                  <a:pt x="9525" y="295008"/>
                </a:lnTo>
                <a:lnTo>
                  <a:pt x="9525" y="290245"/>
                </a:lnTo>
                <a:lnTo>
                  <a:pt x="1165352" y="290245"/>
                </a:lnTo>
                <a:lnTo>
                  <a:pt x="1165352" y="299770"/>
                </a:lnTo>
                <a:close/>
              </a:path>
              <a:path w="1435734" h="400050">
                <a:moveTo>
                  <a:pt x="1155827" y="399516"/>
                </a:moveTo>
                <a:lnTo>
                  <a:pt x="1155827" y="295008"/>
                </a:lnTo>
                <a:lnTo>
                  <a:pt x="1160589" y="299770"/>
                </a:lnTo>
                <a:lnTo>
                  <a:pt x="1165352" y="299770"/>
                </a:lnTo>
                <a:lnTo>
                  <a:pt x="1165352" y="381002"/>
                </a:lnTo>
                <a:lnTo>
                  <a:pt x="1157820" y="386384"/>
                </a:lnTo>
                <a:lnTo>
                  <a:pt x="1165352" y="390258"/>
                </a:lnTo>
                <a:lnTo>
                  <a:pt x="1168782" y="390258"/>
                </a:lnTo>
                <a:lnTo>
                  <a:pt x="1155827" y="399516"/>
                </a:lnTo>
                <a:close/>
              </a:path>
              <a:path w="1435734" h="400050">
                <a:moveTo>
                  <a:pt x="1165352" y="390258"/>
                </a:moveTo>
                <a:lnTo>
                  <a:pt x="1157820" y="386384"/>
                </a:lnTo>
                <a:lnTo>
                  <a:pt x="1165352" y="381002"/>
                </a:lnTo>
                <a:lnTo>
                  <a:pt x="1165352" y="39025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8040179" y="6179108"/>
            <a:ext cx="950379" cy="353872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8938209" y="6199060"/>
            <a:ext cx="971181" cy="297014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9824796" y="6178816"/>
            <a:ext cx="644982" cy="355066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11478768" y="3319271"/>
            <a:ext cx="713740" cy="190500"/>
          </a:xfrm>
          <a:custGeom>
            <a:avLst/>
            <a:gdLst/>
            <a:ahLst/>
            <a:cxnLst/>
            <a:rect l="l" t="t" r="r" b="b"/>
            <a:pathLst>
              <a:path w="713740" h="190500">
                <a:moveTo>
                  <a:pt x="0" y="0"/>
                </a:moveTo>
                <a:lnTo>
                  <a:pt x="713231" y="0"/>
                </a:lnTo>
                <a:lnTo>
                  <a:pt x="713231" y="190500"/>
                </a:lnTo>
                <a:lnTo>
                  <a:pt x="0" y="190500"/>
                </a:lnTo>
                <a:lnTo>
                  <a:pt x="0" y="0"/>
                </a:lnTo>
                <a:close/>
              </a:path>
            </a:pathLst>
          </a:custGeom>
          <a:solidFill>
            <a:srgbClr val="FF0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11473916" y="3314166"/>
            <a:ext cx="718185" cy="200025"/>
          </a:xfrm>
          <a:custGeom>
            <a:avLst/>
            <a:gdLst/>
            <a:ahLst/>
            <a:cxnLst/>
            <a:rect l="l" t="t" r="r" b="b"/>
            <a:pathLst>
              <a:path w="718184" h="200025">
                <a:moveTo>
                  <a:pt x="718083" y="200025"/>
                </a:moveTo>
                <a:lnTo>
                  <a:pt x="0" y="200025"/>
                </a:lnTo>
                <a:lnTo>
                  <a:pt x="0" y="0"/>
                </a:lnTo>
                <a:lnTo>
                  <a:pt x="718083" y="0"/>
                </a:lnTo>
                <a:lnTo>
                  <a:pt x="718083" y="4762"/>
                </a:lnTo>
                <a:lnTo>
                  <a:pt x="9525" y="4762"/>
                </a:lnTo>
                <a:lnTo>
                  <a:pt x="4762" y="9525"/>
                </a:lnTo>
                <a:lnTo>
                  <a:pt x="9525" y="9525"/>
                </a:lnTo>
                <a:lnTo>
                  <a:pt x="9525" y="190500"/>
                </a:lnTo>
                <a:lnTo>
                  <a:pt x="4762" y="190500"/>
                </a:lnTo>
                <a:lnTo>
                  <a:pt x="9525" y="195262"/>
                </a:lnTo>
                <a:lnTo>
                  <a:pt x="718083" y="195262"/>
                </a:lnTo>
                <a:lnTo>
                  <a:pt x="718083" y="200025"/>
                </a:lnTo>
                <a:close/>
              </a:path>
              <a:path w="718184" h="200025">
                <a:moveTo>
                  <a:pt x="9525" y="9525"/>
                </a:moveTo>
                <a:lnTo>
                  <a:pt x="4762" y="9525"/>
                </a:lnTo>
                <a:lnTo>
                  <a:pt x="9525" y="4762"/>
                </a:lnTo>
                <a:lnTo>
                  <a:pt x="9525" y="9525"/>
                </a:lnTo>
                <a:close/>
              </a:path>
              <a:path w="718184" h="200025">
                <a:moveTo>
                  <a:pt x="718083" y="9525"/>
                </a:moveTo>
                <a:lnTo>
                  <a:pt x="9525" y="9525"/>
                </a:lnTo>
                <a:lnTo>
                  <a:pt x="9525" y="4762"/>
                </a:lnTo>
                <a:lnTo>
                  <a:pt x="718083" y="4762"/>
                </a:lnTo>
                <a:lnTo>
                  <a:pt x="718083" y="9525"/>
                </a:lnTo>
                <a:close/>
              </a:path>
              <a:path w="718184" h="200025">
                <a:moveTo>
                  <a:pt x="9525" y="195262"/>
                </a:moveTo>
                <a:lnTo>
                  <a:pt x="4762" y="190500"/>
                </a:lnTo>
                <a:lnTo>
                  <a:pt x="9525" y="190500"/>
                </a:lnTo>
                <a:lnTo>
                  <a:pt x="9525" y="195262"/>
                </a:lnTo>
                <a:close/>
              </a:path>
              <a:path w="718184" h="200025">
                <a:moveTo>
                  <a:pt x="718083" y="195262"/>
                </a:moveTo>
                <a:lnTo>
                  <a:pt x="9525" y="195262"/>
                </a:lnTo>
                <a:lnTo>
                  <a:pt x="9525" y="190500"/>
                </a:lnTo>
                <a:lnTo>
                  <a:pt x="718083" y="190500"/>
                </a:lnTo>
                <a:lnTo>
                  <a:pt x="718083" y="19526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0" y="3299459"/>
            <a:ext cx="782320" cy="381000"/>
          </a:xfrm>
          <a:custGeom>
            <a:avLst/>
            <a:gdLst/>
            <a:ahLst/>
            <a:cxnLst/>
            <a:rect l="l" t="t" r="r" b="b"/>
            <a:pathLst>
              <a:path w="782320" h="381000">
                <a:moveTo>
                  <a:pt x="437388" y="381000"/>
                </a:moveTo>
                <a:lnTo>
                  <a:pt x="437388" y="286512"/>
                </a:lnTo>
                <a:lnTo>
                  <a:pt x="0" y="286512"/>
                </a:lnTo>
                <a:lnTo>
                  <a:pt x="0" y="96012"/>
                </a:lnTo>
                <a:lnTo>
                  <a:pt x="437388" y="96012"/>
                </a:lnTo>
                <a:lnTo>
                  <a:pt x="437388" y="0"/>
                </a:lnTo>
                <a:lnTo>
                  <a:pt x="781812" y="190500"/>
                </a:lnTo>
                <a:lnTo>
                  <a:pt x="437388" y="381000"/>
                </a:lnTo>
                <a:close/>
              </a:path>
            </a:pathLst>
          </a:custGeom>
          <a:solidFill>
            <a:srgbClr val="FF00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0" y="3291789"/>
            <a:ext cx="791210" cy="397510"/>
          </a:xfrm>
          <a:custGeom>
            <a:avLst/>
            <a:gdLst/>
            <a:ahLst/>
            <a:cxnLst/>
            <a:rect l="l" t="t" r="r" b="b"/>
            <a:pathLst>
              <a:path w="791210" h="397510">
                <a:moveTo>
                  <a:pt x="433374" y="103339"/>
                </a:moveTo>
                <a:lnTo>
                  <a:pt x="433374" y="0"/>
                </a:lnTo>
                <a:lnTo>
                  <a:pt x="447937" y="8089"/>
                </a:lnTo>
                <a:lnTo>
                  <a:pt x="442899" y="8089"/>
                </a:lnTo>
                <a:lnTo>
                  <a:pt x="435813" y="12255"/>
                </a:lnTo>
                <a:lnTo>
                  <a:pt x="442899" y="16192"/>
                </a:lnTo>
                <a:lnTo>
                  <a:pt x="442899" y="98577"/>
                </a:lnTo>
                <a:lnTo>
                  <a:pt x="438137" y="98577"/>
                </a:lnTo>
                <a:lnTo>
                  <a:pt x="433374" y="103339"/>
                </a:lnTo>
                <a:close/>
              </a:path>
              <a:path w="791210" h="397510">
                <a:moveTo>
                  <a:pt x="442899" y="16192"/>
                </a:moveTo>
                <a:lnTo>
                  <a:pt x="435813" y="12255"/>
                </a:lnTo>
                <a:lnTo>
                  <a:pt x="442899" y="8089"/>
                </a:lnTo>
                <a:lnTo>
                  <a:pt x="442899" y="16192"/>
                </a:lnTo>
                <a:close/>
              </a:path>
              <a:path w="791210" h="397510">
                <a:moveTo>
                  <a:pt x="771251" y="198596"/>
                </a:moveTo>
                <a:lnTo>
                  <a:pt x="442899" y="16192"/>
                </a:lnTo>
                <a:lnTo>
                  <a:pt x="442899" y="8089"/>
                </a:lnTo>
                <a:lnTo>
                  <a:pt x="447937" y="8089"/>
                </a:lnTo>
                <a:lnTo>
                  <a:pt x="783378" y="194436"/>
                </a:lnTo>
                <a:lnTo>
                  <a:pt x="778738" y="194436"/>
                </a:lnTo>
                <a:lnTo>
                  <a:pt x="771251" y="198596"/>
                </a:lnTo>
                <a:close/>
              </a:path>
              <a:path w="791210" h="397510">
                <a:moveTo>
                  <a:pt x="442899" y="108102"/>
                </a:moveTo>
                <a:lnTo>
                  <a:pt x="0" y="108102"/>
                </a:lnTo>
                <a:lnTo>
                  <a:pt x="0" y="98577"/>
                </a:lnTo>
                <a:lnTo>
                  <a:pt x="433374" y="98577"/>
                </a:lnTo>
                <a:lnTo>
                  <a:pt x="433374" y="103339"/>
                </a:lnTo>
                <a:lnTo>
                  <a:pt x="442899" y="103339"/>
                </a:lnTo>
                <a:lnTo>
                  <a:pt x="442899" y="108102"/>
                </a:lnTo>
                <a:close/>
              </a:path>
              <a:path w="791210" h="397510">
                <a:moveTo>
                  <a:pt x="442899" y="103339"/>
                </a:moveTo>
                <a:lnTo>
                  <a:pt x="433374" y="103339"/>
                </a:lnTo>
                <a:lnTo>
                  <a:pt x="438137" y="98577"/>
                </a:lnTo>
                <a:lnTo>
                  <a:pt x="442899" y="98577"/>
                </a:lnTo>
                <a:lnTo>
                  <a:pt x="442899" y="103339"/>
                </a:lnTo>
                <a:close/>
              </a:path>
              <a:path w="791210" h="397510">
                <a:moveTo>
                  <a:pt x="778738" y="202755"/>
                </a:moveTo>
                <a:lnTo>
                  <a:pt x="771251" y="198596"/>
                </a:lnTo>
                <a:lnTo>
                  <a:pt x="778738" y="194436"/>
                </a:lnTo>
                <a:lnTo>
                  <a:pt x="778738" y="202755"/>
                </a:lnTo>
                <a:close/>
              </a:path>
              <a:path w="791210" h="397510">
                <a:moveTo>
                  <a:pt x="783356" y="202755"/>
                </a:moveTo>
                <a:lnTo>
                  <a:pt x="778738" y="202755"/>
                </a:lnTo>
                <a:lnTo>
                  <a:pt x="778738" y="194436"/>
                </a:lnTo>
                <a:lnTo>
                  <a:pt x="783378" y="194436"/>
                </a:lnTo>
                <a:lnTo>
                  <a:pt x="790854" y="198589"/>
                </a:lnTo>
                <a:lnTo>
                  <a:pt x="783356" y="202755"/>
                </a:lnTo>
                <a:close/>
              </a:path>
              <a:path w="791210" h="397510">
                <a:moveTo>
                  <a:pt x="447959" y="389089"/>
                </a:moveTo>
                <a:lnTo>
                  <a:pt x="442899" y="389089"/>
                </a:lnTo>
                <a:lnTo>
                  <a:pt x="442899" y="381000"/>
                </a:lnTo>
                <a:lnTo>
                  <a:pt x="771251" y="198596"/>
                </a:lnTo>
                <a:lnTo>
                  <a:pt x="778738" y="202755"/>
                </a:lnTo>
                <a:lnTo>
                  <a:pt x="783356" y="202755"/>
                </a:lnTo>
                <a:lnTo>
                  <a:pt x="447959" y="389089"/>
                </a:lnTo>
                <a:close/>
              </a:path>
              <a:path w="791210" h="397510">
                <a:moveTo>
                  <a:pt x="433374" y="298602"/>
                </a:moveTo>
                <a:lnTo>
                  <a:pt x="0" y="298602"/>
                </a:lnTo>
                <a:lnTo>
                  <a:pt x="0" y="289077"/>
                </a:lnTo>
                <a:lnTo>
                  <a:pt x="442899" y="289077"/>
                </a:lnTo>
                <a:lnTo>
                  <a:pt x="442899" y="293839"/>
                </a:lnTo>
                <a:lnTo>
                  <a:pt x="433374" y="293839"/>
                </a:lnTo>
                <a:lnTo>
                  <a:pt x="433374" y="298602"/>
                </a:lnTo>
                <a:close/>
              </a:path>
              <a:path w="791210" h="397510">
                <a:moveTo>
                  <a:pt x="433374" y="397192"/>
                </a:moveTo>
                <a:lnTo>
                  <a:pt x="433374" y="293839"/>
                </a:lnTo>
                <a:lnTo>
                  <a:pt x="438137" y="298602"/>
                </a:lnTo>
                <a:lnTo>
                  <a:pt x="442899" y="298602"/>
                </a:lnTo>
                <a:lnTo>
                  <a:pt x="442899" y="381000"/>
                </a:lnTo>
                <a:lnTo>
                  <a:pt x="435813" y="384936"/>
                </a:lnTo>
                <a:lnTo>
                  <a:pt x="442899" y="389089"/>
                </a:lnTo>
                <a:lnTo>
                  <a:pt x="447959" y="389089"/>
                </a:lnTo>
                <a:lnTo>
                  <a:pt x="433374" y="397192"/>
                </a:lnTo>
                <a:close/>
              </a:path>
              <a:path w="791210" h="397510">
                <a:moveTo>
                  <a:pt x="442899" y="298602"/>
                </a:moveTo>
                <a:lnTo>
                  <a:pt x="438137" y="298602"/>
                </a:lnTo>
                <a:lnTo>
                  <a:pt x="433374" y="293839"/>
                </a:lnTo>
                <a:lnTo>
                  <a:pt x="442899" y="293839"/>
                </a:lnTo>
                <a:lnTo>
                  <a:pt x="442899" y="298602"/>
                </a:lnTo>
                <a:close/>
              </a:path>
              <a:path w="791210" h="397510">
                <a:moveTo>
                  <a:pt x="442899" y="389089"/>
                </a:moveTo>
                <a:lnTo>
                  <a:pt x="435813" y="384936"/>
                </a:lnTo>
                <a:lnTo>
                  <a:pt x="442899" y="381000"/>
                </a:lnTo>
                <a:lnTo>
                  <a:pt x="442899" y="38908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10937468" y="5552579"/>
            <a:ext cx="950379" cy="353872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10783938" y="5938291"/>
            <a:ext cx="971181" cy="297014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11670538" y="5919520"/>
            <a:ext cx="348221" cy="353580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11243157" y="6283807"/>
            <a:ext cx="325589" cy="351193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1840" y="0"/>
            <a:ext cx="2058670" cy="63436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>
                <a:solidFill>
                  <a:srgbClr val="F1F1F1"/>
                </a:solidFill>
                <a:latin typeface="华文楷体"/>
                <a:cs typeface="华文楷体"/>
              </a:rPr>
              <a:t>高中物</a:t>
            </a:r>
            <a:r>
              <a:rPr dirty="0" sz="4000" spc="-10">
                <a:solidFill>
                  <a:srgbClr val="F1F1F1"/>
                </a:solidFill>
                <a:latin typeface="华文楷体"/>
                <a:cs typeface="华文楷体"/>
              </a:rPr>
              <a:t>理</a:t>
            </a:r>
            <a:endParaRPr sz="4000">
              <a:latin typeface="华文楷体"/>
              <a:cs typeface="华文楷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817876" y="0"/>
            <a:ext cx="2493264" cy="242316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2817876" y="4532376"/>
            <a:ext cx="2200655" cy="221437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5748528" y="2090927"/>
            <a:ext cx="2180844" cy="217017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0" y="1886711"/>
            <a:ext cx="2263140" cy="237439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5306567" y="5150218"/>
            <a:ext cx="1208366" cy="54496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6138671" y="3963923"/>
            <a:ext cx="1310640" cy="1231391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5298821" y="3957942"/>
            <a:ext cx="1885492" cy="1739900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6816076" y="1232700"/>
            <a:ext cx="502170" cy="1220939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5652515" y="271272"/>
            <a:ext cx="1207008" cy="1324355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5646305" y="529170"/>
            <a:ext cx="1683981" cy="1930400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1514640" y="582168"/>
            <a:ext cx="1208747" cy="543521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580644" y="1080516"/>
            <a:ext cx="1309116" cy="1231391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846010" y="569353"/>
            <a:ext cx="1883943" cy="1739900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941832" y="4052315"/>
            <a:ext cx="645223" cy="1169377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1539239" y="4817364"/>
            <a:ext cx="1281684" cy="1263396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928446" y="4044708"/>
            <a:ext cx="1898332" cy="1752600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5601296" y="705738"/>
            <a:ext cx="765213" cy="765213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6166865" y="1261313"/>
            <a:ext cx="709790" cy="709790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6652374" y="1757172"/>
            <a:ext cx="585952" cy="585952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5346496" y="4920488"/>
            <a:ext cx="806983" cy="709142"/>
          </a:xfrm>
          <a:prstGeom prst="rect">
            <a:avLst/>
          </a:prstGeom>
          <a:blipFill>
            <a:blip r:embed="rId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5970701" y="4489564"/>
            <a:ext cx="753706" cy="652652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6534060" y="4178427"/>
            <a:ext cx="604329" cy="556780"/>
          </a:xfrm>
          <a:prstGeom prst="rect">
            <a:avLst/>
          </a:prstGeom>
          <a:blipFill>
            <a:blip r:embed="rId2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1113967" y="4221518"/>
            <a:ext cx="585609" cy="585609"/>
          </a:xfrm>
          <a:prstGeom prst="rect">
            <a:avLst/>
          </a:prstGeom>
          <a:blipFill>
            <a:blip r:embed="rId2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1465275" y="4573549"/>
            <a:ext cx="412661" cy="412661"/>
          </a:xfrm>
          <a:prstGeom prst="rect">
            <a:avLst/>
          </a:prstGeom>
          <a:blipFill>
            <a:blip r:embed="rId2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1664881" y="4762436"/>
            <a:ext cx="743826" cy="743826"/>
          </a:xfrm>
          <a:prstGeom prst="rect">
            <a:avLst/>
          </a:prstGeom>
          <a:blipFill>
            <a:blip r:embed="rId2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2165032" y="5272951"/>
            <a:ext cx="585952" cy="585952"/>
          </a:xfrm>
          <a:prstGeom prst="rect">
            <a:avLst/>
          </a:prstGeom>
          <a:blipFill>
            <a:blip r:embed="rId2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1028458" y="1775358"/>
            <a:ext cx="568515" cy="598474"/>
          </a:xfrm>
          <a:prstGeom prst="rect">
            <a:avLst/>
          </a:prstGeom>
          <a:blipFill>
            <a:blip r:embed="rId2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1348663" y="1581899"/>
            <a:ext cx="410997" cy="411429"/>
          </a:xfrm>
          <a:prstGeom prst="rect">
            <a:avLst/>
          </a:prstGeom>
          <a:blipFill>
            <a:blip r:embed="rId2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1522222" y="1005077"/>
            <a:ext cx="706501" cy="775715"/>
          </a:xfrm>
          <a:prstGeom prst="rect">
            <a:avLst/>
          </a:prstGeom>
          <a:blipFill>
            <a:blip r:embed="rId3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1984209" y="636333"/>
            <a:ext cx="568959" cy="598728"/>
          </a:xfrm>
          <a:prstGeom prst="rect">
            <a:avLst/>
          </a:prstGeom>
          <a:blipFill>
            <a:blip r:embed="rId3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7918945" y="1113345"/>
            <a:ext cx="642899" cy="353872"/>
          </a:xfrm>
          <a:prstGeom prst="rect">
            <a:avLst/>
          </a:prstGeom>
          <a:blipFill>
            <a:blip r:embed="rId3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8565298" y="1198625"/>
            <a:ext cx="96989" cy="230492"/>
          </a:xfrm>
          <a:prstGeom prst="rect">
            <a:avLst/>
          </a:prstGeom>
          <a:blipFill>
            <a:blip r:embed="rId3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8829179" y="1111846"/>
            <a:ext cx="3086061" cy="354469"/>
          </a:xfrm>
          <a:prstGeom prst="rect">
            <a:avLst/>
          </a:prstGeom>
          <a:blipFill>
            <a:blip r:embed="rId3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7827581" y="1657210"/>
            <a:ext cx="4303166" cy="358343"/>
          </a:xfrm>
          <a:prstGeom prst="rect">
            <a:avLst/>
          </a:prstGeom>
          <a:blipFill>
            <a:blip r:embed="rId3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7813293" y="2208834"/>
            <a:ext cx="1572780" cy="355066"/>
          </a:xfrm>
          <a:prstGeom prst="rect">
            <a:avLst/>
          </a:prstGeom>
          <a:blipFill>
            <a:blip r:embed="rId3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9336696" y="2208834"/>
            <a:ext cx="2791383" cy="355358"/>
          </a:xfrm>
          <a:prstGeom prst="rect">
            <a:avLst/>
          </a:prstGeom>
          <a:blipFill>
            <a:blip r:embed="rId3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7812099" y="2754502"/>
            <a:ext cx="4014152" cy="358038"/>
          </a:xfrm>
          <a:prstGeom prst="rect">
            <a:avLst/>
          </a:prstGeom>
          <a:blipFill>
            <a:blip r:embed="rId3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11790426" y="2778315"/>
            <a:ext cx="170815" cy="295973"/>
          </a:xfrm>
          <a:prstGeom prst="rect">
            <a:avLst/>
          </a:prstGeom>
          <a:blipFill>
            <a:blip r:embed="rId3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8321167" y="3141179"/>
            <a:ext cx="395160" cy="379666"/>
          </a:xfrm>
          <a:prstGeom prst="rect">
            <a:avLst/>
          </a:prstGeom>
          <a:blipFill>
            <a:blip r:embed="rId4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8698992" y="3138398"/>
            <a:ext cx="3002419" cy="388226"/>
          </a:xfrm>
          <a:prstGeom prst="rect">
            <a:avLst/>
          </a:prstGeom>
          <a:blipFill>
            <a:blip r:embed="rId4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7936039" y="3559047"/>
            <a:ext cx="3922001" cy="393776"/>
          </a:xfrm>
          <a:prstGeom prst="rect">
            <a:avLst/>
          </a:prstGeom>
          <a:blipFill>
            <a:blip r:embed="rId4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7937424" y="3987672"/>
            <a:ext cx="3216351" cy="409054"/>
          </a:xfrm>
          <a:prstGeom prst="rect">
            <a:avLst/>
          </a:prstGeom>
          <a:blipFill>
            <a:blip r:embed="rId4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11124971" y="4025176"/>
            <a:ext cx="230047" cy="317373"/>
          </a:xfrm>
          <a:prstGeom prst="rect">
            <a:avLst/>
          </a:prstGeom>
          <a:blipFill>
            <a:blip r:embed="rId4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11325580" y="3991838"/>
            <a:ext cx="516013" cy="404888"/>
          </a:xfrm>
          <a:prstGeom prst="rect">
            <a:avLst/>
          </a:prstGeom>
          <a:blipFill>
            <a:blip r:embed="rId4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8321167" y="4417174"/>
            <a:ext cx="3587229" cy="389610"/>
          </a:xfrm>
          <a:prstGeom prst="rect">
            <a:avLst/>
          </a:prstGeom>
          <a:blipFill>
            <a:blip r:embed="rId4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7929092" y="4840592"/>
            <a:ext cx="1225829" cy="407669"/>
          </a:xfrm>
          <a:prstGeom prst="rect">
            <a:avLst/>
          </a:prstGeom>
          <a:blipFill>
            <a:blip r:embed="rId4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8321167" y="5271998"/>
            <a:ext cx="3581679" cy="388226"/>
          </a:xfrm>
          <a:prstGeom prst="rect">
            <a:avLst/>
          </a:prstGeom>
          <a:blipFill>
            <a:blip r:embed="rId4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8131886" y="5695416"/>
            <a:ext cx="2676017" cy="388226"/>
          </a:xfrm>
          <a:prstGeom prst="rect">
            <a:avLst/>
          </a:prstGeom>
          <a:blipFill>
            <a:blip r:embed="rId4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10769727" y="5696813"/>
            <a:ext cx="1074420" cy="386829"/>
          </a:xfrm>
          <a:prstGeom prst="rect">
            <a:avLst/>
          </a:prstGeom>
          <a:blipFill>
            <a:blip r:embed="rId5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7949920" y="6120752"/>
            <a:ext cx="1577263" cy="392391"/>
          </a:xfrm>
          <a:prstGeom prst="rect">
            <a:avLst/>
          </a:prstGeom>
          <a:blipFill>
            <a:blip r:embed="rId5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1840" y="0"/>
            <a:ext cx="2058670" cy="63436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>
                <a:solidFill>
                  <a:srgbClr val="F1F1F1"/>
                </a:solidFill>
                <a:latin typeface="华文楷体"/>
                <a:cs typeface="华文楷体"/>
              </a:rPr>
              <a:t>高中物</a:t>
            </a:r>
            <a:r>
              <a:rPr dirty="0" sz="4000" spc="-10">
                <a:solidFill>
                  <a:srgbClr val="F1F1F1"/>
                </a:solidFill>
                <a:latin typeface="华文楷体"/>
                <a:cs typeface="华文楷体"/>
              </a:rPr>
              <a:t>理</a:t>
            </a:r>
            <a:endParaRPr sz="4000">
              <a:latin typeface="华文楷体"/>
              <a:cs typeface="华文楷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87731" y="1595297"/>
            <a:ext cx="299935" cy="339623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705243" y="1547672"/>
            <a:ext cx="1207985" cy="43487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953018" y="1723885"/>
            <a:ext cx="117373" cy="218973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2302268" y="1542910"/>
            <a:ext cx="3273323" cy="44439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5561406" y="1568310"/>
            <a:ext cx="415823" cy="407885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322656" y="2429052"/>
            <a:ext cx="177698" cy="406298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559511" y="2470327"/>
            <a:ext cx="149123" cy="338035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815416" y="2417940"/>
            <a:ext cx="6684543" cy="461860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7527366" y="2421115"/>
            <a:ext cx="1775675" cy="439635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9325686" y="2425877"/>
            <a:ext cx="433285" cy="428523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9790544" y="2483827"/>
            <a:ext cx="357085" cy="334060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10170871" y="2477681"/>
            <a:ext cx="854532" cy="346367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11042091" y="2692577"/>
            <a:ext cx="122135" cy="187223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11449443" y="2417940"/>
            <a:ext cx="441223" cy="438048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358698" y="2980867"/>
            <a:ext cx="412648" cy="374548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768705" y="3019767"/>
            <a:ext cx="373164" cy="334060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1052664" y="3014217"/>
            <a:ext cx="266395" cy="345770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1227378" y="2980867"/>
            <a:ext cx="412648" cy="374548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1615947" y="3014217"/>
            <a:ext cx="708164" cy="345173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2287981" y="2961817"/>
            <a:ext cx="818730" cy="430110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3131896" y="2964992"/>
            <a:ext cx="779043" cy="450748"/>
          </a:xfrm>
          <a:prstGeom prst="rect">
            <a:avLst/>
          </a:prstGeom>
          <a:blipFill>
            <a:blip r:embed="rId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4127372" y="3009442"/>
            <a:ext cx="453250" cy="339623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4522546" y="2971342"/>
            <a:ext cx="420585" cy="417410"/>
          </a:xfrm>
          <a:prstGeom prst="rect">
            <a:avLst/>
          </a:prstGeom>
          <a:blipFill>
            <a:blip r:embed="rId2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4950752" y="3009442"/>
            <a:ext cx="489902" cy="339623"/>
          </a:xfrm>
          <a:prstGeom prst="rect">
            <a:avLst/>
          </a:prstGeom>
          <a:blipFill>
            <a:blip r:embed="rId2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5335981" y="2952292"/>
            <a:ext cx="5721883" cy="463448"/>
          </a:xfrm>
          <a:prstGeom prst="rect">
            <a:avLst/>
          </a:prstGeom>
          <a:blipFill>
            <a:blip r:embed="rId2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11046536" y="2953880"/>
            <a:ext cx="831430" cy="439635"/>
          </a:xfrm>
          <a:prstGeom prst="rect">
            <a:avLst/>
          </a:prstGeom>
          <a:blipFill>
            <a:blip r:embed="rId2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371868" y="3494900"/>
            <a:ext cx="1614385" cy="439635"/>
          </a:xfrm>
          <a:prstGeom prst="rect">
            <a:avLst/>
          </a:prstGeom>
          <a:blipFill>
            <a:blip r:embed="rId2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1976831" y="3502837"/>
            <a:ext cx="598805" cy="433285"/>
          </a:xfrm>
          <a:prstGeom prst="rect">
            <a:avLst/>
          </a:prstGeom>
          <a:blipFill>
            <a:blip r:embed="rId2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322656" y="4379772"/>
            <a:ext cx="177698" cy="406298"/>
          </a:xfrm>
          <a:prstGeom prst="rect">
            <a:avLst/>
          </a:prstGeom>
          <a:blipFill>
            <a:blip r:embed="rId2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498868" y="4418863"/>
            <a:ext cx="231673" cy="340220"/>
          </a:xfrm>
          <a:prstGeom prst="rect">
            <a:avLst/>
          </a:prstGeom>
          <a:blipFill>
            <a:blip r:embed="rId3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741756" y="4368660"/>
            <a:ext cx="9075635" cy="461860"/>
          </a:xfrm>
          <a:prstGeom prst="rect">
            <a:avLst/>
          </a:prstGeom>
          <a:blipFill>
            <a:blip r:embed="rId3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9805428" y="4390885"/>
            <a:ext cx="811745" cy="417410"/>
          </a:xfrm>
          <a:prstGeom prst="rect">
            <a:avLst/>
          </a:prstGeom>
          <a:blipFill>
            <a:blip r:embed="rId3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10665536" y="4643297"/>
            <a:ext cx="122135" cy="187223"/>
          </a:xfrm>
          <a:prstGeom prst="rect">
            <a:avLst/>
          </a:prstGeom>
          <a:blipFill>
            <a:blip r:embed="rId3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11056696" y="4373422"/>
            <a:ext cx="835558" cy="436460"/>
          </a:xfrm>
          <a:prstGeom prst="rect">
            <a:avLst/>
          </a:prstGeom>
          <a:blipFill>
            <a:blip r:embed="rId3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351231" y="4904600"/>
            <a:ext cx="4895748" cy="461860"/>
          </a:xfrm>
          <a:prstGeom prst="rect">
            <a:avLst/>
          </a:prstGeom>
          <a:blipFill>
            <a:blip r:embed="rId3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5240731" y="4928412"/>
            <a:ext cx="411060" cy="407885"/>
          </a:xfrm>
          <a:prstGeom prst="rect">
            <a:avLst/>
          </a:prstGeom>
          <a:blipFill>
            <a:blip r:embed="rId3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5629668" y="4909362"/>
            <a:ext cx="439635" cy="436460"/>
          </a:xfrm>
          <a:prstGeom prst="rect">
            <a:avLst/>
          </a:prstGeom>
          <a:blipFill>
            <a:blip r:embed="rId3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6072581" y="5149278"/>
            <a:ext cx="160654" cy="161620"/>
          </a:xfrm>
          <a:prstGeom prst="rect">
            <a:avLst/>
          </a:prstGeom>
          <a:blipFill>
            <a:blip r:embed="rId3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86118" y="5829833"/>
            <a:ext cx="323748" cy="341807"/>
          </a:xfrm>
          <a:prstGeom prst="rect">
            <a:avLst/>
          </a:prstGeom>
          <a:blipFill>
            <a:blip r:embed="rId3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492518" y="5778042"/>
            <a:ext cx="3695598" cy="444398"/>
          </a:xfrm>
          <a:prstGeom prst="rect">
            <a:avLst/>
          </a:prstGeom>
          <a:blipFill>
            <a:blip r:embed="rId4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4192981" y="6054267"/>
            <a:ext cx="122135" cy="187223"/>
          </a:xfrm>
          <a:prstGeom prst="rect">
            <a:avLst/>
          </a:prstGeom>
          <a:blipFill>
            <a:blip r:embed="rId4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4572990" y="5845518"/>
            <a:ext cx="373164" cy="334060"/>
          </a:xfrm>
          <a:prstGeom prst="rect">
            <a:avLst/>
          </a:prstGeom>
          <a:blipFill>
            <a:blip r:embed="rId4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4905133" y="5839955"/>
            <a:ext cx="555523" cy="404914"/>
          </a:xfrm>
          <a:prstGeom prst="rect">
            <a:avLst/>
          </a:prstGeom>
          <a:blipFill>
            <a:blip r:embed="rId4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5657138" y="5806617"/>
            <a:ext cx="412648" cy="374548"/>
          </a:xfrm>
          <a:prstGeom prst="rect">
            <a:avLst/>
          </a:prstGeom>
          <a:blipFill>
            <a:blip r:embed="rId4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6066510" y="5845518"/>
            <a:ext cx="373164" cy="334060"/>
          </a:xfrm>
          <a:prstGeom prst="rect">
            <a:avLst/>
          </a:prstGeom>
          <a:blipFill>
            <a:blip r:embed="rId4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6349834" y="5839967"/>
            <a:ext cx="266395" cy="345770"/>
          </a:xfrm>
          <a:prstGeom prst="rect">
            <a:avLst/>
          </a:prstGeom>
          <a:blipFill>
            <a:blip r:embed="rId4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6523913" y="5806617"/>
            <a:ext cx="412648" cy="374548"/>
          </a:xfrm>
          <a:prstGeom prst="rect">
            <a:avLst/>
          </a:prstGeom>
          <a:blipFill>
            <a:blip r:embed="rId4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6911847" y="5882233"/>
            <a:ext cx="183845" cy="302907"/>
          </a:xfrm>
          <a:prstGeom prst="rect">
            <a:avLst/>
          </a:prstGeom>
          <a:blipFill>
            <a:blip r:embed="rId4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7044131" y="5787567"/>
            <a:ext cx="826985" cy="428523"/>
          </a:xfrm>
          <a:prstGeom prst="rect">
            <a:avLst/>
          </a:prstGeom>
          <a:blipFill>
            <a:blip r:embed="rId4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7885506" y="6054267"/>
            <a:ext cx="122135" cy="187223"/>
          </a:xfrm>
          <a:prstGeom prst="rect">
            <a:avLst/>
          </a:prstGeom>
          <a:blipFill>
            <a:blip r:embed="rId5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8253806" y="5779630"/>
            <a:ext cx="2868510" cy="442810"/>
          </a:xfrm>
          <a:prstGeom prst="rect">
            <a:avLst/>
          </a:prstGeom>
          <a:blipFill>
            <a:blip r:embed="rId5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11133531" y="6024308"/>
            <a:ext cx="160654" cy="161620"/>
          </a:xfrm>
          <a:prstGeom prst="rect">
            <a:avLst/>
          </a:prstGeom>
          <a:blipFill>
            <a:blip r:embed="rId5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78574" y="929258"/>
            <a:ext cx="8585885" cy="461060"/>
          </a:xfrm>
          <a:prstGeom prst="rect">
            <a:avLst/>
          </a:prstGeom>
          <a:blipFill>
            <a:blip r:embed="rId5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1840" y="0"/>
            <a:ext cx="2058670" cy="63436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>
                <a:solidFill>
                  <a:srgbClr val="F1F1F1"/>
                </a:solidFill>
                <a:latin typeface="华文楷体"/>
                <a:cs typeface="华文楷体"/>
              </a:rPr>
              <a:t>高中物</a:t>
            </a:r>
            <a:r>
              <a:rPr dirty="0" sz="4000" spc="-10">
                <a:solidFill>
                  <a:srgbClr val="F1F1F1"/>
                </a:solidFill>
                <a:latin typeface="华文楷体"/>
                <a:cs typeface="华文楷体"/>
              </a:rPr>
              <a:t>理</a:t>
            </a:r>
            <a:endParaRPr sz="4000">
              <a:latin typeface="华文楷体"/>
              <a:cs typeface="华文楷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920517" y="445388"/>
            <a:ext cx="550595" cy="48908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438448" y="748271"/>
            <a:ext cx="166370" cy="15645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565994" y="401751"/>
            <a:ext cx="4629480" cy="56647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483565" y="1074204"/>
            <a:ext cx="1806448" cy="39099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2242286" y="1130452"/>
            <a:ext cx="279882" cy="297243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2687104" y="1076985"/>
            <a:ext cx="332663" cy="384048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3049638" y="1074191"/>
            <a:ext cx="1759229" cy="407670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4783188" y="1118654"/>
            <a:ext cx="399338" cy="302094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5147132" y="1074191"/>
            <a:ext cx="736879" cy="385445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5834367" y="1130452"/>
            <a:ext cx="259219" cy="297243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6057265" y="1281899"/>
            <a:ext cx="143281" cy="216280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6207493" y="1313116"/>
            <a:ext cx="111798" cy="168744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6529755" y="1118654"/>
            <a:ext cx="389610" cy="304876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6882586" y="1074204"/>
            <a:ext cx="1085532" cy="386829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7925422" y="1130452"/>
            <a:ext cx="259219" cy="297243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8137944" y="1281899"/>
            <a:ext cx="165379" cy="216280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8298548" y="1074191"/>
            <a:ext cx="3546944" cy="407670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107010" y="1546517"/>
            <a:ext cx="3909491" cy="409054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3997782" y="1682470"/>
            <a:ext cx="284391" cy="223100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4284713" y="1545120"/>
            <a:ext cx="4602632" cy="410451"/>
          </a:xfrm>
          <a:prstGeom prst="rect">
            <a:avLst/>
          </a:prstGeom>
          <a:blipFill>
            <a:blip r:embed="rId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8873490" y="1639404"/>
            <a:ext cx="153301" cy="266166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9006573" y="1546517"/>
            <a:ext cx="2844088" cy="409054"/>
          </a:xfrm>
          <a:prstGeom prst="rect">
            <a:avLst/>
          </a:prstGeom>
          <a:blipFill>
            <a:blip r:embed="rId2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88950" y="1980183"/>
            <a:ext cx="381279" cy="385445"/>
          </a:xfrm>
          <a:prstGeom prst="rect">
            <a:avLst/>
          </a:prstGeom>
          <a:blipFill>
            <a:blip r:embed="rId2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441782" y="1977415"/>
            <a:ext cx="389610" cy="384048"/>
          </a:xfrm>
          <a:prstGeom prst="rect">
            <a:avLst/>
          </a:prstGeom>
          <a:blipFill>
            <a:blip r:embed="rId2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795985" y="2109190"/>
            <a:ext cx="203657" cy="223100"/>
          </a:xfrm>
          <a:prstGeom prst="rect">
            <a:avLst/>
          </a:prstGeom>
          <a:blipFill>
            <a:blip r:embed="rId2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963828" y="1988515"/>
            <a:ext cx="385444" cy="375716"/>
          </a:xfrm>
          <a:prstGeom prst="rect">
            <a:avLst/>
          </a:prstGeom>
          <a:blipFill>
            <a:blip r:embed="rId2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1330540" y="1976018"/>
            <a:ext cx="913422" cy="389610"/>
          </a:xfrm>
          <a:prstGeom prst="rect">
            <a:avLst/>
          </a:prstGeom>
          <a:blipFill>
            <a:blip r:embed="rId2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6385559" y="2221992"/>
            <a:ext cx="4648199" cy="4366260"/>
          </a:xfrm>
          <a:prstGeom prst="rect">
            <a:avLst/>
          </a:prstGeom>
          <a:blipFill>
            <a:blip r:embed="rId2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 txBox="1"/>
          <p:nvPr/>
        </p:nvSpPr>
        <p:spPr>
          <a:xfrm>
            <a:off x="7997190" y="3027756"/>
            <a:ext cx="24574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latin typeface="Arial"/>
                <a:cs typeface="Arial"/>
              </a:rPr>
              <a:t>A</a:t>
            </a:r>
            <a:endParaRPr sz="240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9245904" y="2164079"/>
            <a:ext cx="24574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latin typeface="Arial"/>
                <a:cs typeface="Arial"/>
              </a:rPr>
              <a:t>B</a:t>
            </a:r>
            <a:endParaRPr sz="240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9544901" y="3719982"/>
            <a:ext cx="24574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latin typeface="Arial"/>
                <a:cs typeface="Arial"/>
              </a:rPr>
              <a:t>C</a:t>
            </a:r>
            <a:endParaRPr sz="2400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8926576" y="4334712"/>
            <a:ext cx="24574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latin typeface="Arial"/>
                <a:cs typeface="Arial"/>
              </a:rPr>
              <a:t>D</a:t>
            </a:r>
            <a:endParaRPr sz="2400">
              <a:latin typeface="Arial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4716145" y="4295990"/>
            <a:ext cx="236854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 i="1">
                <a:solidFill>
                  <a:srgbClr val="0000FF"/>
                </a:solidFill>
                <a:latin typeface="Times New Roman"/>
                <a:cs typeface="Times New Roman"/>
              </a:rPr>
              <a:t>θ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2391905" y="3706990"/>
            <a:ext cx="282079" cy="155676"/>
          </a:xfrm>
          <a:prstGeom prst="rect">
            <a:avLst/>
          </a:prstGeom>
          <a:blipFill>
            <a:blip r:embed="rId3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2627452" y="3702430"/>
            <a:ext cx="329895" cy="254495"/>
          </a:xfrm>
          <a:prstGeom prst="rect">
            <a:avLst/>
          </a:prstGeom>
          <a:blipFill>
            <a:blip r:embed="rId3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2917494" y="3654018"/>
            <a:ext cx="183845" cy="302907"/>
          </a:xfrm>
          <a:prstGeom prst="rect">
            <a:avLst/>
          </a:prstGeom>
          <a:blipFill>
            <a:blip r:embed="rId3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 txBox="1"/>
          <p:nvPr/>
        </p:nvSpPr>
        <p:spPr>
          <a:xfrm>
            <a:off x="1300530" y="3070568"/>
            <a:ext cx="1115060" cy="9290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3795"/>
              </a:lnSpc>
              <a:spcBef>
                <a:spcPts val="100"/>
              </a:spcBef>
            </a:pPr>
            <a:r>
              <a:rPr dirty="0" sz="3600" b="1">
                <a:latin typeface="Arial"/>
                <a:cs typeface="Arial"/>
              </a:rPr>
              <a:t>A(B)</a:t>
            </a:r>
            <a:endParaRPr sz="3600">
              <a:latin typeface="Arial"/>
              <a:cs typeface="Arial"/>
            </a:endParaRPr>
          </a:p>
          <a:p>
            <a:pPr algn="r" marR="5080">
              <a:lnSpc>
                <a:spcPts val="3315"/>
              </a:lnSpc>
            </a:pPr>
            <a:r>
              <a:rPr dirty="0" sz="3200" b="1" i="1">
                <a:solidFill>
                  <a:srgbClr val="0000FF"/>
                </a:solidFill>
                <a:latin typeface="Times New Roman"/>
                <a:cs typeface="Times New Roman"/>
              </a:rPr>
              <a:t>θ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4465840" y="5121579"/>
            <a:ext cx="1055370" cy="10464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ts val="4020"/>
              </a:lnSpc>
              <a:spcBef>
                <a:spcPts val="100"/>
              </a:spcBef>
            </a:pPr>
            <a:r>
              <a:rPr dirty="0" sz="3600" b="1">
                <a:latin typeface="Arial"/>
                <a:cs typeface="Arial"/>
              </a:rPr>
              <a:t>C(D)</a:t>
            </a:r>
            <a:endParaRPr sz="3600">
              <a:latin typeface="Arial"/>
              <a:cs typeface="Arial"/>
            </a:endParaRPr>
          </a:p>
          <a:p>
            <a:pPr algn="r" marR="5080">
              <a:lnSpc>
                <a:spcPts val="4020"/>
              </a:lnSpc>
            </a:pPr>
            <a:r>
              <a:rPr dirty="0" sz="3600" b="1">
                <a:latin typeface="Arial"/>
                <a:cs typeface="Arial"/>
              </a:rPr>
              <a:t>B</a:t>
            </a:r>
            <a:endParaRPr sz="3600">
              <a:latin typeface="Arial"/>
              <a:cs typeface="Arial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4359655" y="4771681"/>
            <a:ext cx="368033" cy="365760"/>
          </a:xfrm>
          <a:prstGeom prst="rect">
            <a:avLst/>
          </a:prstGeom>
          <a:blipFill>
            <a:blip r:embed="rId3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1473225" y="3478809"/>
            <a:ext cx="387438" cy="360679"/>
          </a:xfrm>
          <a:prstGeom prst="rect">
            <a:avLst/>
          </a:prstGeom>
          <a:blipFill>
            <a:blip r:embed="rId3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1595539" y="3813212"/>
            <a:ext cx="2832100" cy="1297305"/>
          </a:xfrm>
          <a:custGeom>
            <a:avLst/>
            <a:gdLst/>
            <a:ahLst/>
            <a:cxnLst/>
            <a:rect l="l" t="t" r="r" b="b"/>
            <a:pathLst>
              <a:path w="2832100" h="1297304">
                <a:moveTo>
                  <a:pt x="2816415" y="1296987"/>
                </a:moveTo>
                <a:lnTo>
                  <a:pt x="0" y="34772"/>
                </a:lnTo>
                <a:lnTo>
                  <a:pt x="15582" y="0"/>
                </a:lnTo>
                <a:lnTo>
                  <a:pt x="2831998" y="1262214"/>
                </a:lnTo>
                <a:lnTo>
                  <a:pt x="2816415" y="129698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1774151" y="3503040"/>
            <a:ext cx="2840355" cy="1290320"/>
          </a:xfrm>
          <a:custGeom>
            <a:avLst/>
            <a:gdLst/>
            <a:ahLst/>
            <a:cxnLst/>
            <a:rect l="l" t="t" r="r" b="b"/>
            <a:pathLst>
              <a:path w="2840354" h="1290320">
                <a:moveTo>
                  <a:pt x="2824467" y="1289875"/>
                </a:moveTo>
                <a:lnTo>
                  <a:pt x="0" y="34823"/>
                </a:lnTo>
                <a:lnTo>
                  <a:pt x="15481" y="0"/>
                </a:lnTo>
                <a:lnTo>
                  <a:pt x="2839935" y="1255064"/>
                </a:lnTo>
                <a:lnTo>
                  <a:pt x="2824467" y="128987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3038475" y="4240060"/>
            <a:ext cx="145316" cy="143510"/>
          </a:xfrm>
          <a:prstGeom prst="rect">
            <a:avLst/>
          </a:prstGeom>
          <a:blipFill>
            <a:blip r:embed="rId3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1078738" y="3783241"/>
            <a:ext cx="543560" cy="967105"/>
          </a:xfrm>
          <a:custGeom>
            <a:avLst/>
            <a:gdLst/>
            <a:ahLst/>
            <a:cxnLst/>
            <a:rect l="l" t="t" r="r" b="b"/>
            <a:pathLst>
              <a:path w="543560" h="967104">
                <a:moveTo>
                  <a:pt x="161537" y="729653"/>
                </a:moveTo>
                <a:lnTo>
                  <a:pt x="111325" y="702367"/>
                </a:lnTo>
                <a:lnTo>
                  <a:pt x="493001" y="0"/>
                </a:lnTo>
                <a:lnTo>
                  <a:pt x="543217" y="27279"/>
                </a:lnTo>
                <a:lnTo>
                  <a:pt x="161537" y="729653"/>
                </a:lnTo>
                <a:close/>
              </a:path>
              <a:path w="543560" h="967104">
                <a:moveTo>
                  <a:pt x="0" y="967079"/>
                </a:moveTo>
                <a:lnTo>
                  <a:pt x="61112" y="675081"/>
                </a:lnTo>
                <a:lnTo>
                  <a:pt x="111325" y="702367"/>
                </a:lnTo>
                <a:lnTo>
                  <a:pt x="77215" y="765136"/>
                </a:lnTo>
                <a:lnTo>
                  <a:pt x="127431" y="792416"/>
                </a:lnTo>
                <a:lnTo>
                  <a:pt x="176014" y="792416"/>
                </a:lnTo>
                <a:lnTo>
                  <a:pt x="0" y="967079"/>
                </a:lnTo>
                <a:close/>
              </a:path>
              <a:path w="543560" h="967104">
                <a:moveTo>
                  <a:pt x="127431" y="792416"/>
                </a:moveTo>
                <a:lnTo>
                  <a:pt x="77215" y="765136"/>
                </a:lnTo>
                <a:lnTo>
                  <a:pt x="111325" y="702367"/>
                </a:lnTo>
                <a:lnTo>
                  <a:pt x="161537" y="729653"/>
                </a:lnTo>
                <a:lnTo>
                  <a:pt x="127431" y="792416"/>
                </a:lnTo>
                <a:close/>
              </a:path>
              <a:path w="543560" h="967104">
                <a:moveTo>
                  <a:pt x="176014" y="792416"/>
                </a:moveTo>
                <a:lnTo>
                  <a:pt x="127431" y="792416"/>
                </a:lnTo>
                <a:lnTo>
                  <a:pt x="161537" y="729653"/>
                </a:lnTo>
                <a:lnTo>
                  <a:pt x="211759" y="756945"/>
                </a:lnTo>
                <a:lnTo>
                  <a:pt x="176014" y="792416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 txBox="1"/>
          <p:nvPr/>
        </p:nvSpPr>
        <p:spPr>
          <a:xfrm>
            <a:off x="711415" y="4497692"/>
            <a:ext cx="297180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 i="1">
                <a:solidFill>
                  <a:srgbClr val="FF0000"/>
                </a:solidFill>
                <a:latin typeface="Arial"/>
                <a:cs typeface="Arial"/>
              </a:rPr>
              <a:t>V</a:t>
            </a:r>
            <a:endParaRPr sz="3200">
              <a:latin typeface="Arial"/>
              <a:cs typeface="Arial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5135854" y="3420529"/>
            <a:ext cx="297180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 i="1">
                <a:solidFill>
                  <a:srgbClr val="FF0000"/>
                </a:solidFill>
                <a:latin typeface="Arial"/>
                <a:cs typeface="Arial"/>
              </a:rPr>
              <a:t>V</a:t>
            </a:r>
            <a:endParaRPr sz="3200">
              <a:latin typeface="Arial"/>
              <a:cs typeface="Arial"/>
            </a:endParaRPr>
          </a:p>
        </p:txBody>
      </p:sp>
      <p:sp>
        <p:nvSpPr>
          <p:cNvPr id="49" name="object 49"/>
          <p:cNvSpPr/>
          <p:nvPr/>
        </p:nvSpPr>
        <p:spPr>
          <a:xfrm>
            <a:off x="4604054" y="3817899"/>
            <a:ext cx="543560" cy="967105"/>
          </a:xfrm>
          <a:custGeom>
            <a:avLst/>
            <a:gdLst/>
            <a:ahLst/>
            <a:cxnLst/>
            <a:rect l="l" t="t" r="r" b="b"/>
            <a:pathLst>
              <a:path w="543560" h="967104">
                <a:moveTo>
                  <a:pt x="436109" y="137001"/>
                </a:moveTo>
                <a:lnTo>
                  <a:pt x="385902" y="109715"/>
                </a:lnTo>
                <a:lnTo>
                  <a:pt x="543090" y="0"/>
                </a:lnTo>
                <a:lnTo>
                  <a:pt x="539692" y="99339"/>
                </a:lnTo>
                <a:lnTo>
                  <a:pt x="456577" y="99339"/>
                </a:lnTo>
                <a:lnTo>
                  <a:pt x="436109" y="137001"/>
                </a:lnTo>
                <a:close/>
              </a:path>
              <a:path w="543560" h="967104">
                <a:moveTo>
                  <a:pt x="486325" y="164291"/>
                </a:moveTo>
                <a:lnTo>
                  <a:pt x="436109" y="137001"/>
                </a:lnTo>
                <a:lnTo>
                  <a:pt x="456577" y="99339"/>
                </a:lnTo>
                <a:lnTo>
                  <a:pt x="506793" y="126631"/>
                </a:lnTo>
                <a:lnTo>
                  <a:pt x="486325" y="164291"/>
                </a:lnTo>
                <a:close/>
              </a:path>
              <a:path w="543560" h="967104">
                <a:moveTo>
                  <a:pt x="536536" y="191579"/>
                </a:moveTo>
                <a:lnTo>
                  <a:pt x="486325" y="164291"/>
                </a:lnTo>
                <a:lnTo>
                  <a:pt x="506793" y="126631"/>
                </a:lnTo>
                <a:lnTo>
                  <a:pt x="456577" y="99339"/>
                </a:lnTo>
                <a:lnTo>
                  <a:pt x="539692" y="99339"/>
                </a:lnTo>
                <a:lnTo>
                  <a:pt x="536536" y="191579"/>
                </a:lnTo>
                <a:close/>
              </a:path>
              <a:path w="543560" h="967104">
                <a:moveTo>
                  <a:pt x="50203" y="966736"/>
                </a:moveTo>
                <a:lnTo>
                  <a:pt x="0" y="939457"/>
                </a:lnTo>
                <a:lnTo>
                  <a:pt x="436109" y="137001"/>
                </a:lnTo>
                <a:lnTo>
                  <a:pt x="486325" y="164291"/>
                </a:lnTo>
                <a:lnTo>
                  <a:pt x="50203" y="966736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3091865" y="6093624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38100" y="38100"/>
                </a:moveTo>
                <a:lnTo>
                  <a:pt x="0" y="38100"/>
                </a:lnTo>
                <a:lnTo>
                  <a:pt x="0" y="0"/>
                </a:lnTo>
                <a:lnTo>
                  <a:pt x="38100" y="0"/>
                </a:lnTo>
                <a:lnTo>
                  <a:pt x="38100" y="381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3091865" y="6017424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38100" y="38100"/>
                </a:moveTo>
                <a:lnTo>
                  <a:pt x="0" y="38100"/>
                </a:lnTo>
                <a:lnTo>
                  <a:pt x="0" y="0"/>
                </a:lnTo>
                <a:lnTo>
                  <a:pt x="38100" y="0"/>
                </a:lnTo>
                <a:lnTo>
                  <a:pt x="38100" y="381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3091865" y="5941224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38100" y="38100"/>
                </a:moveTo>
                <a:lnTo>
                  <a:pt x="0" y="38100"/>
                </a:lnTo>
                <a:lnTo>
                  <a:pt x="0" y="0"/>
                </a:lnTo>
                <a:lnTo>
                  <a:pt x="38100" y="0"/>
                </a:lnTo>
                <a:lnTo>
                  <a:pt x="38100" y="381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3091865" y="5865024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38100" y="38100"/>
                </a:moveTo>
                <a:lnTo>
                  <a:pt x="0" y="38100"/>
                </a:lnTo>
                <a:lnTo>
                  <a:pt x="0" y="0"/>
                </a:lnTo>
                <a:lnTo>
                  <a:pt x="38100" y="0"/>
                </a:lnTo>
                <a:lnTo>
                  <a:pt x="38100" y="381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3091865" y="5788824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38100" y="38100"/>
                </a:moveTo>
                <a:lnTo>
                  <a:pt x="0" y="38100"/>
                </a:lnTo>
                <a:lnTo>
                  <a:pt x="0" y="0"/>
                </a:lnTo>
                <a:lnTo>
                  <a:pt x="38100" y="0"/>
                </a:lnTo>
                <a:lnTo>
                  <a:pt x="38100" y="381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3091865" y="5712624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38100" y="38100"/>
                </a:moveTo>
                <a:lnTo>
                  <a:pt x="0" y="38100"/>
                </a:lnTo>
                <a:lnTo>
                  <a:pt x="0" y="0"/>
                </a:lnTo>
                <a:lnTo>
                  <a:pt x="38100" y="0"/>
                </a:lnTo>
                <a:lnTo>
                  <a:pt x="38100" y="381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3091865" y="5636424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38100" y="38100"/>
                </a:moveTo>
                <a:lnTo>
                  <a:pt x="0" y="38100"/>
                </a:lnTo>
                <a:lnTo>
                  <a:pt x="0" y="0"/>
                </a:lnTo>
                <a:lnTo>
                  <a:pt x="38100" y="0"/>
                </a:lnTo>
                <a:lnTo>
                  <a:pt x="38100" y="381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3091865" y="5560224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38100" y="38100"/>
                </a:moveTo>
                <a:lnTo>
                  <a:pt x="0" y="38100"/>
                </a:lnTo>
                <a:lnTo>
                  <a:pt x="0" y="0"/>
                </a:lnTo>
                <a:lnTo>
                  <a:pt x="38100" y="0"/>
                </a:lnTo>
                <a:lnTo>
                  <a:pt x="38100" y="381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3091865" y="5484024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38100" y="38100"/>
                </a:moveTo>
                <a:lnTo>
                  <a:pt x="0" y="38100"/>
                </a:lnTo>
                <a:lnTo>
                  <a:pt x="0" y="0"/>
                </a:lnTo>
                <a:lnTo>
                  <a:pt x="38100" y="0"/>
                </a:lnTo>
                <a:lnTo>
                  <a:pt x="38100" y="381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/>
          <p:nvPr/>
        </p:nvSpPr>
        <p:spPr>
          <a:xfrm>
            <a:off x="3091865" y="5407824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38100" y="38100"/>
                </a:moveTo>
                <a:lnTo>
                  <a:pt x="0" y="38100"/>
                </a:lnTo>
                <a:lnTo>
                  <a:pt x="0" y="0"/>
                </a:lnTo>
                <a:lnTo>
                  <a:pt x="38100" y="0"/>
                </a:lnTo>
                <a:lnTo>
                  <a:pt x="38100" y="381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/>
          <p:nvPr/>
        </p:nvSpPr>
        <p:spPr>
          <a:xfrm>
            <a:off x="3091865" y="5331624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38100" y="38100"/>
                </a:moveTo>
                <a:lnTo>
                  <a:pt x="0" y="38100"/>
                </a:lnTo>
                <a:lnTo>
                  <a:pt x="0" y="0"/>
                </a:lnTo>
                <a:lnTo>
                  <a:pt x="38100" y="0"/>
                </a:lnTo>
                <a:lnTo>
                  <a:pt x="38100" y="381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/>
          <p:nvPr/>
        </p:nvSpPr>
        <p:spPr>
          <a:xfrm>
            <a:off x="3091865" y="5255424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38100" y="38100"/>
                </a:moveTo>
                <a:lnTo>
                  <a:pt x="0" y="38100"/>
                </a:lnTo>
                <a:lnTo>
                  <a:pt x="0" y="0"/>
                </a:lnTo>
                <a:lnTo>
                  <a:pt x="38100" y="0"/>
                </a:lnTo>
                <a:lnTo>
                  <a:pt x="38100" y="381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/>
          <p:nvPr/>
        </p:nvSpPr>
        <p:spPr>
          <a:xfrm>
            <a:off x="3091865" y="5179224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38100" y="38100"/>
                </a:moveTo>
                <a:lnTo>
                  <a:pt x="0" y="38100"/>
                </a:lnTo>
                <a:lnTo>
                  <a:pt x="0" y="0"/>
                </a:lnTo>
                <a:lnTo>
                  <a:pt x="38100" y="0"/>
                </a:lnTo>
                <a:lnTo>
                  <a:pt x="38100" y="381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/>
          <p:nvPr/>
        </p:nvSpPr>
        <p:spPr>
          <a:xfrm>
            <a:off x="3091865" y="5103024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38100" y="38100"/>
                </a:moveTo>
                <a:lnTo>
                  <a:pt x="0" y="38100"/>
                </a:lnTo>
                <a:lnTo>
                  <a:pt x="0" y="0"/>
                </a:lnTo>
                <a:lnTo>
                  <a:pt x="38100" y="0"/>
                </a:lnTo>
                <a:lnTo>
                  <a:pt x="38100" y="381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4" name="object 64"/>
          <p:cNvSpPr/>
          <p:nvPr/>
        </p:nvSpPr>
        <p:spPr>
          <a:xfrm>
            <a:off x="3091865" y="5026824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38100" y="38100"/>
                </a:moveTo>
                <a:lnTo>
                  <a:pt x="0" y="38100"/>
                </a:lnTo>
                <a:lnTo>
                  <a:pt x="0" y="0"/>
                </a:lnTo>
                <a:lnTo>
                  <a:pt x="38100" y="0"/>
                </a:lnTo>
                <a:lnTo>
                  <a:pt x="38100" y="381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5" name="object 65"/>
          <p:cNvSpPr/>
          <p:nvPr/>
        </p:nvSpPr>
        <p:spPr>
          <a:xfrm>
            <a:off x="3091865" y="4950624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38100" y="38100"/>
                </a:moveTo>
                <a:lnTo>
                  <a:pt x="0" y="38100"/>
                </a:lnTo>
                <a:lnTo>
                  <a:pt x="0" y="0"/>
                </a:lnTo>
                <a:lnTo>
                  <a:pt x="38100" y="0"/>
                </a:lnTo>
                <a:lnTo>
                  <a:pt x="38100" y="381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6" name="object 66"/>
          <p:cNvSpPr/>
          <p:nvPr/>
        </p:nvSpPr>
        <p:spPr>
          <a:xfrm>
            <a:off x="3091865" y="4874424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38100" y="38100"/>
                </a:moveTo>
                <a:lnTo>
                  <a:pt x="0" y="38100"/>
                </a:lnTo>
                <a:lnTo>
                  <a:pt x="0" y="0"/>
                </a:lnTo>
                <a:lnTo>
                  <a:pt x="38100" y="0"/>
                </a:lnTo>
                <a:lnTo>
                  <a:pt x="38100" y="381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7" name="object 67"/>
          <p:cNvSpPr/>
          <p:nvPr/>
        </p:nvSpPr>
        <p:spPr>
          <a:xfrm>
            <a:off x="3091865" y="4798224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38100" y="38100"/>
                </a:moveTo>
                <a:lnTo>
                  <a:pt x="0" y="38100"/>
                </a:lnTo>
                <a:lnTo>
                  <a:pt x="0" y="0"/>
                </a:lnTo>
                <a:lnTo>
                  <a:pt x="38100" y="0"/>
                </a:lnTo>
                <a:lnTo>
                  <a:pt x="38100" y="381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8" name="object 68"/>
          <p:cNvSpPr/>
          <p:nvPr/>
        </p:nvSpPr>
        <p:spPr>
          <a:xfrm>
            <a:off x="3091865" y="4722024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38100" y="38100"/>
                </a:moveTo>
                <a:lnTo>
                  <a:pt x="0" y="38100"/>
                </a:lnTo>
                <a:lnTo>
                  <a:pt x="0" y="0"/>
                </a:lnTo>
                <a:lnTo>
                  <a:pt x="38100" y="0"/>
                </a:lnTo>
                <a:lnTo>
                  <a:pt x="38100" y="381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9" name="object 69"/>
          <p:cNvSpPr/>
          <p:nvPr/>
        </p:nvSpPr>
        <p:spPr>
          <a:xfrm>
            <a:off x="3091865" y="4645824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38100" y="38100"/>
                </a:moveTo>
                <a:lnTo>
                  <a:pt x="0" y="38100"/>
                </a:lnTo>
                <a:lnTo>
                  <a:pt x="0" y="0"/>
                </a:lnTo>
                <a:lnTo>
                  <a:pt x="38100" y="0"/>
                </a:lnTo>
                <a:lnTo>
                  <a:pt x="38100" y="381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0" name="object 70"/>
          <p:cNvSpPr/>
          <p:nvPr/>
        </p:nvSpPr>
        <p:spPr>
          <a:xfrm>
            <a:off x="3091865" y="4569624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38100" y="38100"/>
                </a:moveTo>
                <a:lnTo>
                  <a:pt x="0" y="38100"/>
                </a:lnTo>
                <a:lnTo>
                  <a:pt x="0" y="0"/>
                </a:lnTo>
                <a:lnTo>
                  <a:pt x="38100" y="0"/>
                </a:lnTo>
                <a:lnTo>
                  <a:pt x="38100" y="381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1" name="object 71"/>
          <p:cNvSpPr/>
          <p:nvPr/>
        </p:nvSpPr>
        <p:spPr>
          <a:xfrm>
            <a:off x="3091865" y="4493424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38100" y="38100"/>
                </a:moveTo>
                <a:lnTo>
                  <a:pt x="0" y="38100"/>
                </a:lnTo>
                <a:lnTo>
                  <a:pt x="0" y="0"/>
                </a:lnTo>
                <a:lnTo>
                  <a:pt x="38100" y="0"/>
                </a:lnTo>
                <a:lnTo>
                  <a:pt x="38100" y="381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2" name="object 72"/>
          <p:cNvSpPr/>
          <p:nvPr/>
        </p:nvSpPr>
        <p:spPr>
          <a:xfrm>
            <a:off x="3091865" y="4417224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38100" y="38100"/>
                </a:moveTo>
                <a:lnTo>
                  <a:pt x="0" y="38100"/>
                </a:lnTo>
                <a:lnTo>
                  <a:pt x="0" y="0"/>
                </a:lnTo>
                <a:lnTo>
                  <a:pt x="38100" y="0"/>
                </a:lnTo>
                <a:lnTo>
                  <a:pt x="38100" y="381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3" name="object 73"/>
          <p:cNvSpPr/>
          <p:nvPr/>
        </p:nvSpPr>
        <p:spPr>
          <a:xfrm>
            <a:off x="3091865" y="4341024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38100" y="38100"/>
                </a:moveTo>
                <a:lnTo>
                  <a:pt x="0" y="38100"/>
                </a:lnTo>
                <a:lnTo>
                  <a:pt x="0" y="0"/>
                </a:lnTo>
                <a:lnTo>
                  <a:pt x="38100" y="0"/>
                </a:lnTo>
                <a:lnTo>
                  <a:pt x="38100" y="381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4" name="object 74"/>
          <p:cNvSpPr/>
          <p:nvPr/>
        </p:nvSpPr>
        <p:spPr>
          <a:xfrm>
            <a:off x="3091865" y="4264824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38100" y="38100"/>
                </a:moveTo>
                <a:lnTo>
                  <a:pt x="0" y="38100"/>
                </a:lnTo>
                <a:lnTo>
                  <a:pt x="0" y="0"/>
                </a:lnTo>
                <a:lnTo>
                  <a:pt x="38100" y="0"/>
                </a:lnTo>
                <a:lnTo>
                  <a:pt x="38100" y="381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5" name="object 75"/>
          <p:cNvSpPr/>
          <p:nvPr/>
        </p:nvSpPr>
        <p:spPr>
          <a:xfrm>
            <a:off x="3091865" y="4188624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38100" y="38100"/>
                </a:moveTo>
                <a:lnTo>
                  <a:pt x="0" y="38100"/>
                </a:lnTo>
                <a:lnTo>
                  <a:pt x="0" y="0"/>
                </a:lnTo>
                <a:lnTo>
                  <a:pt x="38100" y="0"/>
                </a:lnTo>
                <a:lnTo>
                  <a:pt x="38100" y="381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6" name="object 76"/>
          <p:cNvSpPr/>
          <p:nvPr/>
        </p:nvSpPr>
        <p:spPr>
          <a:xfrm>
            <a:off x="3091865" y="4112424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38100" y="38100"/>
                </a:moveTo>
                <a:lnTo>
                  <a:pt x="0" y="38100"/>
                </a:lnTo>
                <a:lnTo>
                  <a:pt x="0" y="0"/>
                </a:lnTo>
                <a:lnTo>
                  <a:pt x="38100" y="0"/>
                </a:lnTo>
                <a:lnTo>
                  <a:pt x="38100" y="381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7" name="object 77"/>
          <p:cNvSpPr/>
          <p:nvPr/>
        </p:nvSpPr>
        <p:spPr>
          <a:xfrm>
            <a:off x="3091865" y="4036224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38100" y="38100"/>
                </a:moveTo>
                <a:lnTo>
                  <a:pt x="0" y="38100"/>
                </a:lnTo>
                <a:lnTo>
                  <a:pt x="0" y="0"/>
                </a:lnTo>
                <a:lnTo>
                  <a:pt x="38100" y="0"/>
                </a:lnTo>
                <a:lnTo>
                  <a:pt x="38100" y="381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8" name="object 78"/>
          <p:cNvSpPr/>
          <p:nvPr/>
        </p:nvSpPr>
        <p:spPr>
          <a:xfrm>
            <a:off x="3091865" y="3960024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38100" y="38100"/>
                </a:moveTo>
                <a:lnTo>
                  <a:pt x="0" y="38100"/>
                </a:lnTo>
                <a:lnTo>
                  <a:pt x="0" y="0"/>
                </a:lnTo>
                <a:lnTo>
                  <a:pt x="38100" y="0"/>
                </a:lnTo>
                <a:lnTo>
                  <a:pt x="38100" y="381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9" name="object 79"/>
          <p:cNvSpPr/>
          <p:nvPr/>
        </p:nvSpPr>
        <p:spPr>
          <a:xfrm>
            <a:off x="3091865" y="3883824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38100" y="38100"/>
                </a:moveTo>
                <a:lnTo>
                  <a:pt x="0" y="38100"/>
                </a:lnTo>
                <a:lnTo>
                  <a:pt x="0" y="0"/>
                </a:lnTo>
                <a:lnTo>
                  <a:pt x="38100" y="0"/>
                </a:lnTo>
                <a:lnTo>
                  <a:pt x="38100" y="381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0" name="object 80"/>
          <p:cNvSpPr/>
          <p:nvPr/>
        </p:nvSpPr>
        <p:spPr>
          <a:xfrm>
            <a:off x="3091865" y="3807624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38100" y="38100"/>
                </a:moveTo>
                <a:lnTo>
                  <a:pt x="0" y="38100"/>
                </a:lnTo>
                <a:lnTo>
                  <a:pt x="0" y="0"/>
                </a:lnTo>
                <a:lnTo>
                  <a:pt x="38100" y="0"/>
                </a:lnTo>
                <a:lnTo>
                  <a:pt x="38100" y="381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1" name="object 81"/>
          <p:cNvSpPr/>
          <p:nvPr/>
        </p:nvSpPr>
        <p:spPr>
          <a:xfrm>
            <a:off x="3091865" y="3731424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38100" y="38100"/>
                </a:moveTo>
                <a:lnTo>
                  <a:pt x="0" y="38100"/>
                </a:lnTo>
                <a:lnTo>
                  <a:pt x="0" y="0"/>
                </a:lnTo>
                <a:lnTo>
                  <a:pt x="38100" y="0"/>
                </a:lnTo>
                <a:lnTo>
                  <a:pt x="38100" y="381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2" name="object 82"/>
          <p:cNvSpPr/>
          <p:nvPr/>
        </p:nvSpPr>
        <p:spPr>
          <a:xfrm>
            <a:off x="3091865" y="3655224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38100" y="38100"/>
                </a:moveTo>
                <a:lnTo>
                  <a:pt x="0" y="38100"/>
                </a:lnTo>
                <a:lnTo>
                  <a:pt x="0" y="0"/>
                </a:lnTo>
                <a:lnTo>
                  <a:pt x="38100" y="0"/>
                </a:lnTo>
                <a:lnTo>
                  <a:pt x="38100" y="381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3" name="object 83"/>
          <p:cNvSpPr/>
          <p:nvPr/>
        </p:nvSpPr>
        <p:spPr>
          <a:xfrm>
            <a:off x="3091865" y="3579024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38100" y="38100"/>
                </a:moveTo>
                <a:lnTo>
                  <a:pt x="0" y="38100"/>
                </a:lnTo>
                <a:lnTo>
                  <a:pt x="0" y="0"/>
                </a:lnTo>
                <a:lnTo>
                  <a:pt x="38100" y="0"/>
                </a:lnTo>
                <a:lnTo>
                  <a:pt x="38100" y="381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4" name="object 84"/>
          <p:cNvSpPr/>
          <p:nvPr/>
        </p:nvSpPr>
        <p:spPr>
          <a:xfrm>
            <a:off x="3091865" y="3502824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38100" y="38100"/>
                </a:moveTo>
                <a:lnTo>
                  <a:pt x="0" y="38100"/>
                </a:lnTo>
                <a:lnTo>
                  <a:pt x="0" y="0"/>
                </a:lnTo>
                <a:lnTo>
                  <a:pt x="38100" y="0"/>
                </a:lnTo>
                <a:lnTo>
                  <a:pt x="38100" y="381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5" name="object 85"/>
          <p:cNvSpPr/>
          <p:nvPr/>
        </p:nvSpPr>
        <p:spPr>
          <a:xfrm>
            <a:off x="3091865" y="3426624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38100" y="38100"/>
                </a:moveTo>
                <a:lnTo>
                  <a:pt x="0" y="38100"/>
                </a:lnTo>
                <a:lnTo>
                  <a:pt x="0" y="0"/>
                </a:lnTo>
                <a:lnTo>
                  <a:pt x="38100" y="0"/>
                </a:lnTo>
                <a:lnTo>
                  <a:pt x="38100" y="381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6" name="object 86"/>
          <p:cNvSpPr/>
          <p:nvPr/>
        </p:nvSpPr>
        <p:spPr>
          <a:xfrm>
            <a:off x="3091865" y="3350424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38100" y="38100"/>
                </a:moveTo>
                <a:lnTo>
                  <a:pt x="0" y="38100"/>
                </a:lnTo>
                <a:lnTo>
                  <a:pt x="0" y="0"/>
                </a:lnTo>
                <a:lnTo>
                  <a:pt x="38100" y="0"/>
                </a:lnTo>
                <a:lnTo>
                  <a:pt x="38100" y="381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7" name="object 87"/>
          <p:cNvSpPr/>
          <p:nvPr/>
        </p:nvSpPr>
        <p:spPr>
          <a:xfrm>
            <a:off x="3091865" y="3274224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38100" y="38100"/>
                </a:moveTo>
                <a:lnTo>
                  <a:pt x="0" y="38100"/>
                </a:lnTo>
                <a:lnTo>
                  <a:pt x="0" y="0"/>
                </a:lnTo>
                <a:lnTo>
                  <a:pt x="38100" y="0"/>
                </a:lnTo>
                <a:lnTo>
                  <a:pt x="38100" y="381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8" name="object 88"/>
          <p:cNvSpPr/>
          <p:nvPr/>
        </p:nvSpPr>
        <p:spPr>
          <a:xfrm>
            <a:off x="3091865" y="3198025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38100" y="38100"/>
                </a:moveTo>
                <a:lnTo>
                  <a:pt x="0" y="38100"/>
                </a:lnTo>
                <a:lnTo>
                  <a:pt x="0" y="0"/>
                </a:lnTo>
                <a:lnTo>
                  <a:pt x="38100" y="0"/>
                </a:lnTo>
                <a:lnTo>
                  <a:pt x="38100" y="381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9" name="object 89"/>
          <p:cNvSpPr/>
          <p:nvPr/>
        </p:nvSpPr>
        <p:spPr>
          <a:xfrm>
            <a:off x="3091865" y="3121825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38100" y="38100"/>
                </a:moveTo>
                <a:lnTo>
                  <a:pt x="0" y="38100"/>
                </a:lnTo>
                <a:lnTo>
                  <a:pt x="0" y="0"/>
                </a:lnTo>
                <a:lnTo>
                  <a:pt x="38100" y="0"/>
                </a:lnTo>
                <a:lnTo>
                  <a:pt x="38100" y="381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0" name="object 90"/>
          <p:cNvSpPr/>
          <p:nvPr/>
        </p:nvSpPr>
        <p:spPr>
          <a:xfrm>
            <a:off x="3091865" y="3045625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38100" y="38100"/>
                </a:moveTo>
                <a:lnTo>
                  <a:pt x="0" y="38100"/>
                </a:lnTo>
                <a:lnTo>
                  <a:pt x="0" y="0"/>
                </a:lnTo>
                <a:lnTo>
                  <a:pt x="38100" y="0"/>
                </a:lnTo>
                <a:lnTo>
                  <a:pt x="38100" y="381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1" name="object 91"/>
          <p:cNvSpPr/>
          <p:nvPr/>
        </p:nvSpPr>
        <p:spPr>
          <a:xfrm>
            <a:off x="3091865" y="2969425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38100" y="38100"/>
                </a:moveTo>
                <a:lnTo>
                  <a:pt x="0" y="38100"/>
                </a:lnTo>
                <a:lnTo>
                  <a:pt x="0" y="0"/>
                </a:lnTo>
                <a:lnTo>
                  <a:pt x="38100" y="0"/>
                </a:lnTo>
                <a:lnTo>
                  <a:pt x="38100" y="381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2" name="object 92"/>
          <p:cNvSpPr/>
          <p:nvPr/>
        </p:nvSpPr>
        <p:spPr>
          <a:xfrm>
            <a:off x="3091865" y="2893225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38100" y="38100"/>
                </a:moveTo>
                <a:lnTo>
                  <a:pt x="0" y="38100"/>
                </a:lnTo>
                <a:lnTo>
                  <a:pt x="0" y="0"/>
                </a:lnTo>
                <a:lnTo>
                  <a:pt x="38100" y="0"/>
                </a:lnTo>
                <a:lnTo>
                  <a:pt x="38100" y="381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3" name="object 93"/>
          <p:cNvSpPr/>
          <p:nvPr/>
        </p:nvSpPr>
        <p:spPr>
          <a:xfrm>
            <a:off x="3091865" y="2817025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38100" y="38100"/>
                </a:moveTo>
                <a:lnTo>
                  <a:pt x="0" y="38100"/>
                </a:lnTo>
                <a:lnTo>
                  <a:pt x="0" y="0"/>
                </a:lnTo>
                <a:lnTo>
                  <a:pt x="38100" y="0"/>
                </a:lnTo>
                <a:lnTo>
                  <a:pt x="38100" y="381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4" name="object 94"/>
          <p:cNvSpPr/>
          <p:nvPr/>
        </p:nvSpPr>
        <p:spPr>
          <a:xfrm>
            <a:off x="3091865" y="2740825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38100" y="38100"/>
                </a:moveTo>
                <a:lnTo>
                  <a:pt x="0" y="38100"/>
                </a:lnTo>
                <a:lnTo>
                  <a:pt x="0" y="0"/>
                </a:lnTo>
                <a:lnTo>
                  <a:pt x="38100" y="0"/>
                </a:lnTo>
                <a:lnTo>
                  <a:pt x="38100" y="381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5" name="object 95"/>
          <p:cNvSpPr/>
          <p:nvPr/>
        </p:nvSpPr>
        <p:spPr>
          <a:xfrm>
            <a:off x="3091865" y="2664625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38100" y="38100"/>
                </a:moveTo>
                <a:lnTo>
                  <a:pt x="0" y="38100"/>
                </a:lnTo>
                <a:lnTo>
                  <a:pt x="0" y="0"/>
                </a:lnTo>
                <a:lnTo>
                  <a:pt x="38100" y="0"/>
                </a:lnTo>
                <a:lnTo>
                  <a:pt x="38100" y="381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6" name="object 96"/>
          <p:cNvSpPr/>
          <p:nvPr/>
        </p:nvSpPr>
        <p:spPr>
          <a:xfrm>
            <a:off x="3091865" y="2588425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38100" y="38100"/>
                </a:moveTo>
                <a:lnTo>
                  <a:pt x="0" y="38100"/>
                </a:lnTo>
                <a:lnTo>
                  <a:pt x="0" y="0"/>
                </a:lnTo>
                <a:lnTo>
                  <a:pt x="38100" y="0"/>
                </a:lnTo>
                <a:lnTo>
                  <a:pt x="38100" y="381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7" name="object 97"/>
          <p:cNvSpPr/>
          <p:nvPr/>
        </p:nvSpPr>
        <p:spPr>
          <a:xfrm>
            <a:off x="3091865" y="2512225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38100" y="38100"/>
                </a:moveTo>
                <a:lnTo>
                  <a:pt x="0" y="38100"/>
                </a:lnTo>
                <a:lnTo>
                  <a:pt x="0" y="0"/>
                </a:lnTo>
                <a:lnTo>
                  <a:pt x="38100" y="0"/>
                </a:lnTo>
                <a:lnTo>
                  <a:pt x="38100" y="381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8" name="object 98"/>
          <p:cNvSpPr/>
          <p:nvPr/>
        </p:nvSpPr>
        <p:spPr>
          <a:xfrm>
            <a:off x="3091865" y="2436025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38100" y="38100"/>
                </a:moveTo>
                <a:lnTo>
                  <a:pt x="0" y="38100"/>
                </a:lnTo>
                <a:lnTo>
                  <a:pt x="0" y="0"/>
                </a:lnTo>
                <a:lnTo>
                  <a:pt x="38100" y="0"/>
                </a:lnTo>
                <a:lnTo>
                  <a:pt x="38100" y="381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9" name="object 99"/>
          <p:cNvSpPr/>
          <p:nvPr/>
        </p:nvSpPr>
        <p:spPr>
          <a:xfrm>
            <a:off x="3091865" y="2359825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38100" y="38100"/>
                </a:moveTo>
                <a:lnTo>
                  <a:pt x="0" y="38100"/>
                </a:lnTo>
                <a:lnTo>
                  <a:pt x="0" y="0"/>
                </a:lnTo>
                <a:lnTo>
                  <a:pt x="38100" y="0"/>
                </a:lnTo>
                <a:lnTo>
                  <a:pt x="38100" y="381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0" name="object 100"/>
          <p:cNvSpPr/>
          <p:nvPr/>
        </p:nvSpPr>
        <p:spPr>
          <a:xfrm>
            <a:off x="3091865" y="2312352"/>
            <a:ext cx="38100" cy="9525"/>
          </a:xfrm>
          <a:custGeom>
            <a:avLst/>
            <a:gdLst/>
            <a:ahLst/>
            <a:cxnLst/>
            <a:rect l="l" t="t" r="r" b="b"/>
            <a:pathLst>
              <a:path w="38100" h="9525">
                <a:moveTo>
                  <a:pt x="38100" y="9372"/>
                </a:moveTo>
                <a:lnTo>
                  <a:pt x="0" y="9372"/>
                </a:lnTo>
                <a:lnTo>
                  <a:pt x="0" y="0"/>
                </a:lnTo>
                <a:lnTo>
                  <a:pt x="38100" y="0"/>
                </a:lnTo>
                <a:lnTo>
                  <a:pt x="38100" y="937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1" name="object 101"/>
          <p:cNvSpPr/>
          <p:nvPr/>
        </p:nvSpPr>
        <p:spPr>
          <a:xfrm>
            <a:off x="873505" y="5482971"/>
            <a:ext cx="4639310" cy="114300"/>
          </a:xfrm>
          <a:custGeom>
            <a:avLst/>
            <a:gdLst/>
            <a:ahLst/>
            <a:cxnLst/>
            <a:rect l="l" t="t" r="r" b="b"/>
            <a:pathLst>
              <a:path w="4639310" h="114300">
                <a:moveTo>
                  <a:pt x="4448403" y="114300"/>
                </a:moveTo>
                <a:lnTo>
                  <a:pt x="4448403" y="0"/>
                </a:lnTo>
                <a:lnTo>
                  <a:pt x="4575403" y="38100"/>
                </a:lnTo>
                <a:lnTo>
                  <a:pt x="4496028" y="38100"/>
                </a:lnTo>
                <a:lnTo>
                  <a:pt x="4496028" y="76200"/>
                </a:lnTo>
                <a:lnTo>
                  <a:pt x="4575403" y="76200"/>
                </a:lnTo>
                <a:lnTo>
                  <a:pt x="4448403" y="114300"/>
                </a:lnTo>
                <a:close/>
              </a:path>
              <a:path w="4639310" h="114300">
                <a:moveTo>
                  <a:pt x="4448403" y="76200"/>
                </a:moveTo>
                <a:lnTo>
                  <a:pt x="0" y="76200"/>
                </a:lnTo>
                <a:lnTo>
                  <a:pt x="0" y="38100"/>
                </a:lnTo>
                <a:lnTo>
                  <a:pt x="4448403" y="38100"/>
                </a:lnTo>
                <a:lnTo>
                  <a:pt x="4448403" y="76200"/>
                </a:lnTo>
                <a:close/>
              </a:path>
              <a:path w="4639310" h="114300">
                <a:moveTo>
                  <a:pt x="4575403" y="76200"/>
                </a:moveTo>
                <a:lnTo>
                  <a:pt x="4496028" y="76200"/>
                </a:lnTo>
                <a:lnTo>
                  <a:pt x="4496028" y="38100"/>
                </a:lnTo>
                <a:lnTo>
                  <a:pt x="4575403" y="38100"/>
                </a:lnTo>
                <a:lnTo>
                  <a:pt x="4638903" y="57150"/>
                </a:lnTo>
                <a:lnTo>
                  <a:pt x="4575403" y="762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2" name="object 102"/>
          <p:cNvSpPr/>
          <p:nvPr/>
        </p:nvSpPr>
        <p:spPr>
          <a:xfrm>
            <a:off x="949375" y="4713846"/>
            <a:ext cx="4631690" cy="114300"/>
          </a:xfrm>
          <a:custGeom>
            <a:avLst/>
            <a:gdLst/>
            <a:ahLst/>
            <a:cxnLst/>
            <a:rect l="l" t="t" r="r" b="b"/>
            <a:pathLst>
              <a:path w="4631690" h="114300">
                <a:moveTo>
                  <a:pt x="4440593" y="114300"/>
                </a:moveTo>
                <a:lnTo>
                  <a:pt x="4440593" y="0"/>
                </a:lnTo>
                <a:lnTo>
                  <a:pt x="4567593" y="38100"/>
                </a:lnTo>
                <a:lnTo>
                  <a:pt x="4488218" y="38100"/>
                </a:lnTo>
                <a:lnTo>
                  <a:pt x="4488218" y="76200"/>
                </a:lnTo>
                <a:lnTo>
                  <a:pt x="4567593" y="76200"/>
                </a:lnTo>
                <a:lnTo>
                  <a:pt x="4440593" y="114300"/>
                </a:lnTo>
                <a:close/>
              </a:path>
              <a:path w="4631690" h="114300">
                <a:moveTo>
                  <a:pt x="4440593" y="76200"/>
                </a:moveTo>
                <a:lnTo>
                  <a:pt x="0" y="76200"/>
                </a:lnTo>
                <a:lnTo>
                  <a:pt x="0" y="38100"/>
                </a:lnTo>
                <a:lnTo>
                  <a:pt x="4440593" y="38100"/>
                </a:lnTo>
                <a:lnTo>
                  <a:pt x="4440593" y="76200"/>
                </a:lnTo>
                <a:close/>
              </a:path>
              <a:path w="4631690" h="114300">
                <a:moveTo>
                  <a:pt x="4567593" y="76200"/>
                </a:moveTo>
                <a:lnTo>
                  <a:pt x="4488218" y="76200"/>
                </a:lnTo>
                <a:lnTo>
                  <a:pt x="4488218" y="38100"/>
                </a:lnTo>
                <a:lnTo>
                  <a:pt x="4567593" y="38100"/>
                </a:lnTo>
                <a:lnTo>
                  <a:pt x="4631093" y="57150"/>
                </a:lnTo>
                <a:lnTo>
                  <a:pt x="4567593" y="762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3" name="object 103"/>
          <p:cNvSpPr/>
          <p:nvPr/>
        </p:nvSpPr>
        <p:spPr>
          <a:xfrm>
            <a:off x="868019" y="4060926"/>
            <a:ext cx="4631690" cy="114300"/>
          </a:xfrm>
          <a:custGeom>
            <a:avLst/>
            <a:gdLst/>
            <a:ahLst/>
            <a:cxnLst/>
            <a:rect l="l" t="t" r="r" b="b"/>
            <a:pathLst>
              <a:path w="4631690" h="114300">
                <a:moveTo>
                  <a:pt x="4440593" y="114300"/>
                </a:moveTo>
                <a:lnTo>
                  <a:pt x="4440593" y="0"/>
                </a:lnTo>
                <a:lnTo>
                  <a:pt x="4567593" y="38100"/>
                </a:lnTo>
                <a:lnTo>
                  <a:pt x="4488218" y="38100"/>
                </a:lnTo>
                <a:lnTo>
                  <a:pt x="4488218" y="76200"/>
                </a:lnTo>
                <a:lnTo>
                  <a:pt x="4567593" y="76200"/>
                </a:lnTo>
                <a:lnTo>
                  <a:pt x="4440593" y="114300"/>
                </a:lnTo>
                <a:close/>
              </a:path>
              <a:path w="4631690" h="114300">
                <a:moveTo>
                  <a:pt x="4440593" y="76200"/>
                </a:moveTo>
                <a:lnTo>
                  <a:pt x="0" y="76200"/>
                </a:lnTo>
                <a:lnTo>
                  <a:pt x="0" y="38100"/>
                </a:lnTo>
                <a:lnTo>
                  <a:pt x="4440593" y="38100"/>
                </a:lnTo>
                <a:lnTo>
                  <a:pt x="4440593" y="76200"/>
                </a:lnTo>
                <a:close/>
              </a:path>
              <a:path w="4631690" h="114300">
                <a:moveTo>
                  <a:pt x="4567593" y="76200"/>
                </a:moveTo>
                <a:lnTo>
                  <a:pt x="4488218" y="76200"/>
                </a:lnTo>
                <a:lnTo>
                  <a:pt x="4488218" y="38100"/>
                </a:lnTo>
                <a:lnTo>
                  <a:pt x="4567593" y="38100"/>
                </a:lnTo>
                <a:lnTo>
                  <a:pt x="4631093" y="57150"/>
                </a:lnTo>
                <a:lnTo>
                  <a:pt x="4567593" y="762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4" name="object 104"/>
          <p:cNvSpPr/>
          <p:nvPr/>
        </p:nvSpPr>
        <p:spPr>
          <a:xfrm>
            <a:off x="886802" y="3336772"/>
            <a:ext cx="4625340" cy="114300"/>
          </a:xfrm>
          <a:custGeom>
            <a:avLst/>
            <a:gdLst/>
            <a:ahLst/>
            <a:cxnLst/>
            <a:rect l="l" t="t" r="r" b="b"/>
            <a:pathLst>
              <a:path w="4625340" h="114300">
                <a:moveTo>
                  <a:pt x="4434332" y="114300"/>
                </a:moveTo>
                <a:lnTo>
                  <a:pt x="4434332" y="0"/>
                </a:lnTo>
                <a:lnTo>
                  <a:pt x="4561332" y="38100"/>
                </a:lnTo>
                <a:lnTo>
                  <a:pt x="4481957" y="38100"/>
                </a:lnTo>
                <a:lnTo>
                  <a:pt x="4481957" y="76200"/>
                </a:lnTo>
                <a:lnTo>
                  <a:pt x="4561332" y="76200"/>
                </a:lnTo>
                <a:lnTo>
                  <a:pt x="4434332" y="114300"/>
                </a:lnTo>
                <a:close/>
              </a:path>
              <a:path w="4625340" h="114300">
                <a:moveTo>
                  <a:pt x="4434332" y="76200"/>
                </a:moveTo>
                <a:lnTo>
                  <a:pt x="0" y="76200"/>
                </a:lnTo>
                <a:lnTo>
                  <a:pt x="0" y="38100"/>
                </a:lnTo>
                <a:lnTo>
                  <a:pt x="4434332" y="38100"/>
                </a:lnTo>
                <a:lnTo>
                  <a:pt x="4434332" y="76200"/>
                </a:lnTo>
                <a:close/>
              </a:path>
              <a:path w="4625340" h="114300">
                <a:moveTo>
                  <a:pt x="4561332" y="76200"/>
                </a:moveTo>
                <a:lnTo>
                  <a:pt x="4481957" y="76200"/>
                </a:lnTo>
                <a:lnTo>
                  <a:pt x="4481957" y="38100"/>
                </a:lnTo>
                <a:lnTo>
                  <a:pt x="4561332" y="38100"/>
                </a:lnTo>
                <a:lnTo>
                  <a:pt x="4624832" y="57150"/>
                </a:lnTo>
                <a:lnTo>
                  <a:pt x="4561332" y="762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5" name="object 105"/>
          <p:cNvSpPr/>
          <p:nvPr/>
        </p:nvSpPr>
        <p:spPr>
          <a:xfrm>
            <a:off x="867968" y="2689072"/>
            <a:ext cx="4639310" cy="114300"/>
          </a:xfrm>
          <a:custGeom>
            <a:avLst/>
            <a:gdLst/>
            <a:ahLst/>
            <a:cxnLst/>
            <a:rect l="l" t="t" r="r" b="b"/>
            <a:pathLst>
              <a:path w="4639310" h="114300">
                <a:moveTo>
                  <a:pt x="4576289" y="76352"/>
                </a:moveTo>
                <a:lnTo>
                  <a:pt x="4496028" y="76352"/>
                </a:lnTo>
                <a:lnTo>
                  <a:pt x="4496155" y="38252"/>
                </a:lnTo>
                <a:lnTo>
                  <a:pt x="4448530" y="38096"/>
                </a:lnTo>
                <a:lnTo>
                  <a:pt x="4448657" y="0"/>
                </a:lnTo>
                <a:lnTo>
                  <a:pt x="4638967" y="57772"/>
                </a:lnTo>
                <a:lnTo>
                  <a:pt x="4576289" y="76352"/>
                </a:lnTo>
                <a:close/>
              </a:path>
              <a:path w="4639310" h="114300">
                <a:moveTo>
                  <a:pt x="4448403" y="76196"/>
                </a:moveTo>
                <a:lnTo>
                  <a:pt x="0" y="61645"/>
                </a:lnTo>
                <a:lnTo>
                  <a:pt x="114" y="23545"/>
                </a:lnTo>
                <a:lnTo>
                  <a:pt x="4448530" y="38096"/>
                </a:lnTo>
                <a:lnTo>
                  <a:pt x="4448403" y="76196"/>
                </a:lnTo>
                <a:close/>
              </a:path>
              <a:path w="4639310" h="114300">
                <a:moveTo>
                  <a:pt x="4496028" y="76352"/>
                </a:moveTo>
                <a:lnTo>
                  <a:pt x="4448403" y="76196"/>
                </a:lnTo>
                <a:lnTo>
                  <a:pt x="4448530" y="38096"/>
                </a:lnTo>
                <a:lnTo>
                  <a:pt x="4496155" y="38252"/>
                </a:lnTo>
                <a:lnTo>
                  <a:pt x="4496028" y="76352"/>
                </a:lnTo>
                <a:close/>
              </a:path>
              <a:path w="4639310" h="114300">
                <a:moveTo>
                  <a:pt x="4448276" y="114300"/>
                </a:moveTo>
                <a:lnTo>
                  <a:pt x="4448403" y="76196"/>
                </a:lnTo>
                <a:lnTo>
                  <a:pt x="4576289" y="76352"/>
                </a:lnTo>
                <a:lnTo>
                  <a:pt x="4448276" y="1143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6" name="object 106"/>
          <p:cNvSpPr/>
          <p:nvPr/>
        </p:nvSpPr>
        <p:spPr>
          <a:xfrm>
            <a:off x="943902" y="6119533"/>
            <a:ext cx="4639310" cy="114300"/>
          </a:xfrm>
          <a:custGeom>
            <a:avLst/>
            <a:gdLst/>
            <a:ahLst/>
            <a:cxnLst/>
            <a:rect l="l" t="t" r="r" b="b"/>
            <a:pathLst>
              <a:path w="4639310" h="114300">
                <a:moveTo>
                  <a:pt x="4448416" y="114300"/>
                </a:moveTo>
                <a:lnTo>
                  <a:pt x="4448416" y="0"/>
                </a:lnTo>
                <a:lnTo>
                  <a:pt x="4575416" y="38100"/>
                </a:lnTo>
                <a:lnTo>
                  <a:pt x="4496041" y="38100"/>
                </a:lnTo>
                <a:lnTo>
                  <a:pt x="4496041" y="76200"/>
                </a:lnTo>
                <a:lnTo>
                  <a:pt x="4575416" y="76200"/>
                </a:lnTo>
                <a:lnTo>
                  <a:pt x="4448416" y="114300"/>
                </a:lnTo>
                <a:close/>
              </a:path>
              <a:path w="4639310" h="114300">
                <a:moveTo>
                  <a:pt x="4448416" y="76200"/>
                </a:moveTo>
                <a:lnTo>
                  <a:pt x="0" y="76200"/>
                </a:lnTo>
                <a:lnTo>
                  <a:pt x="0" y="38100"/>
                </a:lnTo>
                <a:lnTo>
                  <a:pt x="4448416" y="38100"/>
                </a:lnTo>
                <a:lnTo>
                  <a:pt x="4448416" y="76200"/>
                </a:lnTo>
                <a:close/>
              </a:path>
              <a:path w="4639310" h="114300">
                <a:moveTo>
                  <a:pt x="4575416" y="76200"/>
                </a:moveTo>
                <a:lnTo>
                  <a:pt x="4496041" y="76200"/>
                </a:lnTo>
                <a:lnTo>
                  <a:pt x="4496041" y="38100"/>
                </a:lnTo>
                <a:lnTo>
                  <a:pt x="4575416" y="38100"/>
                </a:lnTo>
                <a:lnTo>
                  <a:pt x="4638916" y="57150"/>
                </a:lnTo>
                <a:lnTo>
                  <a:pt x="4575416" y="762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7" name="object 107"/>
          <p:cNvSpPr/>
          <p:nvPr/>
        </p:nvSpPr>
        <p:spPr>
          <a:xfrm>
            <a:off x="3305009" y="2413482"/>
            <a:ext cx="794588" cy="301231"/>
          </a:xfrm>
          <a:prstGeom prst="rect">
            <a:avLst/>
          </a:prstGeom>
          <a:blipFill>
            <a:blip r:embed="rId3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8" name="object 108"/>
          <p:cNvSpPr/>
          <p:nvPr/>
        </p:nvSpPr>
        <p:spPr>
          <a:xfrm>
            <a:off x="4481741" y="3742537"/>
            <a:ext cx="171450" cy="1043940"/>
          </a:xfrm>
          <a:custGeom>
            <a:avLst/>
            <a:gdLst/>
            <a:ahLst/>
            <a:cxnLst/>
            <a:rect l="l" t="t" r="r" b="b"/>
            <a:pathLst>
              <a:path w="171450" h="1043939">
                <a:moveTo>
                  <a:pt x="0" y="173342"/>
                </a:moveTo>
                <a:lnTo>
                  <a:pt x="81838" y="0"/>
                </a:lnTo>
                <a:lnTo>
                  <a:pt x="149441" y="127901"/>
                </a:lnTo>
                <a:lnTo>
                  <a:pt x="113309" y="127901"/>
                </a:lnTo>
                <a:lnTo>
                  <a:pt x="56172" y="129197"/>
                </a:lnTo>
                <a:lnTo>
                  <a:pt x="57139" y="172051"/>
                </a:lnTo>
                <a:lnTo>
                  <a:pt x="0" y="173342"/>
                </a:lnTo>
                <a:close/>
              </a:path>
              <a:path w="171450" h="1043939">
                <a:moveTo>
                  <a:pt x="57139" y="172051"/>
                </a:moveTo>
                <a:lnTo>
                  <a:pt x="56172" y="129197"/>
                </a:lnTo>
                <a:lnTo>
                  <a:pt x="113309" y="127901"/>
                </a:lnTo>
                <a:lnTo>
                  <a:pt x="114276" y="170759"/>
                </a:lnTo>
                <a:lnTo>
                  <a:pt x="57139" y="172051"/>
                </a:lnTo>
                <a:close/>
              </a:path>
              <a:path w="171450" h="1043939">
                <a:moveTo>
                  <a:pt x="114276" y="170759"/>
                </a:moveTo>
                <a:lnTo>
                  <a:pt x="113309" y="127901"/>
                </a:lnTo>
                <a:lnTo>
                  <a:pt x="149441" y="127901"/>
                </a:lnTo>
                <a:lnTo>
                  <a:pt x="171411" y="169468"/>
                </a:lnTo>
                <a:lnTo>
                  <a:pt x="114276" y="170759"/>
                </a:lnTo>
                <a:close/>
              </a:path>
              <a:path w="171450" h="1043939">
                <a:moveTo>
                  <a:pt x="76822" y="1043851"/>
                </a:moveTo>
                <a:lnTo>
                  <a:pt x="57139" y="172051"/>
                </a:lnTo>
                <a:lnTo>
                  <a:pt x="114276" y="170759"/>
                </a:lnTo>
                <a:lnTo>
                  <a:pt x="133959" y="1042568"/>
                </a:lnTo>
                <a:lnTo>
                  <a:pt x="76822" y="1043851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9" name="object 109"/>
          <p:cNvSpPr/>
          <p:nvPr/>
        </p:nvSpPr>
        <p:spPr>
          <a:xfrm>
            <a:off x="4563579" y="4698746"/>
            <a:ext cx="653415" cy="171450"/>
          </a:xfrm>
          <a:custGeom>
            <a:avLst/>
            <a:gdLst/>
            <a:ahLst/>
            <a:cxnLst/>
            <a:rect l="l" t="t" r="r" b="b"/>
            <a:pathLst>
              <a:path w="653414" h="171450">
                <a:moveTo>
                  <a:pt x="481660" y="171450"/>
                </a:moveTo>
                <a:lnTo>
                  <a:pt x="481660" y="0"/>
                </a:lnTo>
                <a:lnTo>
                  <a:pt x="595960" y="57150"/>
                </a:lnTo>
                <a:lnTo>
                  <a:pt x="524522" y="57150"/>
                </a:lnTo>
                <a:lnTo>
                  <a:pt x="524522" y="114300"/>
                </a:lnTo>
                <a:lnTo>
                  <a:pt x="595960" y="114300"/>
                </a:lnTo>
                <a:lnTo>
                  <a:pt x="481660" y="171450"/>
                </a:lnTo>
                <a:close/>
              </a:path>
              <a:path w="653414" h="171450">
                <a:moveTo>
                  <a:pt x="481660" y="114300"/>
                </a:moveTo>
                <a:lnTo>
                  <a:pt x="0" y="114300"/>
                </a:lnTo>
                <a:lnTo>
                  <a:pt x="0" y="57150"/>
                </a:lnTo>
                <a:lnTo>
                  <a:pt x="481660" y="57150"/>
                </a:lnTo>
                <a:lnTo>
                  <a:pt x="481660" y="114300"/>
                </a:lnTo>
                <a:close/>
              </a:path>
              <a:path w="653414" h="171450">
                <a:moveTo>
                  <a:pt x="595960" y="114300"/>
                </a:moveTo>
                <a:lnTo>
                  <a:pt x="524522" y="114300"/>
                </a:lnTo>
                <a:lnTo>
                  <a:pt x="524522" y="57150"/>
                </a:lnTo>
                <a:lnTo>
                  <a:pt x="595960" y="57150"/>
                </a:lnTo>
                <a:lnTo>
                  <a:pt x="653110" y="85725"/>
                </a:lnTo>
                <a:lnTo>
                  <a:pt x="595960" y="1143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0" name="object 110"/>
          <p:cNvSpPr/>
          <p:nvPr/>
        </p:nvSpPr>
        <p:spPr>
          <a:xfrm>
            <a:off x="5152783" y="3799992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57150" y="57150"/>
                </a:moveTo>
                <a:lnTo>
                  <a:pt x="0" y="57150"/>
                </a:lnTo>
                <a:lnTo>
                  <a:pt x="0" y="0"/>
                </a:lnTo>
                <a:lnTo>
                  <a:pt x="57150" y="0"/>
                </a:lnTo>
                <a:lnTo>
                  <a:pt x="57150" y="5715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1" name="object 111"/>
          <p:cNvSpPr/>
          <p:nvPr/>
        </p:nvSpPr>
        <p:spPr>
          <a:xfrm>
            <a:off x="5152783" y="3914292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57150" y="57150"/>
                </a:moveTo>
                <a:lnTo>
                  <a:pt x="0" y="57150"/>
                </a:lnTo>
                <a:lnTo>
                  <a:pt x="0" y="0"/>
                </a:lnTo>
                <a:lnTo>
                  <a:pt x="57150" y="0"/>
                </a:lnTo>
                <a:lnTo>
                  <a:pt x="57150" y="5715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2" name="object 112"/>
          <p:cNvSpPr/>
          <p:nvPr/>
        </p:nvSpPr>
        <p:spPr>
          <a:xfrm>
            <a:off x="5152783" y="4028592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57150" y="57150"/>
                </a:moveTo>
                <a:lnTo>
                  <a:pt x="0" y="57150"/>
                </a:lnTo>
                <a:lnTo>
                  <a:pt x="0" y="0"/>
                </a:lnTo>
                <a:lnTo>
                  <a:pt x="57150" y="0"/>
                </a:lnTo>
                <a:lnTo>
                  <a:pt x="57150" y="5715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3" name="object 113"/>
          <p:cNvSpPr/>
          <p:nvPr/>
        </p:nvSpPr>
        <p:spPr>
          <a:xfrm>
            <a:off x="5152783" y="4142892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57150" y="57150"/>
                </a:moveTo>
                <a:lnTo>
                  <a:pt x="0" y="57150"/>
                </a:lnTo>
                <a:lnTo>
                  <a:pt x="0" y="0"/>
                </a:lnTo>
                <a:lnTo>
                  <a:pt x="57150" y="0"/>
                </a:lnTo>
                <a:lnTo>
                  <a:pt x="57150" y="5715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4" name="object 114"/>
          <p:cNvSpPr/>
          <p:nvPr/>
        </p:nvSpPr>
        <p:spPr>
          <a:xfrm>
            <a:off x="5152783" y="4257192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57150" y="57150"/>
                </a:moveTo>
                <a:lnTo>
                  <a:pt x="0" y="57150"/>
                </a:lnTo>
                <a:lnTo>
                  <a:pt x="0" y="0"/>
                </a:lnTo>
                <a:lnTo>
                  <a:pt x="57150" y="0"/>
                </a:lnTo>
                <a:lnTo>
                  <a:pt x="57150" y="5715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5" name="object 115"/>
          <p:cNvSpPr/>
          <p:nvPr/>
        </p:nvSpPr>
        <p:spPr>
          <a:xfrm>
            <a:off x="5152783" y="4371492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57150" y="57150"/>
                </a:moveTo>
                <a:lnTo>
                  <a:pt x="0" y="57150"/>
                </a:lnTo>
                <a:lnTo>
                  <a:pt x="0" y="0"/>
                </a:lnTo>
                <a:lnTo>
                  <a:pt x="57150" y="0"/>
                </a:lnTo>
                <a:lnTo>
                  <a:pt x="57150" y="5715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6" name="object 116"/>
          <p:cNvSpPr/>
          <p:nvPr/>
        </p:nvSpPr>
        <p:spPr>
          <a:xfrm>
            <a:off x="5152783" y="4485792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57150" y="57150"/>
                </a:moveTo>
                <a:lnTo>
                  <a:pt x="0" y="57150"/>
                </a:lnTo>
                <a:lnTo>
                  <a:pt x="0" y="0"/>
                </a:lnTo>
                <a:lnTo>
                  <a:pt x="57150" y="0"/>
                </a:lnTo>
                <a:lnTo>
                  <a:pt x="57150" y="5715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7" name="object 117"/>
          <p:cNvSpPr/>
          <p:nvPr/>
        </p:nvSpPr>
        <p:spPr>
          <a:xfrm>
            <a:off x="5152783" y="4600092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57150" y="57150"/>
                </a:moveTo>
                <a:lnTo>
                  <a:pt x="0" y="57150"/>
                </a:lnTo>
                <a:lnTo>
                  <a:pt x="0" y="0"/>
                </a:lnTo>
                <a:lnTo>
                  <a:pt x="57150" y="0"/>
                </a:lnTo>
                <a:lnTo>
                  <a:pt x="57150" y="5715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8" name="object 118"/>
          <p:cNvSpPr/>
          <p:nvPr/>
        </p:nvSpPr>
        <p:spPr>
          <a:xfrm>
            <a:off x="5152783" y="4714392"/>
            <a:ext cx="57150" cy="12700"/>
          </a:xfrm>
          <a:custGeom>
            <a:avLst/>
            <a:gdLst/>
            <a:ahLst/>
            <a:cxnLst/>
            <a:rect l="l" t="t" r="r" b="b"/>
            <a:pathLst>
              <a:path w="57150" h="12700">
                <a:moveTo>
                  <a:pt x="57150" y="12623"/>
                </a:moveTo>
                <a:lnTo>
                  <a:pt x="0" y="12623"/>
                </a:lnTo>
                <a:lnTo>
                  <a:pt x="0" y="0"/>
                </a:lnTo>
                <a:lnTo>
                  <a:pt x="57150" y="0"/>
                </a:lnTo>
                <a:lnTo>
                  <a:pt x="57150" y="12623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9" name="object 119"/>
          <p:cNvSpPr/>
          <p:nvPr/>
        </p:nvSpPr>
        <p:spPr>
          <a:xfrm>
            <a:off x="5100586" y="3713962"/>
            <a:ext cx="57785" cy="57785"/>
          </a:xfrm>
          <a:custGeom>
            <a:avLst/>
            <a:gdLst/>
            <a:ahLst/>
            <a:cxnLst/>
            <a:rect l="l" t="t" r="r" b="b"/>
            <a:pathLst>
              <a:path w="57785" h="57785">
                <a:moveTo>
                  <a:pt x="114" y="57264"/>
                </a:moveTo>
                <a:lnTo>
                  <a:pt x="0" y="114"/>
                </a:lnTo>
                <a:lnTo>
                  <a:pt x="57150" y="0"/>
                </a:lnTo>
                <a:lnTo>
                  <a:pt x="57264" y="57150"/>
                </a:lnTo>
                <a:lnTo>
                  <a:pt x="114" y="57264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0" name="object 120"/>
          <p:cNvSpPr/>
          <p:nvPr/>
        </p:nvSpPr>
        <p:spPr>
          <a:xfrm>
            <a:off x="4986286" y="3714203"/>
            <a:ext cx="57785" cy="57785"/>
          </a:xfrm>
          <a:custGeom>
            <a:avLst/>
            <a:gdLst/>
            <a:ahLst/>
            <a:cxnLst/>
            <a:rect l="l" t="t" r="r" b="b"/>
            <a:pathLst>
              <a:path w="57785" h="57785">
                <a:moveTo>
                  <a:pt x="114" y="57276"/>
                </a:moveTo>
                <a:lnTo>
                  <a:pt x="0" y="126"/>
                </a:lnTo>
                <a:lnTo>
                  <a:pt x="57150" y="0"/>
                </a:lnTo>
                <a:lnTo>
                  <a:pt x="57264" y="57150"/>
                </a:lnTo>
                <a:lnTo>
                  <a:pt x="114" y="57276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1" name="object 121"/>
          <p:cNvSpPr/>
          <p:nvPr/>
        </p:nvSpPr>
        <p:spPr>
          <a:xfrm>
            <a:off x="4871986" y="3714445"/>
            <a:ext cx="57785" cy="57785"/>
          </a:xfrm>
          <a:custGeom>
            <a:avLst/>
            <a:gdLst/>
            <a:ahLst/>
            <a:cxnLst/>
            <a:rect l="l" t="t" r="r" b="b"/>
            <a:pathLst>
              <a:path w="57785" h="57785">
                <a:moveTo>
                  <a:pt x="126" y="57276"/>
                </a:moveTo>
                <a:lnTo>
                  <a:pt x="0" y="126"/>
                </a:lnTo>
                <a:lnTo>
                  <a:pt x="57150" y="0"/>
                </a:lnTo>
                <a:lnTo>
                  <a:pt x="57276" y="57150"/>
                </a:lnTo>
                <a:lnTo>
                  <a:pt x="126" y="57276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2" name="object 122"/>
          <p:cNvSpPr/>
          <p:nvPr/>
        </p:nvSpPr>
        <p:spPr>
          <a:xfrm>
            <a:off x="4757686" y="3714699"/>
            <a:ext cx="57785" cy="57785"/>
          </a:xfrm>
          <a:custGeom>
            <a:avLst/>
            <a:gdLst/>
            <a:ahLst/>
            <a:cxnLst/>
            <a:rect l="l" t="t" r="r" b="b"/>
            <a:pathLst>
              <a:path w="57785" h="57785">
                <a:moveTo>
                  <a:pt x="126" y="57264"/>
                </a:moveTo>
                <a:lnTo>
                  <a:pt x="0" y="114"/>
                </a:lnTo>
                <a:lnTo>
                  <a:pt x="57150" y="0"/>
                </a:lnTo>
                <a:lnTo>
                  <a:pt x="57276" y="57150"/>
                </a:lnTo>
                <a:lnTo>
                  <a:pt x="126" y="57264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3" name="object 123"/>
          <p:cNvSpPr/>
          <p:nvPr/>
        </p:nvSpPr>
        <p:spPr>
          <a:xfrm>
            <a:off x="4643386" y="3714940"/>
            <a:ext cx="57785" cy="57785"/>
          </a:xfrm>
          <a:custGeom>
            <a:avLst/>
            <a:gdLst/>
            <a:ahLst/>
            <a:cxnLst/>
            <a:rect l="l" t="t" r="r" b="b"/>
            <a:pathLst>
              <a:path w="57785" h="57785">
                <a:moveTo>
                  <a:pt x="126" y="57276"/>
                </a:moveTo>
                <a:lnTo>
                  <a:pt x="0" y="126"/>
                </a:lnTo>
                <a:lnTo>
                  <a:pt x="57150" y="0"/>
                </a:lnTo>
                <a:lnTo>
                  <a:pt x="57276" y="57150"/>
                </a:lnTo>
                <a:lnTo>
                  <a:pt x="126" y="57276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4" name="object 124"/>
          <p:cNvSpPr/>
          <p:nvPr/>
        </p:nvSpPr>
        <p:spPr>
          <a:xfrm>
            <a:off x="4563516" y="3715181"/>
            <a:ext cx="22860" cy="57785"/>
          </a:xfrm>
          <a:custGeom>
            <a:avLst/>
            <a:gdLst/>
            <a:ahLst/>
            <a:cxnLst/>
            <a:rect l="l" t="t" r="r" b="b"/>
            <a:pathLst>
              <a:path w="22860" h="57785">
                <a:moveTo>
                  <a:pt x="114" y="57200"/>
                </a:moveTo>
                <a:lnTo>
                  <a:pt x="0" y="50"/>
                </a:lnTo>
                <a:lnTo>
                  <a:pt x="22720" y="0"/>
                </a:lnTo>
                <a:lnTo>
                  <a:pt x="22847" y="57150"/>
                </a:lnTo>
                <a:lnTo>
                  <a:pt x="114" y="57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5" name="object 125"/>
          <p:cNvSpPr txBox="1"/>
          <p:nvPr/>
        </p:nvSpPr>
        <p:spPr>
          <a:xfrm>
            <a:off x="4282656" y="3233000"/>
            <a:ext cx="297180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 i="1">
                <a:solidFill>
                  <a:srgbClr val="FF0000"/>
                </a:solidFill>
                <a:latin typeface="Arial"/>
                <a:cs typeface="Arial"/>
              </a:rPr>
              <a:t>V</a:t>
            </a:r>
            <a:endParaRPr sz="3200">
              <a:latin typeface="Arial"/>
              <a:cs typeface="Arial"/>
            </a:endParaRPr>
          </a:p>
        </p:txBody>
      </p:sp>
      <p:sp>
        <p:nvSpPr>
          <p:cNvPr id="126" name="object 126"/>
          <p:cNvSpPr txBox="1"/>
          <p:nvPr/>
        </p:nvSpPr>
        <p:spPr>
          <a:xfrm>
            <a:off x="4553800" y="3457155"/>
            <a:ext cx="172085" cy="34163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2050" spc="10" b="1" i="1">
                <a:solidFill>
                  <a:srgbClr val="FF0000"/>
                </a:solidFill>
                <a:latin typeface="Arial"/>
                <a:cs typeface="Arial"/>
              </a:rPr>
              <a:t>1</a:t>
            </a:r>
            <a:endParaRPr sz="2050">
              <a:latin typeface="Arial"/>
              <a:cs typeface="Arial"/>
            </a:endParaRPr>
          </a:p>
        </p:txBody>
      </p:sp>
      <p:sp>
        <p:nvSpPr>
          <p:cNvPr id="127" name="object 127"/>
          <p:cNvSpPr txBox="1"/>
          <p:nvPr/>
        </p:nvSpPr>
        <p:spPr>
          <a:xfrm>
            <a:off x="5124691" y="4738433"/>
            <a:ext cx="443230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spc="-5" b="1" i="1">
                <a:solidFill>
                  <a:srgbClr val="FF0000"/>
                </a:solidFill>
                <a:latin typeface="Arial"/>
                <a:cs typeface="Arial"/>
              </a:rPr>
              <a:t>V</a:t>
            </a:r>
            <a:r>
              <a:rPr dirty="0" baseline="-17615" sz="3075" spc="15" b="1" i="1">
                <a:solidFill>
                  <a:srgbClr val="FF0000"/>
                </a:solidFill>
                <a:latin typeface="Arial"/>
                <a:cs typeface="Arial"/>
              </a:rPr>
              <a:t>2</a:t>
            </a:r>
            <a:endParaRPr baseline="-17615" sz="3075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1840" y="0"/>
            <a:ext cx="2058670" cy="63436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>
                <a:solidFill>
                  <a:srgbClr val="F1F1F1"/>
                </a:solidFill>
                <a:latin typeface="华文楷体"/>
                <a:cs typeface="华文楷体"/>
              </a:rPr>
              <a:t>高中物</a:t>
            </a:r>
            <a:r>
              <a:rPr dirty="0" sz="4000" spc="-10">
                <a:solidFill>
                  <a:srgbClr val="F1F1F1"/>
                </a:solidFill>
                <a:latin typeface="华文楷体"/>
                <a:cs typeface="华文楷体"/>
              </a:rPr>
              <a:t>理</a:t>
            </a:r>
            <a:endParaRPr sz="4000">
              <a:latin typeface="华文楷体"/>
              <a:cs typeface="华文楷体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767507" y="4755997"/>
            <a:ext cx="2793365" cy="64579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1529080" algn="l"/>
              </a:tabLst>
            </a:pPr>
            <a:r>
              <a:rPr dirty="0" sz="4050" spc="5" i="1">
                <a:latin typeface="Times New Roman"/>
                <a:cs typeface="Times New Roman"/>
              </a:rPr>
              <a:t>e</a:t>
            </a:r>
            <a:r>
              <a:rPr dirty="0" sz="4050" spc="65" i="1">
                <a:latin typeface="Times New Roman"/>
                <a:cs typeface="Times New Roman"/>
              </a:rPr>
              <a:t> </a:t>
            </a:r>
            <a:r>
              <a:rPr dirty="0" sz="4050" spc="10">
                <a:latin typeface="Symbol"/>
                <a:cs typeface="Symbol"/>
              </a:rPr>
              <a:t></a:t>
            </a:r>
            <a:r>
              <a:rPr dirty="0" sz="4050" spc="245">
                <a:latin typeface="Times New Roman"/>
                <a:cs typeface="Times New Roman"/>
              </a:rPr>
              <a:t> </a:t>
            </a:r>
            <a:r>
              <a:rPr dirty="0" sz="4050" spc="110" i="1">
                <a:latin typeface="Times New Roman"/>
                <a:cs typeface="Times New Roman"/>
              </a:rPr>
              <a:t>E</a:t>
            </a:r>
            <a:r>
              <a:rPr dirty="0" baseline="-23640" sz="3525" spc="165">
                <a:latin typeface="Times New Roman"/>
                <a:cs typeface="Times New Roman"/>
              </a:rPr>
              <a:t>m	</a:t>
            </a:r>
            <a:r>
              <a:rPr dirty="0" sz="4050" spc="5">
                <a:latin typeface="Times New Roman"/>
                <a:cs typeface="Times New Roman"/>
              </a:rPr>
              <a:t>sin</a:t>
            </a:r>
            <a:r>
              <a:rPr dirty="0" sz="4050" spc="-150">
                <a:latin typeface="Times New Roman"/>
                <a:cs typeface="Times New Roman"/>
              </a:rPr>
              <a:t> </a:t>
            </a:r>
            <a:r>
              <a:rPr dirty="0" sz="4050" spc="80" i="1">
                <a:latin typeface="Times New Roman"/>
                <a:cs typeface="Times New Roman"/>
              </a:rPr>
              <a:t>ωt</a:t>
            </a:r>
            <a:endParaRPr sz="40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2062111" y="5856096"/>
            <a:ext cx="266534" cy="27534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2274912" y="5689993"/>
            <a:ext cx="4131183" cy="49502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6427749" y="5790019"/>
            <a:ext cx="246418" cy="34142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6861200" y="5695365"/>
            <a:ext cx="1832686" cy="49322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381937" y="693813"/>
            <a:ext cx="6513410" cy="463448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7847825" y="747788"/>
            <a:ext cx="450748" cy="339623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8439569" y="761288"/>
            <a:ext cx="290614" cy="334060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8708491" y="939355"/>
            <a:ext cx="131216" cy="236639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8866365" y="696988"/>
            <a:ext cx="1622323" cy="460273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10453865" y="747788"/>
            <a:ext cx="439635" cy="342798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11032908" y="761288"/>
            <a:ext cx="290614" cy="334060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11277524" y="939355"/>
            <a:ext cx="175996" cy="236639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11437480" y="987501"/>
            <a:ext cx="101498" cy="142773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540562" y="1181493"/>
            <a:ext cx="2470048" cy="442810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3186137" y="1289240"/>
            <a:ext cx="169557" cy="298551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3498392" y="1183081"/>
            <a:ext cx="3692423" cy="442810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903046" y="4214571"/>
            <a:ext cx="1649310" cy="439635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2527058" y="4266958"/>
            <a:ext cx="230085" cy="336448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2752483" y="4214571"/>
            <a:ext cx="1628673" cy="458685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6405054" y="4883391"/>
            <a:ext cx="2602865" cy="6051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60730" algn="l"/>
                <a:tab pos="1233170" algn="l"/>
              </a:tabLst>
            </a:pPr>
            <a:r>
              <a:rPr dirty="0" sz="3800" i="1">
                <a:latin typeface="Times New Roman"/>
                <a:cs typeface="Times New Roman"/>
              </a:rPr>
              <a:t>E</a:t>
            </a:r>
            <a:r>
              <a:rPr dirty="0" sz="3800" spc="-540" i="1">
                <a:latin typeface="Times New Roman"/>
                <a:cs typeface="Times New Roman"/>
              </a:rPr>
              <a:t> </a:t>
            </a:r>
            <a:r>
              <a:rPr dirty="0" sz="2200" spc="10">
                <a:latin typeface="Times New Roman"/>
                <a:cs typeface="Times New Roman"/>
              </a:rPr>
              <a:t>m	</a:t>
            </a:r>
            <a:r>
              <a:rPr dirty="0" sz="3800">
                <a:latin typeface="Symbol"/>
                <a:cs typeface="Symbol"/>
              </a:rPr>
              <a:t></a:t>
            </a:r>
            <a:r>
              <a:rPr dirty="0" sz="3800">
                <a:latin typeface="Times New Roman"/>
                <a:cs typeface="Times New Roman"/>
              </a:rPr>
              <a:t>	</a:t>
            </a:r>
            <a:r>
              <a:rPr dirty="0" sz="3800" i="1">
                <a:latin typeface="Times New Roman"/>
                <a:cs typeface="Times New Roman"/>
              </a:rPr>
              <a:t>NBS</a:t>
            </a:r>
            <a:r>
              <a:rPr dirty="0" sz="3800" spc="190" i="1">
                <a:latin typeface="Times New Roman"/>
                <a:cs typeface="Times New Roman"/>
              </a:rPr>
              <a:t> </a:t>
            </a:r>
            <a:r>
              <a:rPr dirty="0" sz="3800" i="1">
                <a:latin typeface="Times New Roman"/>
                <a:cs typeface="Times New Roman"/>
              </a:rPr>
              <a:t>ω</a:t>
            </a:r>
            <a:endParaRPr sz="38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4480877" y="3005505"/>
            <a:ext cx="505459" cy="0"/>
          </a:xfrm>
          <a:custGeom>
            <a:avLst/>
            <a:gdLst/>
            <a:ahLst/>
            <a:cxnLst/>
            <a:rect l="l" t="t" r="r" b="b"/>
            <a:pathLst>
              <a:path w="505460" h="0">
                <a:moveTo>
                  <a:pt x="0" y="0"/>
                </a:moveTo>
                <a:lnTo>
                  <a:pt x="505206" y="0"/>
                </a:lnTo>
              </a:path>
            </a:pathLst>
          </a:custGeom>
          <a:ln w="1719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/>
          <p:nvPr/>
        </p:nvSpPr>
        <p:spPr>
          <a:xfrm>
            <a:off x="5031676" y="2672685"/>
            <a:ext cx="982980" cy="54229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3200" spc="-185" b="1">
                <a:latin typeface="Times New Roman"/>
                <a:cs typeface="Times New Roman"/>
              </a:rPr>
              <a:t>sin</a:t>
            </a:r>
            <a:r>
              <a:rPr dirty="0" sz="3350" spc="-185" b="1" i="1">
                <a:latin typeface="Symbol"/>
                <a:cs typeface="Symbol"/>
              </a:rPr>
              <a:t></a:t>
            </a:r>
            <a:r>
              <a:rPr dirty="0" sz="3200" spc="-185" b="1" i="1">
                <a:latin typeface="Times New Roman"/>
                <a:cs typeface="Times New Roman"/>
              </a:rPr>
              <a:t>t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623625" y="3007817"/>
            <a:ext cx="230504" cy="5175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200" spc="10" b="1">
                <a:latin typeface="Times New Roman"/>
                <a:cs typeface="Times New Roman"/>
              </a:rPr>
              <a:t>2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4489767" y="2428049"/>
            <a:ext cx="485140" cy="51752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200" spc="15" b="1">
                <a:latin typeface="Times New Roman"/>
                <a:cs typeface="Times New Roman"/>
              </a:rPr>
              <a:t>L</a:t>
            </a:r>
            <a:r>
              <a:rPr dirty="0" sz="3200" spc="-360" b="1">
                <a:latin typeface="Times New Roman"/>
                <a:cs typeface="Times New Roman"/>
              </a:rPr>
              <a:t> </a:t>
            </a:r>
            <a:r>
              <a:rPr dirty="0" sz="1850" spc="15" b="1">
                <a:latin typeface="Times New Roman"/>
                <a:cs typeface="Times New Roman"/>
              </a:rPr>
              <a:t>2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2895345" y="3513450"/>
            <a:ext cx="5038725" cy="54229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3200" spc="10" b="1">
                <a:latin typeface="Symbol"/>
                <a:cs typeface="Symbol"/>
              </a:rPr>
              <a:t></a:t>
            </a:r>
            <a:r>
              <a:rPr dirty="0" sz="3200" spc="10" b="1">
                <a:latin typeface="Times New Roman"/>
                <a:cs typeface="Times New Roman"/>
              </a:rPr>
              <a:t> </a:t>
            </a:r>
            <a:r>
              <a:rPr dirty="0" sz="3200" spc="20" b="1" i="1">
                <a:latin typeface="Times New Roman"/>
                <a:cs typeface="Times New Roman"/>
              </a:rPr>
              <a:t>BL</a:t>
            </a:r>
            <a:r>
              <a:rPr dirty="0" sz="1850" spc="20" b="1">
                <a:latin typeface="Times New Roman"/>
                <a:cs typeface="Times New Roman"/>
              </a:rPr>
              <a:t>1 </a:t>
            </a:r>
            <a:r>
              <a:rPr dirty="0" sz="3200" spc="-200" b="1" i="1">
                <a:latin typeface="Times New Roman"/>
                <a:cs typeface="Times New Roman"/>
              </a:rPr>
              <a:t>L</a:t>
            </a:r>
            <a:r>
              <a:rPr dirty="0" sz="1850" spc="-200" b="1">
                <a:latin typeface="Times New Roman"/>
                <a:cs typeface="Times New Roman"/>
              </a:rPr>
              <a:t>2</a:t>
            </a:r>
            <a:r>
              <a:rPr dirty="0" sz="3350" spc="-200" b="1" i="1">
                <a:latin typeface="Symbol"/>
                <a:cs typeface="Symbol"/>
              </a:rPr>
              <a:t></a:t>
            </a:r>
            <a:r>
              <a:rPr dirty="0" sz="3200" spc="-200" b="1">
                <a:latin typeface="Times New Roman"/>
                <a:cs typeface="Times New Roman"/>
              </a:rPr>
              <a:t>sin</a:t>
            </a:r>
            <a:r>
              <a:rPr dirty="0" sz="3350" spc="-200" b="1" i="1">
                <a:latin typeface="Symbol"/>
                <a:cs typeface="Symbol"/>
              </a:rPr>
              <a:t></a:t>
            </a:r>
            <a:r>
              <a:rPr dirty="0" sz="3200" spc="-200" b="1" i="1">
                <a:latin typeface="Times New Roman"/>
                <a:cs typeface="Times New Roman"/>
              </a:rPr>
              <a:t>t </a:t>
            </a:r>
            <a:r>
              <a:rPr dirty="0" sz="3200" spc="10" b="1">
                <a:latin typeface="Symbol"/>
                <a:cs typeface="Symbol"/>
              </a:rPr>
              <a:t></a:t>
            </a:r>
            <a:r>
              <a:rPr dirty="0" sz="3200" spc="-160" b="1">
                <a:latin typeface="Times New Roman"/>
                <a:cs typeface="Times New Roman"/>
              </a:rPr>
              <a:t> </a:t>
            </a:r>
            <a:r>
              <a:rPr dirty="0" sz="3200" spc="-190" b="1" i="1">
                <a:latin typeface="Times New Roman"/>
                <a:cs typeface="Times New Roman"/>
              </a:rPr>
              <a:t>BS</a:t>
            </a:r>
            <a:r>
              <a:rPr dirty="0" sz="3350" spc="-190" b="1" i="1">
                <a:latin typeface="Symbol"/>
                <a:cs typeface="Symbol"/>
              </a:rPr>
              <a:t></a:t>
            </a:r>
            <a:r>
              <a:rPr dirty="0" sz="3200" spc="-190" b="1">
                <a:latin typeface="Times New Roman"/>
                <a:cs typeface="Times New Roman"/>
              </a:rPr>
              <a:t>sin</a:t>
            </a:r>
            <a:r>
              <a:rPr dirty="0" sz="3350" spc="-190" b="1" i="1">
                <a:latin typeface="Symbol"/>
                <a:cs typeface="Symbol"/>
              </a:rPr>
              <a:t></a:t>
            </a:r>
            <a:r>
              <a:rPr dirty="0" sz="3200" spc="-190" b="1" i="1">
                <a:latin typeface="Times New Roman"/>
                <a:cs typeface="Times New Roman"/>
              </a:rPr>
              <a:t>t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2895345" y="2672685"/>
            <a:ext cx="1630045" cy="54229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3200" spc="10" b="1">
                <a:latin typeface="Symbol"/>
                <a:cs typeface="Symbol"/>
              </a:rPr>
              <a:t></a:t>
            </a:r>
            <a:r>
              <a:rPr dirty="0" sz="3200" spc="45" b="1">
                <a:latin typeface="Times New Roman"/>
                <a:cs typeface="Times New Roman"/>
              </a:rPr>
              <a:t> </a:t>
            </a:r>
            <a:r>
              <a:rPr dirty="0" sz="3200" spc="-45" b="1">
                <a:latin typeface="Times New Roman"/>
                <a:cs typeface="Times New Roman"/>
              </a:rPr>
              <a:t>2</a:t>
            </a:r>
            <a:r>
              <a:rPr dirty="0" sz="3200" spc="-45" b="1" i="1">
                <a:latin typeface="Times New Roman"/>
                <a:cs typeface="Times New Roman"/>
              </a:rPr>
              <a:t>BL</a:t>
            </a:r>
            <a:r>
              <a:rPr dirty="0" sz="1850" spc="-45" b="1">
                <a:latin typeface="Times New Roman"/>
                <a:cs typeface="Times New Roman"/>
              </a:rPr>
              <a:t>1</a:t>
            </a:r>
            <a:r>
              <a:rPr dirty="0" sz="3350" spc="-45" b="1" i="1">
                <a:latin typeface="Symbol"/>
                <a:cs typeface="Symbol"/>
              </a:rPr>
              <a:t></a:t>
            </a:r>
            <a:endParaRPr sz="3350">
              <a:latin typeface="Symbol"/>
              <a:cs typeface="Symbo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2888869" y="1791280"/>
            <a:ext cx="2747645" cy="54229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3200" spc="10" b="1" i="1">
                <a:latin typeface="Times New Roman"/>
                <a:cs typeface="Times New Roman"/>
              </a:rPr>
              <a:t>e </a:t>
            </a:r>
            <a:r>
              <a:rPr dirty="0" sz="3200" spc="10" b="1">
                <a:latin typeface="Symbol"/>
                <a:cs typeface="Symbol"/>
              </a:rPr>
              <a:t></a:t>
            </a:r>
            <a:r>
              <a:rPr dirty="0" sz="3200" spc="10" b="1">
                <a:latin typeface="Times New Roman"/>
                <a:cs typeface="Times New Roman"/>
              </a:rPr>
              <a:t> </a:t>
            </a:r>
            <a:r>
              <a:rPr dirty="0" sz="3200" spc="-10" b="1">
                <a:latin typeface="Times New Roman"/>
                <a:cs typeface="Times New Roman"/>
              </a:rPr>
              <a:t>2</a:t>
            </a:r>
            <a:r>
              <a:rPr dirty="0" sz="3200" spc="-10" b="1" i="1">
                <a:latin typeface="Times New Roman"/>
                <a:cs typeface="Times New Roman"/>
              </a:rPr>
              <a:t>BL</a:t>
            </a:r>
            <a:r>
              <a:rPr dirty="0" sz="1850" spc="-10" b="1">
                <a:latin typeface="Times New Roman"/>
                <a:cs typeface="Times New Roman"/>
              </a:rPr>
              <a:t>1</a:t>
            </a:r>
            <a:r>
              <a:rPr dirty="0" sz="3200" spc="-10" b="1" i="1">
                <a:latin typeface="Times New Roman"/>
                <a:cs typeface="Times New Roman"/>
              </a:rPr>
              <a:t>V</a:t>
            </a:r>
            <a:r>
              <a:rPr dirty="0" sz="3200" spc="125" b="1" i="1">
                <a:latin typeface="Times New Roman"/>
                <a:cs typeface="Times New Roman"/>
              </a:rPr>
              <a:t> </a:t>
            </a:r>
            <a:r>
              <a:rPr dirty="0" sz="3200" spc="-10" b="1">
                <a:latin typeface="Times New Roman"/>
                <a:cs typeface="Times New Roman"/>
              </a:rPr>
              <a:t>sin</a:t>
            </a:r>
            <a:r>
              <a:rPr dirty="0" sz="3350" spc="-10" b="1" i="1">
                <a:latin typeface="Symbol"/>
                <a:cs typeface="Symbol"/>
              </a:rPr>
              <a:t></a:t>
            </a:r>
            <a:endParaRPr sz="3350">
              <a:latin typeface="Symbol"/>
              <a:cs typeface="Symbol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6231635" y="1720595"/>
            <a:ext cx="2859023" cy="827531"/>
          </a:xfrm>
          <a:prstGeom prst="rect">
            <a:avLst/>
          </a:prstGeom>
          <a:blipFill>
            <a:blip r:embed="rId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676655" y="1952244"/>
            <a:ext cx="1962912" cy="934212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5873496" y="2316924"/>
            <a:ext cx="312420" cy="615315"/>
          </a:xfrm>
          <a:custGeom>
            <a:avLst/>
            <a:gdLst/>
            <a:ahLst/>
            <a:cxnLst/>
            <a:rect l="l" t="t" r="r" b="b"/>
            <a:pathLst>
              <a:path w="312420" h="615314">
                <a:moveTo>
                  <a:pt x="223962" y="461327"/>
                </a:moveTo>
                <a:lnTo>
                  <a:pt x="82295" y="461327"/>
                </a:lnTo>
                <a:lnTo>
                  <a:pt x="120699" y="433754"/>
                </a:lnTo>
                <a:lnTo>
                  <a:pt x="155459" y="402111"/>
                </a:lnTo>
                <a:lnTo>
                  <a:pt x="186378" y="366798"/>
                </a:lnTo>
                <a:lnTo>
                  <a:pt x="213261" y="328212"/>
                </a:lnTo>
                <a:lnTo>
                  <a:pt x="235912" y="286754"/>
                </a:lnTo>
                <a:lnTo>
                  <a:pt x="254135" y="242822"/>
                </a:lnTo>
                <a:lnTo>
                  <a:pt x="267733" y="196813"/>
                </a:lnTo>
                <a:lnTo>
                  <a:pt x="276512" y="149128"/>
                </a:lnTo>
                <a:lnTo>
                  <a:pt x="280275" y="100165"/>
                </a:lnTo>
                <a:lnTo>
                  <a:pt x="278826" y="50323"/>
                </a:lnTo>
                <a:lnTo>
                  <a:pt x="271970" y="0"/>
                </a:lnTo>
                <a:lnTo>
                  <a:pt x="277121" y="12324"/>
                </a:lnTo>
                <a:lnTo>
                  <a:pt x="290601" y="50380"/>
                </a:lnTo>
                <a:lnTo>
                  <a:pt x="303270" y="100923"/>
                </a:lnTo>
                <a:lnTo>
                  <a:pt x="310300" y="151398"/>
                </a:lnTo>
                <a:lnTo>
                  <a:pt x="311890" y="201408"/>
                </a:lnTo>
                <a:lnTo>
                  <a:pt x="308241" y="250555"/>
                </a:lnTo>
                <a:lnTo>
                  <a:pt x="299550" y="298441"/>
                </a:lnTo>
                <a:lnTo>
                  <a:pt x="286018" y="344670"/>
                </a:lnTo>
                <a:lnTo>
                  <a:pt x="267843" y="388842"/>
                </a:lnTo>
                <a:lnTo>
                  <a:pt x="245224" y="430562"/>
                </a:lnTo>
                <a:lnTo>
                  <a:pt x="223962" y="461327"/>
                </a:lnTo>
                <a:close/>
              </a:path>
              <a:path w="312420" h="615314">
                <a:moveTo>
                  <a:pt x="129539" y="615251"/>
                </a:moveTo>
                <a:lnTo>
                  <a:pt x="0" y="558863"/>
                </a:lnTo>
                <a:lnTo>
                  <a:pt x="67055" y="411035"/>
                </a:lnTo>
                <a:lnTo>
                  <a:pt x="82295" y="461327"/>
                </a:lnTo>
                <a:lnTo>
                  <a:pt x="223962" y="461327"/>
                </a:lnTo>
                <a:lnTo>
                  <a:pt x="218362" y="469431"/>
                </a:lnTo>
                <a:lnTo>
                  <a:pt x="187454" y="505052"/>
                </a:lnTo>
                <a:lnTo>
                  <a:pt x="152700" y="537027"/>
                </a:lnTo>
                <a:lnTo>
                  <a:pt x="114300" y="564959"/>
                </a:lnTo>
                <a:lnTo>
                  <a:pt x="129539" y="615251"/>
                </a:lnTo>
                <a:close/>
              </a:path>
            </a:pathLst>
          </a:custGeom>
          <a:solidFill>
            <a:srgbClr val="FFE6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5586984" y="1828800"/>
            <a:ext cx="580643" cy="667512"/>
          </a:xfrm>
          <a:prstGeom prst="rect">
            <a:avLst/>
          </a:prstGeom>
          <a:blipFill>
            <a:blip r:embed="rId2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5582640" y="1933397"/>
            <a:ext cx="609333" cy="1009650"/>
          </a:xfrm>
          <a:prstGeom prst="rect">
            <a:avLst/>
          </a:prstGeom>
          <a:blipFill>
            <a:blip r:embed="rId2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4017264" y="2516123"/>
            <a:ext cx="408940" cy="441959"/>
          </a:xfrm>
          <a:custGeom>
            <a:avLst/>
            <a:gdLst/>
            <a:ahLst/>
            <a:cxnLst/>
            <a:rect l="l" t="t" r="r" b="b"/>
            <a:pathLst>
              <a:path w="408939" h="441960">
                <a:moveTo>
                  <a:pt x="306324" y="441959"/>
                </a:moveTo>
                <a:lnTo>
                  <a:pt x="306324" y="391668"/>
                </a:lnTo>
                <a:lnTo>
                  <a:pt x="254993" y="379073"/>
                </a:lnTo>
                <a:lnTo>
                  <a:pt x="206918" y="361875"/>
                </a:lnTo>
                <a:lnTo>
                  <a:pt x="162605" y="340438"/>
                </a:lnTo>
                <a:lnTo>
                  <a:pt x="122555" y="315122"/>
                </a:lnTo>
                <a:lnTo>
                  <a:pt x="87272" y="286292"/>
                </a:lnTo>
                <a:lnTo>
                  <a:pt x="57261" y="254310"/>
                </a:lnTo>
                <a:lnTo>
                  <a:pt x="33025" y="219538"/>
                </a:lnTo>
                <a:lnTo>
                  <a:pt x="15066" y="182338"/>
                </a:lnTo>
                <a:lnTo>
                  <a:pt x="3890" y="143074"/>
                </a:lnTo>
                <a:lnTo>
                  <a:pt x="0" y="102107"/>
                </a:lnTo>
                <a:lnTo>
                  <a:pt x="0" y="0"/>
                </a:lnTo>
                <a:lnTo>
                  <a:pt x="3864" y="40983"/>
                </a:lnTo>
                <a:lnTo>
                  <a:pt x="15024" y="80262"/>
                </a:lnTo>
                <a:lnTo>
                  <a:pt x="32973" y="117472"/>
                </a:lnTo>
                <a:lnTo>
                  <a:pt x="57206" y="152251"/>
                </a:lnTo>
                <a:lnTo>
                  <a:pt x="87220" y="184237"/>
                </a:lnTo>
                <a:lnTo>
                  <a:pt x="122509" y="213066"/>
                </a:lnTo>
                <a:lnTo>
                  <a:pt x="162569" y="238375"/>
                </a:lnTo>
                <a:lnTo>
                  <a:pt x="206894" y="259802"/>
                </a:lnTo>
                <a:lnTo>
                  <a:pt x="254981" y="276985"/>
                </a:lnTo>
                <a:lnTo>
                  <a:pt x="306324" y="289559"/>
                </a:lnTo>
                <a:lnTo>
                  <a:pt x="353881" y="289559"/>
                </a:lnTo>
                <a:lnTo>
                  <a:pt x="408432" y="348995"/>
                </a:lnTo>
                <a:lnTo>
                  <a:pt x="306324" y="441959"/>
                </a:lnTo>
                <a:close/>
              </a:path>
              <a:path w="408939" h="441960">
                <a:moveTo>
                  <a:pt x="353881" y="289559"/>
                </a:moveTo>
                <a:lnTo>
                  <a:pt x="306324" y="289559"/>
                </a:lnTo>
                <a:lnTo>
                  <a:pt x="306324" y="237744"/>
                </a:lnTo>
                <a:lnTo>
                  <a:pt x="353881" y="289559"/>
                </a:lnTo>
                <a:close/>
              </a:path>
            </a:pathLst>
          </a:custGeom>
          <a:solidFill>
            <a:srgbClr val="FFE6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4014215" y="2214372"/>
            <a:ext cx="414527" cy="356615"/>
          </a:xfrm>
          <a:prstGeom prst="rect">
            <a:avLst/>
          </a:prstGeom>
          <a:blipFill>
            <a:blip r:embed="rId2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4011079" y="2211857"/>
            <a:ext cx="423862" cy="759459"/>
          </a:xfrm>
          <a:prstGeom prst="rect">
            <a:avLst/>
          </a:prstGeom>
          <a:blipFill>
            <a:blip r:embed="rId2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6675691" y="2533460"/>
            <a:ext cx="4412615" cy="1381125"/>
          </a:xfrm>
          <a:custGeom>
            <a:avLst/>
            <a:gdLst/>
            <a:ahLst/>
            <a:cxnLst/>
            <a:rect l="l" t="t" r="r" b="b"/>
            <a:pathLst>
              <a:path w="4412615" h="1381125">
                <a:moveTo>
                  <a:pt x="3001907" y="221931"/>
                </a:moveTo>
                <a:lnTo>
                  <a:pt x="424624" y="221931"/>
                </a:lnTo>
                <a:lnTo>
                  <a:pt x="429196" y="218883"/>
                </a:lnTo>
                <a:lnTo>
                  <a:pt x="428152" y="209054"/>
                </a:lnTo>
                <a:lnTo>
                  <a:pt x="427761" y="199485"/>
                </a:lnTo>
                <a:lnTo>
                  <a:pt x="428074" y="190110"/>
                </a:lnTo>
                <a:lnTo>
                  <a:pt x="429145" y="180859"/>
                </a:lnTo>
                <a:lnTo>
                  <a:pt x="449657" y="131781"/>
                </a:lnTo>
                <a:lnTo>
                  <a:pt x="492971" y="89631"/>
                </a:lnTo>
                <a:lnTo>
                  <a:pt x="556635" y="54941"/>
                </a:lnTo>
                <a:lnTo>
                  <a:pt x="595332" y="40561"/>
                </a:lnTo>
                <a:lnTo>
                  <a:pt x="638196" y="28247"/>
                </a:lnTo>
                <a:lnTo>
                  <a:pt x="684921" y="18065"/>
                </a:lnTo>
                <a:lnTo>
                  <a:pt x="735199" y="10083"/>
                </a:lnTo>
                <a:lnTo>
                  <a:pt x="788726" y="4367"/>
                </a:lnTo>
                <a:lnTo>
                  <a:pt x="845193" y="983"/>
                </a:lnTo>
                <a:lnTo>
                  <a:pt x="904294" y="0"/>
                </a:lnTo>
                <a:lnTo>
                  <a:pt x="965723" y="1482"/>
                </a:lnTo>
                <a:lnTo>
                  <a:pt x="1029172" y="5498"/>
                </a:lnTo>
                <a:lnTo>
                  <a:pt x="1094335" y="12115"/>
                </a:lnTo>
                <a:lnTo>
                  <a:pt x="1160906" y="21398"/>
                </a:lnTo>
                <a:lnTo>
                  <a:pt x="1214759" y="30759"/>
                </a:lnTo>
                <a:lnTo>
                  <a:pt x="1267220" y="41523"/>
                </a:lnTo>
                <a:lnTo>
                  <a:pt x="1318145" y="53604"/>
                </a:lnTo>
                <a:lnTo>
                  <a:pt x="1367389" y="66918"/>
                </a:lnTo>
                <a:lnTo>
                  <a:pt x="1414806" y="81380"/>
                </a:lnTo>
                <a:lnTo>
                  <a:pt x="1460251" y="96905"/>
                </a:lnTo>
                <a:lnTo>
                  <a:pt x="1503578" y="113409"/>
                </a:lnTo>
                <a:lnTo>
                  <a:pt x="2167021" y="113409"/>
                </a:lnTo>
                <a:lnTo>
                  <a:pt x="2209465" y="126419"/>
                </a:lnTo>
                <a:lnTo>
                  <a:pt x="2255283" y="142669"/>
                </a:lnTo>
                <a:lnTo>
                  <a:pt x="2298205" y="160169"/>
                </a:lnTo>
                <a:lnTo>
                  <a:pt x="2337982" y="178772"/>
                </a:lnTo>
                <a:lnTo>
                  <a:pt x="2374366" y="198334"/>
                </a:lnTo>
                <a:lnTo>
                  <a:pt x="2932610" y="198334"/>
                </a:lnTo>
                <a:lnTo>
                  <a:pt x="2960585" y="206764"/>
                </a:lnTo>
                <a:lnTo>
                  <a:pt x="3001907" y="221931"/>
                </a:lnTo>
                <a:close/>
              </a:path>
              <a:path w="4412615" h="1381125">
                <a:moveTo>
                  <a:pt x="2167021" y="113409"/>
                </a:moveTo>
                <a:lnTo>
                  <a:pt x="1503578" y="113409"/>
                </a:lnTo>
                <a:lnTo>
                  <a:pt x="1536737" y="98718"/>
                </a:lnTo>
                <a:lnTo>
                  <a:pt x="1574664" y="86248"/>
                </a:lnTo>
                <a:lnTo>
                  <a:pt x="1616963" y="76086"/>
                </a:lnTo>
                <a:lnTo>
                  <a:pt x="1663237" y="68318"/>
                </a:lnTo>
                <a:lnTo>
                  <a:pt x="1713091" y="63030"/>
                </a:lnTo>
                <a:lnTo>
                  <a:pt x="1766130" y="60309"/>
                </a:lnTo>
                <a:lnTo>
                  <a:pt x="1821956" y="60242"/>
                </a:lnTo>
                <a:lnTo>
                  <a:pt x="1880175" y="62913"/>
                </a:lnTo>
                <a:lnTo>
                  <a:pt x="1940390" y="68411"/>
                </a:lnTo>
                <a:lnTo>
                  <a:pt x="2002205" y="76821"/>
                </a:lnTo>
                <a:lnTo>
                  <a:pt x="2057121" y="86619"/>
                </a:lnTo>
                <a:lnTo>
                  <a:pt x="2110135" y="98249"/>
                </a:lnTo>
                <a:lnTo>
                  <a:pt x="2160999" y="111564"/>
                </a:lnTo>
                <a:lnTo>
                  <a:pt x="2167021" y="113409"/>
                </a:lnTo>
                <a:close/>
              </a:path>
              <a:path w="4412615" h="1381125">
                <a:moveTo>
                  <a:pt x="2932610" y="198334"/>
                </a:moveTo>
                <a:lnTo>
                  <a:pt x="2374366" y="198334"/>
                </a:lnTo>
                <a:lnTo>
                  <a:pt x="2408575" y="182731"/>
                </a:lnTo>
                <a:lnTo>
                  <a:pt x="2449152" y="170111"/>
                </a:lnTo>
                <a:lnTo>
                  <a:pt x="2495417" y="160621"/>
                </a:lnTo>
                <a:lnTo>
                  <a:pt x="2546692" y="154410"/>
                </a:lnTo>
                <a:lnTo>
                  <a:pt x="2602299" y="151624"/>
                </a:lnTo>
                <a:lnTo>
                  <a:pt x="2661559" y="152412"/>
                </a:lnTo>
                <a:lnTo>
                  <a:pt x="2723793" y="156922"/>
                </a:lnTo>
                <a:lnTo>
                  <a:pt x="2788323" y="165302"/>
                </a:lnTo>
                <a:lnTo>
                  <a:pt x="2848907" y="176546"/>
                </a:lnTo>
                <a:lnTo>
                  <a:pt x="2906497" y="190466"/>
                </a:lnTo>
                <a:lnTo>
                  <a:pt x="2932610" y="198334"/>
                </a:lnTo>
                <a:close/>
              </a:path>
              <a:path w="4412615" h="1381125">
                <a:moveTo>
                  <a:pt x="1503207" y="1153157"/>
                </a:moveTo>
                <a:lnTo>
                  <a:pt x="1453169" y="1152962"/>
                </a:lnTo>
                <a:lnTo>
                  <a:pt x="1401803" y="1151264"/>
                </a:lnTo>
                <a:lnTo>
                  <a:pt x="1349243" y="1148035"/>
                </a:lnTo>
                <a:lnTo>
                  <a:pt x="1295623" y="1143245"/>
                </a:lnTo>
                <a:lnTo>
                  <a:pt x="1241076" y="1136864"/>
                </a:lnTo>
                <a:lnTo>
                  <a:pt x="1185735" y="1128863"/>
                </a:lnTo>
                <a:lnTo>
                  <a:pt x="1123801" y="1118088"/>
                </a:lnTo>
                <a:lnTo>
                  <a:pt x="1063478" y="1105683"/>
                </a:lnTo>
                <a:lnTo>
                  <a:pt x="1004934" y="1091748"/>
                </a:lnTo>
                <a:lnTo>
                  <a:pt x="948337" y="1076381"/>
                </a:lnTo>
                <a:lnTo>
                  <a:pt x="893857" y="1059680"/>
                </a:lnTo>
                <a:lnTo>
                  <a:pt x="841661" y="1041746"/>
                </a:lnTo>
                <a:lnTo>
                  <a:pt x="791918" y="1022675"/>
                </a:lnTo>
                <a:lnTo>
                  <a:pt x="744796" y="1002568"/>
                </a:lnTo>
                <a:lnTo>
                  <a:pt x="700464" y="981523"/>
                </a:lnTo>
                <a:lnTo>
                  <a:pt x="659091" y="959638"/>
                </a:lnTo>
                <a:lnTo>
                  <a:pt x="620845" y="937013"/>
                </a:lnTo>
                <a:lnTo>
                  <a:pt x="585895" y="913746"/>
                </a:lnTo>
                <a:lnTo>
                  <a:pt x="554408" y="889936"/>
                </a:lnTo>
                <a:lnTo>
                  <a:pt x="526554" y="865681"/>
                </a:lnTo>
                <a:lnTo>
                  <a:pt x="513570" y="864147"/>
                </a:lnTo>
                <a:lnTo>
                  <a:pt x="474319" y="858607"/>
                </a:lnTo>
                <a:lnTo>
                  <a:pt x="408857" y="846316"/>
                </a:lnTo>
                <a:lnTo>
                  <a:pt x="346956" y="830927"/>
                </a:lnTo>
                <a:lnTo>
                  <a:pt x="289264" y="812817"/>
                </a:lnTo>
                <a:lnTo>
                  <a:pt x="236426" y="792361"/>
                </a:lnTo>
                <a:lnTo>
                  <a:pt x="189087" y="769937"/>
                </a:lnTo>
                <a:lnTo>
                  <a:pt x="147894" y="745921"/>
                </a:lnTo>
                <a:lnTo>
                  <a:pt x="113493" y="720690"/>
                </a:lnTo>
                <a:lnTo>
                  <a:pt x="67647" y="668089"/>
                </a:lnTo>
                <a:lnTo>
                  <a:pt x="56718" y="615148"/>
                </a:lnTo>
                <a:lnTo>
                  <a:pt x="70306" y="583052"/>
                </a:lnTo>
                <a:lnTo>
                  <a:pt x="99085" y="555582"/>
                </a:lnTo>
                <a:lnTo>
                  <a:pt x="141389" y="533099"/>
                </a:lnTo>
                <a:lnTo>
                  <a:pt x="195554" y="515961"/>
                </a:lnTo>
                <a:lnTo>
                  <a:pt x="136462" y="489023"/>
                </a:lnTo>
                <a:lnTo>
                  <a:pt x="86409" y="459630"/>
                </a:lnTo>
                <a:lnTo>
                  <a:pt x="46566" y="428469"/>
                </a:lnTo>
                <a:lnTo>
                  <a:pt x="18102" y="396228"/>
                </a:lnTo>
                <a:lnTo>
                  <a:pt x="0" y="331252"/>
                </a:lnTo>
                <a:lnTo>
                  <a:pt x="9297" y="305607"/>
                </a:lnTo>
                <a:lnTo>
                  <a:pt x="55618" y="262874"/>
                </a:lnTo>
                <a:lnTo>
                  <a:pt x="91037" y="246144"/>
                </a:lnTo>
                <a:lnTo>
                  <a:pt x="133559" y="232743"/>
                </a:lnTo>
                <a:lnTo>
                  <a:pt x="182381" y="222850"/>
                </a:lnTo>
                <a:lnTo>
                  <a:pt x="236701" y="216644"/>
                </a:lnTo>
                <a:lnTo>
                  <a:pt x="295716" y="214303"/>
                </a:lnTo>
                <a:lnTo>
                  <a:pt x="358625" y="216005"/>
                </a:lnTo>
                <a:lnTo>
                  <a:pt x="424624" y="221931"/>
                </a:lnTo>
                <a:lnTo>
                  <a:pt x="3001907" y="221931"/>
                </a:lnTo>
                <a:lnTo>
                  <a:pt x="3010663" y="225145"/>
                </a:lnTo>
                <a:lnTo>
                  <a:pt x="3056222" y="245310"/>
                </a:lnTo>
                <a:lnTo>
                  <a:pt x="3096756" y="266965"/>
                </a:lnTo>
                <a:lnTo>
                  <a:pt x="3131756" y="289812"/>
                </a:lnTo>
                <a:lnTo>
                  <a:pt x="3565290" y="289812"/>
                </a:lnTo>
                <a:lnTo>
                  <a:pt x="3647827" y="308385"/>
                </a:lnTo>
                <a:lnTo>
                  <a:pt x="3706261" y="325650"/>
                </a:lnTo>
                <a:lnTo>
                  <a:pt x="3760596" y="345094"/>
                </a:lnTo>
                <a:lnTo>
                  <a:pt x="3810323" y="366423"/>
                </a:lnTo>
                <a:lnTo>
                  <a:pt x="3854936" y="389339"/>
                </a:lnTo>
                <a:lnTo>
                  <a:pt x="3893927" y="413546"/>
                </a:lnTo>
                <a:lnTo>
                  <a:pt x="3926787" y="438748"/>
                </a:lnTo>
                <a:lnTo>
                  <a:pt x="3972085" y="490950"/>
                </a:lnTo>
                <a:lnTo>
                  <a:pt x="3983507" y="517358"/>
                </a:lnTo>
                <a:lnTo>
                  <a:pt x="4049493" y="537107"/>
                </a:lnTo>
                <a:lnTo>
                  <a:pt x="4110639" y="559393"/>
                </a:lnTo>
                <a:lnTo>
                  <a:pt x="4166333" y="583858"/>
                </a:lnTo>
                <a:lnTo>
                  <a:pt x="4215963" y="610145"/>
                </a:lnTo>
                <a:lnTo>
                  <a:pt x="4258919" y="637896"/>
                </a:lnTo>
                <a:lnTo>
                  <a:pt x="4294589" y="666751"/>
                </a:lnTo>
                <a:lnTo>
                  <a:pt x="4322360" y="696354"/>
                </a:lnTo>
                <a:lnTo>
                  <a:pt x="4351765" y="756369"/>
                </a:lnTo>
                <a:lnTo>
                  <a:pt x="4352175" y="786065"/>
                </a:lnTo>
                <a:lnTo>
                  <a:pt x="4345795" y="807649"/>
                </a:lnTo>
                <a:lnTo>
                  <a:pt x="4333927" y="827700"/>
                </a:lnTo>
                <a:lnTo>
                  <a:pt x="4316880" y="846149"/>
                </a:lnTo>
                <a:lnTo>
                  <a:pt x="4294962" y="862925"/>
                </a:lnTo>
                <a:lnTo>
                  <a:pt x="4339760" y="899335"/>
                </a:lnTo>
                <a:lnTo>
                  <a:pt x="4374631" y="936670"/>
                </a:lnTo>
                <a:lnTo>
                  <a:pt x="4398807" y="974483"/>
                </a:lnTo>
                <a:lnTo>
                  <a:pt x="4411525" y="1012327"/>
                </a:lnTo>
                <a:lnTo>
                  <a:pt x="4412018" y="1049755"/>
                </a:lnTo>
                <a:lnTo>
                  <a:pt x="4404381" y="1076060"/>
                </a:lnTo>
                <a:lnTo>
                  <a:pt x="4390304" y="1100575"/>
                </a:lnTo>
                <a:lnTo>
                  <a:pt x="4370128" y="1123225"/>
                </a:lnTo>
                <a:lnTo>
                  <a:pt x="4344194" y="1143937"/>
                </a:lnTo>
                <a:lnTo>
                  <a:pt x="4335441" y="1149158"/>
                </a:lnTo>
                <a:lnTo>
                  <a:pt x="1598764" y="1149158"/>
                </a:lnTo>
                <a:lnTo>
                  <a:pt x="1551783" y="1151879"/>
                </a:lnTo>
                <a:lnTo>
                  <a:pt x="1503207" y="1153157"/>
                </a:lnTo>
                <a:close/>
              </a:path>
              <a:path w="4412615" h="1381125">
                <a:moveTo>
                  <a:pt x="3565290" y="289812"/>
                </a:moveTo>
                <a:lnTo>
                  <a:pt x="3131756" y="289812"/>
                </a:lnTo>
                <a:lnTo>
                  <a:pt x="3170252" y="280642"/>
                </a:lnTo>
                <a:lnTo>
                  <a:pt x="3212359" y="273642"/>
                </a:lnTo>
                <a:lnTo>
                  <a:pt x="3257716" y="268891"/>
                </a:lnTo>
                <a:lnTo>
                  <a:pt x="3305965" y="266467"/>
                </a:lnTo>
                <a:lnTo>
                  <a:pt x="3356747" y="266446"/>
                </a:lnTo>
                <a:lnTo>
                  <a:pt x="3409701" y="268906"/>
                </a:lnTo>
                <a:lnTo>
                  <a:pt x="3464470" y="273926"/>
                </a:lnTo>
                <a:lnTo>
                  <a:pt x="3520694" y="281583"/>
                </a:lnTo>
                <a:lnTo>
                  <a:pt x="3565290" y="289812"/>
                </a:lnTo>
                <a:close/>
              </a:path>
              <a:path w="4412615" h="1381125">
                <a:moveTo>
                  <a:pt x="2407496" y="1380866"/>
                </a:moveTo>
                <a:lnTo>
                  <a:pt x="2346482" y="1379352"/>
                </a:lnTo>
                <a:lnTo>
                  <a:pt x="2283487" y="1375336"/>
                </a:lnTo>
                <a:lnTo>
                  <a:pt x="2218810" y="1368751"/>
                </a:lnTo>
                <a:lnTo>
                  <a:pt x="2152751" y="1359533"/>
                </a:lnTo>
                <a:lnTo>
                  <a:pt x="2093819" y="1349198"/>
                </a:lnTo>
                <a:lnTo>
                  <a:pt x="2036572" y="1337183"/>
                </a:lnTo>
                <a:lnTo>
                  <a:pt x="1981203" y="1323599"/>
                </a:lnTo>
                <a:lnTo>
                  <a:pt x="1927901" y="1308559"/>
                </a:lnTo>
                <a:lnTo>
                  <a:pt x="1876857" y="1292173"/>
                </a:lnTo>
                <a:lnTo>
                  <a:pt x="1828261" y="1274553"/>
                </a:lnTo>
                <a:lnTo>
                  <a:pt x="1782304" y="1255810"/>
                </a:lnTo>
                <a:lnTo>
                  <a:pt x="1739176" y="1236056"/>
                </a:lnTo>
                <a:lnTo>
                  <a:pt x="1699068" y="1215403"/>
                </a:lnTo>
                <a:lnTo>
                  <a:pt x="1662169" y="1193961"/>
                </a:lnTo>
                <a:lnTo>
                  <a:pt x="1628671" y="1171842"/>
                </a:lnTo>
                <a:lnTo>
                  <a:pt x="1598764" y="1149158"/>
                </a:lnTo>
                <a:lnTo>
                  <a:pt x="4335441" y="1149158"/>
                </a:lnTo>
                <a:lnTo>
                  <a:pt x="4276418" y="1179248"/>
                </a:lnTo>
                <a:lnTo>
                  <a:pt x="4235257" y="1193698"/>
                </a:lnTo>
                <a:lnTo>
                  <a:pt x="4189704" y="1205913"/>
                </a:lnTo>
                <a:lnTo>
                  <a:pt x="4140099" y="1215818"/>
                </a:lnTo>
                <a:lnTo>
                  <a:pt x="4092101" y="1222589"/>
                </a:lnTo>
                <a:lnTo>
                  <a:pt x="3776484" y="1222589"/>
                </a:lnTo>
                <a:lnTo>
                  <a:pt x="3768612" y="1246851"/>
                </a:lnTo>
                <a:lnTo>
                  <a:pt x="3754265" y="1269284"/>
                </a:lnTo>
                <a:lnTo>
                  <a:pt x="3750782" y="1272780"/>
                </a:lnTo>
                <a:lnTo>
                  <a:pt x="2842742" y="1272780"/>
                </a:lnTo>
                <a:lnTo>
                  <a:pt x="2818020" y="1292688"/>
                </a:lnTo>
                <a:lnTo>
                  <a:pt x="2753944" y="1326898"/>
                </a:lnTo>
                <a:lnTo>
                  <a:pt x="2715189" y="1341067"/>
                </a:lnTo>
                <a:lnTo>
                  <a:pt x="2672356" y="1353192"/>
                </a:lnTo>
                <a:lnTo>
                  <a:pt x="2625743" y="1363208"/>
                </a:lnTo>
                <a:lnTo>
                  <a:pt x="2575652" y="1371049"/>
                </a:lnTo>
                <a:lnTo>
                  <a:pt x="2522380" y="1376649"/>
                </a:lnTo>
                <a:lnTo>
                  <a:pt x="2466228" y="1379944"/>
                </a:lnTo>
                <a:lnTo>
                  <a:pt x="2407496" y="1380866"/>
                </a:lnTo>
                <a:close/>
              </a:path>
              <a:path w="4412615" h="1381125">
                <a:moveTo>
                  <a:pt x="3970384" y="1230933"/>
                </a:moveTo>
                <a:lnTo>
                  <a:pt x="3907983" y="1230858"/>
                </a:lnTo>
                <a:lnTo>
                  <a:pt x="3843236" y="1228101"/>
                </a:lnTo>
                <a:lnTo>
                  <a:pt x="3776484" y="1222589"/>
                </a:lnTo>
                <a:lnTo>
                  <a:pt x="4092101" y="1222589"/>
                </a:lnTo>
                <a:lnTo>
                  <a:pt x="4086783" y="1223339"/>
                </a:lnTo>
                <a:lnTo>
                  <a:pt x="4030097" y="1228403"/>
                </a:lnTo>
                <a:lnTo>
                  <a:pt x="3970384" y="1230933"/>
                </a:lnTo>
                <a:close/>
              </a:path>
              <a:path w="4412615" h="1381125">
                <a:moveTo>
                  <a:pt x="3395922" y="1375359"/>
                </a:moveTo>
                <a:lnTo>
                  <a:pt x="3337546" y="1374994"/>
                </a:lnTo>
                <a:lnTo>
                  <a:pt x="3276839" y="1371898"/>
                </a:lnTo>
                <a:lnTo>
                  <a:pt x="3214179" y="1365988"/>
                </a:lnTo>
                <a:lnTo>
                  <a:pt x="3149942" y="1357184"/>
                </a:lnTo>
                <a:lnTo>
                  <a:pt x="3093358" y="1347145"/>
                </a:lnTo>
                <a:lnTo>
                  <a:pt x="3038618" y="1335315"/>
                </a:lnTo>
                <a:lnTo>
                  <a:pt x="2985955" y="1321830"/>
                </a:lnTo>
                <a:lnTo>
                  <a:pt x="2935600" y="1306823"/>
                </a:lnTo>
                <a:lnTo>
                  <a:pt x="2887785" y="1290428"/>
                </a:lnTo>
                <a:lnTo>
                  <a:pt x="2842742" y="1272780"/>
                </a:lnTo>
                <a:lnTo>
                  <a:pt x="3750782" y="1272780"/>
                </a:lnTo>
                <a:lnTo>
                  <a:pt x="3707652" y="1308336"/>
                </a:lnTo>
                <a:lnTo>
                  <a:pt x="3639658" y="1339090"/>
                </a:lnTo>
                <a:lnTo>
                  <a:pt x="3598586" y="1351149"/>
                </a:lnTo>
                <a:lnTo>
                  <a:pt x="3553300" y="1360888"/>
                </a:lnTo>
                <a:lnTo>
                  <a:pt x="3504176" y="1368224"/>
                </a:lnTo>
                <a:lnTo>
                  <a:pt x="3451591" y="1373075"/>
                </a:lnTo>
                <a:lnTo>
                  <a:pt x="3395922" y="137535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4903914" y="1854276"/>
            <a:ext cx="140525" cy="140309"/>
          </a:xfrm>
          <a:prstGeom prst="rect">
            <a:avLst/>
          </a:prstGeom>
          <a:blipFill>
            <a:blip r:embed="rId2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5934900" y="2180894"/>
            <a:ext cx="209867" cy="210451"/>
          </a:xfrm>
          <a:prstGeom prst="rect">
            <a:avLst/>
          </a:prstGeom>
          <a:blipFill>
            <a:blip r:embed="rId2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6668478" y="2527109"/>
            <a:ext cx="4427220" cy="1384300"/>
          </a:xfrm>
          <a:custGeom>
            <a:avLst/>
            <a:gdLst/>
            <a:ahLst/>
            <a:cxnLst/>
            <a:rect l="l" t="t" r="r" b="b"/>
            <a:pathLst>
              <a:path w="4427220" h="1384300">
                <a:moveTo>
                  <a:pt x="1115783" y="12700"/>
                </a:moveTo>
                <a:lnTo>
                  <a:pt x="719023" y="12700"/>
                </a:lnTo>
                <a:lnTo>
                  <a:pt x="732650" y="0"/>
                </a:lnTo>
                <a:lnTo>
                  <a:pt x="1098181" y="0"/>
                </a:lnTo>
                <a:lnTo>
                  <a:pt x="1115783" y="12700"/>
                </a:lnTo>
                <a:close/>
              </a:path>
              <a:path w="4427220" h="1384300">
                <a:moveTo>
                  <a:pt x="720928" y="25400"/>
                </a:moveTo>
                <a:lnTo>
                  <a:pt x="654570" y="25400"/>
                </a:lnTo>
                <a:lnTo>
                  <a:pt x="666953" y="12700"/>
                </a:lnTo>
                <a:lnTo>
                  <a:pt x="734466" y="12700"/>
                </a:lnTo>
                <a:lnTo>
                  <a:pt x="720928" y="25400"/>
                </a:lnTo>
                <a:close/>
              </a:path>
              <a:path w="4427220" h="1384300">
                <a:moveTo>
                  <a:pt x="1192923" y="25400"/>
                </a:moveTo>
                <a:lnTo>
                  <a:pt x="1114196" y="25400"/>
                </a:lnTo>
                <a:lnTo>
                  <a:pt x="1096657" y="12700"/>
                </a:lnTo>
                <a:lnTo>
                  <a:pt x="1169123" y="12700"/>
                </a:lnTo>
                <a:lnTo>
                  <a:pt x="1192923" y="25400"/>
                </a:lnTo>
                <a:close/>
              </a:path>
              <a:path w="4427220" h="1384300">
                <a:moveTo>
                  <a:pt x="657428" y="38100"/>
                </a:moveTo>
                <a:lnTo>
                  <a:pt x="607720" y="38100"/>
                </a:lnTo>
                <a:lnTo>
                  <a:pt x="619023" y="25400"/>
                </a:lnTo>
                <a:lnTo>
                  <a:pt x="669709" y="25400"/>
                </a:lnTo>
                <a:lnTo>
                  <a:pt x="657428" y="38100"/>
                </a:lnTo>
                <a:close/>
              </a:path>
              <a:path w="4427220" h="1384300">
                <a:moveTo>
                  <a:pt x="1262786" y="38100"/>
                </a:moveTo>
                <a:lnTo>
                  <a:pt x="1214196" y="38100"/>
                </a:lnTo>
                <a:lnTo>
                  <a:pt x="1190726" y="25400"/>
                </a:lnTo>
                <a:lnTo>
                  <a:pt x="1239761" y="25400"/>
                </a:lnTo>
                <a:lnTo>
                  <a:pt x="1262786" y="38100"/>
                </a:lnTo>
                <a:close/>
              </a:path>
              <a:path w="4427220" h="1384300">
                <a:moveTo>
                  <a:pt x="600697" y="50800"/>
                </a:moveTo>
                <a:lnTo>
                  <a:pt x="565454" y="50800"/>
                </a:lnTo>
                <a:lnTo>
                  <a:pt x="575576" y="38100"/>
                </a:lnTo>
                <a:lnTo>
                  <a:pt x="611581" y="38100"/>
                </a:lnTo>
                <a:lnTo>
                  <a:pt x="600697" y="50800"/>
                </a:lnTo>
                <a:close/>
              </a:path>
              <a:path w="4427220" h="1384300">
                <a:moveTo>
                  <a:pt x="1330058" y="50800"/>
                </a:moveTo>
                <a:lnTo>
                  <a:pt x="1260170" y="50800"/>
                </a:lnTo>
                <a:lnTo>
                  <a:pt x="1237246" y="38100"/>
                </a:lnTo>
                <a:lnTo>
                  <a:pt x="1307947" y="38100"/>
                </a:lnTo>
                <a:lnTo>
                  <a:pt x="1330058" y="50800"/>
                </a:lnTo>
                <a:close/>
              </a:path>
              <a:path w="4427220" h="1384300">
                <a:moveTo>
                  <a:pt x="570204" y="63500"/>
                </a:moveTo>
                <a:lnTo>
                  <a:pt x="536968" y="63500"/>
                </a:lnTo>
                <a:lnTo>
                  <a:pt x="546150" y="50800"/>
                </a:lnTo>
                <a:lnTo>
                  <a:pt x="580186" y="50800"/>
                </a:lnTo>
                <a:lnTo>
                  <a:pt x="570204" y="63500"/>
                </a:lnTo>
                <a:close/>
              </a:path>
              <a:path w="4427220" h="1384300">
                <a:moveTo>
                  <a:pt x="1373314" y="63500"/>
                </a:moveTo>
                <a:lnTo>
                  <a:pt x="1326959" y="63500"/>
                </a:lnTo>
                <a:lnTo>
                  <a:pt x="1304925" y="50800"/>
                </a:lnTo>
                <a:lnTo>
                  <a:pt x="1351851" y="50800"/>
                </a:lnTo>
                <a:lnTo>
                  <a:pt x="1373314" y="63500"/>
                </a:lnTo>
                <a:close/>
              </a:path>
              <a:path w="4427220" h="1384300">
                <a:moveTo>
                  <a:pt x="1914067" y="63500"/>
                </a:moveTo>
                <a:lnTo>
                  <a:pt x="1703755" y="63500"/>
                </a:lnTo>
                <a:lnTo>
                  <a:pt x="1719808" y="50800"/>
                </a:lnTo>
                <a:lnTo>
                  <a:pt x="1895284" y="50800"/>
                </a:lnTo>
                <a:lnTo>
                  <a:pt x="1914067" y="63500"/>
                </a:lnTo>
                <a:close/>
              </a:path>
              <a:path w="4427220" h="1384300">
                <a:moveTo>
                  <a:pt x="542594" y="76200"/>
                </a:moveTo>
                <a:lnTo>
                  <a:pt x="511403" y="76200"/>
                </a:lnTo>
                <a:lnTo>
                  <a:pt x="519595" y="63500"/>
                </a:lnTo>
                <a:lnTo>
                  <a:pt x="551611" y="63500"/>
                </a:lnTo>
                <a:lnTo>
                  <a:pt x="542594" y="76200"/>
                </a:lnTo>
                <a:close/>
              </a:path>
              <a:path w="4427220" h="1384300">
                <a:moveTo>
                  <a:pt x="1415186" y="76200"/>
                </a:moveTo>
                <a:lnTo>
                  <a:pt x="1369872" y="76200"/>
                </a:lnTo>
                <a:lnTo>
                  <a:pt x="1348498" y="63500"/>
                </a:lnTo>
                <a:lnTo>
                  <a:pt x="1394434" y="63500"/>
                </a:lnTo>
                <a:lnTo>
                  <a:pt x="1415186" y="76200"/>
                </a:lnTo>
                <a:close/>
              </a:path>
              <a:path w="4427220" h="1384300">
                <a:moveTo>
                  <a:pt x="1704911" y="76200"/>
                </a:moveTo>
                <a:lnTo>
                  <a:pt x="1614589" y="76200"/>
                </a:lnTo>
                <a:lnTo>
                  <a:pt x="1628546" y="63500"/>
                </a:lnTo>
                <a:lnTo>
                  <a:pt x="1720850" y="63500"/>
                </a:lnTo>
                <a:lnTo>
                  <a:pt x="1704911" y="76200"/>
                </a:lnTo>
                <a:close/>
              </a:path>
              <a:path w="4427220" h="1384300">
                <a:moveTo>
                  <a:pt x="2010409" y="76200"/>
                </a:moveTo>
                <a:lnTo>
                  <a:pt x="1912988" y="76200"/>
                </a:lnTo>
                <a:lnTo>
                  <a:pt x="1894293" y="63500"/>
                </a:lnTo>
                <a:lnTo>
                  <a:pt x="1990864" y="63500"/>
                </a:lnTo>
                <a:lnTo>
                  <a:pt x="2010409" y="76200"/>
                </a:lnTo>
                <a:close/>
              </a:path>
              <a:path w="4427220" h="1384300">
                <a:moveTo>
                  <a:pt x="518007" y="88900"/>
                </a:moveTo>
                <a:lnTo>
                  <a:pt x="496061" y="88900"/>
                </a:lnTo>
                <a:lnTo>
                  <a:pt x="503554" y="76200"/>
                </a:lnTo>
                <a:lnTo>
                  <a:pt x="526021" y="76200"/>
                </a:lnTo>
                <a:lnTo>
                  <a:pt x="518007" y="88900"/>
                </a:lnTo>
                <a:close/>
              </a:path>
              <a:path w="4427220" h="1384300">
                <a:moveTo>
                  <a:pt x="1455572" y="88900"/>
                </a:moveTo>
                <a:lnTo>
                  <a:pt x="1411401" y="88900"/>
                </a:lnTo>
                <a:lnTo>
                  <a:pt x="1390738" y="76200"/>
                </a:lnTo>
                <a:lnTo>
                  <a:pt x="1435569" y="76200"/>
                </a:lnTo>
                <a:lnTo>
                  <a:pt x="1455572" y="88900"/>
                </a:lnTo>
                <a:close/>
              </a:path>
              <a:path w="4427220" h="1384300">
                <a:moveTo>
                  <a:pt x="1617205" y="88900"/>
                </a:moveTo>
                <a:lnTo>
                  <a:pt x="1562773" y="88900"/>
                </a:lnTo>
                <a:lnTo>
                  <a:pt x="1575104" y="76200"/>
                </a:lnTo>
                <a:lnTo>
                  <a:pt x="1631022" y="76200"/>
                </a:lnTo>
                <a:lnTo>
                  <a:pt x="1617205" y="88900"/>
                </a:lnTo>
                <a:close/>
              </a:path>
              <a:path w="4427220" h="1384300">
                <a:moveTo>
                  <a:pt x="2079078" y="88900"/>
                </a:moveTo>
                <a:lnTo>
                  <a:pt x="2008466" y="88900"/>
                </a:lnTo>
                <a:lnTo>
                  <a:pt x="1988997" y="76200"/>
                </a:lnTo>
                <a:lnTo>
                  <a:pt x="2065566" y="76200"/>
                </a:lnTo>
                <a:lnTo>
                  <a:pt x="2079078" y="88900"/>
                </a:lnTo>
                <a:close/>
              </a:path>
              <a:path w="4427220" h="1384300">
                <a:moveTo>
                  <a:pt x="496595" y="101600"/>
                </a:moveTo>
                <a:lnTo>
                  <a:pt x="482130" y="101600"/>
                </a:lnTo>
                <a:lnTo>
                  <a:pt x="488911" y="88900"/>
                </a:lnTo>
                <a:lnTo>
                  <a:pt x="503554" y="88900"/>
                </a:lnTo>
                <a:lnTo>
                  <a:pt x="496595" y="101600"/>
                </a:lnTo>
                <a:close/>
              </a:path>
              <a:path w="4427220" h="1384300">
                <a:moveTo>
                  <a:pt x="1494383" y="101600"/>
                </a:moveTo>
                <a:lnTo>
                  <a:pt x="1451432" y="101600"/>
                </a:lnTo>
                <a:lnTo>
                  <a:pt x="1431518" y="88900"/>
                </a:lnTo>
                <a:lnTo>
                  <a:pt x="1475181" y="88900"/>
                </a:lnTo>
                <a:lnTo>
                  <a:pt x="1494383" y="101600"/>
                </a:lnTo>
                <a:close/>
              </a:path>
              <a:path w="4427220" h="1384300">
                <a:moveTo>
                  <a:pt x="1566595" y="101600"/>
                </a:moveTo>
                <a:lnTo>
                  <a:pt x="1528445" y="101600"/>
                </a:lnTo>
                <a:lnTo>
                  <a:pt x="1539430" y="88900"/>
                </a:lnTo>
                <a:lnTo>
                  <a:pt x="1578762" y="88900"/>
                </a:lnTo>
                <a:lnTo>
                  <a:pt x="1566595" y="101600"/>
                </a:lnTo>
                <a:close/>
              </a:path>
              <a:path w="4427220" h="1384300">
                <a:moveTo>
                  <a:pt x="2131822" y="101600"/>
                </a:moveTo>
                <a:lnTo>
                  <a:pt x="2076500" y="101600"/>
                </a:lnTo>
                <a:lnTo>
                  <a:pt x="2063064" y="88900"/>
                </a:lnTo>
                <a:lnTo>
                  <a:pt x="2118829" y="88900"/>
                </a:lnTo>
                <a:lnTo>
                  <a:pt x="2131822" y="101600"/>
                </a:lnTo>
                <a:close/>
              </a:path>
              <a:path w="4427220" h="1384300">
                <a:moveTo>
                  <a:pt x="484174" y="114300"/>
                </a:moveTo>
                <a:lnTo>
                  <a:pt x="463994" y="114300"/>
                </a:lnTo>
                <a:lnTo>
                  <a:pt x="469658" y="101600"/>
                </a:lnTo>
                <a:lnTo>
                  <a:pt x="490397" y="101600"/>
                </a:lnTo>
                <a:lnTo>
                  <a:pt x="484174" y="114300"/>
                </a:lnTo>
                <a:close/>
              </a:path>
              <a:path w="4427220" h="1384300">
                <a:moveTo>
                  <a:pt x="1533334" y="114300"/>
                </a:moveTo>
                <a:lnTo>
                  <a:pt x="1489875" y="114300"/>
                </a:lnTo>
                <a:lnTo>
                  <a:pt x="1470774" y="101600"/>
                </a:lnTo>
                <a:lnTo>
                  <a:pt x="1544129" y="101600"/>
                </a:lnTo>
                <a:lnTo>
                  <a:pt x="1533334" y="114300"/>
                </a:lnTo>
                <a:close/>
              </a:path>
              <a:path w="4427220" h="1384300">
                <a:moveTo>
                  <a:pt x="2182368" y="114300"/>
                </a:moveTo>
                <a:lnTo>
                  <a:pt x="2141486" y="114300"/>
                </a:lnTo>
                <a:lnTo>
                  <a:pt x="2128697" y="101600"/>
                </a:lnTo>
                <a:lnTo>
                  <a:pt x="2169947" y="101600"/>
                </a:lnTo>
                <a:lnTo>
                  <a:pt x="2182368" y="114300"/>
                </a:lnTo>
                <a:close/>
              </a:path>
              <a:path w="4427220" h="1384300">
                <a:moveTo>
                  <a:pt x="473265" y="127000"/>
                </a:moveTo>
                <a:lnTo>
                  <a:pt x="453834" y="127000"/>
                </a:lnTo>
                <a:lnTo>
                  <a:pt x="458724" y="114300"/>
                </a:lnTo>
                <a:lnTo>
                  <a:pt x="478739" y="114300"/>
                </a:lnTo>
                <a:lnTo>
                  <a:pt x="473265" y="127000"/>
                </a:lnTo>
                <a:close/>
              </a:path>
              <a:path w="4427220" h="1384300">
                <a:moveTo>
                  <a:pt x="2264752" y="139700"/>
                </a:moveTo>
                <a:lnTo>
                  <a:pt x="2237879" y="139700"/>
                </a:lnTo>
                <a:lnTo>
                  <a:pt x="2214626" y="127000"/>
                </a:lnTo>
                <a:lnTo>
                  <a:pt x="2178799" y="127000"/>
                </a:lnTo>
                <a:lnTo>
                  <a:pt x="2166442" y="114300"/>
                </a:lnTo>
                <a:lnTo>
                  <a:pt x="2218664" y="114300"/>
                </a:lnTo>
                <a:lnTo>
                  <a:pt x="2242057" y="127000"/>
                </a:lnTo>
                <a:lnTo>
                  <a:pt x="2264752" y="139700"/>
                </a:lnTo>
                <a:close/>
              </a:path>
              <a:path w="4427220" h="1384300">
                <a:moveTo>
                  <a:pt x="459841" y="139700"/>
                </a:moveTo>
                <a:lnTo>
                  <a:pt x="445300" y="139700"/>
                </a:lnTo>
                <a:lnTo>
                  <a:pt x="449364" y="127000"/>
                </a:lnTo>
                <a:lnTo>
                  <a:pt x="464121" y="127000"/>
                </a:lnTo>
                <a:lnTo>
                  <a:pt x="459841" y="139700"/>
                </a:lnTo>
                <a:close/>
              </a:path>
              <a:path w="4427220" h="1384300">
                <a:moveTo>
                  <a:pt x="452881" y="152400"/>
                </a:moveTo>
                <a:lnTo>
                  <a:pt x="438442" y="152400"/>
                </a:lnTo>
                <a:lnTo>
                  <a:pt x="441655" y="139700"/>
                </a:lnTo>
                <a:lnTo>
                  <a:pt x="456336" y="139700"/>
                </a:lnTo>
                <a:lnTo>
                  <a:pt x="452881" y="152400"/>
                </a:lnTo>
                <a:close/>
              </a:path>
              <a:path w="4427220" h="1384300">
                <a:moveTo>
                  <a:pt x="2348014" y="177800"/>
                </a:moveTo>
                <a:lnTo>
                  <a:pt x="2323096" y="177800"/>
                </a:lnTo>
                <a:lnTo>
                  <a:pt x="2302802" y="165100"/>
                </a:lnTo>
                <a:lnTo>
                  <a:pt x="2302954" y="165100"/>
                </a:lnTo>
                <a:lnTo>
                  <a:pt x="2281859" y="152400"/>
                </a:lnTo>
                <a:lnTo>
                  <a:pt x="2260307" y="152400"/>
                </a:lnTo>
                <a:lnTo>
                  <a:pt x="2237740" y="139700"/>
                </a:lnTo>
                <a:lnTo>
                  <a:pt x="2286736" y="139700"/>
                </a:lnTo>
                <a:lnTo>
                  <a:pt x="2307958" y="152400"/>
                </a:lnTo>
                <a:lnTo>
                  <a:pt x="2328405" y="165100"/>
                </a:lnTo>
                <a:lnTo>
                  <a:pt x="2348014" y="177800"/>
                </a:lnTo>
                <a:close/>
              </a:path>
              <a:path w="4427220" h="1384300">
                <a:moveTo>
                  <a:pt x="2669044" y="152400"/>
                </a:moveTo>
                <a:lnTo>
                  <a:pt x="2580894" y="152400"/>
                </a:lnTo>
                <a:lnTo>
                  <a:pt x="2595029" y="139700"/>
                </a:lnTo>
                <a:lnTo>
                  <a:pt x="2653830" y="139700"/>
                </a:lnTo>
                <a:lnTo>
                  <a:pt x="2669044" y="152400"/>
                </a:lnTo>
                <a:close/>
              </a:path>
              <a:path w="4427220" h="1384300">
                <a:moveTo>
                  <a:pt x="443826" y="177800"/>
                </a:moveTo>
                <a:lnTo>
                  <a:pt x="431482" y="177800"/>
                </a:lnTo>
                <a:lnTo>
                  <a:pt x="433349" y="165100"/>
                </a:lnTo>
                <a:lnTo>
                  <a:pt x="435673" y="152400"/>
                </a:lnTo>
                <a:lnTo>
                  <a:pt x="450151" y="152400"/>
                </a:lnTo>
                <a:lnTo>
                  <a:pt x="447535" y="165100"/>
                </a:lnTo>
                <a:lnTo>
                  <a:pt x="445592" y="165100"/>
                </a:lnTo>
                <a:lnTo>
                  <a:pt x="443826" y="177800"/>
                </a:lnTo>
                <a:close/>
              </a:path>
              <a:path w="4427220" h="1384300">
                <a:moveTo>
                  <a:pt x="2581478" y="165100"/>
                </a:moveTo>
                <a:lnTo>
                  <a:pt x="2477554" y="165100"/>
                </a:lnTo>
                <a:lnTo>
                  <a:pt x="2489428" y="152400"/>
                </a:lnTo>
                <a:lnTo>
                  <a:pt x="2595511" y="152400"/>
                </a:lnTo>
                <a:lnTo>
                  <a:pt x="2581478" y="165100"/>
                </a:lnTo>
                <a:close/>
              </a:path>
              <a:path w="4427220" h="1384300">
                <a:moveTo>
                  <a:pt x="2796527" y="165100"/>
                </a:moveTo>
                <a:lnTo>
                  <a:pt x="2668549" y="165100"/>
                </a:lnTo>
                <a:lnTo>
                  <a:pt x="2653423" y="152400"/>
                </a:lnTo>
                <a:lnTo>
                  <a:pt x="2780131" y="152400"/>
                </a:lnTo>
                <a:lnTo>
                  <a:pt x="2796527" y="165100"/>
                </a:lnTo>
                <a:close/>
              </a:path>
              <a:path w="4427220" h="1384300">
                <a:moveTo>
                  <a:pt x="2468765" y="177800"/>
                </a:moveTo>
                <a:lnTo>
                  <a:pt x="2423299" y="177800"/>
                </a:lnTo>
                <a:lnTo>
                  <a:pt x="2433434" y="165100"/>
                </a:lnTo>
                <a:lnTo>
                  <a:pt x="2480170" y="165100"/>
                </a:lnTo>
                <a:lnTo>
                  <a:pt x="2468765" y="177800"/>
                </a:lnTo>
                <a:close/>
              </a:path>
              <a:path w="4427220" h="1384300">
                <a:moveTo>
                  <a:pt x="2863011" y="177800"/>
                </a:moveTo>
                <a:lnTo>
                  <a:pt x="2794584" y="177800"/>
                </a:lnTo>
                <a:lnTo>
                  <a:pt x="2778277" y="165100"/>
                </a:lnTo>
                <a:lnTo>
                  <a:pt x="2849981" y="165100"/>
                </a:lnTo>
                <a:lnTo>
                  <a:pt x="2863011" y="177800"/>
                </a:lnTo>
                <a:close/>
              </a:path>
              <a:path w="4427220" h="1384300">
                <a:moveTo>
                  <a:pt x="442010" y="190500"/>
                </a:moveTo>
                <a:lnTo>
                  <a:pt x="429412" y="190500"/>
                </a:lnTo>
                <a:lnTo>
                  <a:pt x="430085" y="177800"/>
                </a:lnTo>
                <a:lnTo>
                  <a:pt x="442645" y="177800"/>
                </a:lnTo>
                <a:lnTo>
                  <a:pt x="442010" y="190500"/>
                </a:lnTo>
                <a:close/>
              </a:path>
              <a:path w="4427220" h="1384300">
                <a:moveTo>
                  <a:pt x="2375903" y="190500"/>
                </a:moveTo>
                <a:lnTo>
                  <a:pt x="2342426" y="190500"/>
                </a:lnTo>
                <a:lnTo>
                  <a:pt x="2322944" y="177800"/>
                </a:lnTo>
                <a:lnTo>
                  <a:pt x="2366835" y="177800"/>
                </a:lnTo>
                <a:lnTo>
                  <a:pt x="2375903" y="190500"/>
                </a:lnTo>
                <a:close/>
              </a:path>
              <a:path w="4427220" h="1384300">
                <a:moveTo>
                  <a:pt x="2427325" y="190500"/>
                </a:moveTo>
                <a:lnTo>
                  <a:pt x="2395207" y="190500"/>
                </a:lnTo>
                <a:lnTo>
                  <a:pt x="2404173" y="177800"/>
                </a:lnTo>
                <a:lnTo>
                  <a:pt x="2437295" y="177800"/>
                </a:lnTo>
                <a:lnTo>
                  <a:pt x="2427325" y="190500"/>
                </a:lnTo>
                <a:close/>
              </a:path>
              <a:path w="4427220" h="1384300">
                <a:moveTo>
                  <a:pt x="2925864" y="190500"/>
                </a:moveTo>
                <a:lnTo>
                  <a:pt x="2873070" y="190500"/>
                </a:lnTo>
                <a:lnTo>
                  <a:pt x="2860255" y="177800"/>
                </a:lnTo>
                <a:lnTo>
                  <a:pt x="2913608" y="177800"/>
                </a:lnTo>
                <a:lnTo>
                  <a:pt x="2925864" y="190500"/>
                </a:lnTo>
                <a:close/>
              </a:path>
              <a:path w="4427220" h="1384300">
                <a:moveTo>
                  <a:pt x="441375" y="203200"/>
                </a:moveTo>
                <a:lnTo>
                  <a:pt x="428675" y="203200"/>
                </a:lnTo>
                <a:lnTo>
                  <a:pt x="428713" y="190500"/>
                </a:lnTo>
                <a:lnTo>
                  <a:pt x="441413" y="190500"/>
                </a:lnTo>
                <a:lnTo>
                  <a:pt x="441375" y="203200"/>
                </a:lnTo>
                <a:close/>
              </a:path>
              <a:path w="4427220" h="1384300">
                <a:moveTo>
                  <a:pt x="2392235" y="203200"/>
                </a:moveTo>
                <a:lnTo>
                  <a:pt x="2369756" y="203200"/>
                </a:lnTo>
                <a:lnTo>
                  <a:pt x="2360777" y="190500"/>
                </a:lnTo>
                <a:lnTo>
                  <a:pt x="2400579" y="190500"/>
                </a:lnTo>
                <a:lnTo>
                  <a:pt x="2392235" y="203200"/>
                </a:lnTo>
                <a:close/>
              </a:path>
              <a:path w="4427220" h="1384300">
                <a:moveTo>
                  <a:pt x="2961551" y="203200"/>
                </a:moveTo>
                <a:lnTo>
                  <a:pt x="2922447" y="203200"/>
                </a:lnTo>
                <a:lnTo>
                  <a:pt x="2910268" y="190500"/>
                </a:lnTo>
                <a:lnTo>
                  <a:pt x="2949829" y="190500"/>
                </a:lnTo>
                <a:lnTo>
                  <a:pt x="2961551" y="203200"/>
                </a:lnTo>
                <a:close/>
              </a:path>
              <a:path w="4427220" h="1384300">
                <a:moveTo>
                  <a:pt x="391236" y="215900"/>
                </a:moveTo>
                <a:lnTo>
                  <a:pt x="236486" y="215900"/>
                </a:lnTo>
                <a:lnTo>
                  <a:pt x="254457" y="203200"/>
                </a:lnTo>
                <a:lnTo>
                  <a:pt x="370687" y="203200"/>
                </a:lnTo>
                <a:lnTo>
                  <a:pt x="391236" y="215900"/>
                </a:lnTo>
                <a:close/>
              </a:path>
              <a:path w="4427220" h="1384300">
                <a:moveTo>
                  <a:pt x="442417" y="215900"/>
                </a:moveTo>
                <a:lnTo>
                  <a:pt x="429818" y="215900"/>
                </a:lnTo>
                <a:lnTo>
                  <a:pt x="429234" y="203200"/>
                </a:lnTo>
                <a:lnTo>
                  <a:pt x="441858" y="203200"/>
                </a:lnTo>
                <a:lnTo>
                  <a:pt x="442417" y="215900"/>
                </a:lnTo>
                <a:close/>
              </a:path>
              <a:path w="4427220" h="1384300">
                <a:moveTo>
                  <a:pt x="2995561" y="215900"/>
                </a:moveTo>
                <a:lnTo>
                  <a:pt x="2957690" y="215900"/>
                </a:lnTo>
                <a:lnTo>
                  <a:pt x="2946044" y="203200"/>
                </a:lnTo>
                <a:lnTo>
                  <a:pt x="2984423" y="203200"/>
                </a:lnTo>
                <a:lnTo>
                  <a:pt x="2995561" y="215900"/>
                </a:lnTo>
                <a:close/>
              </a:path>
              <a:path w="4427220" h="1384300">
                <a:moveTo>
                  <a:pt x="237515" y="228600"/>
                </a:moveTo>
                <a:lnTo>
                  <a:pt x="154101" y="228600"/>
                </a:lnTo>
                <a:lnTo>
                  <a:pt x="169506" y="215900"/>
                </a:lnTo>
                <a:lnTo>
                  <a:pt x="255333" y="215900"/>
                </a:lnTo>
                <a:lnTo>
                  <a:pt x="237515" y="228600"/>
                </a:lnTo>
                <a:close/>
              </a:path>
              <a:path w="4427220" h="1384300">
                <a:moveTo>
                  <a:pt x="434149" y="228600"/>
                </a:moveTo>
                <a:lnTo>
                  <a:pt x="390283" y="228600"/>
                </a:lnTo>
                <a:lnTo>
                  <a:pt x="369862" y="215900"/>
                </a:lnTo>
                <a:lnTo>
                  <a:pt x="443725" y="215900"/>
                </a:lnTo>
                <a:lnTo>
                  <a:pt x="434149" y="228600"/>
                </a:lnTo>
                <a:close/>
              </a:path>
              <a:path w="4427220" h="1384300">
                <a:moveTo>
                  <a:pt x="3027743" y="228600"/>
                </a:moveTo>
                <a:lnTo>
                  <a:pt x="3002000" y="228600"/>
                </a:lnTo>
                <a:lnTo>
                  <a:pt x="2991142" y="215900"/>
                </a:lnTo>
                <a:lnTo>
                  <a:pt x="3017227" y="215900"/>
                </a:lnTo>
                <a:lnTo>
                  <a:pt x="3027743" y="228600"/>
                </a:lnTo>
                <a:close/>
              </a:path>
              <a:path w="4427220" h="1384300">
                <a:moveTo>
                  <a:pt x="156756" y="241300"/>
                </a:moveTo>
                <a:lnTo>
                  <a:pt x="98501" y="241300"/>
                </a:lnTo>
                <a:lnTo>
                  <a:pt x="111455" y="228600"/>
                </a:lnTo>
                <a:lnTo>
                  <a:pt x="171983" y="228600"/>
                </a:lnTo>
                <a:lnTo>
                  <a:pt x="156756" y="241300"/>
                </a:lnTo>
                <a:close/>
              </a:path>
              <a:path w="4427220" h="1384300">
                <a:moveTo>
                  <a:pt x="3057956" y="241300"/>
                </a:moveTo>
                <a:lnTo>
                  <a:pt x="3033039" y="241300"/>
                </a:lnTo>
                <a:lnTo>
                  <a:pt x="3022828" y="228600"/>
                </a:lnTo>
                <a:lnTo>
                  <a:pt x="3048114" y="228600"/>
                </a:lnTo>
                <a:lnTo>
                  <a:pt x="3057956" y="241300"/>
                </a:lnTo>
                <a:close/>
              </a:path>
              <a:path w="4427220" h="1384300">
                <a:moveTo>
                  <a:pt x="102870" y="254000"/>
                </a:moveTo>
                <a:lnTo>
                  <a:pt x="74650" y="254000"/>
                </a:lnTo>
                <a:lnTo>
                  <a:pt x="86232" y="241300"/>
                </a:lnTo>
                <a:lnTo>
                  <a:pt x="115570" y="241300"/>
                </a:lnTo>
                <a:lnTo>
                  <a:pt x="102870" y="254000"/>
                </a:lnTo>
                <a:close/>
              </a:path>
              <a:path w="4427220" h="1384300">
                <a:moveTo>
                  <a:pt x="3086074" y="254000"/>
                </a:moveTo>
                <a:lnTo>
                  <a:pt x="3062033" y="254000"/>
                </a:lnTo>
                <a:lnTo>
                  <a:pt x="3052521" y="241300"/>
                </a:lnTo>
                <a:lnTo>
                  <a:pt x="3076943" y="241300"/>
                </a:lnTo>
                <a:lnTo>
                  <a:pt x="3086074" y="254000"/>
                </a:lnTo>
                <a:close/>
              </a:path>
              <a:path w="4427220" h="1384300">
                <a:moveTo>
                  <a:pt x="80048" y="266700"/>
                </a:moveTo>
                <a:lnTo>
                  <a:pt x="53721" y="266700"/>
                </a:lnTo>
                <a:lnTo>
                  <a:pt x="63792" y="254000"/>
                </a:lnTo>
                <a:lnTo>
                  <a:pt x="91363" y="254000"/>
                </a:lnTo>
                <a:lnTo>
                  <a:pt x="80048" y="266700"/>
                </a:lnTo>
                <a:close/>
              </a:path>
              <a:path w="4427220" h="1384300">
                <a:moveTo>
                  <a:pt x="3111944" y="266700"/>
                </a:moveTo>
                <a:lnTo>
                  <a:pt x="3080156" y="266700"/>
                </a:lnTo>
                <a:lnTo>
                  <a:pt x="3071126" y="254000"/>
                </a:lnTo>
                <a:lnTo>
                  <a:pt x="3103575" y="254000"/>
                </a:lnTo>
                <a:lnTo>
                  <a:pt x="3111944" y="266700"/>
                </a:lnTo>
                <a:close/>
              </a:path>
              <a:path w="4427220" h="1384300">
                <a:moveTo>
                  <a:pt x="3377234" y="266700"/>
                </a:moveTo>
                <a:lnTo>
                  <a:pt x="3300628" y="266700"/>
                </a:lnTo>
                <a:lnTo>
                  <a:pt x="3313023" y="254000"/>
                </a:lnTo>
                <a:lnTo>
                  <a:pt x="3364115" y="254000"/>
                </a:lnTo>
                <a:lnTo>
                  <a:pt x="3377234" y="266700"/>
                </a:lnTo>
                <a:close/>
              </a:path>
              <a:path w="4427220" h="1384300">
                <a:moveTo>
                  <a:pt x="55918" y="279400"/>
                </a:moveTo>
                <a:lnTo>
                  <a:pt x="35763" y="279400"/>
                </a:lnTo>
                <a:lnTo>
                  <a:pt x="39941" y="266700"/>
                </a:lnTo>
                <a:lnTo>
                  <a:pt x="60515" y="266700"/>
                </a:lnTo>
                <a:lnTo>
                  <a:pt x="55918" y="279400"/>
                </a:lnTo>
                <a:close/>
              </a:path>
              <a:path w="4427220" h="1384300">
                <a:moveTo>
                  <a:pt x="3127870" y="279400"/>
                </a:moveTo>
                <a:lnTo>
                  <a:pt x="3105429" y="279400"/>
                </a:lnTo>
                <a:lnTo>
                  <a:pt x="3097161" y="266700"/>
                </a:lnTo>
                <a:lnTo>
                  <a:pt x="3120047" y="266700"/>
                </a:lnTo>
                <a:lnTo>
                  <a:pt x="3127870" y="279400"/>
                </a:lnTo>
                <a:close/>
              </a:path>
              <a:path w="4427220" h="1384300">
                <a:moveTo>
                  <a:pt x="3301060" y="279400"/>
                </a:moveTo>
                <a:lnTo>
                  <a:pt x="3176219" y="279400"/>
                </a:lnTo>
                <a:lnTo>
                  <a:pt x="3186518" y="266700"/>
                </a:lnTo>
                <a:lnTo>
                  <a:pt x="3313379" y="266700"/>
                </a:lnTo>
                <a:lnTo>
                  <a:pt x="3301060" y="279400"/>
                </a:lnTo>
                <a:close/>
              </a:path>
              <a:path w="4427220" h="1384300">
                <a:moveTo>
                  <a:pt x="3514661" y="279400"/>
                </a:moveTo>
                <a:lnTo>
                  <a:pt x="3376828" y="279400"/>
                </a:lnTo>
                <a:lnTo>
                  <a:pt x="3363772" y="266700"/>
                </a:lnTo>
                <a:lnTo>
                  <a:pt x="3500501" y="266700"/>
                </a:lnTo>
                <a:lnTo>
                  <a:pt x="3514661" y="279400"/>
                </a:lnTo>
                <a:close/>
              </a:path>
              <a:path w="4427220" h="1384300">
                <a:moveTo>
                  <a:pt x="40220" y="292100"/>
                </a:moveTo>
                <a:lnTo>
                  <a:pt x="21145" y="292100"/>
                </a:lnTo>
                <a:lnTo>
                  <a:pt x="24472" y="279400"/>
                </a:lnTo>
                <a:lnTo>
                  <a:pt x="44005" y="279400"/>
                </a:lnTo>
                <a:lnTo>
                  <a:pt x="40220" y="292100"/>
                </a:lnTo>
                <a:close/>
              </a:path>
              <a:path w="4427220" h="1384300">
                <a:moveTo>
                  <a:pt x="3178657" y="292100"/>
                </a:moveTo>
                <a:lnTo>
                  <a:pt x="3128251" y="292100"/>
                </a:lnTo>
                <a:lnTo>
                  <a:pt x="3120809" y="279400"/>
                </a:lnTo>
                <a:lnTo>
                  <a:pt x="3188868" y="279400"/>
                </a:lnTo>
                <a:lnTo>
                  <a:pt x="3178657" y="292100"/>
                </a:lnTo>
                <a:close/>
              </a:path>
              <a:path w="4427220" h="1384300">
                <a:moveTo>
                  <a:pt x="3596335" y="292100"/>
                </a:moveTo>
                <a:lnTo>
                  <a:pt x="3526955" y="292100"/>
                </a:lnTo>
                <a:lnTo>
                  <a:pt x="3512781" y="279400"/>
                </a:lnTo>
                <a:lnTo>
                  <a:pt x="3574199" y="279400"/>
                </a:lnTo>
                <a:lnTo>
                  <a:pt x="3596335" y="292100"/>
                </a:lnTo>
                <a:close/>
              </a:path>
              <a:path w="4427220" h="1384300">
                <a:moveTo>
                  <a:pt x="27965" y="304800"/>
                </a:moveTo>
                <a:lnTo>
                  <a:pt x="12496" y="304800"/>
                </a:lnTo>
                <a:lnTo>
                  <a:pt x="15151" y="292100"/>
                </a:lnTo>
                <a:lnTo>
                  <a:pt x="30886" y="292100"/>
                </a:lnTo>
                <a:lnTo>
                  <a:pt x="27965" y="304800"/>
                </a:lnTo>
                <a:close/>
              </a:path>
              <a:path w="4427220" h="1384300">
                <a:moveTo>
                  <a:pt x="3660457" y="304800"/>
                </a:moveTo>
                <a:lnTo>
                  <a:pt x="3593744" y="304800"/>
                </a:lnTo>
                <a:lnTo>
                  <a:pt x="3571709" y="292100"/>
                </a:lnTo>
                <a:lnTo>
                  <a:pt x="3639489" y="292100"/>
                </a:lnTo>
                <a:lnTo>
                  <a:pt x="3660457" y="304800"/>
                </a:lnTo>
                <a:close/>
              </a:path>
              <a:path w="4427220" h="1384300">
                <a:moveTo>
                  <a:pt x="19265" y="317500"/>
                </a:moveTo>
                <a:lnTo>
                  <a:pt x="6007" y="317500"/>
                </a:lnTo>
                <a:lnTo>
                  <a:pt x="7924" y="304800"/>
                </a:lnTo>
                <a:lnTo>
                  <a:pt x="21272" y="304800"/>
                </a:lnTo>
                <a:lnTo>
                  <a:pt x="19265" y="317500"/>
                </a:lnTo>
                <a:close/>
              </a:path>
              <a:path w="4427220" h="1384300">
                <a:moveTo>
                  <a:pt x="3701110" y="317500"/>
                </a:moveTo>
                <a:lnTo>
                  <a:pt x="3657206" y="317500"/>
                </a:lnTo>
                <a:lnTo>
                  <a:pt x="3636340" y="304800"/>
                </a:lnTo>
                <a:lnTo>
                  <a:pt x="3681018" y="304800"/>
                </a:lnTo>
                <a:lnTo>
                  <a:pt x="3701110" y="317500"/>
                </a:lnTo>
                <a:close/>
              </a:path>
              <a:path w="4427220" h="1384300">
                <a:moveTo>
                  <a:pt x="15100" y="330200"/>
                </a:moveTo>
                <a:lnTo>
                  <a:pt x="1803" y="330200"/>
                </a:lnTo>
                <a:lnTo>
                  <a:pt x="2933" y="317500"/>
                </a:lnTo>
                <a:lnTo>
                  <a:pt x="16382" y="317500"/>
                </a:lnTo>
                <a:lnTo>
                  <a:pt x="15100" y="330200"/>
                </a:lnTo>
                <a:close/>
              </a:path>
              <a:path w="4427220" h="1384300">
                <a:moveTo>
                  <a:pt x="3739896" y="330200"/>
                </a:moveTo>
                <a:lnTo>
                  <a:pt x="3697401" y="330200"/>
                </a:lnTo>
                <a:lnTo>
                  <a:pt x="3677411" y="317500"/>
                </a:lnTo>
                <a:lnTo>
                  <a:pt x="3720757" y="317500"/>
                </a:lnTo>
                <a:lnTo>
                  <a:pt x="3739896" y="330200"/>
                </a:lnTo>
                <a:close/>
              </a:path>
              <a:path w="4427220" h="1384300">
                <a:moveTo>
                  <a:pt x="12852" y="342900"/>
                </a:moveTo>
                <a:lnTo>
                  <a:pt x="177" y="342900"/>
                </a:lnTo>
                <a:lnTo>
                  <a:pt x="495" y="330200"/>
                </a:lnTo>
                <a:lnTo>
                  <a:pt x="13131" y="330200"/>
                </a:lnTo>
                <a:lnTo>
                  <a:pt x="12852" y="342900"/>
                </a:lnTo>
                <a:close/>
              </a:path>
              <a:path w="4427220" h="1384300">
                <a:moveTo>
                  <a:pt x="3776649" y="342900"/>
                </a:moveTo>
                <a:lnTo>
                  <a:pt x="3735717" y="342900"/>
                </a:lnTo>
                <a:lnTo>
                  <a:pt x="3716693" y="330200"/>
                </a:lnTo>
                <a:lnTo>
                  <a:pt x="3758539" y="330200"/>
                </a:lnTo>
                <a:lnTo>
                  <a:pt x="3776649" y="342900"/>
                </a:lnTo>
                <a:close/>
              </a:path>
              <a:path w="4427220" h="1384300">
                <a:moveTo>
                  <a:pt x="13817" y="355600"/>
                </a:moveTo>
                <a:lnTo>
                  <a:pt x="368" y="355600"/>
                </a:lnTo>
                <a:lnTo>
                  <a:pt x="0" y="342900"/>
                </a:lnTo>
                <a:lnTo>
                  <a:pt x="12979" y="342900"/>
                </a:lnTo>
                <a:lnTo>
                  <a:pt x="13817" y="355600"/>
                </a:lnTo>
                <a:close/>
              </a:path>
              <a:path w="4427220" h="1384300">
                <a:moveTo>
                  <a:pt x="3827614" y="368300"/>
                </a:moveTo>
                <a:lnTo>
                  <a:pt x="3806037" y="368300"/>
                </a:lnTo>
                <a:lnTo>
                  <a:pt x="3789172" y="355600"/>
                </a:lnTo>
                <a:lnTo>
                  <a:pt x="3771988" y="355600"/>
                </a:lnTo>
                <a:lnTo>
                  <a:pt x="3754005" y="342900"/>
                </a:lnTo>
                <a:lnTo>
                  <a:pt x="3794213" y="342900"/>
                </a:lnTo>
                <a:lnTo>
                  <a:pt x="3811206" y="355600"/>
                </a:lnTo>
                <a:lnTo>
                  <a:pt x="3827614" y="368300"/>
                </a:lnTo>
                <a:close/>
              </a:path>
              <a:path w="4427220" h="1384300">
                <a:moveTo>
                  <a:pt x="16751" y="368300"/>
                </a:moveTo>
                <a:lnTo>
                  <a:pt x="2692" y="368300"/>
                </a:lnTo>
                <a:lnTo>
                  <a:pt x="1270" y="355600"/>
                </a:lnTo>
                <a:lnTo>
                  <a:pt x="14935" y="355600"/>
                </a:lnTo>
                <a:lnTo>
                  <a:pt x="16751" y="368300"/>
                </a:lnTo>
                <a:close/>
              </a:path>
              <a:path w="4427220" h="1384300">
                <a:moveTo>
                  <a:pt x="21501" y="381000"/>
                </a:moveTo>
                <a:lnTo>
                  <a:pt x="7086" y="381000"/>
                </a:lnTo>
                <a:lnTo>
                  <a:pt x="4635" y="368300"/>
                </a:lnTo>
                <a:lnTo>
                  <a:pt x="18745" y="368300"/>
                </a:lnTo>
                <a:lnTo>
                  <a:pt x="21501" y="381000"/>
                </a:lnTo>
                <a:close/>
              </a:path>
              <a:path w="4427220" h="1384300">
                <a:moveTo>
                  <a:pt x="3873106" y="393700"/>
                </a:moveTo>
                <a:lnTo>
                  <a:pt x="3852557" y="393700"/>
                </a:lnTo>
                <a:lnTo>
                  <a:pt x="3837546" y="381000"/>
                </a:lnTo>
                <a:lnTo>
                  <a:pt x="3822166" y="381000"/>
                </a:lnTo>
                <a:lnTo>
                  <a:pt x="3805897" y="368300"/>
                </a:lnTo>
                <a:lnTo>
                  <a:pt x="3843413" y="368300"/>
                </a:lnTo>
                <a:lnTo>
                  <a:pt x="3858590" y="381000"/>
                </a:lnTo>
                <a:lnTo>
                  <a:pt x="3873106" y="393700"/>
                </a:lnTo>
                <a:close/>
              </a:path>
              <a:path w="4427220" h="1384300">
                <a:moveTo>
                  <a:pt x="28054" y="393700"/>
                </a:moveTo>
                <a:lnTo>
                  <a:pt x="13398" y="393700"/>
                </a:lnTo>
                <a:lnTo>
                  <a:pt x="10007" y="381000"/>
                </a:lnTo>
                <a:lnTo>
                  <a:pt x="24383" y="381000"/>
                </a:lnTo>
                <a:lnTo>
                  <a:pt x="28054" y="393700"/>
                </a:lnTo>
                <a:close/>
              </a:path>
              <a:path w="4427220" h="1384300">
                <a:moveTo>
                  <a:pt x="36385" y="406400"/>
                </a:moveTo>
                <a:lnTo>
                  <a:pt x="21564" y="406400"/>
                </a:lnTo>
                <a:lnTo>
                  <a:pt x="17259" y="393700"/>
                </a:lnTo>
                <a:lnTo>
                  <a:pt x="31826" y="393700"/>
                </a:lnTo>
                <a:lnTo>
                  <a:pt x="36385" y="406400"/>
                </a:lnTo>
                <a:close/>
              </a:path>
              <a:path w="4427220" h="1384300">
                <a:moveTo>
                  <a:pt x="3912590" y="419100"/>
                </a:moveTo>
                <a:lnTo>
                  <a:pt x="3893146" y="419100"/>
                </a:lnTo>
                <a:lnTo>
                  <a:pt x="3880154" y="406400"/>
                </a:lnTo>
                <a:lnTo>
                  <a:pt x="3880319" y="406400"/>
                </a:lnTo>
                <a:lnTo>
                  <a:pt x="3866616" y="393700"/>
                </a:lnTo>
                <a:lnTo>
                  <a:pt x="3886961" y="393700"/>
                </a:lnTo>
                <a:lnTo>
                  <a:pt x="3900131" y="406400"/>
                </a:lnTo>
                <a:lnTo>
                  <a:pt x="3912590" y="419100"/>
                </a:lnTo>
                <a:close/>
              </a:path>
              <a:path w="4427220" h="1384300">
                <a:moveTo>
                  <a:pt x="52095" y="419100"/>
                </a:moveTo>
                <a:lnTo>
                  <a:pt x="31470" y="419100"/>
                </a:lnTo>
                <a:lnTo>
                  <a:pt x="26301" y="406400"/>
                </a:lnTo>
                <a:lnTo>
                  <a:pt x="46266" y="406400"/>
                </a:lnTo>
                <a:lnTo>
                  <a:pt x="52095" y="419100"/>
                </a:lnTo>
                <a:close/>
              </a:path>
              <a:path w="4427220" h="1384300">
                <a:moveTo>
                  <a:pt x="64655" y="431800"/>
                </a:moveTo>
                <a:lnTo>
                  <a:pt x="43065" y="431800"/>
                </a:lnTo>
                <a:lnTo>
                  <a:pt x="37058" y="419100"/>
                </a:lnTo>
                <a:lnTo>
                  <a:pt x="58013" y="419100"/>
                </a:lnTo>
                <a:lnTo>
                  <a:pt x="64655" y="431800"/>
                </a:lnTo>
                <a:close/>
              </a:path>
              <a:path w="4427220" h="1384300">
                <a:moveTo>
                  <a:pt x="3945508" y="444500"/>
                </a:moveTo>
                <a:lnTo>
                  <a:pt x="3927195" y="444500"/>
                </a:lnTo>
                <a:lnTo>
                  <a:pt x="3916413" y="431800"/>
                </a:lnTo>
                <a:lnTo>
                  <a:pt x="3916603" y="431800"/>
                </a:lnTo>
                <a:lnTo>
                  <a:pt x="3905072" y="419100"/>
                </a:lnTo>
                <a:lnTo>
                  <a:pt x="3924312" y="419100"/>
                </a:lnTo>
                <a:lnTo>
                  <a:pt x="3935298" y="431800"/>
                </a:lnTo>
                <a:lnTo>
                  <a:pt x="3945508" y="444500"/>
                </a:lnTo>
                <a:close/>
              </a:path>
              <a:path w="4427220" h="1384300">
                <a:moveTo>
                  <a:pt x="78803" y="444500"/>
                </a:moveTo>
                <a:lnTo>
                  <a:pt x="56260" y="444500"/>
                </a:lnTo>
                <a:lnTo>
                  <a:pt x="49466" y="431800"/>
                </a:lnTo>
                <a:lnTo>
                  <a:pt x="71386" y="431800"/>
                </a:lnTo>
                <a:lnTo>
                  <a:pt x="78803" y="444500"/>
                </a:lnTo>
                <a:close/>
              </a:path>
              <a:path w="4427220" h="1384300">
                <a:moveTo>
                  <a:pt x="94475" y="457200"/>
                </a:moveTo>
                <a:lnTo>
                  <a:pt x="71005" y="457200"/>
                </a:lnTo>
                <a:lnTo>
                  <a:pt x="63436" y="444500"/>
                </a:lnTo>
                <a:lnTo>
                  <a:pt x="86309" y="444500"/>
                </a:lnTo>
                <a:lnTo>
                  <a:pt x="94475" y="457200"/>
                </a:lnTo>
                <a:close/>
              </a:path>
              <a:path w="4427220" h="1384300">
                <a:moveTo>
                  <a:pt x="3963504" y="457200"/>
                </a:moveTo>
                <a:lnTo>
                  <a:pt x="3945991" y="457200"/>
                </a:lnTo>
                <a:lnTo>
                  <a:pt x="3936784" y="444500"/>
                </a:lnTo>
                <a:lnTo>
                  <a:pt x="3954932" y="444500"/>
                </a:lnTo>
                <a:lnTo>
                  <a:pt x="3963504" y="457200"/>
                </a:lnTo>
                <a:close/>
              </a:path>
              <a:path w="4427220" h="1384300">
                <a:moveTo>
                  <a:pt x="111620" y="469900"/>
                </a:moveTo>
                <a:lnTo>
                  <a:pt x="95884" y="469900"/>
                </a:lnTo>
                <a:lnTo>
                  <a:pt x="87236" y="457200"/>
                </a:lnTo>
                <a:lnTo>
                  <a:pt x="102743" y="457200"/>
                </a:lnTo>
                <a:lnTo>
                  <a:pt x="111620" y="469900"/>
                </a:lnTo>
                <a:close/>
              </a:path>
              <a:path w="4427220" h="1384300">
                <a:moveTo>
                  <a:pt x="3971315" y="469900"/>
                </a:moveTo>
                <a:lnTo>
                  <a:pt x="3954145" y="469900"/>
                </a:lnTo>
                <a:lnTo>
                  <a:pt x="3945763" y="457200"/>
                </a:lnTo>
                <a:lnTo>
                  <a:pt x="3967530" y="457200"/>
                </a:lnTo>
                <a:lnTo>
                  <a:pt x="3971315" y="469900"/>
                </a:lnTo>
                <a:close/>
              </a:path>
              <a:path w="4427220" h="1384300">
                <a:moveTo>
                  <a:pt x="139941" y="482600"/>
                </a:moveTo>
                <a:lnTo>
                  <a:pt x="114236" y="482600"/>
                </a:lnTo>
                <a:lnTo>
                  <a:pt x="104889" y="469900"/>
                </a:lnTo>
                <a:lnTo>
                  <a:pt x="130048" y="469900"/>
                </a:lnTo>
                <a:lnTo>
                  <a:pt x="139941" y="482600"/>
                </a:lnTo>
                <a:close/>
              </a:path>
              <a:path w="4427220" h="1384300">
                <a:moveTo>
                  <a:pt x="3978236" y="482600"/>
                </a:moveTo>
                <a:lnTo>
                  <a:pt x="3964736" y="482600"/>
                </a:lnTo>
                <a:lnTo>
                  <a:pt x="3961282" y="469900"/>
                </a:lnTo>
                <a:lnTo>
                  <a:pt x="3974884" y="469900"/>
                </a:lnTo>
                <a:lnTo>
                  <a:pt x="3978236" y="482600"/>
                </a:lnTo>
                <a:close/>
              </a:path>
              <a:path w="4427220" h="1384300">
                <a:moveTo>
                  <a:pt x="160477" y="495300"/>
                </a:moveTo>
                <a:lnTo>
                  <a:pt x="133908" y="495300"/>
                </a:lnTo>
                <a:lnTo>
                  <a:pt x="123913" y="482600"/>
                </a:lnTo>
                <a:lnTo>
                  <a:pt x="149936" y="482600"/>
                </a:lnTo>
                <a:lnTo>
                  <a:pt x="160477" y="495300"/>
                </a:lnTo>
                <a:close/>
              </a:path>
              <a:path w="4427220" h="1384300">
                <a:moveTo>
                  <a:pt x="3970731" y="495300"/>
                </a:moveTo>
                <a:lnTo>
                  <a:pt x="3967721" y="482600"/>
                </a:lnTo>
                <a:lnTo>
                  <a:pt x="3970616" y="482600"/>
                </a:lnTo>
                <a:lnTo>
                  <a:pt x="3970731" y="495300"/>
                </a:lnTo>
                <a:close/>
              </a:path>
              <a:path w="4427220" h="1384300">
                <a:moveTo>
                  <a:pt x="3986961" y="495300"/>
                </a:moveTo>
                <a:lnTo>
                  <a:pt x="3973398" y="495300"/>
                </a:lnTo>
                <a:lnTo>
                  <a:pt x="3970616" y="482600"/>
                </a:lnTo>
                <a:lnTo>
                  <a:pt x="3984282" y="482600"/>
                </a:lnTo>
                <a:lnTo>
                  <a:pt x="3986961" y="495300"/>
                </a:lnTo>
                <a:close/>
              </a:path>
              <a:path w="4427220" h="1384300">
                <a:moveTo>
                  <a:pt x="193573" y="508000"/>
                </a:moveTo>
                <a:lnTo>
                  <a:pt x="154876" y="508000"/>
                </a:lnTo>
                <a:lnTo>
                  <a:pt x="144233" y="495300"/>
                </a:lnTo>
                <a:lnTo>
                  <a:pt x="182143" y="495300"/>
                </a:lnTo>
                <a:lnTo>
                  <a:pt x="193573" y="508000"/>
                </a:lnTo>
                <a:close/>
              </a:path>
              <a:path w="4427220" h="1384300">
                <a:moveTo>
                  <a:pt x="3993616" y="508000"/>
                </a:moveTo>
                <a:lnTo>
                  <a:pt x="3978059" y="508000"/>
                </a:lnTo>
                <a:lnTo>
                  <a:pt x="3975722" y="495300"/>
                </a:lnTo>
                <a:lnTo>
                  <a:pt x="3991635" y="495300"/>
                </a:lnTo>
                <a:lnTo>
                  <a:pt x="3993616" y="508000"/>
                </a:lnTo>
                <a:close/>
              </a:path>
              <a:path w="4427220" h="1384300">
                <a:moveTo>
                  <a:pt x="181303" y="512683"/>
                </a:moveTo>
                <a:lnTo>
                  <a:pt x="177050" y="508000"/>
                </a:lnTo>
                <a:lnTo>
                  <a:pt x="186512" y="508000"/>
                </a:lnTo>
                <a:lnTo>
                  <a:pt x="181303" y="512683"/>
                </a:lnTo>
                <a:close/>
              </a:path>
              <a:path w="4427220" h="1384300">
                <a:moveTo>
                  <a:pt x="200342" y="520700"/>
                </a:moveTo>
                <a:lnTo>
                  <a:pt x="188582" y="520700"/>
                </a:lnTo>
                <a:lnTo>
                  <a:pt x="181303" y="512683"/>
                </a:lnTo>
                <a:lnTo>
                  <a:pt x="186512" y="508000"/>
                </a:lnTo>
                <a:lnTo>
                  <a:pt x="193471" y="508000"/>
                </a:lnTo>
                <a:lnTo>
                  <a:pt x="200966" y="511247"/>
                </a:lnTo>
                <a:lnTo>
                  <a:pt x="200342" y="520700"/>
                </a:lnTo>
                <a:close/>
              </a:path>
              <a:path w="4427220" h="1384300">
                <a:moveTo>
                  <a:pt x="200966" y="511247"/>
                </a:moveTo>
                <a:lnTo>
                  <a:pt x="193471" y="508000"/>
                </a:lnTo>
                <a:lnTo>
                  <a:pt x="201180" y="508000"/>
                </a:lnTo>
                <a:lnTo>
                  <a:pt x="200966" y="511247"/>
                </a:lnTo>
                <a:close/>
              </a:path>
              <a:path w="4427220" h="1384300">
                <a:moveTo>
                  <a:pt x="3996778" y="520700"/>
                </a:moveTo>
                <a:lnTo>
                  <a:pt x="3983342" y="520700"/>
                </a:lnTo>
                <a:lnTo>
                  <a:pt x="3981716" y="508000"/>
                </a:lnTo>
                <a:lnTo>
                  <a:pt x="3992422" y="508000"/>
                </a:lnTo>
                <a:lnTo>
                  <a:pt x="3996778" y="520700"/>
                </a:lnTo>
                <a:close/>
              </a:path>
              <a:path w="4427220" h="1384300">
                <a:moveTo>
                  <a:pt x="3996778" y="520700"/>
                </a:moveTo>
                <a:lnTo>
                  <a:pt x="3992422" y="508000"/>
                </a:lnTo>
                <a:lnTo>
                  <a:pt x="3995556" y="509880"/>
                </a:lnTo>
                <a:lnTo>
                  <a:pt x="3996778" y="520700"/>
                </a:lnTo>
                <a:close/>
              </a:path>
              <a:path w="4427220" h="1384300">
                <a:moveTo>
                  <a:pt x="3995556" y="509880"/>
                </a:moveTo>
                <a:lnTo>
                  <a:pt x="3992422" y="508000"/>
                </a:lnTo>
                <a:lnTo>
                  <a:pt x="3995343" y="508000"/>
                </a:lnTo>
                <a:lnTo>
                  <a:pt x="3995556" y="509880"/>
                </a:lnTo>
                <a:close/>
              </a:path>
              <a:path w="4427220" h="1384300">
                <a:moveTo>
                  <a:pt x="4013580" y="520700"/>
                </a:moveTo>
                <a:lnTo>
                  <a:pt x="3996778" y="520700"/>
                </a:lnTo>
                <a:lnTo>
                  <a:pt x="3995556" y="509880"/>
                </a:lnTo>
                <a:lnTo>
                  <a:pt x="4013580" y="520700"/>
                </a:lnTo>
                <a:close/>
              </a:path>
              <a:path w="4427220" h="1384300">
                <a:moveTo>
                  <a:pt x="222783" y="520700"/>
                </a:moveTo>
                <a:lnTo>
                  <a:pt x="200342" y="520700"/>
                </a:lnTo>
                <a:lnTo>
                  <a:pt x="200966" y="511247"/>
                </a:lnTo>
                <a:lnTo>
                  <a:pt x="222783" y="520700"/>
                </a:lnTo>
                <a:close/>
              </a:path>
              <a:path w="4427220" h="1384300">
                <a:moveTo>
                  <a:pt x="188582" y="520700"/>
                </a:moveTo>
                <a:lnTo>
                  <a:pt x="172389" y="520700"/>
                </a:lnTo>
                <a:lnTo>
                  <a:pt x="181303" y="512683"/>
                </a:lnTo>
                <a:lnTo>
                  <a:pt x="188582" y="520700"/>
                </a:lnTo>
                <a:close/>
              </a:path>
              <a:path w="4427220" h="1384300">
                <a:moveTo>
                  <a:pt x="176110" y="533400"/>
                </a:moveTo>
                <a:lnTo>
                  <a:pt x="146189" y="533400"/>
                </a:lnTo>
                <a:lnTo>
                  <a:pt x="158940" y="520700"/>
                </a:lnTo>
                <a:lnTo>
                  <a:pt x="190004" y="520700"/>
                </a:lnTo>
                <a:lnTo>
                  <a:pt x="176110" y="533400"/>
                </a:lnTo>
                <a:close/>
              </a:path>
              <a:path w="4427220" h="1384300">
                <a:moveTo>
                  <a:pt x="4054690" y="533400"/>
                </a:moveTo>
                <a:lnTo>
                  <a:pt x="4010113" y="533400"/>
                </a:lnTo>
                <a:lnTo>
                  <a:pt x="3985666" y="520700"/>
                </a:lnTo>
                <a:lnTo>
                  <a:pt x="4034358" y="520700"/>
                </a:lnTo>
                <a:lnTo>
                  <a:pt x="4054690" y="533400"/>
                </a:lnTo>
                <a:close/>
              </a:path>
              <a:path w="4427220" h="1384300">
                <a:moveTo>
                  <a:pt x="139382" y="546100"/>
                </a:moveTo>
                <a:lnTo>
                  <a:pt x="117525" y="546100"/>
                </a:lnTo>
                <a:lnTo>
                  <a:pt x="122923" y="533400"/>
                </a:lnTo>
                <a:lnTo>
                  <a:pt x="151142" y="533400"/>
                </a:lnTo>
                <a:lnTo>
                  <a:pt x="139382" y="546100"/>
                </a:lnTo>
                <a:close/>
              </a:path>
              <a:path w="4427220" h="1384300">
                <a:moveTo>
                  <a:pt x="4093933" y="546100"/>
                </a:moveTo>
                <a:lnTo>
                  <a:pt x="4050792" y="546100"/>
                </a:lnTo>
                <a:lnTo>
                  <a:pt x="4030573" y="533400"/>
                </a:lnTo>
                <a:lnTo>
                  <a:pt x="4074553" y="533400"/>
                </a:lnTo>
                <a:lnTo>
                  <a:pt x="4093933" y="546100"/>
                </a:lnTo>
                <a:close/>
              </a:path>
              <a:path w="4427220" h="1384300">
                <a:moveTo>
                  <a:pt x="118884" y="558800"/>
                </a:moveTo>
                <a:lnTo>
                  <a:pt x="98107" y="558800"/>
                </a:lnTo>
                <a:lnTo>
                  <a:pt x="102654" y="546100"/>
                </a:lnTo>
                <a:lnTo>
                  <a:pt x="123875" y="546100"/>
                </a:lnTo>
                <a:lnTo>
                  <a:pt x="118884" y="558800"/>
                </a:lnTo>
                <a:close/>
              </a:path>
              <a:path w="4427220" h="1384300">
                <a:moveTo>
                  <a:pt x="4148975" y="571500"/>
                </a:moveTo>
                <a:lnTo>
                  <a:pt x="4126356" y="571500"/>
                </a:lnTo>
                <a:lnTo>
                  <a:pt x="4108119" y="558800"/>
                </a:lnTo>
                <a:lnTo>
                  <a:pt x="4089590" y="558800"/>
                </a:lnTo>
                <a:lnTo>
                  <a:pt x="4070324" y="546100"/>
                </a:lnTo>
                <a:lnTo>
                  <a:pt x="4112806" y="546100"/>
                </a:lnTo>
                <a:lnTo>
                  <a:pt x="4131157" y="558800"/>
                </a:lnTo>
                <a:lnTo>
                  <a:pt x="4148975" y="571500"/>
                </a:lnTo>
                <a:close/>
              </a:path>
              <a:path w="4427220" h="1384300">
                <a:moveTo>
                  <a:pt x="101676" y="571500"/>
                </a:moveTo>
                <a:lnTo>
                  <a:pt x="82042" y="571500"/>
                </a:lnTo>
                <a:lnTo>
                  <a:pt x="85725" y="558800"/>
                </a:lnTo>
                <a:lnTo>
                  <a:pt x="105829" y="558800"/>
                </a:lnTo>
                <a:lnTo>
                  <a:pt x="101676" y="571500"/>
                </a:lnTo>
                <a:close/>
              </a:path>
              <a:path w="4427220" h="1384300">
                <a:moveTo>
                  <a:pt x="88023" y="584200"/>
                </a:moveTo>
                <a:lnTo>
                  <a:pt x="72364" y="584200"/>
                </a:lnTo>
                <a:lnTo>
                  <a:pt x="75349" y="571500"/>
                </a:lnTo>
                <a:lnTo>
                  <a:pt x="91287" y="571500"/>
                </a:lnTo>
                <a:lnTo>
                  <a:pt x="88023" y="584200"/>
                </a:lnTo>
                <a:close/>
              </a:path>
              <a:path w="4427220" h="1384300">
                <a:moveTo>
                  <a:pt x="4182910" y="584200"/>
                </a:moveTo>
                <a:lnTo>
                  <a:pt x="4160926" y="584200"/>
                </a:lnTo>
                <a:lnTo>
                  <a:pt x="4143806" y="571500"/>
                </a:lnTo>
                <a:lnTo>
                  <a:pt x="4166222" y="571500"/>
                </a:lnTo>
                <a:lnTo>
                  <a:pt x="4182910" y="584200"/>
                </a:lnTo>
                <a:close/>
              </a:path>
              <a:path w="4427220" h="1384300">
                <a:moveTo>
                  <a:pt x="78066" y="596900"/>
                </a:moveTo>
                <a:lnTo>
                  <a:pt x="64858" y="596900"/>
                </a:lnTo>
                <a:lnTo>
                  <a:pt x="67106" y="584200"/>
                </a:lnTo>
                <a:lnTo>
                  <a:pt x="80391" y="584200"/>
                </a:lnTo>
                <a:lnTo>
                  <a:pt x="78066" y="596900"/>
                </a:lnTo>
                <a:close/>
              </a:path>
              <a:path w="4427220" h="1384300">
                <a:moveTo>
                  <a:pt x="4229290" y="609600"/>
                </a:moveTo>
                <a:lnTo>
                  <a:pt x="4208360" y="609600"/>
                </a:lnTo>
                <a:lnTo>
                  <a:pt x="4193031" y="596900"/>
                </a:lnTo>
                <a:lnTo>
                  <a:pt x="4177347" y="596900"/>
                </a:lnTo>
                <a:lnTo>
                  <a:pt x="4160799" y="584200"/>
                </a:lnTo>
                <a:lnTo>
                  <a:pt x="4198988" y="584200"/>
                </a:lnTo>
                <a:lnTo>
                  <a:pt x="4214456" y="596900"/>
                </a:lnTo>
                <a:lnTo>
                  <a:pt x="4229290" y="609600"/>
                </a:lnTo>
                <a:close/>
              </a:path>
              <a:path w="4427220" h="1384300">
                <a:moveTo>
                  <a:pt x="73063" y="609600"/>
                </a:moveTo>
                <a:lnTo>
                  <a:pt x="59715" y="609600"/>
                </a:lnTo>
                <a:lnTo>
                  <a:pt x="61163" y="596900"/>
                </a:lnTo>
                <a:lnTo>
                  <a:pt x="74637" y="596900"/>
                </a:lnTo>
                <a:lnTo>
                  <a:pt x="73063" y="609600"/>
                </a:lnTo>
                <a:close/>
              </a:path>
              <a:path w="4427220" h="1384300">
                <a:moveTo>
                  <a:pt x="69672" y="622300"/>
                </a:moveTo>
                <a:lnTo>
                  <a:pt x="57048" y="622300"/>
                </a:lnTo>
                <a:lnTo>
                  <a:pt x="57657" y="609600"/>
                </a:lnTo>
                <a:lnTo>
                  <a:pt x="70243" y="609600"/>
                </a:lnTo>
                <a:lnTo>
                  <a:pt x="69672" y="622300"/>
                </a:lnTo>
                <a:close/>
              </a:path>
              <a:path w="4427220" h="1384300">
                <a:moveTo>
                  <a:pt x="70180" y="622300"/>
                </a:moveTo>
                <a:lnTo>
                  <a:pt x="70243" y="609600"/>
                </a:lnTo>
                <a:lnTo>
                  <a:pt x="70980" y="609600"/>
                </a:lnTo>
                <a:lnTo>
                  <a:pt x="70180" y="622300"/>
                </a:lnTo>
                <a:close/>
              </a:path>
              <a:path w="4427220" h="1384300">
                <a:moveTo>
                  <a:pt x="4281982" y="647700"/>
                </a:moveTo>
                <a:lnTo>
                  <a:pt x="4262513" y="647700"/>
                </a:lnTo>
                <a:lnTo>
                  <a:pt x="4249839" y="635000"/>
                </a:lnTo>
                <a:lnTo>
                  <a:pt x="4250004" y="635000"/>
                </a:lnTo>
                <a:lnTo>
                  <a:pt x="4236643" y="622300"/>
                </a:lnTo>
                <a:lnTo>
                  <a:pt x="4222902" y="622300"/>
                </a:lnTo>
                <a:lnTo>
                  <a:pt x="4208208" y="609600"/>
                </a:lnTo>
                <a:lnTo>
                  <a:pt x="4243489" y="609600"/>
                </a:lnTo>
                <a:lnTo>
                  <a:pt x="4257001" y="622300"/>
                </a:lnTo>
                <a:lnTo>
                  <a:pt x="4269841" y="635000"/>
                </a:lnTo>
                <a:lnTo>
                  <a:pt x="4281982" y="647700"/>
                </a:lnTo>
                <a:close/>
              </a:path>
              <a:path w="4427220" h="1384300">
                <a:moveTo>
                  <a:pt x="69773" y="635000"/>
                </a:moveTo>
                <a:lnTo>
                  <a:pt x="56781" y="635000"/>
                </a:lnTo>
                <a:lnTo>
                  <a:pt x="56756" y="622300"/>
                </a:lnTo>
                <a:lnTo>
                  <a:pt x="69456" y="622300"/>
                </a:lnTo>
                <a:lnTo>
                  <a:pt x="69773" y="635000"/>
                </a:lnTo>
                <a:close/>
              </a:path>
              <a:path w="4427220" h="1384300">
                <a:moveTo>
                  <a:pt x="72199" y="647700"/>
                </a:moveTo>
                <a:lnTo>
                  <a:pt x="58686" y="647700"/>
                </a:lnTo>
                <a:lnTo>
                  <a:pt x="57746" y="635000"/>
                </a:lnTo>
                <a:lnTo>
                  <a:pt x="71056" y="635000"/>
                </a:lnTo>
                <a:lnTo>
                  <a:pt x="72199" y="647700"/>
                </a:lnTo>
                <a:close/>
              </a:path>
              <a:path w="4427220" h="1384300">
                <a:moveTo>
                  <a:pt x="76936" y="660400"/>
                </a:moveTo>
                <a:lnTo>
                  <a:pt x="63246" y="660400"/>
                </a:lnTo>
                <a:lnTo>
                  <a:pt x="61442" y="647700"/>
                </a:lnTo>
                <a:lnTo>
                  <a:pt x="74980" y="647700"/>
                </a:lnTo>
                <a:lnTo>
                  <a:pt x="76936" y="660400"/>
                </a:lnTo>
                <a:close/>
              </a:path>
              <a:path w="4427220" h="1384300">
                <a:moveTo>
                  <a:pt x="4313974" y="673100"/>
                </a:moveTo>
                <a:lnTo>
                  <a:pt x="4295635" y="673100"/>
                </a:lnTo>
                <a:lnTo>
                  <a:pt x="4285157" y="660400"/>
                </a:lnTo>
                <a:lnTo>
                  <a:pt x="4285348" y="660400"/>
                </a:lnTo>
                <a:lnTo>
                  <a:pt x="4274121" y="647700"/>
                </a:lnTo>
                <a:lnTo>
                  <a:pt x="4293387" y="647700"/>
                </a:lnTo>
                <a:lnTo>
                  <a:pt x="4304068" y="660400"/>
                </a:lnTo>
                <a:lnTo>
                  <a:pt x="4313974" y="673100"/>
                </a:lnTo>
                <a:close/>
              </a:path>
              <a:path w="4427220" h="1384300">
                <a:moveTo>
                  <a:pt x="83985" y="673100"/>
                </a:moveTo>
                <a:lnTo>
                  <a:pt x="67665" y="673100"/>
                </a:lnTo>
                <a:lnTo>
                  <a:pt x="65316" y="660400"/>
                </a:lnTo>
                <a:lnTo>
                  <a:pt x="81241" y="660400"/>
                </a:lnTo>
                <a:lnTo>
                  <a:pt x="83985" y="673100"/>
                </a:lnTo>
                <a:close/>
              </a:path>
              <a:path w="4427220" h="1384300">
                <a:moveTo>
                  <a:pt x="89941" y="685800"/>
                </a:moveTo>
                <a:lnTo>
                  <a:pt x="76276" y="685800"/>
                </a:lnTo>
                <a:lnTo>
                  <a:pt x="73139" y="673100"/>
                </a:lnTo>
                <a:lnTo>
                  <a:pt x="86702" y="673100"/>
                </a:lnTo>
                <a:lnTo>
                  <a:pt x="89941" y="685800"/>
                </a:lnTo>
                <a:close/>
              </a:path>
              <a:path w="4427220" h="1384300">
                <a:moveTo>
                  <a:pt x="4335310" y="698500"/>
                </a:moveTo>
                <a:lnTo>
                  <a:pt x="4321771" y="698500"/>
                </a:lnTo>
                <a:lnTo>
                  <a:pt x="4313656" y="685800"/>
                </a:lnTo>
                <a:lnTo>
                  <a:pt x="4313872" y="685800"/>
                </a:lnTo>
                <a:lnTo>
                  <a:pt x="4304944" y="673100"/>
                </a:lnTo>
                <a:lnTo>
                  <a:pt x="4323118" y="673100"/>
                </a:lnTo>
                <a:lnTo>
                  <a:pt x="4331423" y="685800"/>
                </a:lnTo>
                <a:lnTo>
                  <a:pt x="4335310" y="698500"/>
                </a:lnTo>
                <a:close/>
              </a:path>
              <a:path w="4427220" h="1384300">
                <a:moveTo>
                  <a:pt x="100710" y="698500"/>
                </a:moveTo>
                <a:lnTo>
                  <a:pt x="87122" y="698500"/>
                </a:lnTo>
                <a:lnTo>
                  <a:pt x="83261" y="685800"/>
                </a:lnTo>
                <a:lnTo>
                  <a:pt x="96748" y="685800"/>
                </a:lnTo>
                <a:lnTo>
                  <a:pt x="100710" y="698500"/>
                </a:lnTo>
                <a:close/>
              </a:path>
              <a:path w="4427220" h="1384300">
                <a:moveTo>
                  <a:pt x="113652" y="711200"/>
                </a:moveTo>
                <a:lnTo>
                  <a:pt x="95567" y="711200"/>
                </a:lnTo>
                <a:lnTo>
                  <a:pt x="91224" y="698500"/>
                </a:lnTo>
                <a:lnTo>
                  <a:pt x="108978" y="698500"/>
                </a:lnTo>
                <a:lnTo>
                  <a:pt x="113652" y="711200"/>
                </a:lnTo>
                <a:close/>
              </a:path>
              <a:path w="4427220" h="1384300">
                <a:moveTo>
                  <a:pt x="4345647" y="711200"/>
                </a:moveTo>
                <a:lnTo>
                  <a:pt x="4328795" y="711200"/>
                </a:lnTo>
                <a:lnTo>
                  <a:pt x="4325251" y="698500"/>
                </a:lnTo>
                <a:lnTo>
                  <a:pt x="4342422" y="698500"/>
                </a:lnTo>
                <a:lnTo>
                  <a:pt x="4345647" y="711200"/>
                </a:lnTo>
                <a:close/>
              </a:path>
              <a:path w="4427220" h="1384300">
                <a:moveTo>
                  <a:pt x="128714" y="723900"/>
                </a:moveTo>
                <a:lnTo>
                  <a:pt x="109969" y="723900"/>
                </a:lnTo>
                <a:lnTo>
                  <a:pt x="104914" y="711200"/>
                </a:lnTo>
                <a:lnTo>
                  <a:pt x="118249" y="711200"/>
                </a:lnTo>
                <a:lnTo>
                  <a:pt x="128714" y="723900"/>
                </a:lnTo>
                <a:close/>
              </a:path>
              <a:path w="4427220" h="1384300">
                <a:moveTo>
                  <a:pt x="4351477" y="723900"/>
                </a:moveTo>
                <a:lnTo>
                  <a:pt x="4337811" y="723900"/>
                </a:lnTo>
                <a:lnTo>
                  <a:pt x="4334916" y="711200"/>
                </a:lnTo>
                <a:lnTo>
                  <a:pt x="4348670" y="711200"/>
                </a:lnTo>
                <a:lnTo>
                  <a:pt x="4351477" y="723900"/>
                </a:lnTo>
                <a:close/>
              </a:path>
              <a:path w="4427220" h="1384300">
                <a:moveTo>
                  <a:pt x="164592" y="749300"/>
                </a:moveTo>
                <a:lnTo>
                  <a:pt x="144551" y="749300"/>
                </a:lnTo>
                <a:lnTo>
                  <a:pt x="132168" y="736600"/>
                </a:lnTo>
                <a:lnTo>
                  <a:pt x="120624" y="723900"/>
                </a:lnTo>
                <a:lnTo>
                  <a:pt x="139623" y="723900"/>
                </a:lnTo>
                <a:lnTo>
                  <a:pt x="151790" y="736600"/>
                </a:lnTo>
                <a:lnTo>
                  <a:pt x="151599" y="736600"/>
                </a:lnTo>
                <a:lnTo>
                  <a:pt x="164592" y="749300"/>
                </a:lnTo>
                <a:close/>
              </a:path>
              <a:path w="4427220" h="1384300">
                <a:moveTo>
                  <a:pt x="4358525" y="736600"/>
                </a:moveTo>
                <a:lnTo>
                  <a:pt x="4344885" y="736600"/>
                </a:lnTo>
                <a:lnTo>
                  <a:pt x="4342638" y="723900"/>
                </a:lnTo>
                <a:lnTo>
                  <a:pt x="4356404" y="723900"/>
                </a:lnTo>
                <a:lnTo>
                  <a:pt x="4358525" y="736600"/>
                </a:lnTo>
                <a:close/>
              </a:path>
              <a:path w="4427220" h="1384300">
                <a:moveTo>
                  <a:pt x="4363478" y="749300"/>
                </a:moveTo>
                <a:lnTo>
                  <a:pt x="4349978" y="749300"/>
                </a:lnTo>
                <a:lnTo>
                  <a:pt x="4348416" y="736600"/>
                </a:lnTo>
                <a:lnTo>
                  <a:pt x="4362069" y="736600"/>
                </a:lnTo>
                <a:lnTo>
                  <a:pt x="4363478" y="749300"/>
                </a:lnTo>
                <a:close/>
              </a:path>
              <a:path w="4427220" h="1384300">
                <a:moveTo>
                  <a:pt x="207670" y="774700"/>
                </a:moveTo>
                <a:lnTo>
                  <a:pt x="186423" y="774700"/>
                </a:lnTo>
                <a:lnTo>
                  <a:pt x="171703" y="762000"/>
                </a:lnTo>
                <a:lnTo>
                  <a:pt x="157733" y="749300"/>
                </a:lnTo>
                <a:lnTo>
                  <a:pt x="178015" y="749300"/>
                </a:lnTo>
                <a:lnTo>
                  <a:pt x="192557" y="762000"/>
                </a:lnTo>
                <a:lnTo>
                  <a:pt x="192392" y="762000"/>
                </a:lnTo>
                <a:lnTo>
                  <a:pt x="207670" y="774700"/>
                </a:lnTo>
                <a:close/>
              </a:path>
              <a:path w="4427220" h="1384300">
                <a:moveTo>
                  <a:pt x="4365574" y="762000"/>
                </a:moveTo>
                <a:lnTo>
                  <a:pt x="4353052" y="762000"/>
                </a:lnTo>
                <a:lnTo>
                  <a:pt x="4352188" y="749300"/>
                </a:lnTo>
                <a:lnTo>
                  <a:pt x="4364647" y="749300"/>
                </a:lnTo>
                <a:lnTo>
                  <a:pt x="4365574" y="762000"/>
                </a:lnTo>
                <a:close/>
              </a:path>
              <a:path w="4427220" h="1384300">
                <a:moveTo>
                  <a:pt x="4366806" y="774700"/>
                </a:moveTo>
                <a:lnTo>
                  <a:pt x="4354106" y="774700"/>
                </a:lnTo>
                <a:lnTo>
                  <a:pt x="4353966" y="762000"/>
                </a:lnTo>
                <a:lnTo>
                  <a:pt x="4366653" y="762000"/>
                </a:lnTo>
                <a:lnTo>
                  <a:pt x="4366806" y="774700"/>
                </a:lnTo>
                <a:close/>
              </a:path>
              <a:path w="4427220" h="1384300">
                <a:moveTo>
                  <a:pt x="275069" y="800100"/>
                </a:moveTo>
                <a:lnTo>
                  <a:pt x="234861" y="800100"/>
                </a:lnTo>
                <a:lnTo>
                  <a:pt x="218020" y="787400"/>
                </a:lnTo>
                <a:lnTo>
                  <a:pt x="201866" y="774700"/>
                </a:lnTo>
                <a:lnTo>
                  <a:pt x="223354" y="774700"/>
                </a:lnTo>
                <a:lnTo>
                  <a:pt x="240042" y="787400"/>
                </a:lnTo>
                <a:lnTo>
                  <a:pt x="257086" y="787400"/>
                </a:lnTo>
                <a:lnTo>
                  <a:pt x="275069" y="800100"/>
                </a:lnTo>
                <a:close/>
              </a:path>
              <a:path w="4427220" h="1384300">
                <a:moveTo>
                  <a:pt x="4366310" y="787400"/>
                </a:moveTo>
                <a:lnTo>
                  <a:pt x="4353102" y="787400"/>
                </a:lnTo>
                <a:lnTo>
                  <a:pt x="4353699" y="774700"/>
                </a:lnTo>
                <a:lnTo>
                  <a:pt x="4366691" y="774700"/>
                </a:lnTo>
                <a:lnTo>
                  <a:pt x="4366310" y="787400"/>
                </a:lnTo>
                <a:close/>
              </a:path>
              <a:path w="4427220" h="1384300">
                <a:moveTo>
                  <a:pt x="4362996" y="800100"/>
                </a:moveTo>
                <a:lnTo>
                  <a:pt x="4350766" y="800100"/>
                </a:lnTo>
                <a:lnTo>
                  <a:pt x="4352188" y="787400"/>
                </a:lnTo>
                <a:lnTo>
                  <a:pt x="4364520" y="787400"/>
                </a:lnTo>
                <a:lnTo>
                  <a:pt x="4362996" y="800100"/>
                </a:lnTo>
                <a:close/>
              </a:path>
              <a:path w="4427220" h="1384300">
                <a:moveTo>
                  <a:pt x="312534" y="812800"/>
                </a:moveTo>
                <a:lnTo>
                  <a:pt x="270459" y="812800"/>
                </a:lnTo>
                <a:lnTo>
                  <a:pt x="252349" y="800100"/>
                </a:lnTo>
                <a:lnTo>
                  <a:pt x="293370" y="800100"/>
                </a:lnTo>
                <a:lnTo>
                  <a:pt x="312534" y="812800"/>
                </a:lnTo>
                <a:close/>
              </a:path>
              <a:path w="4427220" h="1384300">
                <a:moveTo>
                  <a:pt x="4358830" y="812800"/>
                </a:moveTo>
                <a:lnTo>
                  <a:pt x="4344809" y="812800"/>
                </a:lnTo>
                <a:lnTo>
                  <a:pt x="4347286" y="800100"/>
                </a:lnTo>
                <a:lnTo>
                  <a:pt x="4361091" y="800100"/>
                </a:lnTo>
                <a:lnTo>
                  <a:pt x="4358830" y="812800"/>
                </a:lnTo>
                <a:close/>
              </a:path>
              <a:path w="4427220" h="1384300">
                <a:moveTo>
                  <a:pt x="352234" y="825500"/>
                </a:moveTo>
                <a:lnTo>
                  <a:pt x="308470" y="825500"/>
                </a:lnTo>
                <a:lnTo>
                  <a:pt x="289178" y="812800"/>
                </a:lnTo>
                <a:lnTo>
                  <a:pt x="331990" y="812800"/>
                </a:lnTo>
                <a:lnTo>
                  <a:pt x="352234" y="825500"/>
                </a:lnTo>
                <a:close/>
              </a:path>
              <a:path w="4427220" h="1384300">
                <a:moveTo>
                  <a:pt x="4353204" y="825500"/>
                </a:moveTo>
                <a:lnTo>
                  <a:pt x="4339234" y="825500"/>
                </a:lnTo>
                <a:lnTo>
                  <a:pt x="4342371" y="812800"/>
                </a:lnTo>
                <a:lnTo>
                  <a:pt x="4356188" y="812800"/>
                </a:lnTo>
                <a:lnTo>
                  <a:pt x="4353204" y="825500"/>
                </a:lnTo>
                <a:close/>
              </a:path>
              <a:path w="4427220" h="1384300">
                <a:moveTo>
                  <a:pt x="393953" y="838200"/>
                </a:moveTo>
                <a:lnTo>
                  <a:pt x="348691" y="838200"/>
                </a:lnTo>
                <a:lnTo>
                  <a:pt x="328320" y="825500"/>
                </a:lnTo>
                <a:lnTo>
                  <a:pt x="372732" y="825500"/>
                </a:lnTo>
                <a:lnTo>
                  <a:pt x="393953" y="838200"/>
                </a:lnTo>
                <a:close/>
              </a:path>
              <a:path w="4427220" h="1384300">
                <a:moveTo>
                  <a:pt x="4342218" y="838200"/>
                </a:moveTo>
                <a:lnTo>
                  <a:pt x="4328477" y="838200"/>
                </a:lnTo>
                <a:lnTo>
                  <a:pt x="4332592" y="825500"/>
                </a:lnTo>
                <a:lnTo>
                  <a:pt x="4346219" y="825500"/>
                </a:lnTo>
                <a:lnTo>
                  <a:pt x="4342218" y="838200"/>
                </a:lnTo>
                <a:close/>
              </a:path>
              <a:path w="4427220" h="1384300">
                <a:moveTo>
                  <a:pt x="459841" y="850900"/>
                </a:moveTo>
                <a:lnTo>
                  <a:pt x="390918" y="850900"/>
                </a:lnTo>
                <a:lnTo>
                  <a:pt x="369570" y="838200"/>
                </a:lnTo>
                <a:lnTo>
                  <a:pt x="437349" y="838200"/>
                </a:lnTo>
                <a:lnTo>
                  <a:pt x="459841" y="850900"/>
                </a:lnTo>
                <a:close/>
              </a:path>
              <a:path w="4427220" h="1384300">
                <a:moveTo>
                  <a:pt x="4333278" y="850900"/>
                </a:moveTo>
                <a:lnTo>
                  <a:pt x="4314901" y="850900"/>
                </a:lnTo>
                <a:lnTo>
                  <a:pt x="4319943" y="838200"/>
                </a:lnTo>
                <a:lnTo>
                  <a:pt x="4337913" y="838200"/>
                </a:lnTo>
                <a:lnTo>
                  <a:pt x="4333278" y="850900"/>
                </a:lnTo>
                <a:close/>
              </a:path>
              <a:path w="4427220" h="1384300">
                <a:moveTo>
                  <a:pt x="521601" y="863600"/>
                </a:moveTo>
                <a:lnTo>
                  <a:pt x="457555" y="863600"/>
                </a:lnTo>
                <a:lnTo>
                  <a:pt x="434936" y="850900"/>
                </a:lnTo>
                <a:lnTo>
                  <a:pt x="508571" y="850900"/>
                </a:lnTo>
                <a:lnTo>
                  <a:pt x="521601" y="863600"/>
                </a:lnTo>
                <a:close/>
              </a:path>
              <a:path w="4427220" h="1384300">
                <a:moveTo>
                  <a:pt x="4328350" y="876300"/>
                </a:moveTo>
                <a:lnTo>
                  <a:pt x="4306036" y="876300"/>
                </a:lnTo>
                <a:lnTo>
                  <a:pt x="4291190" y="863600"/>
                </a:lnTo>
                <a:lnTo>
                  <a:pt x="4304512" y="850900"/>
                </a:lnTo>
                <a:lnTo>
                  <a:pt x="4323118" y="850900"/>
                </a:lnTo>
                <a:lnTo>
                  <a:pt x="4317580" y="863600"/>
                </a:lnTo>
                <a:lnTo>
                  <a:pt x="4321086" y="863600"/>
                </a:lnTo>
                <a:lnTo>
                  <a:pt x="4328350" y="876300"/>
                </a:lnTo>
                <a:close/>
              </a:path>
              <a:path w="4427220" h="1384300">
                <a:moveTo>
                  <a:pt x="549770" y="876300"/>
                </a:moveTo>
                <a:lnTo>
                  <a:pt x="520001" y="876300"/>
                </a:lnTo>
                <a:lnTo>
                  <a:pt x="506907" y="863600"/>
                </a:lnTo>
                <a:lnTo>
                  <a:pt x="536536" y="863600"/>
                </a:lnTo>
                <a:lnTo>
                  <a:pt x="549770" y="876300"/>
                </a:lnTo>
                <a:close/>
              </a:path>
              <a:path w="4427220" h="1384300">
                <a:moveTo>
                  <a:pt x="650074" y="939800"/>
                </a:moveTo>
                <a:lnTo>
                  <a:pt x="611073" y="939800"/>
                </a:lnTo>
                <a:lnTo>
                  <a:pt x="595795" y="927100"/>
                </a:lnTo>
                <a:lnTo>
                  <a:pt x="581164" y="914400"/>
                </a:lnTo>
                <a:lnTo>
                  <a:pt x="567194" y="901700"/>
                </a:lnTo>
                <a:lnTo>
                  <a:pt x="553897" y="889000"/>
                </a:lnTo>
                <a:lnTo>
                  <a:pt x="541312" y="876300"/>
                </a:lnTo>
                <a:lnTo>
                  <a:pt x="561911" y="876300"/>
                </a:lnTo>
                <a:lnTo>
                  <a:pt x="575043" y="889000"/>
                </a:lnTo>
                <a:lnTo>
                  <a:pt x="574903" y="889000"/>
                </a:lnTo>
                <a:lnTo>
                  <a:pt x="588733" y="901700"/>
                </a:lnTo>
                <a:lnTo>
                  <a:pt x="588594" y="901700"/>
                </a:lnTo>
                <a:lnTo>
                  <a:pt x="603084" y="914400"/>
                </a:lnTo>
                <a:lnTo>
                  <a:pt x="618108" y="927100"/>
                </a:lnTo>
                <a:lnTo>
                  <a:pt x="633653" y="927100"/>
                </a:lnTo>
                <a:lnTo>
                  <a:pt x="650074" y="939800"/>
                </a:lnTo>
                <a:close/>
              </a:path>
              <a:path w="4427220" h="1384300">
                <a:moveTo>
                  <a:pt x="4342168" y="889000"/>
                </a:moveTo>
                <a:lnTo>
                  <a:pt x="4320425" y="889000"/>
                </a:lnTo>
                <a:lnTo>
                  <a:pt x="4313250" y="876300"/>
                </a:lnTo>
                <a:lnTo>
                  <a:pt x="4335373" y="876300"/>
                </a:lnTo>
                <a:lnTo>
                  <a:pt x="4342168" y="889000"/>
                </a:lnTo>
                <a:close/>
              </a:path>
              <a:path w="4427220" h="1384300">
                <a:moveTo>
                  <a:pt x="4355045" y="901700"/>
                </a:moveTo>
                <a:lnTo>
                  <a:pt x="4333875" y="901700"/>
                </a:lnTo>
                <a:lnTo>
                  <a:pt x="4327169" y="889000"/>
                </a:lnTo>
                <a:lnTo>
                  <a:pt x="4348733" y="889000"/>
                </a:lnTo>
                <a:lnTo>
                  <a:pt x="4355045" y="901700"/>
                </a:lnTo>
                <a:close/>
              </a:path>
              <a:path w="4427220" h="1384300">
                <a:moveTo>
                  <a:pt x="4366958" y="914400"/>
                </a:moveTo>
                <a:lnTo>
                  <a:pt x="4352226" y="914400"/>
                </a:lnTo>
                <a:lnTo>
                  <a:pt x="4346257" y="901700"/>
                </a:lnTo>
                <a:lnTo>
                  <a:pt x="4361129" y="901700"/>
                </a:lnTo>
                <a:lnTo>
                  <a:pt x="4366958" y="914400"/>
                </a:lnTo>
                <a:close/>
              </a:path>
              <a:path w="4427220" h="1384300">
                <a:moveTo>
                  <a:pt x="4377880" y="927100"/>
                </a:moveTo>
                <a:lnTo>
                  <a:pt x="4363224" y="927100"/>
                </a:lnTo>
                <a:lnTo>
                  <a:pt x="4357751" y="914400"/>
                </a:lnTo>
                <a:lnTo>
                  <a:pt x="4372546" y="914400"/>
                </a:lnTo>
                <a:lnTo>
                  <a:pt x="4377880" y="927100"/>
                </a:lnTo>
                <a:close/>
              </a:path>
              <a:path w="4427220" h="1384300">
                <a:moveTo>
                  <a:pt x="4387773" y="939800"/>
                </a:moveTo>
                <a:lnTo>
                  <a:pt x="4373206" y="939800"/>
                </a:lnTo>
                <a:lnTo>
                  <a:pt x="4368241" y="927100"/>
                </a:lnTo>
                <a:lnTo>
                  <a:pt x="4382960" y="927100"/>
                </a:lnTo>
                <a:lnTo>
                  <a:pt x="4387773" y="939800"/>
                </a:lnTo>
                <a:close/>
              </a:path>
              <a:path w="4427220" h="1384300">
                <a:moveTo>
                  <a:pt x="702640" y="977900"/>
                </a:moveTo>
                <a:lnTo>
                  <a:pt x="678459" y="977900"/>
                </a:lnTo>
                <a:lnTo>
                  <a:pt x="660704" y="965200"/>
                </a:lnTo>
                <a:lnTo>
                  <a:pt x="643547" y="952500"/>
                </a:lnTo>
                <a:lnTo>
                  <a:pt x="626999" y="939800"/>
                </a:lnTo>
                <a:lnTo>
                  <a:pt x="649960" y="939800"/>
                </a:lnTo>
                <a:lnTo>
                  <a:pt x="667003" y="952500"/>
                </a:lnTo>
                <a:lnTo>
                  <a:pt x="684529" y="965200"/>
                </a:lnTo>
                <a:lnTo>
                  <a:pt x="702640" y="977900"/>
                </a:lnTo>
                <a:close/>
              </a:path>
              <a:path w="4427220" h="1384300">
                <a:moveTo>
                  <a:pt x="4400664" y="952500"/>
                </a:moveTo>
                <a:lnTo>
                  <a:pt x="4382147" y="952500"/>
                </a:lnTo>
                <a:lnTo>
                  <a:pt x="4377702" y="939800"/>
                </a:lnTo>
                <a:lnTo>
                  <a:pt x="4396638" y="939800"/>
                </a:lnTo>
                <a:lnTo>
                  <a:pt x="4400664" y="952500"/>
                </a:lnTo>
                <a:close/>
              </a:path>
              <a:path w="4427220" h="1384300">
                <a:moveTo>
                  <a:pt x="4407916" y="965200"/>
                </a:moveTo>
                <a:lnTo>
                  <a:pt x="4390021" y="965200"/>
                </a:lnTo>
                <a:lnTo>
                  <a:pt x="4386110" y="952500"/>
                </a:lnTo>
                <a:lnTo>
                  <a:pt x="4404423" y="952500"/>
                </a:lnTo>
                <a:lnTo>
                  <a:pt x="4407916" y="965200"/>
                </a:lnTo>
                <a:close/>
              </a:path>
              <a:path w="4427220" h="1384300">
                <a:moveTo>
                  <a:pt x="4414037" y="977900"/>
                </a:moveTo>
                <a:lnTo>
                  <a:pt x="4399813" y="977900"/>
                </a:lnTo>
                <a:lnTo>
                  <a:pt x="4396714" y="965200"/>
                </a:lnTo>
                <a:lnTo>
                  <a:pt x="4411116" y="965200"/>
                </a:lnTo>
                <a:lnTo>
                  <a:pt x="4414037" y="977900"/>
                </a:lnTo>
                <a:close/>
              </a:path>
              <a:path w="4427220" h="1384300">
                <a:moveTo>
                  <a:pt x="801560" y="1016000"/>
                </a:moveTo>
                <a:lnTo>
                  <a:pt x="755180" y="1016000"/>
                </a:lnTo>
                <a:lnTo>
                  <a:pt x="735177" y="1003300"/>
                </a:lnTo>
                <a:lnTo>
                  <a:pt x="715708" y="990600"/>
                </a:lnTo>
                <a:lnTo>
                  <a:pt x="696798" y="977900"/>
                </a:lnTo>
                <a:lnTo>
                  <a:pt x="721220" y="977900"/>
                </a:lnTo>
                <a:lnTo>
                  <a:pt x="740587" y="990600"/>
                </a:lnTo>
                <a:lnTo>
                  <a:pt x="760387" y="1003300"/>
                </a:lnTo>
                <a:lnTo>
                  <a:pt x="780618" y="1003300"/>
                </a:lnTo>
                <a:lnTo>
                  <a:pt x="801560" y="1016000"/>
                </a:lnTo>
                <a:close/>
              </a:path>
              <a:path w="4427220" h="1384300">
                <a:moveTo>
                  <a:pt x="4419028" y="990600"/>
                </a:moveTo>
                <a:lnTo>
                  <a:pt x="4404956" y="990600"/>
                </a:lnTo>
                <a:lnTo>
                  <a:pt x="4402416" y="977900"/>
                </a:lnTo>
                <a:lnTo>
                  <a:pt x="4416679" y="977900"/>
                </a:lnTo>
                <a:lnTo>
                  <a:pt x="4419028" y="990600"/>
                </a:lnTo>
                <a:close/>
              </a:path>
              <a:path w="4427220" h="1384300">
                <a:moveTo>
                  <a:pt x="4422825" y="1003300"/>
                </a:moveTo>
                <a:lnTo>
                  <a:pt x="4408982" y="1003300"/>
                </a:lnTo>
                <a:lnTo>
                  <a:pt x="4407014" y="990600"/>
                </a:lnTo>
                <a:lnTo>
                  <a:pt x="4421073" y="990600"/>
                </a:lnTo>
                <a:lnTo>
                  <a:pt x="4422825" y="1003300"/>
                </a:lnTo>
                <a:close/>
              </a:path>
              <a:path w="4427220" h="1384300">
                <a:moveTo>
                  <a:pt x="4425416" y="1016000"/>
                </a:moveTo>
                <a:lnTo>
                  <a:pt x="4411865" y="1016000"/>
                </a:lnTo>
                <a:lnTo>
                  <a:pt x="4410494" y="1003300"/>
                </a:lnTo>
                <a:lnTo>
                  <a:pt x="4424273" y="1003300"/>
                </a:lnTo>
                <a:lnTo>
                  <a:pt x="4425416" y="1016000"/>
                </a:lnTo>
                <a:close/>
              </a:path>
              <a:path w="4427220" h="1384300">
                <a:moveTo>
                  <a:pt x="867079" y="1041400"/>
                </a:moveTo>
                <a:lnTo>
                  <a:pt x="818299" y="1041400"/>
                </a:lnTo>
                <a:lnTo>
                  <a:pt x="796747" y="1028700"/>
                </a:lnTo>
                <a:lnTo>
                  <a:pt x="775703" y="1016000"/>
                </a:lnTo>
                <a:lnTo>
                  <a:pt x="801471" y="1016000"/>
                </a:lnTo>
                <a:lnTo>
                  <a:pt x="822921" y="1028700"/>
                </a:lnTo>
                <a:lnTo>
                  <a:pt x="844664" y="1028700"/>
                </a:lnTo>
                <a:lnTo>
                  <a:pt x="867079" y="1041400"/>
                </a:lnTo>
                <a:close/>
              </a:path>
              <a:path w="4427220" h="1384300">
                <a:moveTo>
                  <a:pt x="4426737" y="1028700"/>
                </a:moveTo>
                <a:lnTo>
                  <a:pt x="4414075" y="1028700"/>
                </a:lnTo>
                <a:lnTo>
                  <a:pt x="4413592" y="1016000"/>
                </a:lnTo>
                <a:lnTo>
                  <a:pt x="4426229" y="1016000"/>
                </a:lnTo>
                <a:lnTo>
                  <a:pt x="4426737" y="1028700"/>
                </a:lnTo>
                <a:close/>
              </a:path>
              <a:path w="4427220" h="1384300">
                <a:moveTo>
                  <a:pt x="4426788" y="1041400"/>
                </a:moveTo>
                <a:lnTo>
                  <a:pt x="4414088" y="1041400"/>
                </a:lnTo>
                <a:lnTo>
                  <a:pt x="4414227" y="1028700"/>
                </a:lnTo>
                <a:lnTo>
                  <a:pt x="4426927" y="1028700"/>
                </a:lnTo>
                <a:lnTo>
                  <a:pt x="4426788" y="1041400"/>
                </a:lnTo>
                <a:close/>
              </a:path>
              <a:path w="4427220" h="1384300">
                <a:moveTo>
                  <a:pt x="936739" y="1066800"/>
                </a:moveTo>
                <a:lnTo>
                  <a:pt x="885786" y="1066800"/>
                </a:lnTo>
                <a:lnTo>
                  <a:pt x="862825" y="1054100"/>
                </a:lnTo>
                <a:lnTo>
                  <a:pt x="840320" y="1041400"/>
                </a:lnTo>
                <a:lnTo>
                  <a:pt x="866990" y="1041400"/>
                </a:lnTo>
                <a:lnTo>
                  <a:pt x="889863" y="1054100"/>
                </a:lnTo>
                <a:lnTo>
                  <a:pt x="912990" y="1054100"/>
                </a:lnTo>
                <a:lnTo>
                  <a:pt x="936739" y="1066800"/>
                </a:lnTo>
                <a:close/>
              </a:path>
              <a:path w="4427220" h="1384300">
                <a:moveTo>
                  <a:pt x="4425505" y="1054100"/>
                </a:moveTo>
                <a:lnTo>
                  <a:pt x="4412932" y="1054100"/>
                </a:lnTo>
                <a:lnTo>
                  <a:pt x="4413694" y="1041400"/>
                </a:lnTo>
                <a:lnTo>
                  <a:pt x="4426305" y="1041400"/>
                </a:lnTo>
                <a:lnTo>
                  <a:pt x="4425505" y="1054100"/>
                </a:lnTo>
                <a:close/>
              </a:path>
              <a:path w="4427220" h="1384300">
                <a:moveTo>
                  <a:pt x="4410316" y="1066800"/>
                </a:moveTo>
                <a:lnTo>
                  <a:pt x="4408487" y="1066800"/>
                </a:lnTo>
                <a:lnTo>
                  <a:pt x="4410417" y="1054100"/>
                </a:lnTo>
                <a:lnTo>
                  <a:pt x="4410316" y="1066800"/>
                </a:lnTo>
                <a:close/>
              </a:path>
              <a:path w="4427220" h="1384300">
                <a:moveTo>
                  <a:pt x="4422584" y="1066800"/>
                </a:moveTo>
                <a:lnTo>
                  <a:pt x="4410316" y="1066800"/>
                </a:lnTo>
                <a:lnTo>
                  <a:pt x="4411878" y="1054100"/>
                </a:lnTo>
                <a:lnTo>
                  <a:pt x="4424248" y="1054100"/>
                </a:lnTo>
                <a:lnTo>
                  <a:pt x="4422584" y="1066800"/>
                </a:lnTo>
                <a:close/>
              </a:path>
              <a:path w="4427220" h="1384300">
                <a:moveTo>
                  <a:pt x="985304" y="1079500"/>
                </a:moveTo>
                <a:lnTo>
                  <a:pt x="933030" y="1079500"/>
                </a:lnTo>
                <a:lnTo>
                  <a:pt x="909193" y="1066800"/>
                </a:lnTo>
                <a:lnTo>
                  <a:pt x="960729" y="1066800"/>
                </a:lnTo>
                <a:lnTo>
                  <a:pt x="985304" y="1079500"/>
                </a:lnTo>
                <a:close/>
              </a:path>
              <a:path w="4427220" h="1384300">
                <a:moveTo>
                  <a:pt x="4418139" y="1079500"/>
                </a:moveTo>
                <a:lnTo>
                  <a:pt x="4403826" y="1079500"/>
                </a:lnTo>
                <a:lnTo>
                  <a:pt x="4406468" y="1066800"/>
                </a:lnTo>
                <a:lnTo>
                  <a:pt x="4420552" y="1066800"/>
                </a:lnTo>
                <a:lnTo>
                  <a:pt x="4418139" y="1079500"/>
                </a:lnTo>
                <a:close/>
              </a:path>
              <a:path w="4427220" h="1384300">
                <a:moveTo>
                  <a:pt x="1035418" y="1092200"/>
                </a:moveTo>
                <a:lnTo>
                  <a:pt x="981925" y="1092200"/>
                </a:lnTo>
                <a:lnTo>
                  <a:pt x="957275" y="1079500"/>
                </a:lnTo>
                <a:lnTo>
                  <a:pt x="1010081" y="1079500"/>
                </a:lnTo>
                <a:lnTo>
                  <a:pt x="1035418" y="1092200"/>
                </a:lnTo>
                <a:close/>
              </a:path>
              <a:path w="4427220" h="1384300">
                <a:moveTo>
                  <a:pt x="4412208" y="1092200"/>
                </a:moveTo>
                <a:lnTo>
                  <a:pt x="4397806" y="1092200"/>
                </a:lnTo>
                <a:lnTo>
                  <a:pt x="4401146" y="1079500"/>
                </a:lnTo>
                <a:lnTo>
                  <a:pt x="4415358" y="1079500"/>
                </a:lnTo>
                <a:lnTo>
                  <a:pt x="4412208" y="1092200"/>
                </a:lnTo>
                <a:close/>
              </a:path>
              <a:path w="4427220" h="1384300">
                <a:moveTo>
                  <a:pt x="1086980" y="1104900"/>
                </a:moveTo>
                <a:lnTo>
                  <a:pt x="1032382" y="1104900"/>
                </a:lnTo>
                <a:lnTo>
                  <a:pt x="1006970" y="1092200"/>
                </a:lnTo>
                <a:lnTo>
                  <a:pt x="1060945" y="1092200"/>
                </a:lnTo>
                <a:lnTo>
                  <a:pt x="1086980" y="1104900"/>
                </a:lnTo>
                <a:close/>
              </a:path>
              <a:path w="4427220" h="1384300">
                <a:moveTo>
                  <a:pt x="4404855" y="1104900"/>
                </a:moveTo>
                <a:lnTo>
                  <a:pt x="4390466" y="1104900"/>
                </a:lnTo>
                <a:lnTo>
                  <a:pt x="4394479" y="1092200"/>
                </a:lnTo>
                <a:lnTo>
                  <a:pt x="4408703" y="1092200"/>
                </a:lnTo>
                <a:lnTo>
                  <a:pt x="4404855" y="1104900"/>
                </a:lnTo>
                <a:close/>
              </a:path>
              <a:path w="4427220" h="1384300">
                <a:moveTo>
                  <a:pt x="1139875" y="1117600"/>
                </a:moveTo>
                <a:lnTo>
                  <a:pt x="1084287" y="1117600"/>
                </a:lnTo>
                <a:lnTo>
                  <a:pt x="1058164" y="1104900"/>
                </a:lnTo>
                <a:lnTo>
                  <a:pt x="1113180" y="1104900"/>
                </a:lnTo>
                <a:lnTo>
                  <a:pt x="1139875" y="1117600"/>
                </a:lnTo>
                <a:close/>
              </a:path>
              <a:path w="4427220" h="1384300">
                <a:moveTo>
                  <a:pt x="4396117" y="1117600"/>
                </a:moveTo>
                <a:lnTo>
                  <a:pt x="4376991" y="1117600"/>
                </a:lnTo>
                <a:lnTo>
                  <a:pt x="4381995" y="1104900"/>
                </a:lnTo>
                <a:lnTo>
                  <a:pt x="4400651" y="1104900"/>
                </a:lnTo>
                <a:lnTo>
                  <a:pt x="4396117" y="1117600"/>
                </a:lnTo>
                <a:close/>
              </a:path>
              <a:path w="4427220" h="1384300">
                <a:moveTo>
                  <a:pt x="1221651" y="1130300"/>
                </a:moveTo>
                <a:lnTo>
                  <a:pt x="1137513" y="1130300"/>
                </a:lnTo>
                <a:lnTo>
                  <a:pt x="1110729" y="1117600"/>
                </a:lnTo>
                <a:lnTo>
                  <a:pt x="1193888" y="1117600"/>
                </a:lnTo>
                <a:lnTo>
                  <a:pt x="1221651" y="1130300"/>
                </a:lnTo>
                <a:close/>
              </a:path>
              <a:path w="4427220" h="1384300">
                <a:moveTo>
                  <a:pt x="4380560" y="1130300"/>
                </a:moveTo>
                <a:lnTo>
                  <a:pt x="4366399" y="1130300"/>
                </a:lnTo>
                <a:lnTo>
                  <a:pt x="4372038" y="1117600"/>
                </a:lnTo>
                <a:lnTo>
                  <a:pt x="4386072" y="1117600"/>
                </a:lnTo>
                <a:lnTo>
                  <a:pt x="4380560" y="1130300"/>
                </a:lnTo>
                <a:close/>
              </a:path>
              <a:path w="4427220" h="1384300">
                <a:moveTo>
                  <a:pt x="1303527" y="1143000"/>
                </a:moveTo>
                <a:lnTo>
                  <a:pt x="1219796" y="1143000"/>
                </a:lnTo>
                <a:lnTo>
                  <a:pt x="1191945" y="1130300"/>
                </a:lnTo>
                <a:lnTo>
                  <a:pt x="1276362" y="1130300"/>
                </a:lnTo>
                <a:lnTo>
                  <a:pt x="1303527" y="1143000"/>
                </a:lnTo>
                <a:close/>
              </a:path>
              <a:path w="4427220" h="1384300">
                <a:moveTo>
                  <a:pt x="4368622" y="1143000"/>
                </a:moveTo>
                <a:lnTo>
                  <a:pt x="4348162" y="1143000"/>
                </a:lnTo>
                <a:lnTo>
                  <a:pt x="4354728" y="1130300"/>
                </a:lnTo>
                <a:lnTo>
                  <a:pt x="4374743" y="1130300"/>
                </a:lnTo>
                <a:lnTo>
                  <a:pt x="4368622" y="1143000"/>
                </a:lnTo>
                <a:close/>
              </a:path>
              <a:path w="4427220" h="1384300">
                <a:moveTo>
                  <a:pt x="1620710" y="1155700"/>
                </a:moveTo>
                <a:lnTo>
                  <a:pt x="1302181" y="1155700"/>
                </a:lnTo>
                <a:lnTo>
                  <a:pt x="1274927" y="1143000"/>
                </a:lnTo>
                <a:lnTo>
                  <a:pt x="1607997" y="1143000"/>
                </a:lnTo>
                <a:lnTo>
                  <a:pt x="1620710" y="1155700"/>
                </a:lnTo>
                <a:close/>
              </a:path>
              <a:path w="4427220" h="1384300">
                <a:moveTo>
                  <a:pt x="4348441" y="1155700"/>
                </a:moveTo>
                <a:lnTo>
                  <a:pt x="4327207" y="1155700"/>
                </a:lnTo>
                <a:lnTo>
                  <a:pt x="4334649" y="1143000"/>
                </a:lnTo>
                <a:lnTo>
                  <a:pt x="4355465" y="1143000"/>
                </a:lnTo>
                <a:lnTo>
                  <a:pt x="4348441" y="1155700"/>
                </a:lnTo>
                <a:close/>
              </a:path>
              <a:path w="4427220" h="1384300">
                <a:moveTo>
                  <a:pt x="1643570" y="1168400"/>
                </a:moveTo>
                <a:lnTo>
                  <a:pt x="1612874" y="1168400"/>
                </a:lnTo>
                <a:lnTo>
                  <a:pt x="1602028" y="1155700"/>
                </a:lnTo>
                <a:lnTo>
                  <a:pt x="1631746" y="1155700"/>
                </a:lnTo>
                <a:lnTo>
                  <a:pt x="1643570" y="1168400"/>
                </a:lnTo>
                <a:close/>
              </a:path>
              <a:path w="4427220" h="1384300">
                <a:moveTo>
                  <a:pt x="4333544" y="1168400"/>
                </a:moveTo>
                <a:lnTo>
                  <a:pt x="4303649" y="1168400"/>
                </a:lnTo>
                <a:lnTo>
                  <a:pt x="4311929" y="1155700"/>
                </a:lnTo>
                <a:lnTo>
                  <a:pt x="4341139" y="1155700"/>
                </a:lnTo>
                <a:lnTo>
                  <a:pt x="4333544" y="1168400"/>
                </a:lnTo>
                <a:close/>
              </a:path>
              <a:path w="4427220" h="1384300">
                <a:moveTo>
                  <a:pt x="1681619" y="1193800"/>
                </a:moveTo>
                <a:lnTo>
                  <a:pt x="1648701" y="1193800"/>
                </a:lnTo>
                <a:lnTo>
                  <a:pt x="1636255" y="1181100"/>
                </a:lnTo>
                <a:lnTo>
                  <a:pt x="1624317" y="1168400"/>
                </a:lnTo>
                <a:lnTo>
                  <a:pt x="1643443" y="1168400"/>
                </a:lnTo>
                <a:lnTo>
                  <a:pt x="1655762" y="1181100"/>
                </a:lnTo>
                <a:lnTo>
                  <a:pt x="1668322" y="1181100"/>
                </a:lnTo>
                <a:lnTo>
                  <a:pt x="1681619" y="1193800"/>
                </a:lnTo>
                <a:close/>
              </a:path>
              <a:path w="4427220" h="1384300">
                <a:moveTo>
                  <a:pt x="4309109" y="1181100"/>
                </a:moveTo>
                <a:lnTo>
                  <a:pt x="4277601" y="1181100"/>
                </a:lnTo>
                <a:lnTo>
                  <a:pt x="4286681" y="1168400"/>
                </a:lnTo>
                <a:lnTo>
                  <a:pt x="4317530" y="1168400"/>
                </a:lnTo>
                <a:lnTo>
                  <a:pt x="4309109" y="1181100"/>
                </a:lnTo>
                <a:close/>
              </a:path>
              <a:path w="4427220" h="1384300">
                <a:moveTo>
                  <a:pt x="4272826" y="1193800"/>
                </a:moveTo>
                <a:lnTo>
                  <a:pt x="4239209" y="1193800"/>
                </a:lnTo>
                <a:lnTo>
                  <a:pt x="4249293" y="1181100"/>
                </a:lnTo>
                <a:lnTo>
                  <a:pt x="4282274" y="1181100"/>
                </a:lnTo>
                <a:lnTo>
                  <a:pt x="4272826" y="1193800"/>
                </a:lnTo>
                <a:close/>
              </a:path>
              <a:path w="4427220" h="1384300">
                <a:moveTo>
                  <a:pt x="1723948" y="1219200"/>
                </a:moveTo>
                <a:lnTo>
                  <a:pt x="1688909" y="1219200"/>
                </a:lnTo>
                <a:lnTo>
                  <a:pt x="1675028" y="1206500"/>
                </a:lnTo>
                <a:lnTo>
                  <a:pt x="1661629" y="1193800"/>
                </a:lnTo>
                <a:lnTo>
                  <a:pt x="1681505" y="1193800"/>
                </a:lnTo>
                <a:lnTo>
                  <a:pt x="1695272" y="1206500"/>
                </a:lnTo>
                <a:lnTo>
                  <a:pt x="1709280" y="1206500"/>
                </a:lnTo>
                <a:lnTo>
                  <a:pt x="1723948" y="1219200"/>
                </a:lnTo>
                <a:close/>
              </a:path>
              <a:path w="4427220" h="1384300">
                <a:moveTo>
                  <a:pt x="4242968" y="1206500"/>
                </a:moveTo>
                <a:lnTo>
                  <a:pt x="4185754" y="1206500"/>
                </a:lnTo>
                <a:lnTo>
                  <a:pt x="4197007" y="1193800"/>
                </a:lnTo>
                <a:lnTo>
                  <a:pt x="4253153" y="1193800"/>
                </a:lnTo>
                <a:lnTo>
                  <a:pt x="4242968" y="1206500"/>
                </a:lnTo>
                <a:close/>
              </a:path>
              <a:path w="4427220" h="1384300">
                <a:moveTo>
                  <a:pt x="4188523" y="1219200"/>
                </a:moveTo>
                <a:lnTo>
                  <a:pt x="4114355" y="1219200"/>
                </a:lnTo>
                <a:lnTo>
                  <a:pt x="4126852" y="1206500"/>
                </a:lnTo>
                <a:lnTo>
                  <a:pt x="4199851" y="1206500"/>
                </a:lnTo>
                <a:lnTo>
                  <a:pt x="4188523" y="1219200"/>
                </a:lnTo>
                <a:close/>
              </a:path>
              <a:path w="4427220" h="1384300">
                <a:moveTo>
                  <a:pt x="1754416" y="1231900"/>
                </a:moveTo>
                <a:lnTo>
                  <a:pt x="1718017" y="1231900"/>
                </a:lnTo>
                <a:lnTo>
                  <a:pt x="1703235" y="1219200"/>
                </a:lnTo>
                <a:lnTo>
                  <a:pt x="1738858" y="1219200"/>
                </a:lnTo>
                <a:lnTo>
                  <a:pt x="1754416" y="1231900"/>
                </a:lnTo>
                <a:close/>
              </a:path>
              <a:path w="4427220" h="1384300">
                <a:moveTo>
                  <a:pt x="3783076" y="1231900"/>
                </a:moveTo>
                <a:lnTo>
                  <a:pt x="3776243" y="1231900"/>
                </a:lnTo>
                <a:lnTo>
                  <a:pt x="3778669" y="1219200"/>
                </a:lnTo>
                <a:lnTo>
                  <a:pt x="3789908" y="1219200"/>
                </a:lnTo>
                <a:lnTo>
                  <a:pt x="3783076" y="1231900"/>
                </a:lnTo>
                <a:close/>
              </a:path>
              <a:path w="4427220" h="1384300">
                <a:moveTo>
                  <a:pt x="3788625" y="1231900"/>
                </a:moveTo>
                <a:lnTo>
                  <a:pt x="3783076" y="1231900"/>
                </a:lnTo>
                <a:lnTo>
                  <a:pt x="3789908" y="1219200"/>
                </a:lnTo>
                <a:lnTo>
                  <a:pt x="3788625" y="1231900"/>
                </a:lnTo>
                <a:close/>
              </a:path>
              <a:path w="4427220" h="1384300">
                <a:moveTo>
                  <a:pt x="4116095" y="1231900"/>
                </a:moveTo>
                <a:lnTo>
                  <a:pt x="3788625" y="1231900"/>
                </a:lnTo>
                <a:lnTo>
                  <a:pt x="3789908" y="1219200"/>
                </a:lnTo>
                <a:lnTo>
                  <a:pt x="4128668" y="1219200"/>
                </a:lnTo>
                <a:lnTo>
                  <a:pt x="4116095" y="1231900"/>
                </a:lnTo>
                <a:close/>
              </a:path>
              <a:path w="4427220" h="1384300">
                <a:moveTo>
                  <a:pt x="1803260" y="1257300"/>
                </a:moveTo>
                <a:lnTo>
                  <a:pt x="1764944" y="1257300"/>
                </a:lnTo>
                <a:lnTo>
                  <a:pt x="1748878" y="1244600"/>
                </a:lnTo>
                <a:lnTo>
                  <a:pt x="1733232" y="1231900"/>
                </a:lnTo>
                <a:lnTo>
                  <a:pt x="1754314" y="1231900"/>
                </a:lnTo>
                <a:lnTo>
                  <a:pt x="1770278" y="1244600"/>
                </a:lnTo>
                <a:lnTo>
                  <a:pt x="1786470" y="1244600"/>
                </a:lnTo>
                <a:lnTo>
                  <a:pt x="1803260" y="1257300"/>
                </a:lnTo>
                <a:close/>
              </a:path>
              <a:path w="4427220" h="1384300">
                <a:moveTo>
                  <a:pt x="3784777" y="1244600"/>
                </a:moveTo>
                <a:lnTo>
                  <a:pt x="3770655" y="1244600"/>
                </a:lnTo>
                <a:lnTo>
                  <a:pt x="3773004" y="1231900"/>
                </a:lnTo>
                <a:lnTo>
                  <a:pt x="3786898" y="1231900"/>
                </a:lnTo>
                <a:lnTo>
                  <a:pt x="3784777" y="1244600"/>
                </a:lnTo>
                <a:close/>
              </a:path>
              <a:path w="4427220" h="1384300">
                <a:moveTo>
                  <a:pt x="3779418" y="1257300"/>
                </a:moveTo>
                <a:lnTo>
                  <a:pt x="3765245" y="1257300"/>
                </a:lnTo>
                <a:lnTo>
                  <a:pt x="3768293" y="1244600"/>
                </a:lnTo>
                <a:lnTo>
                  <a:pt x="3782288" y="1244600"/>
                </a:lnTo>
                <a:lnTo>
                  <a:pt x="3779418" y="1257300"/>
                </a:lnTo>
                <a:close/>
              </a:path>
              <a:path w="4427220" h="1384300">
                <a:moveTo>
                  <a:pt x="1837804" y="1270000"/>
                </a:moveTo>
                <a:lnTo>
                  <a:pt x="1798294" y="1270000"/>
                </a:lnTo>
                <a:lnTo>
                  <a:pt x="1781416" y="1257300"/>
                </a:lnTo>
                <a:lnTo>
                  <a:pt x="1820252" y="1257300"/>
                </a:lnTo>
                <a:lnTo>
                  <a:pt x="1837804" y="1270000"/>
                </a:lnTo>
                <a:close/>
              </a:path>
              <a:path w="4427220" h="1384300">
                <a:moveTo>
                  <a:pt x="3772598" y="1270000"/>
                </a:moveTo>
                <a:lnTo>
                  <a:pt x="3754602" y="1270000"/>
                </a:lnTo>
                <a:lnTo>
                  <a:pt x="3758679" y="1257300"/>
                </a:lnTo>
                <a:lnTo>
                  <a:pt x="3776179" y="1257300"/>
                </a:lnTo>
                <a:lnTo>
                  <a:pt x="3772598" y="1270000"/>
                </a:lnTo>
                <a:close/>
              </a:path>
              <a:path w="4427220" h="1384300">
                <a:moveTo>
                  <a:pt x="1873834" y="1282700"/>
                </a:moveTo>
                <a:lnTo>
                  <a:pt x="1833194" y="1282700"/>
                </a:lnTo>
                <a:lnTo>
                  <a:pt x="1815553" y="1270000"/>
                </a:lnTo>
                <a:lnTo>
                  <a:pt x="1855558" y="1270000"/>
                </a:lnTo>
                <a:lnTo>
                  <a:pt x="1873834" y="1282700"/>
                </a:lnTo>
                <a:close/>
              </a:path>
              <a:path w="4427220" h="1384300">
                <a:moveTo>
                  <a:pt x="2885770" y="1282700"/>
                </a:moveTo>
                <a:lnTo>
                  <a:pt x="2835668" y="1282700"/>
                </a:lnTo>
                <a:lnTo>
                  <a:pt x="2840875" y="1270000"/>
                </a:lnTo>
                <a:lnTo>
                  <a:pt x="2868803" y="1270000"/>
                </a:lnTo>
                <a:lnTo>
                  <a:pt x="2885770" y="1282700"/>
                </a:lnTo>
                <a:close/>
              </a:path>
              <a:path w="4427220" h="1384300">
                <a:moveTo>
                  <a:pt x="3759758" y="1282700"/>
                </a:moveTo>
                <a:lnTo>
                  <a:pt x="3745852" y="1282700"/>
                </a:lnTo>
                <a:lnTo>
                  <a:pt x="3750589" y="1270000"/>
                </a:lnTo>
                <a:lnTo>
                  <a:pt x="3764368" y="1270000"/>
                </a:lnTo>
                <a:lnTo>
                  <a:pt x="3759758" y="1282700"/>
                </a:lnTo>
                <a:close/>
              </a:path>
              <a:path w="4427220" h="1384300">
                <a:moveTo>
                  <a:pt x="1911286" y="1295400"/>
                </a:moveTo>
                <a:lnTo>
                  <a:pt x="1869579" y="1295400"/>
                </a:lnTo>
                <a:lnTo>
                  <a:pt x="1851215" y="1282700"/>
                </a:lnTo>
                <a:lnTo>
                  <a:pt x="1892312" y="1282700"/>
                </a:lnTo>
                <a:lnTo>
                  <a:pt x="1911286" y="1295400"/>
                </a:lnTo>
                <a:close/>
              </a:path>
              <a:path w="4427220" h="1384300">
                <a:moveTo>
                  <a:pt x="2838183" y="1295400"/>
                </a:moveTo>
                <a:lnTo>
                  <a:pt x="2819019" y="1295400"/>
                </a:lnTo>
                <a:lnTo>
                  <a:pt x="2824962" y="1282700"/>
                </a:lnTo>
                <a:lnTo>
                  <a:pt x="2843796" y="1282700"/>
                </a:lnTo>
                <a:lnTo>
                  <a:pt x="2838183" y="1295400"/>
                </a:lnTo>
                <a:close/>
              </a:path>
              <a:path w="4427220" h="1384300">
                <a:moveTo>
                  <a:pt x="2920682" y="1295400"/>
                </a:moveTo>
                <a:lnTo>
                  <a:pt x="2881210" y="1295400"/>
                </a:lnTo>
                <a:lnTo>
                  <a:pt x="2864154" y="1282700"/>
                </a:lnTo>
                <a:lnTo>
                  <a:pt x="2902940" y="1282700"/>
                </a:lnTo>
                <a:lnTo>
                  <a:pt x="2920682" y="1295400"/>
                </a:lnTo>
                <a:close/>
              </a:path>
              <a:path w="4427220" h="1384300">
                <a:moveTo>
                  <a:pt x="3749548" y="1295400"/>
                </a:moveTo>
                <a:lnTo>
                  <a:pt x="3730294" y="1295400"/>
                </a:lnTo>
                <a:lnTo>
                  <a:pt x="3735997" y="1282700"/>
                </a:lnTo>
                <a:lnTo>
                  <a:pt x="3754805" y="1282700"/>
                </a:lnTo>
                <a:lnTo>
                  <a:pt x="3749548" y="1295400"/>
                </a:lnTo>
                <a:close/>
              </a:path>
              <a:path w="4427220" h="1384300">
                <a:moveTo>
                  <a:pt x="1950059" y="1308100"/>
                </a:moveTo>
                <a:lnTo>
                  <a:pt x="1907362" y="1308100"/>
                </a:lnTo>
                <a:lnTo>
                  <a:pt x="1888299" y="1295400"/>
                </a:lnTo>
                <a:lnTo>
                  <a:pt x="1930425" y="1295400"/>
                </a:lnTo>
                <a:lnTo>
                  <a:pt x="1950059" y="1308100"/>
                </a:lnTo>
                <a:close/>
              </a:path>
              <a:path w="4427220" h="1384300">
                <a:moveTo>
                  <a:pt x="2819895" y="1308100"/>
                </a:moveTo>
                <a:lnTo>
                  <a:pt x="2793453" y="1308100"/>
                </a:lnTo>
                <a:lnTo>
                  <a:pt x="2800337" y="1295400"/>
                </a:lnTo>
                <a:lnTo>
                  <a:pt x="2826219" y="1295400"/>
                </a:lnTo>
                <a:lnTo>
                  <a:pt x="2819895" y="1308100"/>
                </a:lnTo>
                <a:close/>
              </a:path>
              <a:path w="4427220" h="1384300">
                <a:moveTo>
                  <a:pt x="2957093" y="1308100"/>
                </a:moveTo>
                <a:lnTo>
                  <a:pt x="2916516" y="1308100"/>
                </a:lnTo>
                <a:lnTo>
                  <a:pt x="2898673" y="1295400"/>
                </a:lnTo>
                <a:lnTo>
                  <a:pt x="2938614" y="1295400"/>
                </a:lnTo>
                <a:lnTo>
                  <a:pt x="2957093" y="1308100"/>
                </a:lnTo>
                <a:close/>
              </a:path>
              <a:path w="4427220" h="1384300">
                <a:moveTo>
                  <a:pt x="3731895" y="1308100"/>
                </a:moveTo>
                <a:lnTo>
                  <a:pt x="3711930" y="1308100"/>
                </a:lnTo>
                <a:lnTo>
                  <a:pt x="3718534" y="1295400"/>
                </a:lnTo>
                <a:lnTo>
                  <a:pt x="3738079" y="1295400"/>
                </a:lnTo>
                <a:lnTo>
                  <a:pt x="3731895" y="1308100"/>
                </a:lnTo>
                <a:close/>
              </a:path>
              <a:path w="4427220" h="1384300">
                <a:moveTo>
                  <a:pt x="1990077" y="1320800"/>
                </a:moveTo>
                <a:lnTo>
                  <a:pt x="1946465" y="1320800"/>
                </a:lnTo>
                <a:lnTo>
                  <a:pt x="1926755" y="1308100"/>
                </a:lnTo>
                <a:lnTo>
                  <a:pt x="1969833" y="1308100"/>
                </a:lnTo>
                <a:lnTo>
                  <a:pt x="1990077" y="1320800"/>
                </a:lnTo>
                <a:close/>
              </a:path>
              <a:path w="4427220" h="1384300">
                <a:moveTo>
                  <a:pt x="2799537" y="1320800"/>
                </a:moveTo>
                <a:lnTo>
                  <a:pt x="2771889" y="1320800"/>
                </a:lnTo>
                <a:lnTo>
                  <a:pt x="2779420" y="1308100"/>
                </a:lnTo>
                <a:lnTo>
                  <a:pt x="2806547" y="1308100"/>
                </a:lnTo>
                <a:lnTo>
                  <a:pt x="2799537" y="1320800"/>
                </a:lnTo>
                <a:close/>
              </a:path>
              <a:path w="4427220" h="1384300">
                <a:moveTo>
                  <a:pt x="2994901" y="1320800"/>
                </a:moveTo>
                <a:lnTo>
                  <a:pt x="2953296" y="1320800"/>
                </a:lnTo>
                <a:lnTo>
                  <a:pt x="2934728" y="1308100"/>
                </a:lnTo>
                <a:lnTo>
                  <a:pt x="2975736" y="1308100"/>
                </a:lnTo>
                <a:lnTo>
                  <a:pt x="2994901" y="1320800"/>
                </a:lnTo>
                <a:close/>
              </a:path>
              <a:path w="4427220" h="1384300">
                <a:moveTo>
                  <a:pt x="3711549" y="1320800"/>
                </a:moveTo>
                <a:lnTo>
                  <a:pt x="3683266" y="1320800"/>
                </a:lnTo>
                <a:lnTo>
                  <a:pt x="3691013" y="1308100"/>
                </a:lnTo>
                <a:lnTo>
                  <a:pt x="3718623" y="1308100"/>
                </a:lnTo>
                <a:lnTo>
                  <a:pt x="3711549" y="1320800"/>
                </a:lnTo>
                <a:close/>
              </a:path>
              <a:path w="4427220" h="1384300">
                <a:moveTo>
                  <a:pt x="2031263" y="1333500"/>
                </a:moveTo>
                <a:lnTo>
                  <a:pt x="1986800" y="1333500"/>
                </a:lnTo>
                <a:lnTo>
                  <a:pt x="1966480" y="1320800"/>
                </a:lnTo>
                <a:lnTo>
                  <a:pt x="2010448" y="1320800"/>
                </a:lnTo>
                <a:lnTo>
                  <a:pt x="2031263" y="1333500"/>
                </a:lnTo>
                <a:close/>
              </a:path>
              <a:path w="4427220" h="1384300">
                <a:moveTo>
                  <a:pt x="2769336" y="1333500"/>
                </a:moveTo>
                <a:lnTo>
                  <a:pt x="2740075" y="1333500"/>
                </a:lnTo>
                <a:lnTo>
                  <a:pt x="2748457" y="1320800"/>
                </a:lnTo>
                <a:lnTo>
                  <a:pt x="2777210" y="1320800"/>
                </a:lnTo>
                <a:lnTo>
                  <a:pt x="2769336" y="1333500"/>
                </a:lnTo>
                <a:close/>
              </a:path>
              <a:path w="4427220" h="1384300">
                <a:moveTo>
                  <a:pt x="3054032" y="1333500"/>
                </a:moveTo>
                <a:lnTo>
                  <a:pt x="2991472" y="1333500"/>
                </a:lnTo>
                <a:lnTo>
                  <a:pt x="2972219" y="1320800"/>
                </a:lnTo>
                <a:lnTo>
                  <a:pt x="3033941" y="1320800"/>
                </a:lnTo>
                <a:lnTo>
                  <a:pt x="3054032" y="1333500"/>
                </a:lnTo>
                <a:close/>
              </a:path>
              <a:path w="4427220" h="1384300">
                <a:moveTo>
                  <a:pt x="3688664" y="1333500"/>
                </a:moveTo>
                <a:lnTo>
                  <a:pt x="3658793" y="1333500"/>
                </a:lnTo>
                <a:lnTo>
                  <a:pt x="3667366" y="1320800"/>
                </a:lnTo>
                <a:lnTo>
                  <a:pt x="3696563" y="1320800"/>
                </a:lnTo>
                <a:lnTo>
                  <a:pt x="3688664" y="1333500"/>
                </a:lnTo>
                <a:close/>
              </a:path>
              <a:path w="4427220" h="1384300">
                <a:moveTo>
                  <a:pt x="2095055" y="1346200"/>
                </a:moveTo>
                <a:lnTo>
                  <a:pt x="2028304" y="1346200"/>
                </a:lnTo>
                <a:lnTo>
                  <a:pt x="2007412" y="1333500"/>
                </a:lnTo>
                <a:lnTo>
                  <a:pt x="2073452" y="1333500"/>
                </a:lnTo>
                <a:lnTo>
                  <a:pt x="2095055" y="1346200"/>
                </a:lnTo>
                <a:close/>
              </a:path>
              <a:path w="4427220" h="1384300">
                <a:moveTo>
                  <a:pt x="2744457" y="1346200"/>
                </a:moveTo>
                <a:lnTo>
                  <a:pt x="2686202" y="1346200"/>
                </a:lnTo>
                <a:lnTo>
                  <a:pt x="2705112" y="1333500"/>
                </a:lnTo>
                <a:lnTo>
                  <a:pt x="2752979" y="1333500"/>
                </a:lnTo>
                <a:lnTo>
                  <a:pt x="2744457" y="1346200"/>
                </a:lnTo>
                <a:close/>
              </a:path>
              <a:path w="4427220" h="1384300">
                <a:moveTo>
                  <a:pt x="3115767" y="1346200"/>
                </a:moveTo>
                <a:lnTo>
                  <a:pt x="3051136" y="1346200"/>
                </a:lnTo>
                <a:lnTo>
                  <a:pt x="3030943" y="1333500"/>
                </a:lnTo>
                <a:lnTo>
                  <a:pt x="3094837" y="1333500"/>
                </a:lnTo>
                <a:lnTo>
                  <a:pt x="3115767" y="1346200"/>
                </a:lnTo>
                <a:close/>
              </a:path>
              <a:path w="4427220" h="1384300">
                <a:moveTo>
                  <a:pt x="3663365" y="1346200"/>
                </a:moveTo>
                <a:lnTo>
                  <a:pt x="3622497" y="1346200"/>
                </a:lnTo>
                <a:lnTo>
                  <a:pt x="3632073" y="1333500"/>
                </a:lnTo>
                <a:lnTo>
                  <a:pt x="3672052" y="1333500"/>
                </a:lnTo>
                <a:lnTo>
                  <a:pt x="3663365" y="1346200"/>
                </a:lnTo>
                <a:close/>
              </a:path>
              <a:path w="4427220" h="1384300">
                <a:moveTo>
                  <a:pt x="2161006" y="1358900"/>
                </a:moveTo>
                <a:lnTo>
                  <a:pt x="2092553" y="1358900"/>
                </a:lnTo>
                <a:lnTo>
                  <a:pt x="2070887" y="1346200"/>
                </a:lnTo>
                <a:lnTo>
                  <a:pt x="2138718" y="1346200"/>
                </a:lnTo>
                <a:lnTo>
                  <a:pt x="2161006" y="1358900"/>
                </a:lnTo>
                <a:close/>
              </a:path>
              <a:path w="4427220" h="1384300">
                <a:moveTo>
                  <a:pt x="2689491" y="1358900"/>
                </a:moveTo>
                <a:lnTo>
                  <a:pt x="2646565" y="1358900"/>
                </a:lnTo>
                <a:lnTo>
                  <a:pt x="2666911" y="1346200"/>
                </a:lnTo>
                <a:lnTo>
                  <a:pt x="2708579" y="1346200"/>
                </a:lnTo>
                <a:lnTo>
                  <a:pt x="2689491" y="1358900"/>
                </a:lnTo>
                <a:close/>
              </a:path>
              <a:path w="4427220" h="1384300">
                <a:moveTo>
                  <a:pt x="3173298" y="1358900"/>
                </a:moveTo>
                <a:lnTo>
                  <a:pt x="3113392" y="1358900"/>
                </a:lnTo>
                <a:lnTo>
                  <a:pt x="3092373" y="1346200"/>
                </a:lnTo>
                <a:lnTo>
                  <a:pt x="3158121" y="1346200"/>
                </a:lnTo>
                <a:lnTo>
                  <a:pt x="3173298" y="1358900"/>
                </a:lnTo>
                <a:close/>
              </a:path>
              <a:path w="4427220" h="1384300">
                <a:moveTo>
                  <a:pt x="3616147" y="1358900"/>
                </a:moveTo>
                <a:lnTo>
                  <a:pt x="3560800" y="1358900"/>
                </a:lnTo>
                <a:lnTo>
                  <a:pt x="3571748" y="1346200"/>
                </a:lnTo>
                <a:lnTo>
                  <a:pt x="3626065" y="1346200"/>
                </a:lnTo>
                <a:lnTo>
                  <a:pt x="3616147" y="1358900"/>
                </a:lnTo>
                <a:close/>
              </a:path>
              <a:path w="4427220" h="1384300">
                <a:moveTo>
                  <a:pt x="2275319" y="1371600"/>
                </a:moveTo>
                <a:lnTo>
                  <a:pt x="2158987" y="1371600"/>
                </a:lnTo>
                <a:lnTo>
                  <a:pt x="2136609" y="1358900"/>
                </a:lnTo>
                <a:lnTo>
                  <a:pt x="2247036" y="1358900"/>
                </a:lnTo>
                <a:lnTo>
                  <a:pt x="2275319" y="1371600"/>
                </a:lnTo>
                <a:close/>
              </a:path>
              <a:path w="4427220" h="1384300">
                <a:moveTo>
                  <a:pt x="2649181" y="1371600"/>
                </a:moveTo>
                <a:lnTo>
                  <a:pt x="2559177" y="1371600"/>
                </a:lnTo>
                <a:lnTo>
                  <a:pt x="2582113" y="1358900"/>
                </a:lnTo>
                <a:lnTo>
                  <a:pt x="2669692" y="1358900"/>
                </a:lnTo>
                <a:lnTo>
                  <a:pt x="2649181" y="1371600"/>
                </a:lnTo>
                <a:close/>
              </a:path>
              <a:path w="4427220" h="1384300">
                <a:moveTo>
                  <a:pt x="3291255" y="1371600"/>
                </a:moveTo>
                <a:lnTo>
                  <a:pt x="3171405" y="1371600"/>
                </a:lnTo>
                <a:lnTo>
                  <a:pt x="3156153" y="1358900"/>
                </a:lnTo>
                <a:lnTo>
                  <a:pt x="3276777" y="1358900"/>
                </a:lnTo>
                <a:lnTo>
                  <a:pt x="3291255" y="1371600"/>
                </a:lnTo>
                <a:close/>
              </a:path>
              <a:path w="4427220" h="1384300">
                <a:moveTo>
                  <a:pt x="3563137" y="1371600"/>
                </a:moveTo>
                <a:lnTo>
                  <a:pt x="3466731" y="1371600"/>
                </a:lnTo>
                <a:lnTo>
                  <a:pt x="3479228" y="1358900"/>
                </a:lnTo>
                <a:lnTo>
                  <a:pt x="3574173" y="1358900"/>
                </a:lnTo>
                <a:lnTo>
                  <a:pt x="3563137" y="1371600"/>
                </a:lnTo>
                <a:close/>
              </a:path>
              <a:path w="4427220" h="1384300">
                <a:moveTo>
                  <a:pt x="2560612" y="1384300"/>
                </a:moveTo>
                <a:lnTo>
                  <a:pt x="2274100" y="1384300"/>
                </a:lnTo>
                <a:lnTo>
                  <a:pt x="2245715" y="1371600"/>
                </a:lnTo>
                <a:lnTo>
                  <a:pt x="2583688" y="1371600"/>
                </a:lnTo>
                <a:lnTo>
                  <a:pt x="2560612" y="1384300"/>
                </a:lnTo>
                <a:close/>
              </a:path>
              <a:path w="4427220" h="1384300">
                <a:moveTo>
                  <a:pt x="3467709" y="1384300"/>
                </a:moveTo>
                <a:lnTo>
                  <a:pt x="3290366" y="1384300"/>
                </a:lnTo>
                <a:lnTo>
                  <a:pt x="3275825" y="1371600"/>
                </a:lnTo>
                <a:lnTo>
                  <a:pt x="3480282" y="1371600"/>
                </a:lnTo>
                <a:lnTo>
                  <a:pt x="3467709" y="13843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3933469" y="1543723"/>
            <a:ext cx="83636" cy="83667"/>
          </a:xfrm>
          <a:prstGeom prst="rect">
            <a:avLst/>
          </a:prstGeom>
          <a:blipFill>
            <a:blip r:embed="rId2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4896802" y="1847049"/>
            <a:ext cx="154584" cy="153670"/>
          </a:xfrm>
          <a:prstGeom prst="rect">
            <a:avLst/>
          </a:prstGeom>
          <a:blipFill>
            <a:blip r:embed="rId3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5927216" y="2173223"/>
            <a:ext cx="225704" cy="224789"/>
          </a:xfrm>
          <a:prstGeom prst="rect">
            <a:avLst/>
          </a:prstGeom>
          <a:blipFill>
            <a:blip r:embed="rId3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6874230" y="2640749"/>
            <a:ext cx="4097870" cy="1165644"/>
          </a:xfrm>
          <a:prstGeom prst="rect">
            <a:avLst/>
          </a:prstGeom>
          <a:blipFill>
            <a:blip r:embed="rId3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 txBox="1"/>
          <p:nvPr/>
        </p:nvSpPr>
        <p:spPr>
          <a:xfrm rot="540000">
            <a:off x="7522462" y="2751289"/>
            <a:ext cx="2466710" cy="40386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3180"/>
              </a:lnSpc>
            </a:pPr>
            <a:r>
              <a:rPr dirty="0" baseline="1763" sz="4725" spc="15" b="1">
                <a:solidFill>
                  <a:srgbClr val="FF0000"/>
                </a:solidFill>
                <a:latin typeface="黑体"/>
                <a:cs typeface="黑体"/>
              </a:rPr>
              <a:t>若</a:t>
            </a:r>
            <a:r>
              <a:rPr dirty="0" sz="3150" spc="10" b="1">
                <a:solidFill>
                  <a:srgbClr val="FF0000"/>
                </a:solidFill>
                <a:latin typeface="黑体"/>
                <a:cs typeface="黑体"/>
              </a:rPr>
              <a:t>线圈不</a:t>
            </a:r>
            <a:r>
              <a:rPr dirty="0" sz="3150" spc="10" b="1">
                <a:solidFill>
                  <a:srgbClr val="FF0000"/>
                </a:solidFill>
                <a:latin typeface="黑体"/>
                <a:cs typeface="黑体"/>
              </a:rPr>
              <a:t>是</a:t>
            </a:r>
            <a:r>
              <a:rPr dirty="0" sz="3150" spc="20" b="1">
                <a:solidFill>
                  <a:srgbClr val="FF0000"/>
                </a:solidFill>
                <a:latin typeface="黑体"/>
                <a:cs typeface="黑体"/>
              </a:rPr>
              <a:t>方</a:t>
            </a:r>
            <a:endParaRPr sz="3150">
              <a:latin typeface="黑体"/>
              <a:cs typeface="黑体"/>
            </a:endParaRPr>
          </a:p>
        </p:txBody>
      </p:sp>
      <p:sp>
        <p:nvSpPr>
          <p:cNvPr id="48" name="object 48"/>
          <p:cNvSpPr txBox="1"/>
          <p:nvPr/>
        </p:nvSpPr>
        <p:spPr>
          <a:xfrm rot="540000">
            <a:off x="7646877" y="3232187"/>
            <a:ext cx="2068132" cy="40386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3180"/>
              </a:lnSpc>
            </a:pPr>
            <a:r>
              <a:rPr dirty="0" sz="3150" spc="10" b="1">
                <a:solidFill>
                  <a:srgbClr val="FF0000"/>
                </a:solidFill>
                <a:latin typeface="黑体"/>
                <a:cs typeface="黑体"/>
              </a:rPr>
              <a:t>形线圈</a:t>
            </a:r>
            <a:r>
              <a:rPr dirty="0" sz="3150" spc="10" b="1">
                <a:solidFill>
                  <a:srgbClr val="FF0000"/>
                </a:solidFill>
                <a:latin typeface="黑体"/>
                <a:cs typeface="黑体"/>
              </a:rPr>
              <a:t>呢</a:t>
            </a:r>
            <a:r>
              <a:rPr dirty="0" sz="3150" spc="20" b="1">
                <a:solidFill>
                  <a:srgbClr val="FF0000"/>
                </a:solidFill>
                <a:latin typeface="黑体"/>
                <a:cs typeface="黑体"/>
              </a:rPr>
              <a:t>？</a:t>
            </a:r>
            <a:endParaRPr sz="3150">
              <a:latin typeface="黑体"/>
              <a:cs typeface="黑体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51840" y="0"/>
            <a:ext cx="2058670" cy="6343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 b="1">
                <a:solidFill>
                  <a:srgbClr val="F1F1F1"/>
                </a:solidFill>
                <a:latin typeface="华文楷体"/>
                <a:cs typeface="华文楷体"/>
              </a:rPr>
              <a:t>高中物</a:t>
            </a:r>
            <a:r>
              <a:rPr dirty="0" sz="4000" spc="-10" b="1">
                <a:solidFill>
                  <a:srgbClr val="F1F1F1"/>
                </a:solidFill>
                <a:latin typeface="华文楷体"/>
                <a:cs typeface="华文楷体"/>
              </a:rPr>
              <a:t>理</a:t>
            </a:r>
            <a:endParaRPr sz="4000">
              <a:latin typeface="华文楷体"/>
              <a:cs typeface="华文楷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08825" y="1588541"/>
            <a:ext cx="135407" cy="30071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506069" y="1542707"/>
            <a:ext cx="10293629" cy="40905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10210" y="2181402"/>
            <a:ext cx="5704166" cy="39516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5966472" y="2336977"/>
            <a:ext cx="771601" cy="8262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6698513" y="2181402"/>
            <a:ext cx="2160663" cy="395160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4019968" y="3899534"/>
            <a:ext cx="222885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i="1">
                <a:latin typeface="Arial"/>
                <a:cs typeface="Arial"/>
              </a:rPr>
              <a:t>e</a:t>
            </a:r>
            <a:endParaRPr sz="2800">
              <a:latin typeface="Arial"/>
              <a:cs typeface="Arial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77647" y="3365880"/>
            <a:ext cx="217195" cy="302094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599198" y="3514509"/>
            <a:ext cx="139573" cy="168744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895426" y="3370732"/>
            <a:ext cx="294640" cy="297243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1122476" y="3571405"/>
            <a:ext cx="236702" cy="167055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1322514" y="3313086"/>
            <a:ext cx="6068098" cy="392391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7342175" y="3514674"/>
            <a:ext cx="779424" cy="74637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8077517" y="3314484"/>
            <a:ext cx="735482" cy="389610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8816505" y="3553396"/>
            <a:ext cx="111798" cy="168744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9204400" y="3370732"/>
            <a:ext cx="294640" cy="297243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9431451" y="3571405"/>
            <a:ext cx="236702" cy="167055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9615690" y="3452850"/>
            <a:ext cx="249135" cy="132638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9888918" y="3365347"/>
            <a:ext cx="719086" cy="308013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10543781" y="3449040"/>
            <a:ext cx="284391" cy="223100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10819612" y="3553396"/>
            <a:ext cx="138760" cy="168744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11239106" y="3449040"/>
            <a:ext cx="284391" cy="223100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392239" y="3955706"/>
            <a:ext cx="2873248" cy="392391"/>
          </a:xfrm>
          <a:prstGeom prst="rect">
            <a:avLst/>
          </a:prstGeom>
          <a:blipFill>
            <a:blip r:embed="rId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3228695" y="3957091"/>
            <a:ext cx="502119" cy="407669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4234624" y="3958488"/>
            <a:ext cx="1445298" cy="392391"/>
          </a:xfrm>
          <a:prstGeom prst="rect">
            <a:avLst/>
          </a:prstGeom>
          <a:blipFill>
            <a:blip r:embed="rId2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291084" y="5354701"/>
            <a:ext cx="195656" cy="306260"/>
          </a:xfrm>
          <a:prstGeom prst="rect">
            <a:avLst/>
          </a:prstGeom>
          <a:blipFill>
            <a:blip r:embed="rId2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505866" y="5303304"/>
            <a:ext cx="7814144" cy="390994"/>
          </a:xfrm>
          <a:prstGeom prst="rect">
            <a:avLst/>
          </a:prstGeom>
          <a:blipFill>
            <a:blip r:embed="rId2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3535895" y="392429"/>
            <a:ext cx="1406550" cy="720255"/>
          </a:xfrm>
          <a:prstGeom prst="rect">
            <a:avLst/>
          </a:prstGeom>
          <a:blipFill>
            <a:blip r:embed="rId2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5551741" y="3608726"/>
            <a:ext cx="4412615" cy="1381125"/>
          </a:xfrm>
          <a:custGeom>
            <a:avLst/>
            <a:gdLst/>
            <a:ahLst/>
            <a:cxnLst/>
            <a:rect l="l" t="t" r="r" b="b"/>
            <a:pathLst>
              <a:path w="4412615" h="1381125">
                <a:moveTo>
                  <a:pt x="2999594" y="221085"/>
                </a:moveTo>
                <a:lnTo>
                  <a:pt x="425386" y="221085"/>
                </a:lnTo>
                <a:lnTo>
                  <a:pt x="429958" y="218037"/>
                </a:lnTo>
                <a:lnTo>
                  <a:pt x="428474" y="208700"/>
                </a:lnTo>
                <a:lnTo>
                  <a:pt x="427856" y="199383"/>
                </a:lnTo>
                <a:lnTo>
                  <a:pt x="428086" y="190096"/>
                </a:lnTo>
                <a:lnTo>
                  <a:pt x="429145" y="180852"/>
                </a:lnTo>
                <a:lnTo>
                  <a:pt x="449657" y="131778"/>
                </a:lnTo>
                <a:lnTo>
                  <a:pt x="492971" y="89629"/>
                </a:lnTo>
                <a:lnTo>
                  <a:pt x="556636" y="54940"/>
                </a:lnTo>
                <a:lnTo>
                  <a:pt x="595333" y="40560"/>
                </a:lnTo>
                <a:lnTo>
                  <a:pt x="638197" y="28246"/>
                </a:lnTo>
                <a:lnTo>
                  <a:pt x="684922" y="18064"/>
                </a:lnTo>
                <a:lnTo>
                  <a:pt x="735202" y="10082"/>
                </a:lnTo>
                <a:lnTo>
                  <a:pt x="788729" y="4366"/>
                </a:lnTo>
                <a:lnTo>
                  <a:pt x="845197" y="983"/>
                </a:lnTo>
                <a:lnTo>
                  <a:pt x="904300" y="0"/>
                </a:lnTo>
                <a:lnTo>
                  <a:pt x="965730" y="1483"/>
                </a:lnTo>
                <a:lnTo>
                  <a:pt x="1029181" y="5500"/>
                </a:lnTo>
                <a:lnTo>
                  <a:pt x="1094346" y="12118"/>
                </a:lnTo>
                <a:lnTo>
                  <a:pt x="1160919" y="21403"/>
                </a:lnTo>
                <a:lnTo>
                  <a:pt x="1214767" y="30761"/>
                </a:lnTo>
                <a:lnTo>
                  <a:pt x="1267225" y="41523"/>
                </a:lnTo>
                <a:lnTo>
                  <a:pt x="1318148" y="53604"/>
                </a:lnTo>
                <a:lnTo>
                  <a:pt x="1367390" y="66919"/>
                </a:lnTo>
                <a:lnTo>
                  <a:pt x="1414806" y="81383"/>
                </a:lnTo>
                <a:lnTo>
                  <a:pt x="1460251" y="96910"/>
                </a:lnTo>
                <a:lnTo>
                  <a:pt x="1503578" y="113415"/>
                </a:lnTo>
                <a:lnTo>
                  <a:pt x="2167023" y="113415"/>
                </a:lnTo>
                <a:lnTo>
                  <a:pt x="2209465" y="126423"/>
                </a:lnTo>
                <a:lnTo>
                  <a:pt x="2255283" y="142671"/>
                </a:lnTo>
                <a:lnTo>
                  <a:pt x="2298205" y="160169"/>
                </a:lnTo>
                <a:lnTo>
                  <a:pt x="2337982" y="178769"/>
                </a:lnTo>
                <a:lnTo>
                  <a:pt x="2374366" y="198327"/>
                </a:lnTo>
                <a:lnTo>
                  <a:pt x="2932570" y="198327"/>
                </a:lnTo>
                <a:lnTo>
                  <a:pt x="2960585" y="206769"/>
                </a:lnTo>
                <a:lnTo>
                  <a:pt x="2999594" y="221085"/>
                </a:lnTo>
                <a:close/>
              </a:path>
              <a:path w="4412615" h="1381125">
                <a:moveTo>
                  <a:pt x="2167023" y="113415"/>
                </a:moveTo>
                <a:lnTo>
                  <a:pt x="1503578" y="113415"/>
                </a:lnTo>
                <a:lnTo>
                  <a:pt x="1536740" y="98720"/>
                </a:lnTo>
                <a:lnTo>
                  <a:pt x="1574669" y="86247"/>
                </a:lnTo>
                <a:lnTo>
                  <a:pt x="1616969" y="76083"/>
                </a:lnTo>
                <a:lnTo>
                  <a:pt x="1663243" y="68314"/>
                </a:lnTo>
                <a:lnTo>
                  <a:pt x="1713096" y="63026"/>
                </a:lnTo>
                <a:lnTo>
                  <a:pt x="1766133" y="60305"/>
                </a:lnTo>
                <a:lnTo>
                  <a:pt x="1821958" y="60239"/>
                </a:lnTo>
                <a:lnTo>
                  <a:pt x="1880176" y="62913"/>
                </a:lnTo>
                <a:lnTo>
                  <a:pt x="1940390" y="68413"/>
                </a:lnTo>
                <a:lnTo>
                  <a:pt x="2002205" y="76826"/>
                </a:lnTo>
                <a:lnTo>
                  <a:pt x="2057121" y="86624"/>
                </a:lnTo>
                <a:lnTo>
                  <a:pt x="2110135" y="98254"/>
                </a:lnTo>
                <a:lnTo>
                  <a:pt x="2160999" y="111568"/>
                </a:lnTo>
                <a:lnTo>
                  <a:pt x="2167023" y="113415"/>
                </a:lnTo>
                <a:close/>
              </a:path>
              <a:path w="4412615" h="1381125">
                <a:moveTo>
                  <a:pt x="2932570" y="198327"/>
                </a:moveTo>
                <a:lnTo>
                  <a:pt x="2374366" y="198327"/>
                </a:lnTo>
                <a:lnTo>
                  <a:pt x="2408575" y="182728"/>
                </a:lnTo>
                <a:lnTo>
                  <a:pt x="2449152" y="170109"/>
                </a:lnTo>
                <a:lnTo>
                  <a:pt x="2495417" y="160620"/>
                </a:lnTo>
                <a:lnTo>
                  <a:pt x="2546692" y="154409"/>
                </a:lnTo>
                <a:lnTo>
                  <a:pt x="2602299" y="151623"/>
                </a:lnTo>
                <a:lnTo>
                  <a:pt x="2661559" y="152412"/>
                </a:lnTo>
                <a:lnTo>
                  <a:pt x="2723793" y="156924"/>
                </a:lnTo>
                <a:lnTo>
                  <a:pt x="2788323" y="165307"/>
                </a:lnTo>
                <a:lnTo>
                  <a:pt x="2848907" y="176551"/>
                </a:lnTo>
                <a:lnTo>
                  <a:pt x="2906497" y="190471"/>
                </a:lnTo>
                <a:lnTo>
                  <a:pt x="2932570" y="198327"/>
                </a:lnTo>
                <a:close/>
              </a:path>
              <a:path w="4412615" h="1381125">
                <a:moveTo>
                  <a:pt x="1503207" y="1153157"/>
                </a:moveTo>
                <a:lnTo>
                  <a:pt x="1453169" y="1152964"/>
                </a:lnTo>
                <a:lnTo>
                  <a:pt x="1401803" y="1151268"/>
                </a:lnTo>
                <a:lnTo>
                  <a:pt x="1349243" y="1148040"/>
                </a:lnTo>
                <a:lnTo>
                  <a:pt x="1295623" y="1143250"/>
                </a:lnTo>
                <a:lnTo>
                  <a:pt x="1241076" y="1136869"/>
                </a:lnTo>
                <a:lnTo>
                  <a:pt x="1185735" y="1128869"/>
                </a:lnTo>
                <a:lnTo>
                  <a:pt x="1123802" y="1118093"/>
                </a:lnTo>
                <a:lnTo>
                  <a:pt x="1063479" y="1105689"/>
                </a:lnTo>
                <a:lnTo>
                  <a:pt x="1004936" y="1091753"/>
                </a:lnTo>
                <a:lnTo>
                  <a:pt x="948340" y="1076386"/>
                </a:lnTo>
                <a:lnTo>
                  <a:pt x="893860" y="1059686"/>
                </a:lnTo>
                <a:lnTo>
                  <a:pt x="841665" y="1041751"/>
                </a:lnTo>
                <a:lnTo>
                  <a:pt x="791922" y="1022681"/>
                </a:lnTo>
                <a:lnTo>
                  <a:pt x="744801" y="1002574"/>
                </a:lnTo>
                <a:lnTo>
                  <a:pt x="700470" y="981528"/>
                </a:lnTo>
                <a:lnTo>
                  <a:pt x="659097" y="959644"/>
                </a:lnTo>
                <a:lnTo>
                  <a:pt x="620850" y="937018"/>
                </a:lnTo>
                <a:lnTo>
                  <a:pt x="585899" y="913751"/>
                </a:lnTo>
                <a:lnTo>
                  <a:pt x="554410" y="889941"/>
                </a:lnTo>
                <a:lnTo>
                  <a:pt x="526554" y="865687"/>
                </a:lnTo>
                <a:lnTo>
                  <a:pt x="513570" y="864153"/>
                </a:lnTo>
                <a:lnTo>
                  <a:pt x="474319" y="858613"/>
                </a:lnTo>
                <a:lnTo>
                  <a:pt x="408860" y="846322"/>
                </a:lnTo>
                <a:lnTo>
                  <a:pt x="346961" y="830933"/>
                </a:lnTo>
                <a:lnTo>
                  <a:pt x="289270" y="812822"/>
                </a:lnTo>
                <a:lnTo>
                  <a:pt x="236432" y="792366"/>
                </a:lnTo>
                <a:lnTo>
                  <a:pt x="189094" y="769941"/>
                </a:lnTo>
                <a:lnTo>
                  <a:pt x="147901" y="745924"/>
                </a:lnTo>
                <a:lnTo>
                  <a:pt x="113499" y="720692"/>
                </a:lnTo>
                <a:lnTo>
                  <a:pt x="67655" y="668088"/>
                </a:lnTo>
                <a:lnTo>
                  <a:pt x="56730" y="615141"/>
                </a:lnTo>
                <a:lnTo>
                  <a:pt x="70312" y="583052"/>
                </a:lnTo>
                <a:lnTo>
                  <a:pt x="99086" y="555586"/>
                </a:lnTo>
                <a:lnTo>
                  <a:pt x="141389" y="533104"/>
                </a:lnTo>
                <a:lnTo>
                  <a:pt x="195554" y="515967"/>
                </a:lnTo>
                <a:lnTo>
                  <a:pt x="136462" y="489023"/>
                </a:lnTo>
                <a:lnTo>
                  <a:pt x="86409" y="459627"/>
                </a:lnTo>
                <a:lnTo>
                  <a:pt x="46566" y="428465"/>
                </a:lnTo>
                <a:lnTo>
                  <a:pt x="18102" y="396225"/>
                </a:lnTo>
                <a:lnTo>
                  <a:pt x="0" y="331258"/>
                </a:lnTo>
                <a:lnTo>
                  <a:pt x="9297" y="305608"/>
                </a:lnTo>
                <a:lnTo>
                  <a:pt x="55638" y="262851"/>
                </a:lnTo>
                <a:lnTo>
                  <a:pt x="91086" y="246090"/>
                </a:lnTo>
                <a:lnTo>
                  <a:pt x="133654" y="232638"/>
                </a:lnTo>
                <a:lnTo>
                  <a:pt x="182546" y="222668"/>
                </a:lnTo>
                <a:lnTo>
                  <a:pt x="236962" y="216355"/>
                </a:lnTo>
                <a:lnTo>
                  <a:pt x="296107" y="213871"/>
                </a:lnTo>
                <a:lnTo>
                  <a:pt x="359180" y="215390"/>
                </a:lnTo>
                <a:lnTo>
                  <a:pt x="425386" y="221085"/>
                </a:lnTo>
                <a:lnTo>
                  <a:pt x="2999594" y="221085"/>
                </a:lnTo>
                <a:lnTo>
                  <a:pt x="3010663" y="225148"/>
                </a:lnTo>
                <a:lnTo>
                  <a:pt x="3056222" y="245311"/>
                </a:lnTo>
                <a:lnTo>
                  <a:pt x="3096756" y="266963"/>
                </a:lnTo>
                <a:lnTo>
                  <a:pt x="3131756" y="289805"/>
                </a:lnTo>
                <a:lnTo>
                  <a:pt x="3565289" y="289805"/>
                </a:lnTo>
                <a:lnTo>
                  <a:pt x="3647827" y="308379"/>
                </a:lnTo>
                <a:lnTo>
                  <a:pt x="3706261" y="325645"/>
                </a:lnTo>
                <a:lnTo>
                  <a:pt x="3760596" y="345091"/>
                </a:lnTo>
                <a:lnTo>
                  <a:pt x="3810323" y="366421"/>
                </a:lnTo>
                <a:lnTo>
                  <a:pt x="3854936" y="389339"/>
                </a:lnTo>
                <a:lnTo>
                  <a:pt x="3893927" y="413548"/>
                </a:lnTo>
                <a:lnTo>
                  <a:pt x="3926787" y="438751"/>
                </a:lnTo>
                <a:lnTo>
                  <a:pt x="3972085" y="490956"/>
                </a:lnTo>
                <a:lnTo>
                  <a:pt x="3983507" y="517364"/>
                </a:lnTo>
                <a:lnTo>
                  <a:pt x="4049493" y="537112"/>
                </a:lnTo>
                <a:lnTo>
                  <a:pt x="4110639" y="559397"/>
                </a:lnTo>
                <a:lnTo>
                  <a:pt x="4166333" y="583861"/>
                </a:lnTo>
                <a:lnTo>
                  <a:pt x="4215963" y="610146"/>
                </a:lnTo>
                <a:lnTo>
                  <a:pt x="4258919" y="637895"/>
                </a:lnTo>
                <a:lnTo>
                  <a:pt x="4294589" y="666748"/>
                </a:lnTo>
                <a:lnTo>
                  <a:pt x="4322360" y="696349"/>
                </a:lnTo>
                <a:lnTo>
                  <a:pt x="4351765" y="756362"/>
                </a:lnTo>
                <a:lnTo>
                  <a:pt x="4352175" y="786058"/>
                </a:lnTo>
                <a:lnTo>
                  <a:pt x="4345795" y="807647"/>
                </a:lnTo>
                <a:lnTo>
                  <a:pt x="4333927" y="827698"/>
                </a:lnTo>
                <a:lnTo>
                  <a:pt x="4316880" y="846144"/>
                </a:lnTo>
                <a:lnTo>
                  <a:pt x="4294962" y="862918"/>
                </a:lnTo>
                <a:lnTo>
                  <a:pt x="4339760" y="899334"/>
                </a:lnTo>
                <a:lnTo>
                  <a:pt x="4374631" y="936672"/>
                </a:lnTo>
                <a:lnTo>
                  <a:pt x="4398807" y="974485"/>
                </a:lnTo>
                <a:lnTo>
                  <a:pt x="4411525" y="1012326"/>
                </a:lnTo>
                <a:lnTo>
                  <a:pt x="4412018" y="1049748"/>
                </a:lnTo>
                <a:lnTo>
                  <a:pt x="4404381" y="1076053"/>
                </a:lnTo>
                <a:lnTo>
                  <a:pt x="4390304" y="1100568"/>
                </a:lnTo>
                <a:lnTo>
                  <a:pt x="4370128" y="1123218"/>
                </a:lnTo>
                <a:lnTo>
                  <a:pt x="4344194" y="1143930"/>
                </a:lnTo>
                <a:lnTo>
                  <a:pt x="4335441" y="1149151"/>
                </a:lnTo>
                <a:lnTo>
                  <a:pt x="1598764" y="1149151"/>
                </a:lnTo>
                <a:lnTo>
                  <a:pt x="1551783" y="1151876"/>
                </a:lnTo>
                <a:lnTo>
                  <a:pt x="1503207" y="1153157"/>
                </a:lnTo>
                <a:close/>
              </a:path>
              <a:path w="4412615" h="1381125">
                <a:moveTo>
                  <a:pt x="3565289" y="289805"/>
                </a:moveTo>
                <a:lnTo>
                  <a:pt x="3131756" y="289805"/>
                </a:lnTo>
                <a:lnTo>
                  <a:pt x="3170252" y="280638"/>
                </a:lnTo>
                <a:lnTo>
                  <a:pt x="3212359" y="273641"/>
                </a:lnTo>
                <a:lnTo>
                  <a:pt x="3257716" y="268890"/>
                </a:lnTo>
                <a:lnTo>
                  <a:pt x="3305965" y="266464"/>
                </a:lnTo>
                <a:lnTo>
                  <a:pt x="3356747" y="266442"/>
                </a:lnTo>
                <a:lnTo>
                  <a:pt x="3409701" y="268901"/>
                </a:lnTo>
                <a:lnTo>
                  <a:pt x="3464470" y="273919"/>
                </a:lnTo>
                <a:lnTo>
                  <a:pt x="3520694" y="281575"/>
                </a:lnTo>
                <a:lnTo>
                  <a:pt x="3565289" y="289805"/>
                </a:lnTo>
                <a:close/>
              </a:path>
              <a:path w="4412615" h="1381125">
                <a:moveTo>
                  <a:pt x="2407496" y="1380866"/>
                </a:moveTo>
                <a:lnTo>
                  <a:pt x="2346482" y="1379353"/>
                </a:lnTo>
                <a:lnTo>
                  <a:pt x="2283487" y="1375337"/>
                </a:lnTo>
                <a:lnTo>
                  <a:pt x="2218810" y="1368754"/>
                </a:lnTo>
                <a:lnTo>
                  <a:pt x="2152751" y="1359539"/>
                </a:lnTo>
                <a:lnTo>
                  <a:pt x="2093819" y="1349203"/>
                </a:lnTo>
                <a:lnTo>
                  <a:pt x="2036573" y="1337187"/>
                </a:lnTo>
                <a:lnTo>
                  <a:pt x="1981205" y="1323603"/>
                </a:lnTo>
                <a:lnTo>
                  <a:pt x="1927904" y="1308561"/>
                </a:lnTo>
                <a:lnTo>
                  <a:pt x="1876861" y="1292174"/>
                </a:lnTo>
                <a:lnTo>
                  <a:pt x="1828266" y="1274552"/>
                </a:lnTo>
                <a:lnTo>
                  <a:pt x="1782310" y="1255808"/>
                </a:lnTo>
                <a:lnTo>
                  <a:pt x="1739182" y="1236052"/>
                </a:lnTo>
                <a:lnTo>
                  <a:pt x="1699073" y="1215398"/>
                </a:lnTo>
                <a:lnTo>
                  <a:pt x="1662174" y="1193955"/>
                </a:lnTo>
                <a:lnTo>
                  <a:pt x="1628674" y="1171835"/>
                </a:lnTo>
                <a:lnTo>
                  <a:pt x="1598764" y="1149151"/>
                </a:lnTo>
                <a:lnTo>
                  <a:pt x="4335441" y="1149151"/>
                </a:lnTo>
                <a:lnTo>
                  <a:pt x="4276418" y="1179241"/>
                </a:lnTo>
                <a:lnTo>
                  <a:pt x="4235257" y="1193692"/>
                </a:lnTo>
                <a:lnTo>
                  <a:pt x="4189704" y="1205908"/>
                </a:lnTo>
                <a:lnTo>
                  <a:pt x="4140099" y="1215814"/>
                </a:lnTo>
                <a:lnTo>
                  <a:pt x="4092037" y="1222595"/>
                </a:lnTo>
                <a:lnTo>
                  <a:pt x="3776484" y="1222595"/>
                </a:lnTo>
                <a:lnTo>
                  <a:pt x="3768612" y="1246856"/>
                </a:lnTo>
                <a:lnTo>
                  <a:pt x="3754265" y="1269289"/>
                </a:lnTo>
                <a:lnTo>
                  <a:pt x="3750782" y="1272785"/>
                </a:lnTo>
                <a:lnTo>
                  <a:pt x="2842742" y="1272785"/>
                </a:lnTo>
                <a:lnTo>
                  <a:pt x="2818020" y="1292694"/>
                </a:lnTo>
                <a:lnTo>
                  <a:pt x="2753944" y="1326902"/>
                </a:lnTo>
                <a:lnTo>
                  <a:pt x="2715189" y="1341070"/>
                </a:lnTo>
                <a:lnTo>
                  <a:pt x="2672356" y="1353195"/>
                </a:lnTo>
                <a:lnTo>
                  <a:pt x="2625743" y="1363210"/>
                </a:lnTo>
                <a:lnTo>
                  <a:pt x="2575652" y="1371050"/>
                </a:lnTo>
                <a:lnTo>
                  <a:pt x="2522380" y="1376649"/>
                </a:lnTo>
                <a:lnTo>
                  <a:pt x="2466228" y="1379943"/>
                </a:lnTo>
                <a:lnTo>
                  <a:pt x="2407496" y="1380866"/>
                </a:lnTo>
                <a:close/>
              </a:path>
              <a:path w="4412615" h="1381125">
                <a:moveTo>
                  <a:pt x="3970384" y="1230933"/>
                </a:moveTo>
                <a:lnTo>
                  <a:pt x="3907983" y="1230858"/>
                </a:lnTo>
                <a:lnTo>
                  <a:pt x="3843236" y="1228104"/>
                </a:lnTo>
                <a:lnTo>
                  <a:pt x="3776484" y="1222595"/>
                </a:lnTo>
                <a:lnTo>
                  <a:pt x="4092037" y="1222595"/>
                </a:lnTo>
                <a:lnTo>
                  <a:pt x="4086783" y="1223336"/>
                </a:lnTo>
                <a:lnTo>
                  <a:pt x="4030097" y="1228400"/>
                </a:lnTo>
                <a:lnTo>
                  <a:pt x="3970384" y="1230933"/>
                </a:lnTo>
                <a:close/>
              </a:path>
              <a:path w="4412615" h="1381125">
                <a:moveTo>
                  <a:pt x="3395922" y="1375354"/>
                </a:moveTo>
                <a:lnTo>
                  <a:pt x="3337546" y="1374988"/>
                </a:lnTo>
                <a:lnTo>
                  <a:pt x="3276839" y="1371891"/>
                </a:lnTo>
                <a:lnTo>
                  <a:pt x="3214179" y="1365981"/>
                </a:lnTo>
                <a:lnTo>
                  <a:pt x="3149942" y="1357177"/>
                </a:lnTo>
                <a:lnTo>
                  <a:pt x="3093358" y="1347142"/>
                </a:lnTo>
                <a:lnTo>
                  <a:pt x="3038618" y="1335314"/>
                </a:lnTo>
                <a:lnTo>
                  <a:pt x="2985955" y="1321829"/>
                </a:lnTo>
                <a:lnTo>
                  <a:pt x="2935600" y="1306822"/>
                </a:lnTo>
                <a:lnTo>
                  <a:pt x="2887785" y="1290429"/>
                </a:lnTo>
                <a:lnTo>
                  <a:pt x="2842742" y="1272785"/>
                </a:lnTo>
                <a:lnTo>
                  <a:pt x="3750782" y="1272785"/>
                </a:lnTo>
                <a:lnTo>
                  <a:pt x="3707652" y="1308339"/>
                </a:lnTo>
                <a:lnTo>
                  <a:pt x="3639658" y="1339091"/>
                </a:lnTo>
                <a:lnTo>
                  <a:pt x="3598586" y="1351149"/>
                </a:lnTo>
                <a:lnTo>
                  <a:pt x="3553300" y="1360886"/>
                </a:lnTo>
                <a:lnTo>
                  <a:pt x="3504176" y="1368221"/>
                </a:lnTo>
                <a:lnTo>
                  <a:pt x="3451591" y="1373071"/>
                </a:lnTo>
                <a:lnTo>
                  <a:pt x="3395922" y="137535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6675793" y="4746968"/>
            <a:ext cx="328510" cy="256184"/>
          </a:xfrm>
          <a:prstGeom prst="rect">
            <a:avLst/>
          </a:prstGeom>
          <a:blipFill>
            <a:blip r:embed="rId2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5544527" y="3602380"/>
            <a:ext cx="4427220" cy="1384300"/>
          </a:xfrm>
          <a:custGeom>
            <a:avLst/>
            <a:gdLst/>
            <a:ahLst/>
            <a:cxnLst/>
            <a:rect l="l" t="t" r="r" b="b"/>
            <a:pathLst>
              <a:path w="4427220" h="1384300">
                <a:moveTo>
                  <a:pt x="1115783" y="12700"/>
                </a:moveTo>
                <a:lnTo>
                  <a:pt x="719023" y="12700"/>
                </a:lnTo>
                <a:lnTo>
                  <a:pt x="732650" y="0"/>
                </a:lnTo>
                <a:lnTo>
                  <a:pt x="1098181" y="0"/>
                </a:lnTo>
                <a:lnTo>
                  <a:pt x="1115783" y="12700"/>
                </a:lnTo>
                <a:close/>
              </a:path>
              <a:path w="4427220" h="1384300">
                <a:moveTo>
                  <a:pt x="720928" y="25400"/>
                </a:moveTo>
                <a:lnTo>
                  <a:pt x="654570" y="25400"/>
                </a:lnTo>
                <a:lnTo>
                  <a:pt x="666953" y="12700"/>
                </a:lnTo>
                <a:lnTo>
                  <a:pt x="734466" y="12700"/>
                </a:lnTo>
                <a:lnTo>
                  <a:pt x="720928" y="25400"/>
                </a:lnTo>
                <a:close/>
              </a:path>
              <a:path w="4427220" h="1384300">
                <a:moveTo>
                  <a:pt x="1192923" y="25400"/>
                </a:moveTo>
                <a:lnTo>
                  <a:pt x="1114196" y="25400"/>
                </a:lnTo>
                <a:lnTo>
                  <a:pt x="1096657" y="12700"/>
                </a:lnTo>
                <a:lnTo>
                  <a:pt x="1169123" y="12700"/>
                </a:lnTo>
                <a:lnTo>
                  <a:pt x="1192923" y="25400"/>
                </a:lnTo>
                <a:close/>
              </a:path>
              <a:path w="4427220" h="1384300">
                <a:moveTo>
                  <a:pt x="657428" y="38100"/>
                </a:moveTo>
                <a:lnTo>
                  <a:pt x="607733" y="38100"/>
                </a:lnTo>
                <a:lnTo>
                  <a:pt x="619023" y="25400"/>
                </a:lnTo>
                <a:lnTo>
                  <a:pt x="669709" y="25400"/>
                </a:lnTo>
                <a:lnTo>
                  <a:pt x="657428" y="38100"/>
                </a:lnTo>
                <a:close/>
              </a:path>
              <a:path w="4427220" h="1384300">
                <a:moveTo>
                  <a:pt x="1262786" y="38100"/>
                </a:moveTo>
                <a:lnTo>
                  <a:pt x="1214196" y="38100"/>
                </a:lnTo>
                <a:lnTo>
                  <a:pt x="1190726" y="25400"/>
                </a:lnTo>
                <a:lnTo>
                  <a:pt x="1239774" y="25400"/>
                </a:lnTo>
                <a:lnTo>
                  <a:pt x="1262786" y="38100"/>
                </a:lnTo>
                <a:close/>
              </a:path>
              <a:path w="4427220" h="1384300">
                <a:moveTo>
                  <a:pt x="600697" y="50800"/>
                </a:moveTo>
                <a:lnTo>
                  <a:pt x="565454" y="50800"/>
                </a:lnTo>
                <a:lnTo>
                  <a:pt x="575576" y="38100"/>
                </a:lnTo>
                <a:lnTo>
                  <a:pt x="611581" y="38100"/>
                </a:lnTo>
                <a:lnTo>
                  <a:pt x="600697" y="50800"/>
                </a:lnTo>
                <a:close/>
              </a:path>
              <a:path w="4427220" h="1384300">
                <a:moveTo>
                  <a:pt x="1330058" y="50800"/>
                </a:moveTo>
                <a:lnTo>
                  <a:pt x="1260182" y="50800"/>
                </a:lnTo>
                <a:lnTo>
                  <a:pt x="1237246" y="38100"/>
                </a:lnTo>
                <a:lnTo>
                  <a:pt x="1307947" y="38100"/>
                </a:lnTo>
                <a:lnTo>
                  <a:pt x="1330058" y="50800"/>
                </a:lnTo>
                <a:close/>
              </a:path>
              <a:path w="4427220" h="1384300">
                <a:moveTo>
                  <a:pt x="570204" y="63500"/>
                </a:moveTo>
                <a:lnTo>
                  <a:pt x="536968" y="63500"/>
                </a:lnTo>
                <a:lnTo>
                  <a:pt x="546150" y="50800"/>
                </a:lnTo>
                <a:lnTo>
                  <a:pt x="580186" y="50800"/>
                </a:lnTo>
                <a:lnTo>
                  <a:pt x="570204" y="63500"/>
                </a:lnTo>
                <a:close/>
              </a:path>
              <a:path w="4427220" h="1384300">
                <a:moveTo>
                  <a:pt x="1373314" y="63500"/>
                </a:moveTo>
                <a:lnTo>
                  <a:pt x="1326959" y="63500"/>
                </a:lnTo>
                <a:lnTo>
                  <a:pt x="1304925" y="50800"/>
                </a:lnTo>
                <a:lnTo>
                  <a:pt x="1351864" y="50800"/>
                </a:lnTo>
                <a:lnTo>
                  <a:pt x="1373314" y="63500"/>
                </a:lnTo>
                <a:close/>
              </a:path>
              <a:path w="4427220" h="1384300">
                <a:moveTo>
                  <a:pt x="1914067" y="63500"/>
                </a:moveTo>
                <a:lnTo>
                  <a:pt x="1703768" y="63500"/>
                </a:lnTo>
                <a:lnTo>
                  <a:pt x="1719808" y="50800"/>
                </a:lnTo>
                <a:lnTo>
                  <a:pt x="1895284" y="50800"/>
                </a:lnTo>
                <a:lnTo>
                  <a:pt x="1914067" y="63500"/>
                </a:lnTo>
                <a:close/>
              </a:path>
              <a:path w="4427220" h="1384300">
                <a:moveTo>
                  <a:pt x="542594" y="76200"/>
                </a:moveTo>
                <a:lnTo>
                  <a:pt x="511403" y="76200"/>
                </a:lnTo>
                <a:lnTo>
                  <a:pt x="519595" y="63500"/>
                </a:lnTo>
                <a:lnTo>
                  <a:pt x="551624" y="63500"/>
                </a:lnTo>
                <a:lnTo>
                  <a:pt x="542594" y="76200"/>
                </a:lnTo>
                <a:close/>
              </a:path>
              <a:path w="4427220" h="1384300">
                <a:moveTo>
                  <a:pt x="1415186" y="76200"/>
                </a:moveTo>
                <a:lnTo>
                  <a:pt x="1369872" y="76200"/>
                </a:lnTo>
                <a:lnTo>
                  <a:pt x="1348498" y="63500"/>
                </a:lnTo>
                <a:lnTo>
                  <a:pt x="1394434" y="63500"/>
                </a:lnTo>
                <a:lnTo>
                  <a:pt x="1415186" y="76200"/>
                </a:lnTo>
                <a:close/>
              </a:path>
              <a:path w="4427220" h="1384300">
                <a:moveTo>
                  <a:pt x="1704911" y="76200"/>
                </a:moveTo>
                <a:lnTo>
                  <a:pt x="1614589" y="76200"/>
                </a:lnTo>
                <a:lnTo>
                  <a:pt x="1628546" y="63500"/>
                </a:lnTo>
                <a:lnTo>
                  <a:pt x="1720850" y="63500"/>
                </a:lnTo>
                <a:lnTo>
                  <a:pt x="1704911" y="76200"/>
                </a:lnTo>
                <a:close/>
              </a:path>
              <a:path w="4427220" h="1384300">
                <a:moveTo>
                  <a:pt x="2010409" y="76200"/>
                </a:moveTo>
                <a:lnTo>
                  <a:pt x="1912988" y="76200"/>
                </a:lnTo>
                <a:lnTo>
                  <a:pt x="1894293" y="63500"/>
                </a:lnTo>
                <a:lnTo>
                  <a:pt x="1990864" y="63500"/>
                </a:lnTo>
                <a:lnTo>
                  <a:pt x="2010409" y="76200"/>
                </a:lnTo>
                <a:close/>
              </a:path>
              <a:path w="4427220" h="1384300">
                <a:moveTo>
                  <a:pt x="518007" y="88900"/>
                </a:moveTo>
                <a:lnTo>
                  <a:pt x="496062" y="88900"/>
                </a:lnTo>
                <a:lnTo>
                  <a:pt x="503554" y="76200"/>
                </a:lnTo>
                <a:lnTo>
                  <a:pt x="526021" y="76200"/>
                </a:lnTo>
                <a:lnTo>
                  <a:pt x="518007" y="88900"/>
                </a:lnTo>
                <a:close/>
              </a:path>
              <a:path w="4427220" h="1384300">
                <a:moveTo>
                  <a:pt x="1455572" y="88900"/>
                </a:moveTo>
                <a:lnTo>
                  <a:pt x="1411401" y="88900"/>
                </a:lnTo>
                <a:lnTo>
                  <a:pt x="1390738" y="76200"/>
                </a:lnTo>
                <a:lnTo>
                  <a:pt x="1435569" y="76200"/>
                </a:lnTo>
                <a:lnTo>
                  <a:pt x="1455572" y="88900"/>
                </a:lnTo>
                <a:close/>
              </a:path>
              <a:path w="4427220" h="1384300">
                <a:moveTo>
                  <a:pt x="1617205" y="88900"/>
                </a:moveTo>
                <a:lnTo>
                  <a:pt x="1562773" y="88900"/>
                </a:lnTo>
                <a:lnTo>
                  <a:pt x="1575104" y="76200"/>
                </a:lnTo>
                <a:lnTo>
                  <a:pt x="1631022" y="76200"/>
                </a:lnTo>
                <a:lnTo>
                  <a:pt x="1617205" y="88900"/>
                </a:lnTo>
                <a:close/>
              </a:path>
              <a:path w="4427220" h="1384300">
                <a:moveTo>
                  <a:pt x="2079078" y="88900"/>
                </a:moveTo>
                <a:lnTo>
                  <a:pt x="2008466" y="88900"/>
                </a:lnTo>
                <a:lnTo>
                  <a:pt x="1988997" y="76200"/>
                </a:lnTo>
                <a:lnTo>
                  <a:pt x="2065578" y="76200"/>
                </a:lnTo>
                <a:lnTo>
                  <a:pt x="2079078" y="88900"/>
                </a:lnTo>
                <a:close/>
              </a:path>
              <a:path w="4427220" h="1384300">
                <a:moveTo>
                  <a:pt x="496608" y="101600"/>
                </a:moveTo>
                <a:lnTo>
                  <a:pt x="482130" y="101600"/>
                </a:lnTo>
                <a:lnTo>
                  <a:pt x="488911" y="88900"/>
                </a:lnTo>
                <a:lnTo>
                  <a:pt x="503554" y="88900"/>
                </a:lnTo>
                <a:lnTo>
                  <a:pt x="496608" y="101600"/>
                </a:lnTo>
                <a:close/>
              </a:path>
              <a:path w="4427220" h="1384300">
                <a:moveTo>
                  <a:pt x="1494383" y="101600"/>
                </a:moveTo>
                <a:lnTo>
                  <a:pt x="1451432" y="101600"/>
                </a:lnTo>
                <a:lnTo>
                  <a:pt x="1431518" y="88900"/>
                </a:lnTo>
                <a:lnTo>
                  <a:pt x="1475181" y="88900"/>
                </a:lnTo>
                <a:lnTo>
                  <a:pt x="1494383" y="101600"/>
                </a:lnTo>
                <a:close/>
              </a:path>
              <a:path w="4427220" h="1384300">
                <a:moveTo>
                  <a:pt x="1566595" y="101600"/>
                </a:moveTo>
                <a:lnTo>
                  <a:pt x="1528445" y="101600"/>
                </a:lnTo>
                <a:lnTo>
                  <a:pt x="1539430" y="88900"/>
                </a:lnTo>
                <a:lnTo>
                  <a:pt x="1578762" y="88900"/>
                </a:lnTo>
                <a:lnTo>
                  <a:pt x="1566595" y="101600"/>
                </a:lnTo>
                <a:close/>
              </a:path>
              <a:path w="4427220" h="1384300">
                <a:moveTo>
                  <a:pt x="2131822" y="101600"/>
                </a:moveTo>
                <a:lnTo>
                  <a:pt x="2076500" y="101600"/>
                </a:lnTo>
                <a:lnTo>
                  <a:pt x="2063064" y="88900"/>
                </a:lnTo>
                <a:lnTo>
                  <a:pt x="2118829" y="88900"/>
                </a:lnTo>
                <a:lnTo>
                  <a:pt x="2131822" y="101600"/>
                </a:lnTo>
                <a:close/>
              </a:path>
              <a:path w="4427220" h="1384300">
                <a:moveTo>
                  <a:pt x="484174" y="114300"/>
                </a:moveTo>
                <a:lnTo>
                  <a:pt x="463994" y="114300"/>
                </a:lnTo>
                <a:lnTo>
                  <a:pt x="469658" y="101600"/>
                </a:lnTo>
                <a:lnTo>
                  <a:pt x="490397" y="101600"/>
                </a:lnTo>
                <a:lnTo>
                  <a:pt x="484174" y="114300"/>
                </a:lnTo>
                <a:close/>
              </a:path>
              <a:path w="4427220" h="1384300">
                <a:moveTo>
                  <a:pt x="1533334" y="114300"/>
                </a:moveTo>
                <a:lnTo>
                  <a:pt x="1489875" y="114300"/>
                </a:lnTo>
                <a:lnTo>
                  <a:pt x="1470774" y="101600"/>
                </a:lnTo>
                <a:lnTo>
                  <a:pt x="1544129" y="101600"/>
                </a:lnTo>
                <a:lnTo>
                  <a:pt x="1533334" y="114300"/>
                </a:lnTo>
                <a:close/>
              </a:path>
              <a:path w="4427220" h="1384300">
                <a:moveTo>
                  <a:pt x="2182368" y="114300"/>
                </a:moveTo>
                <a:lnTo>
                  <a:pt x="2141486" y="114300"/>
                </a:lnTo>
                <a:lnTo>
                  <a:pt x="2128697" y="101600"/>
                </a:lnTo>
                <a:lnTo>
                  <a:pt x="2169947" y="101600"/>
                </a:lnTo>
                <a:lnTo>
                  <a:pt x="2182368" y="114300"/>
                </a:lnTo>
                <a:close/>
              </a:path>
              <a:path w="4427220" h="1384300">
                <a:moveTo>
                  <a:pt x="473278" y="127000"/>
                </a:moveTo>
                <a:lnTo>
                  <a:pt x="453834" y="127000"/>
                </a:lnTo>
                <a:lnTo>
                  <a:pt x="458724" y="114300"/>
                </a:lnTo>
                <a:lnTo>
                  <a:pt x="478739" y="114300"/>
                </a:lnTo>
                <a:lnTo>
                  <a:pt x="473278" y="127000"/>
                </a:lnTo>
                <a:close/>
              </a:path>
              <a:path w="4427220" h="1384300">
                <a:moveTo>
                  <a:pt x="2264752" y="139700"/>
                </a:moveTo>
                <a:lnTo>
                  <a:pt x="2237879" y="139700"/>
                </a:lnTo>
                <a:lnTo>
                  <a:pt x="2214626" y="127000"/>
                </a:lnTo>
                <a:lnTo>
                  <a:pt x="2178799" y="127000"/>
                </a:lnTo>
                <a:lnTo>
                  <a:pt x="2166442" y="114300"/>
                </a:lnTo>
                <a:lnTo>
                  <a:pt x="2218677" y="114300"/>
                </a:lnTo>
                <a:lnTo>
                  <a:pt x="2242057" y="127000"/>
                </a:lnTo>
                <a:lnTo>
                  <a:pt x="2264752" y="139700"/>
                </a:lnTo>
                <a:close/>
              </a:path>
              <a:path w="4427220" h="1384300">
                <a:moveTo>
                  <a:pt x="459841" y="139700"/>
                </a:moveTo>
                <a:lnTo>
                  <a:pt x="445300" y="139700"/>
                </a:lnTo>
                <a:lnTo>
                  <a:pt x="449364" y="127000"/>
                </a:lnTo>
                <a:lnTo>
                  <a:pt x="464121" y="127000"/>
                </a:lnTo>
                <a:lnTo>
                  <a:pt x="459841" y="139700"/>
                </a:lnTo>
                <a:close/>
              </a:path>
              <a:path w="4427220" h="1384300">
                <a:moveTo>
                  <a:pt x="452882" y="152400"/>
                </a:moveTo>
                <a:lnTo>
                  <a:pt x="438442" y="152400"/>
                </a:lnTo>
                <a:lnTo>
                  <a:pt x="441655" y="139700"/>
                </a:lnTo>
                <a:lnTo>
                  <a:pt x="456349" y="139700"/>
                </a:lnTo>
                <a:lnTo>
                  <a:pt x="452882" y="152400"/>
                </a:lnTo>
                <a:close/>
              </a:path>
              <a:path w="4427220" h="1384300">
                <a:moveTo>
                  <a:pt x="2348026" y="177800"/>
                </a:moveTo>
                <a:lnTo>
                  <a:pt x="2323096" y="177800"/>
                </a:lnTo>
                <a:lnTo>
                  <a:pt x="2302802" y="165100"/>
                </a:lnTo>
                <a:lnTo>
                  <a:pt x="2302954" y="165100"/>
                </a:lnTo>
                <a:lnTo>
                  <a:pt x="2281872" y="152400"/>
                </a:lnTo>
                <a:lnTo>
                  <a:pt x="2260307" y="152400"/>
                </a:lnTo>
                <a:lnTo>
                  <a:pt x="2237740" y="139700"/>
                </a:lnTo>
                <a:lnTo>
                  <a:pt x="2286736" y="139700"/>
                </a:lnTo>
                <a:lnTo>
                  <a:pt x="2307958" y="152400"/>
                </a:lnTo>
                <a:lnTo>
                  <a:pt x="2328405" y="165100"/>
                </a:lnTo>
                <a:lnTo>
                  <a:pt x="2348026" y="177800"/>
                </a:lnTo>
                <a:close/>
              </a:path>
              <a:path w="4427220" h="1384300">
                <a:moveTo>
                  <a:pt x="2669044" y="152400"/>
                </a:moveTo>
                <a:lnTo>
                  <a:pt x="2580894" y="152400"/>
                </a:lnTo>
                <a:lnTo>
                  <a:pt x="2595029" y="139700"/>
                </a:lnTo>
                <a:lnTo>
                  <a:pt x="2653830" y="139700"/>
                </a:lnTo>
                <a:lnTo>
                  <a:pt x="2669044" y="152400"/>
                </a:lnTo>
                <a:close/>
              </a:path>
              <a:path w="4427220" h="1384300">
                <a:moveTo>
                  <a:pt x="443826" y="177800"/>
                </a:moveTo>
                <a:lnTo>
                  <a:pt x="431482" y="177800"/>
                </a:lnTo>
                <a:lnTo>
                  <a:pt x="433349" y="165100"/>
                </a:lnTo>
                <a:lnTo>
                  <a:pt x="435673" y="152400"/>
                </a:lnTo>
                <a:lnTo>
                  <a:pt x="450164" y="152400"/>
                </a:lnTo>
                <a:lnTo>
                  <a:pt x="447535" y="165100"/>
                </a:lnTo>
                <a:lnTo>
                  <a:pt x="445592" y="165100"/>
                </a:lnTo>
                <a:lnTo>
                  <a:pt x="443826" y="177800"/>
                </a:lnTo>
                <a:close/>
              </a:path>
              <a:path w="4427220" h="1384300">
                <a:moveTo>
                  <a:pt x="2581478" y="165100"/>
                </a:moveTo>
                <a:lnTo>
                  <a:pt x="2466009" y="165100"/>
                </a:lnTo>
                <a:lnTo>
                  <a:pt x="2477554" y="152400"/>
                </a:lnTo>
                <a:lnTo>
                  <a:pt x="2595511" y="152400"/>
                </a:lnTo>
                <a:lnTo>
                  <a:pt x="2581478" y="165100"/>
                </a:lnTo>
                <a:close/>
              </a:path>
              <a:path w="4427220" h="1384300">
                <a:moveTo>
                  <a:pt x="2796527" y="165100"/>
                </a:moveTo>
                <a:lnTo>
                  <a:pt x="2668549" y="165100"/>
                </a:lnTo>
                <a:lnTo>
                  <a:pt x="2653423" y="152400"/>
                </a:lnTo>
                <a:lnTo>
                  <a:pt x="2780131" y="152400"/>
                </a:lnTo>
                <a:lnTo>
                  <a:pt x="2796527" y="165100"/>
                </a:lnTo>
                <a:close/>
              </a:path>
              <a:path w="4427220" h="1384300">
                <a:moveTo>
                  <a:pt x="2468765" y="177800"/>
                </a:moveTo>
                <a:lnTo>
                  <a:pt x="2423299" y="177800"/>
                </a:lnTo>
                <a:lnTo>
                  <a:pt x="2433434" y="165100"/>
                </a:lnTo>
                <a:lnTo>
                  <a:pt x="2480170" y="165100"/>
                </a:lnTo>
                <a:lnTo>
                  <a:pt x="2468765" y="177800"/>
                </a:lnTo>
                <a:close/>
              </a:path>
              <a:path w="4427220" h="1384300">
                <a:moveTo>
                  <a:pt x="2863011" y="177800"/>
                </a:moveTo>
                <a:lnTo>
                  <a:pt x="2794584" y="177800"/>
                </a:lnTo>
                <a:lnTo>
                  <a:pt x="2778277" y="165100"/>
                </a:lnTo>
                <a:lnTo>
                  <a:pt x="2849981" y="165100"/>
                </a:lnTo>
                <a:lnTo>
                  <a:pt x="2863011" y="177800"/>
                </a:lnTo>
                <a:close/>
              </a:path>
              <a:path w="4427220" h="1384300">
                <a:moveTo>
                  <a:pt x="442023" y="190500"/>
                </a:moveTo>
                <a:lnTo>
                  <a:pt x="429412" y="190500"/>
                </a:lnTo>
                <a:lnTo>
                  <a:pt x="430085" y="177800"/>
                </a:lnTo>
                <a:lnTo>
                  <a:pt x="442645" y="177800"/>
                </a:lnTo>
                <a:lnTo>
                  <a:pt x="442023" y="190500"/>
                </a:lnTo>
                <a:close/>
              </a:path>
              <a:path w="4427220" h="1384300">
                <a:moveTo>
                  <a:pt x="2375903" y="190500"/>
                </a:moveTo>
                <a:lnTo>
                  <a:pt x="2342426" y="190500"/>
                </a:lnTo>
                <a:lnTo>
                  <a:pt x="2322944" y="177800"/>
                </a:lnTo>
                <a:lnTo>
                  <a:pt x="2366835" y="177800"/>
                </a:lnTo>
                <a:lnTo>
                  <a:pt x="2375903" y="190500"/>
                </a:lnTo>
                <a:close/>
              </a:path>
              <a:path w="4427220" h="1384300">
                <a:moveTo>
                  <a:pt x="2427325" y="190500"/>
                </a:moveTo>
                <a:lnTo>
                  <a:pt x="2395207" y="190500"/>
                </a:lnTo>
                <a:lnTo>
                  <a:pt x="2404173" y="177800"/>
                </a:lnTo>
                <a:lnTo>
                  <a:pt x="2437295" y="177800"/>
                </a:lnTo>
                <a:lnTo>
                  <a:pt x="2427325" y="190500"/>
                </a:lnTo>
                <a:close/>
              </a:path>
              <a:path w="4427220" h="1384300">
                <a:moveTo>
                  <a:pt x="2925864" y="190500"/>
                </a:moveTo>
                <a:lnTo>
                  <a:pt x="2873070" y="190500"/>
                </a:lnTo>
                <a:lnTo>
                  <a:pt x="2860255" y="177800"/>
                </a:lnTo>
                <a:lnTo>
                  <a:pt x="2913608" y="177800"/>
                </a:lnTo>
                <a:lnTo>
                  <a:pt x="2925864" y="190500"/>
                </a:lnTo>
                <a:close/>
              </a:path>
              <a:path w="4427220" h="1384300">
                <a:moveTo>
                  <a:pt x="441388" y="203200"/>
                </a:moveTo>
                <a:lnTo>
                  <a:pt x="428675" y="203200"/>
                </a:lnTo>
                <a:lnTo>
                  <a:pt x="428713" y="190500"/>
                </a:lnTo>
                <a:lnTo>
                  <a:pt x="441413" y="190500"/>
                </a:lnTo>
                <a:lnTo>
                  <a:pt x="441388" y="203200"/>
                </a:lnTo>
                <a:close/>
              </a:path>
              <a:path w="4427220" h="1384300">
                <a:moveTo>
                  <a:pt x="2392235" y="203200"/>
                </a:moveTo>
                <a:lnTo>
                  <a:pt x="2369769" y="203200"/>
                </a:lnTo>
                <a:lnTo>
                  <a:pt x="2360777" y="190500"/>
                </a:lnTo>
                <a:lnTo>
                  <a:pt x="2400579" y="190500"/>
                </a:lnTo>
                <a:lnTo>
                  <a:pt x="2392235" y="203200"/>
                </a:lnTo>
                <a:close/>
              </a:path>
              <a:path w="4427220" h="1384300">
                <a:moveTo>
                  <a:pt x="2961551" y="203200"/>
                </a:moveTo>
                <a:lnTo>
                  <a:pt x="2922447" y="203200"/>
                </a:lnTo>
                <a:lnTo>
                  <a:pt x="2910268" y="190500"/>
                </a:lnTo>
                <a:lnTo>
                  <a:pt x="2949829" y="190500"/>
                </a:lnTo>
                <a:lnTo>
                  <a:pt x="2961551" y="203200"/>
                </a:lnTo>
                <a:close/>
              </a:path>
              <a:path w="4427220" h="1384300">
                <a:moveTo>
                  <a:pt x="391236" y="215900"/>
                </a:moveTo>
                <a:lnTo>
                  <a:pt x="236486" y="215900"/>
                </a:lnTo>
                <a:lnTo>
                  <a:pt x="254457" y="203200"/>
                </a:lnTo>
                <a:lnTo>
                  <a:pt x="370687" y="203200"/>
                </a:lnTo>
                <a:lnTo>
                  <a:pt x="391236" y="215900"/>
                </a:lnTo>
                <a:close/>
              </a:path>
              <a:path w="4427220" h="1384300">
                <a:moveTo>
                  <a:pt x="442417" y="215900"/>
                </a:moveTo>
                <a:lnTo>
                  <a:pt x="429818" y="215900"/>
                </a:lnTo>
                <a:lnTo>
                  <a:pt x="429234" y="203200"/>
                </a:lnTo>
                <a:lnTo>
                  <a:pt x="441858" y="203200"/>
                </a:lnTo>
                <a:lnTo>
                  <a:pt x="442417" y="215900"/>
                </a:lnTo>
                <a:close/>
              </a:path>
              <a:path w="4427220" h="1384300">
                <a:moveTo>
                  <a:pt x="2995561" y="215900"/>
                </a:moveTo>
                <a:lnTo>
                  <a:pt x="2957690" y="215900"/>
                </a:lnTo>
                <a:lnTo>
                  <a:pt x="2946044" y="203200"/>
                </a:lnTo>
                <a:lnTo>
                  <a:pt x="2984423" y="203200"/>
                </a:lnTo>
                <a:lnTo>
                  <a:pt x="2995561" y="215900"/>
                </a:lnTo>
                <a:close/>
              </a:path>
              <a:path w="4427220" h="1384300">
                <a:moveTo>
                  <a:pt x="237515" y="228600"/>
                </a:moveTo>
                <a:lnTo>
                  <a:pt x="154101" y="228600"/>
                </a:lnTo>
                <a:lnTo>
                  <a:pt x="169506" y="215900"/>
                </a:lnTo>
                <a:lnTo>
                  <a:pt x="255333" y="215900"/>
                </a:lnTo>
                <a:lnTo>
                  <a:pt x="237515" y="228600"/>
                </a:lnTo>
                <a:close/>
              </a:path>
              <a:path w="4427220" h="1384300">
                <a:moveTo>
                  <a:pt x="434149" y="228600"/>
                </a:moveTo>
                <a:lnTo>
                  <a:pt x="390296" y="228600"/>
                </a:lnTo>
                <a:lnTo>
                  <a:pt x="369862" y="215900"/>
                </a:lnTo>
                <a:lnTo>
                  <a:pt x="443725" y="215900"/>
                </a:lnTo>
                <a:lnTo>
                  <a:pt x="434149" y="228600"/>
                </a:lnTo>
                <a:close/>
              </a:path>
              <a:path w="4427220" h="1384300">
                <a:moveTo>
                  <a:pt x="3027743" y="228600"/>
                </a:moveTo>
                <a:lnTo>
                  <a:pt x="3002000" y="228600"/>
                </a:lnTo>
                <a:lnTo>
                  <a:pt x="2991142" y="215900"/>
                </a:lnTo>
                <a:lnTo>
                  <a:pt x="3017227" y="215900"/>
                </a:lnTo>
                <a:lnTo>
                  <a:pt x="3027743" y="228600"/>
                </a:lnTo>
                <a:close/>
              </a:path>
              <a:path w="4427220" h="1384300">
                <a:moveTo>
                  <a:pt x="156756" y="241300"/>
                </a:moveTo>
                <a:lnTo>
                  <a:pt x="98501" y="241300"/>
                </a:lnTo>
                <a:lnTo>
                  <a:pt x="111455" y="228600"/>
                </a:lnTo>
                <a:lnTo>
                  <a:pt x="171983" y="228600"/>
                </a:lnTo>
                <a:lnTo>
                  <a:pt x="156756" y="241300"/>
                </a:lnTo>
                <a:close/>
              </a:path>
              <a:path w="4427220" h="1384300">
                <a:moveTo>
                  <a:pt x="3057956" y="241300"/>
                </a:moveTo>
                <a:lnTo>
                  <a:pt x="3033039" y="241300"/>
                </a:lnTo>
                <a:lnTo>
                  <a:pt x="3022828" y="228600"/>
                </a:lnTo>
                <a:lnTo>
                  <a:pt x="3048114" y="228600"/>
                </a:lnTo>
                <a:lnTo>
                  <a:pt x="3057956" y="241300"/>
                </a:lnTo>
                <a:close/>
              </a:path>
              <a:path w="4427220" h="1384300">
                <a:moveTo>
                  <a:pt x="102870" y="254000"/>
                </a:moveTo>
                <a:lnTo>
                  <a:pt x="74650" y="254000"/>
                </a:lnTo>
                <a:lnTo>
                  <a:pt x="86233" y="241300"/>
                </a:lnTo>
                <a:lnTo>
                  <a:pt x="115570" y="241300"/>
                </a:lnTo>
                <a:lnTo>
                  <a:pt x="102870" y="254000"/>
                </a:lnTo>
                <a:close/>
              </a:path>
              <a:path w="4427220" h="1384300">
                <a:moveTo>
                  <a:pt x="3086074" y="254000"/>
                </a:moveTo>
                <a:lnTo>
                  <a:pt x="3062033" y="254000"/>
                </a:lnTo>
                <a:lnTo>
                  <a:pt x="3052521" y="241300"/>
                </a:lnTo>
                <a:lnTo>
                  <a:pt x="3076943" y="241300"/>
                </a:lnTo>
                <a:lnTo>
                  <a:pt x="3086074" y="254000"/>
                </a:lnTo>
                <a:close/>
              </a:path>
              <a:path w="4427220" h="1384300">
                <a:moveTo>
                  <a:pt x="80060" y="266700"/>
                </a:moveTo>
                <a:lnTo>
                  <a:pt x="53721" y="266700"/>
                </a:lnTo>
                <a:lnTo>
                  <a:pt x="63792" y="254000"/>
                </a:lnTo>
                <a:lnTo>
                  <a:pt x="91363" y="254000"/>
                </a:lnTo>
                <a:lnTo>
                  <a:pt x="80060" y="266700"/>
                </a:lnTo>
                <a:close/>
              </a:path>
              <a:path w="4427220" h="1384300">
                <a:moveTo>
                  <a:pt x="3111944" y="266700"/>
                </a:moveTo>
                <a:lnTo>
                  <a:pt x="3080156" y="266700"/>
                </a:lnTo>
                <a:lnTo>
                  <a:pt x="3071126" y="254000"/>
                </a:lnTo>
                <a:lnTo>
                  <a:pt x="3103575" y="254000"/>
                </a:lnTo>
                <a:lnTo>
                  <a:pt x="3111944" y="266700"/>
                </a:lnTo>
                <a:close/>
              </a:path>
              <a:path w="4427220" h="1384300">
                <a:moveTo>
                  <a:pt x="3377234" y="266700"/>
                </a:moveTo>
                <a:lnTo>
                  <a:pt x="3300628" y="266700"/>
                </a:lnTo>
                <a:lnTo>
                  <a:pt x="3313023" y="254000"/>
                </a:lnTo>
                <a:lnTo>
                  <a:pt x="3364115" y="254000"/>
                </a:lnTo>
                <a:lnTo>
                  <a:pt x="3377234" y="266700"/>
                </a:lnTo>
                <a:close/>
              </a:path>
              <a:path w="4427220" h="1384300">
                <a:moveTo>
                  <a:pt x="55918" y="279400"/>
                </a:moveTo>
                <a:lnTo>
                  <a:pt x="35763" y="279400"/>
                </a:lnTo>
                <a:lnTo>
                  <a:pt x="39941" y="266700"/>
                </a:lnTo>
                <a:lnTo>
                  <a:pt x="60528" y="266700"/>
                </a:lnTo>
                <a:lnTo>
                  <a:pt x="55918" y="279400"/>
                </a:lnTo>
                <a:close/>
              </a:path>
              <a:path w="4427220" h="1384300">
                <a:moveTo>
                  <a:pt x="3127870" y="279400"/>
                </a:moveTo>
                <a:lnTo>
                  <a:pt x="3105429" y="279400"/>
                </a:lnTo>
                <a:lnTo>
                  <a:pt x="3097161" y="266700"/>
                </a:lnTo>
                <a:lnTo>
                  <a:pt x="3120047" y="266700"/>
                </a:lnTo>
                <a:lnTo>
                  <a:pt x="3127870" y="279400"/>
                </a:lnTo>
                <a:close/>
              </a:path>
              <a:path w="4427220" h="1384300">
                <a:moveTo>
                  <a:pt x="3301060" y="279400"/>
                </a:moveTo>
                <a:lnTo>
                  <a:pt x="3176219" y="279400"/>
                </a:lnTo>
                <a:lnTo>
                  <a:pt x="3186518" y="266700"/>
                </a:lnTo>
                <a:lnTo>
                  <a:pt x="3313379" y="266700"/>
                </a:lnTo>
                <a:lnTo>
                  <a:pt x="3301060" y="279400"/>
                </a:lnTo>
                <a:close/>
              </a:path>
              <a:path w="4427220" h="1384300">
                <a:moveTo>
                  <a:pt x="3514661" y="279400"/>
                </a:moveTo>
                <a:lnTo>
                  <a:pt x="3376828" y="279400"/>
                </a:lnTo>
                <a:lnTo>
                  <a:pt x="3363785" y="266700"/>
                </a:lnTo>
                <a:lnTo>
                  <a:pt x="3500501" y="266700"/>
                </a:lnTo>
                <a:lnTo>
                  <a:pt x="3514661" y="279400"/>
                </a:lnTo>
                <a:close/>
              </a:path>
              <a:path w="4427220" h="1384300">
                <a:moveTo>
                  <a:pt x="40220" y="292100"/>
                </a:moveTo>
                <a:lnTo>
                  <a:pt x="21145" y="292100"/>
                </a:lnTo>
                <a:lnTo>
                  <a:pt x="24485" y="279400"/>
                </a:lnTo>
                <a:lnTo>
                  <a:pt x="44005" y="279400"/>
                </a:lnTo>
                <a:lnTo>
                  <a:pt x="40220" y="292100"/>
                </a:lnTo>
                <a:close/>
              </a:path>
              <a:path w="4427220" h="1384300">
                <a:moveTo>
                  <a:pt x="3178657" y="292100"/>
                </a:moveTo>
                <a:lnTo>
                  <a:pt x="3128251" y="292100"/>
                </a:lnTo>
                <a:lnTo>
                  <a:pt x="3120809" y="279400"/>
                </a:lnTo>
                <a:lnTo>
                  <a:pt x="3188868" y="279400"/>
                </a:lnTo>
                <a:lnTo>
                  <a:pt x="3178657" y="292100"/>
                </a:lnTo>
                <a:close/>
              </a:path>
              <a:path w="4427220" h="1384300">
                <a:moveTo>
                  <a:pt x="3596335" y="292100"/>
                </a:moveTo>
                <a:lnTo>
                  <a:pt x="3526955" y="292100"/>
                </a:lnTo>
                <a:lnTo>
                  <a:pt x="3512781" y="279400"/>
                </a:lnTo>
                <a:lnTo>
                  <a:pt x="3574199" y="279400"/>
                </a:lnTo>
                <a:lnTo>
                  <a:pt x="3596335" y="292100"/>
                </a:lnTo>
                <a:close/>
              </a:path>
              <a:path w="4427220" h="1384300">
                <a:moveTo>
                  <a:pt x="27965" y="304800"/>
                </a:moveTo>
                <a:lnTo>
                  <a:pt x="12496" y="304800"/>
                </a:lnTo>
                <a:lnTo>
                  <a:pt x="15151" y="292100"/>
                </a:lnTo>
                <a:lnTo>
                  <a:pt x="30899" y="292100"/>
                </a:lnTo>
                <a:lnTo>
                  <a:pt x="27965" y="304800"/>
                </a:lnTo>
                <a:close/>
              </a:path>
              <a:path w="4427220" h="1384300">
                <a:moveTo>
                  <a:pt x="3660457" y="304800"/>
                </a:moveTo>
                <a:lnTo>
                  <a:pt x="3593744" y="304800"/>
                </a:lnTo>
                <a:lnTo>
                  <a:pt x="3571709" y="292100"/>
                </a:lnTo>
                <a:lnTo>
                  <a:pt x="3639489" y="292100"/>
                </a:lnTo>
                <a:lnTo>
                  <a:pt x="3660457" y="304800"/>
                </a:lnTo>
                <a:close/>
              </a:path>
              <a:path w="4427220" h="1384300">
                <a:moveTo>
                  <a:pt x="19265" y="317500"/>
                </a:moveTo>
                <a:lnTo>
                  <a:pt x="6007" y="317500"/>
                </a:lnTo>
                <a:lnTo>
                  <a:pt x="7924" y="304800"/>
                </a:lnTo>
                <a:lnTo>
                  <a:pt x="21272" y="304800"/>
                </a:lnTo>
                <a:lnTo>
                  <a:pt x="19265" y="317500"/>
                </a:lnTo>
                <a:close/>
              </a:path>
              <a:path w="4427220" h="1384300">
                <a:moveTo>
                  <a:pt x="3701122" y="317500"/>
                </a:moveTo>
                <a:lnTo>
                  <a:pt x="3657206" y="317500"/>
                </a:lnTo>
                <a:lnTo>
                  <a:pt x="3636340" y="304800"/>
                </a:lnTo>
                <a:lnTo>
                  <a:pt x="3681018" y="304800"/>
                </a:lnTo>
                <a:lnTo>
                  <a:pt x="3701122" y="317500"/>
                </a:lnTo>
                <a:close/>
              </a:path>
              <a:path w="4427220" h="1384300">
                <a:moveTo>
                  <a:pt x="15100" y="330200"/>
                </a:moveTo>
                <a:lnTo>
                  <a:pt x="1803" y="330200"/>
                </a:lnTo>
                <a:lnTo>
                  <a:pt x="2946" y="317500"/>
                </a:lnTo>
                <a:lnTo>
                  <a:pt x="16395" y="317500"/>
                </a:lnTo>
                <a:lnTo>
                  <a:pt x="15100" y="330200"/>
                </a:lnTo>
                <a:close/>
              </a:path>
              <a:path w="4427220" h="1384300">
                <a:moveTo>
                  <a:pt x="3739896" y="330200"/>
                </a:moveTo>
                <a:lnTo>
                  <a:pt x="3697401" y="330200"/>
                </a:lnTo>
                <a:lnTo>
                  <a:pt x="3677424" y="317500"/>
                </a:lnTo>
                <a:lnTo>
                  <a:pt x="3720757" y="317500"/>
                </a:lnTo>
                <a:lnTo>
                  <a:pt x="3739896" y="330200"/>
                </a:lnTo>
                <a:close/>
              </a:path>
              <a:path w="4427220" h="1384300">
                <a:moveTo>
                  <a:pt x="12852" y="342900"/>
                </a:moveTo>
                <a:lnTo>
                  <a:pt x="190" y="342900"/>
                </a:lnTo>
                <a:lnTo>
                  <a:pt x="495" y="330200"/>
                </a:lnTo>
                <a:lnTo>
                  <a:pt x="13131" y="330200"/>
                </a:lnTo>
                <a:lnTo>
                  <a:pt x="12852" y="342900"/>
                </a:lnTo>
                <a:close/>
              </a:path>
              <a:path w="4427220" h="1384300">
                <a:moveTo>
                  <a:pt x="3776649" y="342900"/>
                </a:moveTo>
                <a:lnTo>
                  <a:pt x="3735730" y="342900"/>
                </a:lnTo>
                <a:lnTo>
                  <a:pt x="3716693" y="330200"/>
                </a:lnTo>
                <a:lnTo>
                  <a:pt x="3758539" y="330200"/>
                </a:lnTo>
                <a:lnTo>
                  <a:pt x="3776649" y="342900"/>
                </a:lnTo>
                <a:close/>
              </a:path>
              <a:path w="4427220" h="1384300">
                <a:moveTo>
                  <a:pt x="13817" y="355600"/>
                </a:moveTo>
                <a:lnTo>
                  <a:pt x="368" y="355600"/>
                </a:lnTo>
                <a:lnTo>
                  <a:pt x="0" y="342900"/>
                </a:lnTo>
                <a:lnTo>
                  <a:pt x="12979" y="342900"/>
                </a:lnTo>
                <a:lnTo>
                  <a:pt x="13817" y="355600"/>
                </a:lnTo>
                <a:close/>
              </a:path>
              <a:path w="4427220" h="1384300">
                <a:moveTo>
                  <a:pt x="3827614" y="368300"/>
                </a:moveTo>
                <a:lnTo>
                  <a:pt x="3806037" y="368300"/>
                </a:lnTo>
                <a:lnTo>
                  <a:pt x="3789172" y="355600"/>
                </a:lnTo>
                <a:lnTo>
                  <a:pt x="3771988" y="355600"/>
                </a:lnTo>
                <a:lnTo>
                  <a:pt x="3754005" y="342900"/>
                </a:lnTo>
                <a:lnTo>
                  <a:pt x="3794213" y="342900"/>
                </a:lnTo>
                <a:lnTo>
                  <a:pt x="3811219" y="355600"/>
                </a:lnTo>
                <a:lnTo>
                  <a:pt x="3827614" y="368300"/>
                </a:lnTo>
                <a:close/>
              </a:path>
              <a:path w="4427220" h="1384300">
                <a:moveTo>
                  <a:pt x="16751" y="368300"/>
                </a:moveTo>
                <a:lnTo>
                  <a:pt x="2705" y="368300"/>
                </a:lnTo>
                <a:lnTo>
                  <a:pt x="1270" y="355600"/>
                </a:lnTo>
                <a:lnTo>
                  <a:pt x="14935" y="355600"/>
                </a:lnTo>
                <a:lnTo>
                  <a:pt x="16751" y="368300"/>
                </a:lnTo>
                <a:close/>
              </a:path>
              <a:path w="4427220" h="1384300">
                <a:moveTo>
                  <a:pt x="21513" y="381000"/>
                </a:moveTo>
                <a:lnTo>
                  <a:pt x="7086" y="381000"/>
                </a:lnTo>
                <a:lnTo>
                  <a:pt x="4648" y="368300"/>
                </a:lnTo>
                <a:lnTo>
                  <a:pt x="18745" y="368300"/>
                </a:lnTo>
                <a:lnTo>
                  <a:pt x="21513" y="381000"/>
                </a:lnTo>
                <a:close/>
              </a:path>
              <a:path w="4427220" h="1384300">
                <a:moveTo>
                  <a:pt x="3873106" y="393700"/>
                </a:moveTo>
                <a:lnTo>
                  <a:pt x="3852570" y="393700"/>
                </a:lnTo>
                <a:lnTo>
                  <a:pt x="3837546" y="381000"/>
                </a:lnTo>
                <a:lnTo>
                  <a:pt x="3822166" y="381000"/>
                </a:lnTo>
                <a:lnTo>
                  <a:pt x="3805897" y="368300"/>
                </a:lnTo>
                <a:lnTo>
                  <a:pt x="3843413" y="368300"/>
                </a:lnTo>
                <a:lnTo>
                  <a:pt x="3858590" y="381000"/>
                </a:lnTo>
                <a:lnTo>
                  <a:pt x="3873106" y="393700"/>
                </a:lnTo>
                <a:close/>
              </a:path>
              <a:path w="4427220" h="1384300">
                <a:moveTo>
                  <a:pt x="28054" y="393700"/>
                </a:moveTo>
                <a:lnTo>
                  <a:pt x="13411" y="393700"/>
                </a:lnTo>
                <a:lnTo>
                  <a:pt x="10007" y="381000"/>
                </a:lnTo>
                <a:lnTo>
                  <a:pt x="24384" y="381000"/>
                </a:lnTo>
                <a:lnTo>
                  <a:pt x="28054" y="393700"/>
                </a:lnTo>
                <a:close/>
              </a:path>
              <a:path w="4427220" h="1384300">
                <a:moveTo>
                  <a:pt x="36385" y="406400"/>
                </a:moveTo>
                <a:lnTo>
                  <a:pt x="21564" y="406400"/>
                </a:lnTo>
                <a:lnTo>
                  <a:pt x="17259" y="393700"/>
                </a:lnTo>
                <a:lnTo>
                  <a:pt x="31826" y="393700"/>
                </a:lnTo>
                <a:lnTo>
                  <a:pt x="36385" y="406400"/>
                </a:lnTo>
                <a:close/>
              </a:path>
              <a:path w="4427220" h="1384300">
                <a:moveTo>
                  <a:pt x="3912590" y="419100"/>
                </a:moveTo>
                <a:lnTo>
                  <a:pt x="3893146" y="419100"/>
                </a:lnTo>
                <a:lnTo>
                  <a:pt x="3880154" y="406400"/>
                </a:lnTo>
                <a:lnTo>
                  <a:pt x="3880319" y="406400"/>
                </a:lnTo>
                <a:lnTo>
                  <a:pt x="3866629" y="393700"/>
                </a:lnTo>
                <a:lnTo>
                  <a:pt x="3886961" y="393700"/>
                </a:lnTo>
                <a:lnTo>
                  <a:pt x="3900131" y="406400"/>
                </a:lnTo>
                <a:lnTo>
                  <a:pt x="3912590" y="419100"/>
                </a:lnTo>
                <a:close/>
              </a:path>
              <a:path w="4427220" h="1384300">
                <a:moveTo>
                  <a:pt x="52095" y="419100"/>
                </a:moveTo>
                <a:lnTo>
                  <a:pt x="31470" y="419100"/>
                </a:lnTo>
                <a:lnTo>
                  <a:pt x="26301" y="406400"/>
                </a:lnTo>
                <a:lnTo>
                  <a:pt x="46266" y="406400"/>
                </a:lnTo>
                <a:lnTo>
                  <a:pt x="52095" y="419100"/>
                </a:lnTo>
                <a:close/>
              </a:path>
              <a:path w="4427220" h="1384300">
                <a:moveTo>
                  <a:pt x="64655" y="431800"/>
                </a:moveTo>
                <a:lnTo>
                  <a:pt x="43065" y="431800"/>
                </a:lnTo>
                <a:lnTo>
                  <a:pt x="37058" y="419100"/>
                </a:lnTo>
                <a:lnTo>
                  <a:pt x="58013" y="419100"/>
                </a:lnTo>
                <a:lnTo>
                  <a:pt x="64655" y="431800"/>
                </a:lnTo>
                <a:close/>
              </a:path>
              <a:path w="4427220" h="1384300">
                <a:moveTo>
                  <a:pt x="3945508" y="444500"/>
                </a:moveTo>
                <a:lnTo>
                  <a:pt x="3927195" y="444500"/>
                </a:lnTo>
                <a:lnTo>
                  <a:pt x="3916413" y="431800"/>
                </a:lnTo>
                <a:lnTo>
                  <a:pt x="3916603" y="431800"/>
                </a:lnTo>
                <a:lnTo>
                  <a:pt x="3905072" y="419100"/>
                </a:lnTo>
                <a:lnTo>
                  <a:pt x="3924312" y="419100"/>
                </a:lnTo>
                <a:lnTo>
                  <a:pt x="3935298" y="431800"/>
                </a:lnTo>
                <a:lnTo>
                  <a:pt x="3945508" y="444500"/>
                </a:lnTo>
                <a:close/>
              </a:path>
              <a:path w="4427220" h="1384300">
                <a:moveTo>
                  <a:pt x="78803" y="444500"/>
                </a:moveTo>
                <a:lnTo>
                  <a:pt x="56261" y="444500"/>
                </a:lnTo>
                <a:lnTo>
                  <a:pt x="49466" y="431800"/>
                </a:lnTo>
                <a:lnTo>
                  <a:pt x="71386" y="431800"/>
                </a:lnTo>
                <a:lnTo>
                  <a:pt x="78803" y="444500"/>
                </a:lnTo>
                <a:close/>
              </a:path>
              <a:path w="4427220" h="1384300">
                <a:moveTo>
                  <a:pt x="94475" y="457200"/>
                </a:moveTo>
                <a:lnTo>
                  <a:pt x="71005" y="457200"/>
                </a:lnTo>
                <a:lnTo>
                  <a:pt x="63436" y="444500"/>
                </a:lnTo>
                <a:lnTo>
                  <a:pt x="86321" y="444500"/>
                </a:lnTo>
                <a:lnTo>
                  <a:pt x="94475" y="457200"/>
                </a:lnTo>
                <a:close/>
              </a:path>
              <a:path w="4427220" h="1384300">
                <a:moveTo>
                  <a:pt x="3963517" y="457200"/>
                </a:moveTo>
                <a:lnTo>
                  <a:pt x="3945991" y="457200"/>
                </a:lnTo>
                <a:lnTo>
                  <a:pt x="3936784" y="444500"/>
                </a:lnTo>
                <a:lnTo>
                  <a:pt x="3954932" y="444500"/>
                </a:lnTo>
                <a:lnTo>
                  <a:pt x="3963517" y="457200"/>
                </a:lnTo>
                <a:close/>
              </a:path>
              <a:path w="4427220" h="1384300">
                <a:moveTo>
                  <a:pt x="111620" y="469900"/>
                </a:moveTo>
                <a:lnTo>
                  <a:pt x="95885" y="469900"/>
                </a:lnTo>
                <a:lnTo>
                  <a:pt x="87236" y="457200"/>
                </a:lnTo>
                <a:lnTo>
                  <a:pt x="102742" y="457200"/>
                </a:lnTo>
                <a:lnTo>
                  <a:pt x="111620" y="469900"/>
                </a:lnTo>
                <a:close/>
              </a:path>
              <a:path w="4427220" h="1384300">
                <a:moveTo>
                  <a:pt x="3971315" y="469900"/>
                </a:moveTo>
                <a:lnTo>
                  <a:pt x="3954157" y="469900"/>
                </a:lnTo>
                <a:lnTo>
                  <a:pt x="3945763" y="457200"/>
                </a:lnTo>
                <a:lnTo>
                  <a:pt x="3967530" y="457200"/>
                </a:lnTo>
                <a:lnTo>
                  <a:pt x="3971315" y="469900"/>
                </a:lnTo>
                <a:close/>
              </a:path>
              <a:path w="4427220" h="1384300">
                <a:moveTo>
                  <a:pt x="139941" y="482600"/>
                </a:moveTo>
                <a:lnTo>
                  <a:pt x="114236" y="482600"/>
                </a:lnTo>
                <a:lnTo>
                  <a:pt x="104889" y="469900"/>
                </a:lnTo>
                <a:lnTo>
                  <a:pt x="130048" y="469900"/>
                </a:lnTo>
                <a:lnTo>
                  <a:pt x="139941" y="482600"/>
                </a:lnTo>
                <a:close/>
              </a:path>
              <a:path w="4427220" h="1384300">
                <a:moveTo>
                  <a:pt x="3978236" y="482600"/>
                </a:moveTo>
                <a:lnTo>
                  <a:pt x="3964736" y="482600"/>
                </a:lnTo>
                <a:lnTo>
                  <a:pt x="3961282" y="469900"/>
                </a:lnTo>
                <a:lnTo>
                  <a:pt x="3974884" y="469900"/>
                </a:lnTo>
                <a:lnTo>
                  <a:pt x="3978236" y="482600"/>
                </a:lnTo>
                <a:close/>
              </a:path>
              <a:path w="4427220" h="1384300">
                <a:moveTo>
                  <a:pt x="160477" y="495300"/>
                </a:moveTo>
                <a:lnTo>
                  <a:pt x="133921" y="495300"/>
                </a:lnTo>
                <a:lnTo>
                  <a:pt x="123913" y="482600"/>
                </a:lnTo>
                <a:lnTo>
                  <a:pt x="149948" y="482600"/>
                </a:lnTo>
                <a:lnTo>
                  <a:pt x="160477" y="495300"/>
                </a:lnTo>
                <a:close/>
              </a:path>
              <a:path w="4427220" h="1384300">
                <a:moveTo>
                  <a:pt x="3970743" y="495300"/>
                </a:moveTo>
                <a:lnTo>
                  <a:pt x="3967721" y="482600"/>
                </a:lnTo>
                <a:lnTo>
                  <a:pt x="3970616" y="482600"/>
                </a:lnTo>
                <a:lnTo>
                  <a:pt x="3970743" y="495300"/>
                </a:lnTo>
                <a:close/>
              </a:path>
              <a:path w="4427220" h="1384300">
                <a:moveTo>
                  <a:pt x="3986961" y="495300"/>
                </a:moveTo>
                <a:lnTo>
                  <a:pt x="3973410" y="495300"/>
                </a:lnTo>
                <a:lnTo>
                  <a:pt x="3970616" y="482600"/>
                </a:lnTo>
                <a:lnTo>
                  <a:pt x="3984282" y="482600"/>
                </a:lnTo>
                <a:lnTo>
                  <a:pt x="3986961" y="495300"/>
                </a:lnTo>
                <a:close/>
              </a:path>
              <a:path w="4427220" h="1384300">
                <a:moveTo>
                  <a:pt x="193573" y="508000"/>
                </a:moveTo>
                <a:lnTo>
                  <a:pt x="154876" y="508000"/>
                </a:lnTo>
                <a:lnTo>
                  <a:pt x="144246" y="495300"/>
                </a:lnTo>
                <a:lnTo>
                  <a:pt x="182143" y="495300"/>
                </a:lnTo>
                <a:lnTo>
                  <a:pt x="193573" y="508000"/>
                </a:lnTo>
                <a:close/>
              </a:path>
              <a:path w="4427220" h="1384300">
                <a:moveTo>
                  <a:pt x="3993616" y="508000"/>
                </a:moveTo>
                <a:lnTo>
                  <a:pt x="3978059" y="508000"/>
                </a:lnTo>
                <a:lnTo>
                  <a:pt x="3975734" y="495300"/>
                </a:lnTo>
                <a:lnTo>
                  <a:pt x="3991635" y="495300"/>
                </a:lnTo>
                <a:lnTo>
                  <a:pt x="3993616" y="508000"/>
                </a:lnTo>
                <a:close/>
              </a:path>
              <a:path w="4427220" h="1384300">
                <a:moveTo>
                  <a:pt x="181308" y="512679"/>
                </a:moveTo>
                <a:lnTo>
                  <a:pt x="177063" y="508000"/>
                </a:lnTo>
                <a:lnTo>
                  <a:pt x="186512" y="508000"/>
                </a:lnTo>
                <a:lnTo>
                  <a:pt x="181308" y="512679"/>
                </a:lnTo>
                <a:close/>
              </a:path>
              <a:path w="4427220" h="1384300">
                <a:moveTo>
                  <a:pt x="200355" y="520700"/>
                </a:moveTo>
                <a:lnTo>
                  <a:pt x="188582" y="520700"/>
                </a:lnTo>
                <a:lnTo>
                  <a:pt x="181308" y="512679"/>
                </a:lnTo>
                <a:lnTo>
                  <a:pt x="186512" y="508000"/>
                </a:lnTo>
                <a:lnTo>
                  <a:pt x="193471" y="508000"/>
                </a:lnTo>
                <a:lnTo>
                  <a:pt x="200969" y="511248"/>
                </a:lnTo>
                <a:lnTo>
                  <a:pt x="200355" y="520700"/>
                </a:lnTo>
                <a:close/>
              </a:path>
              <a:path w="4427220" h="1384300">
                <a:moveTo>
                  <a:pt x="200969" y="511248"/>
                </a:moveTo>
                <a:lnTo>
                  <a:pt x="193471" y="508000"/>
                </a:lnTo>
                <a:lnTo>
                  <a:pt x="201180" y="508000"/>
                </a:lnTo>
                <a:lnTo>
                  <a:pt x="200969" y="511248"/>
                </a:lnTo>
                <a:close/>
              </a:path>
              <a:path w="4427220" h="1384300">
                <a:moveTo>
                  <a:pt x="3996791" y="520700"/>
                </a:moveTo>
                <a:lnTo>
                  <a:pt x="3983342" y="520700"/>
                </a:lnTo>
                <a:lnTo>
                  <a:pt x="3981716" y="508000"/>
                </a:lnTo>
                <a:lnTo>
                  <a:pt x="3992422" y="508000"/>
                </a:lnTo>
                <a:lnTo>
                  <a:pt x="3996791" y="520700"/>
                </a:lnTo>
                <a:close/>
              </a:path>
              <a:path w="4427220" h="1384300">
                <a:moveTo>
                  <a:pt x="3996791" y="520700"/>
                </a:moveTo>
                <a:lnTo>
                  <a:pt x="3992422" y="508000"/>
                </a:lnTo>
                <a:lnTo>
                  <a:pt x="3995558" y="509882"/>
                </a:lnTo>
                <a:lnTo>
                  <a:pt x="3996791" y="520700"/>
                </a:lnTo>
                <a:close/>
              </a:path>
              <a:path w="4427220" h="1384300">
                <a:moveTo>
                  <a:pt x="3995558" y="509882"/>
                </a:moveTo>
                <a:lnTo>
                  <a:pt x="3992422" y="508000"/>
                </a:lnTo>
                <a:lnTo>
                  <a:pt x="3995343" y="508000"/>
                </a:lnTo>
                <a:lnTo>
                  <a:pt x="3995558" y="509882"/>
                </a:lnTo>
                <a:close/>
              </a:path>
              <a:path w="4427220" h="1384300">
                <a:moveTo>
                  <a:pt x="4013580" y="520700"/>
                </a:moveTo>
                <a:lnTo>
                  <a:pt x="3996791" y="520700"/>
                </a:lnTo>
                <a:lnTo>
                  <a:pt x="3995558" y="509882"/>
                </a:lnTo>
                <a:lnTo>
                  <a:pt x="4013580" y="520700"/>
                </a:lnTo>
                <a:close/>
              </a:path>
              <a:path w="4427220" h="1384300">
                <a:moveTo>
                  <a:pt x="222783" y="520700"/>
                </a:moveTo>
                <a:lnTo>
                  <a:pt x="200355" y="520700"/>
                </a:lnTo>
                <a:lnTo>
                  <a:pt x="200969" y="511248"/>
                </a:lnTo>
                <a:lnTo>
                  <a:pt x="222783" y="520700"/>
                </a:lnTo>
                <a:close/>
              </a:path>
              <a:path w="4427220" h="1384300">
                <a:moveTo>
                  <a:pt x="188582" y="520700"/>
                </a:moveTo>
                <a:lnTo>
                  <a:pt x="172389" y="520700"/>
                </a:lnTo>
                <a:lnTo>
                  <a:pt x="181308" y="512679"/>
                </a:lnTo>
                <a:lnTo>
                  <a:pt x="188582" y="520700"/>
                </a:lnTo>
                <a:close/>
              </a:path>
              <a:path w="4427220" h="1384300">
                <a:moveTo>
                  <a:pt x="176110" y="533400"/>
                </a:moveTo>
                <a:lnTo>
                  <a:pt x="146189" y="533400"/>
                </a:lnTo>
                <a:lnTo>
                  <a:pt x="158940" y="520700"/>
                </a:lnTo>
                <a:lnTo>
                  <a:pt x="190004" y="520700"/>
                </a:lnTo>
                <a:lnTo>
                  <a:pt x="176110" y="533400"/>
                </a:lnTo>
                <a:close/>
              </a:path>
              <a:path w="4427220" h="1384300">
                <a:moveTo>
                  <a:pt x="4054690" y="533400"/>
                </a:moveTo>
                <a:lnTo>
                  <a:pt x="4010113" y="533400"/>
                </a:lnTo>
                <a:lnTo>
                  <a:pt x="3985666" y="520700"/>
                </a:lnTo>
                <a:lnTo>
                  <a:pt x="4034358" y="520700"/>
                </a:lnTo>
                <a:lnTo>
                  <a:pt x="4054690" y="533400"/>
                </a:lnTo>
                <a:close/>
              </a:path>
              <a:path w="4427220" h="1384300">
                <a:moveTo>
                  <a:pt x="139395" y="546100"/>
                </a:moveTo>
                <a:lnTo>
                  <a:pt x="117525" y="546100"/>
                </a:lnTo>
                <a:lnTo>
                  <a:pt x="122923" y="533400"/>
                </a:lnTo>
                <a:lnTo>
                  <a:pt x="151142" y="533400"/>
                </a:lnTo>
                <a:lnTo>
                  <a:pt x="139395" y="546100"/>
                </a:lnTo>
                <a:close/>
              </a:path>
              <a:path w="4427220" h="1384300">
                <a:moveTo>
                  <a:pt x="4093933" y="546100"/>
                </a:moveTo>
                <a:lnTo>
                  <a:pt x="4050792" y="546100"/>
                </a:lnTo>
                <a:lnTo>
                  <a:pt x="4030573" y="533400"/>
                </a:lnTo>
                <a:lnTo>
                  <a:pt x="4074553" y="533400"/>
                </a:lnTo>
                <a:lnTo>
                  <a:pt x="4093933" y="546100"/>
                </a:lnTo>
                <a:close/>
              </a:path>
              <a:path w="4427220" h="1384300">
                <a:moveTo>
                  <a:pt x="118884" y="558800"/>
                </a:moveTo>
                <a:lnTo>
                  <a:pt x="98107" y="558800"/>
                </a:lnTo>
                <a:lnTo>
                  <a:pt x="102654" y="546100"/>
                </a:lnTo>
                <a:lnTo>
                  <a:pt x="123875" y="546100"/>
                </a:lnTo>
                <a:lnTo>
                  <a:pt x="118884" y="558800"/>
                </a:lnTo>
                <a:close/>
              </a:path>
              <a:path w="4427220" h="1384300">
                <a:moveTo>
                  <a:pt x="4148975" y="571500"/>
                </a:moveTo>
                <a:lnTo>
                  <a:pt x="4126356" y="571500"/>
                </a:lnTo>
                <a:lnTo>
                  <a:pt x="4108119" y="558800"/>
                </a:lnTo>
                <a:lnTo>
                  <a:pt x="4089590" y="558800"/>
                </a:lnTo>
                <a:lnTo>
                  <a:pt x="4070324" y="546100"/>
                </a:lnTo>
                <a:lnTo>
                  <a:pt x="4112806" y="546100"/>
                </a:lnTo>
                <a:lnTo>
                  <a:pt x="4131157" y="558800"/>
                </a:lnTo>
                <a:lnTo>
                  <a:pt x="4148975" y="571500"/>
                </a:lnTo>
                <a:close/>
              </a:path>
              <a:path w="4427220" h="1384300">
                <a:moveTo>
                  <a:pt x="101676" y="571500"/>
                </a:moveTo>
                <a:lnTo>
                  <a:pt x="82041" y="571500"/>
                </a:lnTo>
                <a:lnTo>
                  <a:pt x="85725" y="558800"/>
                </a:lnTo>
                <a:lnTo>
                  <a:pt x="105829" y="558800"/>
                </a:lnTo>
                <a:lnTo>
                  <a:pt x="101676" y="571500"/>
                </a:lnTo>
                <a:close/>
              </a:path>
              <a:path w="4427220" h="1384300">
                <a:moveTo>
                  <a:pt x="88023" y="584200"/>
                </a:moveTo>
                <a:lnTo>
                  <a:pt x="72364" y="584200"/>
                </a:lnTo>
                <a:lnTo>
                  <a:pt x="75349" y="571500"/>
                </a:lnTo>
                <a:lnTo>
                  <a:pt x="91287" y="571500"/>
                </a:lnTo>
                <a:lnTo>
                  <a:pt x="88023" y="584200"/>
                </a:lnTo>
                <a:close/>
              </a:path>
              <a:path w="4427220" h="1384300">
                <a:moveTo>
                  <a:pt x="4182910" y="584200"/>
                </a:moveTo>
                <a:lnTo>
                  <a:pt x="4160926" y="584200"/>
                </a:lnTo>
                <a:lnTo>
                  <a:pt x="4143806" y="571500"/>
                </a:lnTo>
                <a:lnTo>
                  <a:pt x="4166222" y="571500"/>
                </a:lnTo>
                <a:lnTo>
                  <a:pt x="4182910" y="584200"/>
                </a:lnTo>
                <a:close/>
              </a:path>
              <a:path w="4427220" h="1384300">
                <a:moveTo>
                  <a:pt x="78066" y="596900"/>
                </a:moveTo>
                <a:lnTo>
                  <a:pt x="64858" y="596900"/>
                </a:lnTo>
                <a:lnTo>
                  <a:pt x="67106" y="584200"/>
                </a:lnTo>
                <a:lnTo>
                  <a:pt x="80390" y="584200"/>
                </a:lnTo>
                <a:lnTo>
                  <a:pt x="78066" y="596900"/>
                </a:lnTo>
                <a:close/>
              </a:path>
              <a:path w="4427220" h="1384300">
                <a:moveTo>
                  <a:pt x="4229303" y="609600"/>
                </a:moveTo>
                <a:lnTo>
                  <a:pt x="4208360" y="609600"/>
                </a:lnTo>
                <a:lnTo>
                  <a:pt x="4193031" y="596900"/>
                </a:lnTo>
                <a:lnTo>
                  <a:pt x="4177347" y="596900"/>
                </a:lnTo>
                <a:lnTo>
                  <a:pt x="4160799" y="584200"/>
                </a:lnTo>
                <a:lnTo>
                  <a:pt x="4198988" y="584200"/>
                </a:lnTo>
                <a:lnTo>
                  <a:pt x="4214456" y="596900"/>
                </a:lnTo>
                <a:lnTo>
                  <a:pt x="4229303" y="609600"/>
                </a:lnTo>
                <a:close/>
              </a:path>
              <a:path w="4427220" h="1384300">
                <a:moveTo>
                  <a:pt x="73063" y="609600"/>
                </a:moveTo>
                <a:lnTo>
                  <a:pt x="59715" y="609600"/>
                </a:lnTo>
                <a:lnTo>
                  <a:pt x="61163" y="596900"/>
                </a:lnTo>
                <a:lnTo>
                  <a:pt x="74637" y="596900"/>
                </a:lnTo>
                <a:lnTo>
                  <a:pt x="73063" y="609600"/>
                </a:lnTo>
                <a:close/>
              </a:path>
              <a:path w="4427220" h="1384300">
                <a:moveTo>
                  <a:pt x="69672" y="622300"/>
                </a:moveTo>
                <a:lnTo>
                  <a:pt x="57048" y="622300"/>
                </a:lnTo>
                <a:lnTo>
                  <a:pt x="57658" y="609600"/>
                </a:lnTo>
                <a:lnTo>
                  <a:pt x="70243" y="609600"/>
                </a:lnTo>
                <a:lnTo>
                  <a:pt x="69672" y="622300"/>
                </a:lnTo>
                <a:close/>
              </a:path>
              <a:path w="4427220" h="1384300">
                <a:moveTo>
                  <a:pt x="70180" y="622300"/>
                </a:moveTo>
                <a:lnTo>
                  <a:pt x="70243" y="609600"/>
                </a:lnTo>
                <a:lnTo>
                  <a:pt x="70980" y="609600"/>
                </a:lnTo>
                <a:lnTo>
                  <a:pt x="70180" y="622300"/>
                </a:lnTo>
                <a:close/>
              </a:path>
              <a:path w="4427220" h="1384300">
                <a:moveTo>
                  <a:pt x="4281982" y="647700"/>
                </a:moveTo>
                <a:lnTo>
                  <a:pt x="4262513" y="647700"/>
                </a:lnTo>
                <a:lnTo>
                  <a:pt x="4249839" y="635000"/>
                </a:lnTo>
                <a:lnTo>
                  <a:pt x="4250004" y="635000"/>
                </a:lnTo>
                <a:lnTo>
                  <a:pt x="4236643" y="622300"/>
                </a:lnTo>
                <a:lnTo>
                  <a:pt x="4222902" y="622300"/>
                </a:lnTo>
                <a:lnTo>
                  <a:pt x="4208221" y="609600"/>
                </a:lnTo>
                <a:lnTo>
                  <a:pt x="4243489" y="609600"/>
                </a:lnTo>
                <a:lnTo>
                  <a:pt x="4257001" y="622300"/>
                </a:lnTo>
                <a:lnTo>
                  <a:pt x="4269841" y="635000"/>
                </a:lnTo>
                <a:lnTo>
                  <a:pt x="4281982" y="647700"/>
                </a:lnTo>
                <a:close/>
              </a:path>
              <a:path w="4427220" h="1384300">
                <a:moveTo>
                  <a:pt x="69773" y="635000"/>
                </a:moveTo>
                <a:lnTo>
                  <a:pt x="56781" y="635000"/>
                </a:lnTo>
                <a:lnTo>
                  <a:pt x="56756" y="622300"/>
                </a:lnTo>
                <a:lnTo>
                  <a:pt x="69469" y="622300"/>
                </a:lnTo>
                <a:lnTo>
                  <a:pt x="69773" y="635000"/>
                </a:lnTo>
                <a:close/>
              </a:path>
              <a:path w="4427220" h="1384300">
                <a:moveTo>
                  <a:pt x="72199" y="647700"/>
                </a:moveTo>
                <a:lnTo>
                  <a:pt x="58686" y="647700"/>
                </a:lnTo>
                <a:lnTo>
                  <a:pt x="57746" y="635000"/>
                </a:lnTo>
                <a:lnTo>
                  <a:pt x="71056" y="635000"/>
                </a:lnTo>
                <a:lnTo>
                  <a:pt x="72199" y="647700"/>
                </a:lnTo>
                <a:close/>
              </a:path>
              <a:path w="4427220" h="1384300">
                <a:moveTo>
                  <a:pt x="76936" y="660400"/>
                </a:moveTo>
                <a:lnTo>
                  <a:pt x="63246" y="660400"/>
                </a:lnTo>
                <a:lnTo>
                  <a:pt x="61442" y="647700"/>
                </a:lnTo>
                <a:lnTo>
                  <a:pt x="74980" y="647700"/>
                </a:lnTo>
                <a:lnTo>
                  <a:pt x="76936" y="660400"/>
                </a:lnTo>
                <a:close/>
              </a:path>
              <a:path w="4427220" h="1384300">
                <a:moveTo>
                  <a:pt x="4313974" y="673100"/>
                </a:moveTo>
                <a:lnTo>
                  <a:pt x="4295635" y="673100"/>
                </a:lnTo>
                <a:lnTo>
                  <a:pt x="4285157" y="660400"/>
                </a:lnTo>
                <a:lnTo>
                  <a:pt x="4285348" y="660400"/>
                </a:lnTo>
                <a:lnTo>
                  <a:pt x="4274121" y="647700"/>
                </a:lnTo>
                <a:lnTo>
                  <a:pt x="4293387" y="647700"/>
                </a:lnTo>
                <a:lnTo>
                  <a:pt x="4304068" y="660400"/>
                </a:lnTo>
                <a:lnTo>
                  <a:pt x="4313974" y="673100"/>
                </a:lnTo>
                <a:close/>
              </a:path>
              <a:path w="4427220" h="1384300">
                <a:moveTo>
                  <a:pt x="83985" y="673100"/>
                </a:moveTo>
                <a:lnTo>
                  <a:pt x="67665" y="673100"/>
                </a:lnTo>
                <a:lnTo>
                  <a:pt x="65316" y="660400"/>
                </a:lnTo>
                <a:lnTo>
                  <a:pt x="81241" y="660400"/>
                </a:lnTo>
                <a:lnTo>
                  <a:pt x="83985" y="673100"/>
                </a:lnTo>
                <a:close/>
              </a:path>
              <a:path w="4427220" h="1384300">
                <a:moveTo>
                  <a:pt x="89941" y="685800"/>
                </a:moveTo>
                <a:lnTo>
                  <a:pt x="76276" y="685800"/>
                </a:lnTo>
                <a:lnTo>
                  <a:pt x="73151" y="673100"/>
                </a:lnTo>
                <a:lnTo>
                  <a:pt x="86702" y="673100"/>
                </a:lnTo>
                <a:lnTo>
                  <a:pt x="89941" y="685800"/>
                </a:lnTo>
                <a:close/>
              </a:path>
              <a:path w="4427220" h="1384300">
                <a:moveTo>
                  <a:pt x="4335310" y="698500"/>
                </a:moveTo>
                <a:lnTo>
                  <a:pt x="4321771" y="698500"/>
                </a:lnTo>
                <a:lnTo>
                  <a:pt x="4313656" y="685800"/>
                </a:lnTo>
                <a:lnTo>
                  <a:pt x="4313872" y="685800"/>
                </a:lnTo>
                <a:lnTo>
                  <a:pt x="4304944" y="673100"/>
                </a:lnTo>
                <a:lnTo>
                  <a:pt x="4323118" y="673100"/>
                </a:lnTo>
                <a:lnTo>
                  <a:pt x="4331423" y="685800"/>
                </a:lnTo>
                <a:lnTo>
                  <a:pt x="4335310" y="698500"/>
                </a:lnTo>
                <a:close/>
              </a:path>
              <a:path w="4427220" h="1384300">
                <a:moveTo>
                  <a:pt x="100723" y="698500"/>
                </a:moveTo>
                <a:lnTo>
                  <a:pt x="87134" y="698500"/>
                </a:lnTo>
                <a:lnTo>
                  <a:pt x="83261" y="685800"/>
                </a:lnTo>
                <a:lnTo>
                  <a:pt x="96748" y="685800"/>
                </a:lnTo>
                <a:lnTo>
                  <a:pt x="100723" y="698500"/>
                </a:lnTo>
                <a:close/>
              </a:path>
              <a:path w="4427220" h="1384300">
                <a:moveTo>
                  <a:pt x="113652" y="711200"/>
                </a:moveTo>
                <a:lnTo>
                  <a:pt x="95567" y="711200"/>
                </a:lnTo>
                <a:lnTo>
                  <a:pt x="91224" y="698500"/>
                </a:lnTo>
                <a:lnTo>
                  <a:pt x="108978" y="698500"/>
                </a:lnTo>
                <a:lnTo>
                  <a:pt x="113652" y="711200"/>
                </a:lnTo>
                <a:close/>
              </a:path>
              <a:path w="4427220" h="1384300">
                <a:moveTo>
                  <a:pt x="4345647" y="711200"/>
                </a:moveTo>
                <a:lnTo>
                  <a:pt x="4328795" y="711200"/>
                </a:lnTo>
                <a:lnTo>
                  <a:pt x="4325251" y="698500"/>
                </a:lnTo>
                <a:lnTo>
                  <a:pt x="4342422" y="698500"/>
                </a:lnTo>
                <a:lnTo>
                  <a:pt x="4345647" y="711200"/>
                </a:lnTo>
                <a:close/>
              </a:path>
              <a:path w="4427220" h="1384300">
                <a:moveTo>
                  <a:pt x="128714" y="723900"/>
                </a:moveTo>
                <a:lnTo>
                  <a:pt x="109969" y="723900"/>
                </a:lnTo>
                <a:lnTo>
                  <a:pt x="104914" y="711200"/>
                </a:lnTo>
                <a:lnTo>
                  <a:pt x="118249" y="711200"/>
                </a:lnTo>
                <a:lnTo>
                  <a:pt x="128714" y="723900"/>
                </a:lnTo>
                <a:close/>
              </a:path>
              <a:path w="4427220" h="1384300">
                <a:moveTo>
                  <a:pt x="4351477" y="723900"/>
                </a:moveTo>
                <a:lnTo>
                  <a:pt x="4337824" y="723900"/>
                </a:lnTo>
                <a:lnTo>
                  <a:pt x="4334916" y="711200"/>
                </a:lnTo>
                <a:lnTo>
                  <a:pt x="4348670" y="711200"/>
                </a:lnTo>
                <a:lnTo>
                  <a:pt x="4351477" y="723900"/>
                </a:lnTo>
                <a:close/>
              </a:path>
              <a:path w="4427220" h="1384300">
                <a:moveTo>
                  <a:pt x="164591" y="749300"/>
                </a:moveTo>
                <a:lnTo>
                  <a:pt x="144551" y="749300"/>
                </a:lnTo>
                <a:lnTo>
                  <a:pt x="132168" y="736600"/>
                </a:lnTo>
                <a:lnTo>
                  <a:pt x="120624" y="723900"/>
                </a:lnTo>
                <a:lnTo>
                  <a:pt x="139623" y="723900"/>
                </a:lnTo>
                <a:lnTo>
                  <a:pt x="151790" y="736600"/>
                </a:lnTo>
                <a:lnTo>
                  <a:pt x="151599" y="736600"/>
                </a:lnTo>
                <a:lnTo>
                  <a:pt x="164591" y="749300"/>
                </a:lnTo>
                <a:close/>
              </a:path>
              <a:path w="4427220" h="1384300">
                <a:moveTo>
                  <a:pt x="4358525" y="736600"/>
                </a:moveTo>
                <a:lnTo>
                  <a:pt x="4344885" y="736600"/>
                </a:lnTo>
                <a:lnTo>
                  <a:pt x="4342650" y="723900"/>
                </a:lnTo>
                <a:lnTo>
                  <a:pt x="4356404" y="723900"/>
                </a:lnTo>
                <a:lnTo>
                  <a:pt x="4358525" y="736600"/>
                </a:lnTo>
                <a:close/>
              </a:path>
              <a:path w="4427220" h="1384300">
                <a:moveTo>
                  <a:pt x="4363478" y="749300"/>
                </a:moveTo>
                <a:lnTo>
                  <a:pt x="4349978" y="749300"/>
                </a:lnTo>
                <a:lnTo>
                  <a:pt x="4348416" y="736600"/>
                </a:lnTo>
                <a:lnTo>
                  <a:pt x="4362069" y="736600"/>
                </a:lnTo>
                <a:lnTo>
                  <a:pt x="4363478" y="749300"/>
                </a:lnTo>
                <a:close/>
              </a:path>
              <a:path w="4427220" h="1384300">
                <a:moveTo>
                  <a:pt x="207670" y="774700"/>
                </a:moveTo>
                <a:lnTo>
                  <a:pt x="186423" y="774700"/>
                </a:lnTo>
                <a:lnTo>
                  <a:pt x="171703" y="762000"/>
                </a:lnTo>
                <a:lnTo>
                  <a:pt x="157734" y="749300"/>
                </a:lnTo>
                <a:lnTo>
                  <a:pt x="178015" y="749300"/>
                </a:lnTo>
                <a:lnTo>
                  <a:pt x="192557" y="762000"/>
                </a:lnTo>
                <a:lnTo>
                  <a:pt x="192392" y="762000"/>
                </a:lnTo>
                <a:lnTo>
                  <a:pt x="207670" y="774700"/>
                </a:lnTo>
                <a:close/>
              </a:path>
              <a:path w="4427220" h="1384300">
                <a:moveTo>
                  <a:pt x="4365574" y="762000"/>
                </a:moveTo>
                <a:lnTo>
                  <a:pt x="4353052" y="762000"/>
                </a:lnTo>
                <a:lnTo>
                  <a:pt x="4352188" y="749300"/>
                </a:lnTo>
                <a:lnTo>
                  <a:pt x="4364647" y="749300"/>
                </a:lnTo>
                <a:lnTo>
                  <a:pt x="4365574" y="762000"/>
                </a:lnTo>
                <a:close/>
              </a:path>
              <a:path w="4427220" h="1384300">
                <a:moveTo>
                  <a:pt x="4366806" y="774700"/>
                </a:moveTo>
                <a:lnTo>
                  <a:pt x="4354106" y="774700"/>
                </a:lnTo>
                <a:lnTo>
                  <a:pt x="4353966" y="762000"/>
                </a:lnTo>
                <a:lnTo>
                  <a:pt x="4366653" y="762000"/>
                </a:lnTo>
                <a:lnTo>
                  <a:pt x="4366806" y="774700"/>
                </a:lnTo>
                <a:close/>
              </a:path>
              <a:path w="4427220" h="1384300">
                <a:moveTo>
                  <a:pt x="275069" y="800100"/>
                </a:moveTo>
                <a:lnTo>
                  <a:pt x="234861" y="800100"/>
                </a:lnTo>
                <a:lnTo>
                  <a:pt x="218020" y="787400"/>
                </a:lnTo>
                <a:lnTo>
                  <a:pt x="201866" y="774700"/>
                </a:lnTo>
                <a:lnTo>
                  <a:pt x="223354" y="774700"/>
                </a:lnTo>
                <a:lnTo>
                  <a:pt x="240042" y="787400"/>
                </a:lnTo>
                <a:lnTo>
                  <a:pt x="257086" y="787400"/>
                </a:lnTo>
                <a:lnTo>
                  <a:pt x="275069" y="800100"/>
                </a:lnTo>
                <a:close/>
              </a:path>
              <a:path w="4427220" h="1384300">
                <a:moveTo>
                  <a:pt x="4366310" y="787400"/>
                </a:moveTo>
                <a:lnTo>
                  <a:pt x="4353102" y="787400"/>
                </a:lnTo>
                <a:lnTo>
                  <a:pt x="4353699" y="774700"/>
                </a:lnTo>
                <a:lnTo>
                  <a:pt x="4366691" y="774700"/>
                </a:lnTo>
                <a:lnTo>
                  <a:pt x="4366310" y="787400"/>
                </a:lnTo>
                <a:close/>
              </a:path>
              <a:path w="4427220" h="1384300">
                <a:moveTo>
                  <a:pt x="4362996" y="800100"/>
                </a:moveTo>
                <a:lnTo>
                  <a:pt x="4350766" y="800100"/>
                </a:lnTo>
                <a:lnTo>
                  <a:pt x="4352188" y="787400"/>
                </a:lnTo>
                <a:lnTo>
                  <a:pt x="4364520" y="787400"/>
                </a:lnTo>
                <a:lnTo>
                  <a:pt x="4362996" y="800100"/>
                </a:lnTo>
                <a:close/>
              </a:path>
              <a:path w="4427220" h="1384300">
                <a:moveTo>
                  <a:pt x="312534" y="812800"/>
                </a:moveTo>
                <a:lnTo>
                  <a:pt x="270459" y="812800"/>
                </a:lnTo>
                <a:lnTo>
                  <a:pt x="252349" y="800100"/>
                </a:lnTo>
                <a:lnTo>
                  <a:pt x="293370" y="800100"/>
                </a:lnTo>
                <a:lnTo>
                  <a:pt x="312534" y="812800"/>
                </a:lnTo>
                <a:close/>
              </a:path>
              <a:path w="4427220" h="1384300">
                <a:moveTo>
                  <a:pt x="4358830" y="812800"/>
                </a:moveTo>
                <a:lnTo>
                  <a:pt x="4344822" y="812800"/>
                </a:lnTo>
                <a:lnTo>
                  <a:pt x="4347286" y="800100"/>
                </a:lnTo>
                <a:lnTo>
                  <a:pt x="4361091" y="800100"/>
                </a:lnTo>
                <a:lnTo>
                  <a:pt x="4358830" y="812800"/>
                </a:lnTo>
                <a:close/>
              </a:path>
              <a:path w="4427220" h="1384300">
                <a:moveTo>
                  <a:pt x="352234" y="825500"/>
                </a:moveTo>
                <a:lnTo>
                  <a:pt x="308470" y="825500"/>
                </a:lnTo>
                <a:lnTo>
                  <a:pt x="289178" y="812800"/>
                </a:lnTo>
                <a:lnTo>
                  <a:pt x="331990" y="812800"/>
                </a:lnTo>
                <a:lnTo>
                  <a:pt x="352234" y="825500"/>
                </a:lnTo>
                <a:close/>
              </a:path>
              <a:path w="4427220" h="1384300">
                <a:moveTo>
                  <a:pt x="4353204" y="825500"/>
                </a:moveTo>
                <a:lnTo>
                  <a:pt x="4339234" y="825500"/>
                </a:lnTo>
                <a:lnTo>
                  <a:pt x="4342371" y="812800"/>
                </a:lnTo>
                <a:lnTo>
                  <a:pt x="4356188" y="812800"/>
                </a:lnTo>
                <a:lnTo>
                  <a:pt x="4353204" y="825500"/>
                </a:lnTo>
                <a:close/>
              </a:path>
              <a:path w="4427220" h="1384300">
                <a:moveTo>
                  <a:pt x="393953" y="838200"/>
                </a:moveTo>
                <a:lnTo>
                  <a:pt x="348703" y="838200"/>
                </a:lnTo>
                <a:lnTo>
                  <a:pt x="328320" y="825500"/>
                </a:lnTo>
                <a:lnTo>
                  <a:pt x="372732" y="825500"/>
                </a:lnTo>
                <a:lnTo>
                  <a:pt x="393953" y="838200"/>
                </a:lnTo>
                <a:close/>
              </a:path>
              <a:path w="4427220" h="1384300">
                <a:moveTo>
                  <a:pt x="4342218" y="838200"/>
                </a:moveTo>
                <a:lnTo>
                  <a:pt x="4328477" y="838200"/>
                </a:lnTo>
                <a:lnTo>
                  <a:pt x="4332592" y="825500"/>
                </a:lnTo>
                <a:lnTo>
                  <a:pt x="4346219" y="825500"/>
                </a:lnTo>
                <a:lnTo>
                  <a:pt x="4342218" y="838200"/>
                </a:lnTo>
                <a:close/>
              </a:path>
              <a:path w="4427220" h="1384300">
                <a:moveTo>
                  <a:pt x="459841" y="850900"/>
                </a:moveTo>
                <a:lnTo>
                  <a:pt x="390918" y="850900"/>
                </a:lnTo>
                <a:lnTo>
                  <a:pt x="369570" y="838200"/>
                </a:lnTo>
                <a:lnTo>
                  <a:pt x="437349" y="838200"/>
                </a:lnTo>
                <a:lnTo>
                  <a:pt x="459841" y="850900"/>
                </a:lnTo>
                <a:close/>
              </a:path>
              <a:path w="4427220" h="1384300">
                <a:moveTo>
                  <a:pt x="4333290" y="850900"/>
                </a:moveTo>
                <a:lnTo>
                  <a:pt x="4314901" y="850900"/>
                </a:lnTo>
                <a:lnTo>
                  <a:pt x="4319943" y="838200"/>
                </a:lnTo>
                <a:lnTo>
                  <a:pt x="4337913" y="838200"/>
                </a:lnTo>
                <a:lnTo>
                  <a:pt x="4333290" y="850900"/>
                </a:lnTo>
                <a:close/>
              </a:path>
              <a:path w="4427220" h="1384300">
                <a:moveTo>
                  <a:pt x="521601" y="863600"/>
                </a:moveTo>
                <a:lnTo>
                  <a:pt x="457555" y="863600"/>
                </a:lnTo>
                <a:lnTo>
                  <a:pt x="434936" y="850900"/>
                </a:lnTo>
                <a:lnTo>
                  <a:pt x="508571" y="850900"/>
                </a:lnTo>
                <a:lnTo>
                  <a:pt x="521601" y="863600"/>
                </a:lnTo>
                <a:close/>
              </a:path>
              <a:path w="4427220" h="1384300">
                <a:moveTo>
                  <a:pt x="4328350" y="876300"/>
                </a:moveTo>
                <a:lnTo>
                  <a:pt x="4306036" y="876300"/>
                </a:lnTo>
                <a:lnTo>
                  <a:pt x="4291190" y="863600"/>
                </a:lnTo>
                <a:lnTo>
                  <a:pt x="4304512" y="850900"/>
                </a:lnTo>
                <a:lnTo>
                  <a:pt x="4323118" y="850900"/>
                </a:lnTo>
                <a:lnTo>
                  <a:pt x="4317580" y="863600"/>
                </a:lnTo>
                <a:lnTo>
                  <a:pt x="4321086" y="863600"/>
                </a:lnTo>
                <a:lnTo>
                  <a:pt x="4328350" y="876300"/>
                </a:lnTo>
                <a:close/>
              </a:path>
              <a:path w="4427220" h="1384300">
                <a:moveTo>
                  <a:pt x="549770" y="876300"/>
                </a:moveTo>
                <a:lnTo>
                  <a:pt x="520001" y="876300"/>
                </a:lnTo>
                <a:lnTo>
                  <a:pt x="506907" y="863600"/>
                </a:lnTo>
                <a:lnTo>
                  <a:pt x="536536" y="863600"/>
                </a:lnTo>
                <a:lnTo>
                  <a:pt x="549770" y="876300"/>
                </a:lnTo>
                <a:close/>
              </a:path>
              <a:path w="4427220" h="1384300">
                <a:moveTo>
                  <a:pt x="650074" y="939800"/>
                </a:moveTo>
                <a:lnTo>
                  <a:pt x="611085" y="939800"/>
                </a:lnTo>
                <a:lnTo>
                  <a:pt x="595795" y="927100"/>
                </a:lnTo>
                <a:lnTo>
                  <a:pt x="581164" y="914400"/>
                </a:lnTo>
                <a:lnTo>
                  <a:pt x="567194" y="901700"/>
                </a:lnTo>
                <a:lnTo>
                  <a:pt x="553897" y="889000"/>
                </a:lnTo>
                <a:lnTo>
                  <a:pt x="541312" y="876300"/>
                </a:lnTo>
                <a:lnTo>
                  <a:pt x="561911" y="876300"/>
                </a:lnTo>
                <a:lnTo>
                  <a:pt x="575043" y="889000"/>
                </a:lnTo>
                <a:lnTo>
                  <a:pt x="574903" y="889000"/>
                </a:lnTo>
                <a:lnTo>
                  <a:pt x="588733" y="901700"/>
                </a:lnTo>
                <a:lnTo>
                  <a:pt x="588594" y="901700"/>
                </a:lnTo>
                <a:lnTo>
                  <a:pt x="603084" y="914400"/>
                </a:lnTo>
                <a:lnTo>
                  <a:pt x="602957" y="914400"/>
                </a:lnTo>
                <a:lnTo>
                  <a:pt x="618109" y="927100"/>
                </a:lnTo>
                <a:lnTo>
                  <a:pt x="633653" y="927100"/>
                </a:lnTo>
                <a:lnTo>
                  <a:pt x="650074" y="939800"/>
                </a:lnTo>
                <a:close/>
              </a:path>
              <a:path w="4427220" h="1384300">
                <a:moveTo>
                  <a:pt x="4342168" y="889000"/>
                </a:moveTo>
                <a:lnTo>
                  <a:pt x="4320425" y="889000"/>
                </a:lnTo>
                <a:lnTo>
                  <a:pt x="4313250" y="876300"/>
                </a:lnTo>
                <a:lnTo>
                  <a:pt x="4335373" y="876300"/>
                </a:lnTo>
                <a:lnTo>
                  <a:pt x="4342168" y="889000"/>
                </a:lnTo>
                <a:close/>
              </a:path>
              <a:path w="4427220" h="1384300">
                <a:moveTo>
                  <a:pt x="4355045" y="901700"/>
                </a:moveTo>
                <a:lnTo>
                  <a:pt x="4333875" y="901700"/>
                </a:lnTo>
                <a:lnTo>
                  <a:pt x="4327169" y="889000"/>
                </a:lnTo>
                <a:lnTo>
                  <a:pt x="4348733" y="889000"/>
                </a:lnTo>
                <a:lnTo>
                  <a:pt x="4355045" y="901700"/>
                </a:lnTo>
                <a:close/>
              </a:path>
              <a:path w="4427220" h="1384300">
                <a:moveTo>
                  <a:pt x="4366958" y="914400"/>
                </a:moveTo>
                <a:lnTo>
                  <a:pt x="4352226" y="914400"/>
                </a:lnTo>
                <a:lnTo>
                  <a:pt x="4346257" y="901700"/>
                </a:lnTo>
                <a:lnTo>
                  <a:pt x="4361129" y="901700"/>
                </a:lnTo>
                <a:lnTo>
                  <a:pt x="4366958" y="914400"/>
                </a:lnTo>
                <a:close/>
              </a:path>
              <a:path w="4427220" h="1384300">
                <a:moveTo>
                  <a:pt x="4377880" y="927100"/>
                </a:moveTo>
                <a:lnTo>
                  <a:pt x="4363237" y="927100"/>
                </a:lnTo>
                <a:lnTo>
                  <a:pt x="4357751" y="914400"/>
                </a:lnTo>
                <a:lnTo>
                  <a:pt x="4372546" y="914400"/>
                </a:lnTo>
                <a:lnTo>
                  <a:pt x="4377880" y="927100"/>
                </a:lnTo>
                <a:close/>
              </a:path>
              <a:path w="4427220" h="1384300">
                <a:moveTo>
                  <a:pt x="4387773" y="939800"/>
                </a:moveTo>
                <a:lnTo>
                  <a:pt x="4373206" y="939800"/>
                </a:lnTo>
                <a:lnTo>
                  <a:pt x="4368241" y="927100"/>
                </a:lnTo>
                <a:lnTo>
                  <a:pt x="4382960" y="927100"/>
                </a:lnTo>
                <a:lnTo>
                  <a:pt x="4387773" y="939800"/>
                </a:lnTo>
                <a:close/>
              </a:path>
              <a:path w="4427220" h="1384300">
                <a:moveTo>
                  <a:pt x="702640" y="977900"/>
                </a:moveTo>
                <a:lnTo>
                  <a:pt x="678459" y="977900"/>
                </a:lnTo>
                <a:lnTo>
                  <a:pt x="660704" y="965200"/>
                </a:lnTo>
                <a:lnTo>
                  <a:pt x="643547" y="952500"/>
                </a:lnTo>
                <a:lnTo>
                  <a:pt x="626999" y="939800"/>
                </a:lnTo>
                <a:lnTo>
                  <a:pt x="649960" y="939800"/>
                </a:lnTo>
                <a:lnTo>
                  <a:pt x="667003" y="952500"/>
                </a:lnTo>
                <a:lnTo>
                  <a:pt x="684529" y="965200"/>
                </a:lnTo>
                <a:lnTo>
                  <a:pt x="702640" y="977900"/>
                </a:lnTo>
                <a:close/>
              </a:path>
              <a:path w="4427220" h="1384300">
                <a:moveTo>
                  <a:pt x="4400664" y="952500"/>
                </a:moveTo>
                <a:lnTo>
                  <a:pt x="4382147" y="952500"/>
                </a:lnTo>
                <a:lnTo>
                  <a:pt x="4377702" y="939800"/>
                </a:lnTo>
                <a:lnTo>
                  <a:pt x="4396638" y="939800"/>
                </a:lnTo>
                <a:lnTo>
                  <a:pt x="4400664" y="952500"/>
                </a:lnTo>
                <a:close/>
              </a:path>
              <a:path w="4427220" h="1384300">
                <a:moveTo>
                  <a:pt x="4407916" y="965200"/>
                </a:moveTo>
                <a:lnTo>
                  <a:pt x="4390021" y="965200"/>
                </a:lnTo>
                <a:lnTo>
                  <a:pt x="4386110" y="952500"/>
                </a:lnTo>
                <a:lnTo>
                  <a:pt x="4404423" y="952500"/>
                </a:lnTo>
                <a:lnTo>
                  <a:pt x="4407916" y="965200"/>
                </a:lnTo>
                <a:close/>
              </a:path>
              <a:path w="4427220" h="1384300">
                <a:moveTo>
                  <a:pt x="4414037" y="977900"/>
                </a:moveTo>
                <a:lnTo>
                  <a:pt x="4399813" y="977900"/>
                </a:lnTo>
                <a:lnTo>
                  <a:pt x="4396714" y="965200"/>
                </a:lnTo>
                <a:lnTo>
                  <a:pt x="4411116" y="965200"/>
                </a:lnTo>
                <a:lnTo>
                  <a:pt x="4414037" y="977900"/>
                </a:lnTo>
                <a:close/>
              </a:path>
              <a:path w="4427220" h="1384300">
                <a:moveTo>
                  <a:pt x="801560" y="1016000"/>
                </a:moveTo>
                <a:lnTo>
                  <a:pt x="755180" y="1016000"/>
                </a:lnTo>
                <a:lnTo>
                  <a:pt x="735177" y="1003300"/>
                </a:lnTo>
                <a:lnTo>
                  <a:pt x="715708" y="990600"/>
                </a:lnTo>
                <a:lnTo>
                  <a:pt x="696798" y="977900"/>
                </a:lnTo>
                <a:lnTo>
                  <a:pt x="721220" y="977900"/>
                </a:lnTo>
                <a:lnTo>
                  <a:pt x="740587" y="990600"/>
                </a:lnTo>
                <a:lnTo>
                  <a:pt x="760387" y="1003300"/>
                </a:lnTo>
                <a:lnTo>
                  <a:pt x="780618" y="1003300"/>
                </a:lnTo>
                <a:lnTo>
                  <a:pt x="801560" y="1016000"/>
                </a:lnTo>
                <a:close/>
              </a:path>
              <a:path w="4427220" h="1384300">
                <a:moveTo>
                  <a:pt x="4419028" y="990600"/>
                </a:moveTo>
                <a:lnTo>
                  <a:pt x="4404956" y="990600"/>
                </a:lnTo>
                <a:lnTo>
                  <a:pt x="4402416" y="977900"/>
                </a:lnTo>
                <a:lnTo>
                  <a:pt x="4416679" y="977900"/>
                </a:lnTo>
                <a:lnTo>
                  <a:pt x="4419028" y="990600"/>
                </a:lnTo>
                <a:close/>
              </a:path>
              <a:path w="4427220" h="1384300">
                <a:moveTo>
                  <a:pt x="4422825" y="1003300"/>
                </a:moveTo>
                <a:lnTo>
                  <a:pt x="4408982" y="1003300"/>
                </a:lnTo>
                <a:lnTo>
                  <a:pt x="4407014" y="990600"/>
                </a:lnTo>
                <a:lnTo>
                  <a:pt x="4421073" y="990600"/>
                </a:lnTo>
                <a:lnTo>
                  <a:pt x="4422825" y="1003300"/>
                </a:lnTo>
                <a:close/>
              </a:path>
              <a:path w="4427220" h="1384300">
                <a:moveTo>
                  <a:pt x="4425416" y="1016000"/>
                </a:moveTo>
                <a:lnTo>
                  <a:pt x="4411878" y="1016000"/>
                </a:lnTo>
                <a:lnTo>
                  <a:pt x="4410494" y="1003300"/>
                </a:lnTo>
                <a:lnTo>
                  <a:pt x="4424273" y="1003300"/>
                </a:lnTo>
                <a:lnTo>
                  <a:pt x="4425416" y="1016000"/>
                </a:lnTo>
                <a:close/>
              </a:path>
              <a:path w="4427220" h="1384300">
                <a:moveTo>
                  <a:pt x="867079" y="1041400"/>
                </a:moveTo>
                <a:lnTo>
                  <a:pt x="818299" y="1041400"/>
                </a:lnTo>
                <a:lnTo>
                  <a:pt x="796747" y="1028700"/>
                </a:lnTo>
                <a:lnTo>
                  <a:pt x="775703" y="1016000"/>
                </a:lnTo>
                <a:lnTo>
                  <a:pt x="801471" y="1016000"/>
                </a:lnTo>
                <a:lnTo>
                  <a:pt x="822921" y="1028700"/>
                </a:lnTo>
                <a:lnTo>
                  <a:pt x="844664" y="1028700"/>
                </a:lnTo>
                <a:lnTo>
                  <a:pt x="867079" y="1041400"/>
                </a:lnTo>
                <a:close/>
              </a:path>
              <a:path w="4427220" h="1384300">
                <a:moveTo>
                  <a:pt x="4426737" y="1028700"/>
                </a:moveTo>
                <a:lnTo>
                  <a:pt x="4414075" y="1028700"/>
                </a:lnTo>
                <a:lnTo>
                  <a:pt x="4413592" y="1016000"/>
                </a:lnTo>
                <a:lnTo>
                  <a:pt x="4426229" y="1016000"/>
                </a:lnTo>
                <a:lnTo>
                  <a:pt x="4426737" y="1028700"/>
                </a:lnTo>
                <a:close/>
              </a:path>
              <a:path w="4427220" h="1384300">
                <a:moveTo>
                  <a:pt x="4426788" y="1041400"/>
                </a:moveTo>
                <a:lnTo>
                  <a:pt x="4414088" y="1041400"/>
                </a:lnTo>
                <a:lnTo>
                  <a:pt x="4414227" y="1028700"/>
                </a:lnTo>
                <a:lnTo>
                  <a:pt x="4426927" y="1028700"/>
                </a:lnTo>
                <a:lnTo>
                  <a:pt x="4426788" y="1041400"/>
                </a:lnTo>
                <a:close/>
              </a:path>
              <a:path w="4427220" h="1384300">
                <a:moveTo>
                  <a:pt x="936739" y="1066800"/>
                </a:moveTo>
                <a:lnTo>
                  <a:pt x="885786" y="1066800"/>
                </a:lnTo>
                <a:lnTo>
                  <a:pt x="862825" y="1054100"/>
                </a:lnTo>
                <a:lnTo>
                  <a:pt x="840333" y="1041400"/>
                </a:lnTo>
                <a:lnTo>
                  <a:pt x="866990" y="1041400"/>
                </a:lnTo>
                <a:lnTo>
                  <a:pt x="889863" y="1054100"/>
                </a:lnTo>
                <a:lnTo>
                  <a:pt x="913002" y="1054100"/>
                </a:lnTo>
                <a:lnTo>
                  <a:pt x="936739" y="1066800"/>
                </a:lnTo>
                <a:close/>
              </a:path>
              <a:path w="4427220" h="1384300">
                <a:moveTo>
                  <a:pt x="4425505" y="1054100"/>
                </a:moveTo>
                <a:lnTo>
                  <a:pt x="4412932" y="1054100"/>
                </a:lnTo>
                <a:lnTo>
                  <a:pt x="4413694" y="1041400"/>
                </a:lnTo>
                <a:lnTo>
                  <a:pt x="4426318" y="1041400"/>
                </a:lnTo>
                <a:lnTo>
                  <a:pt x="4425505" y="1054100"/>
                </a:lnTo>
                <a:close/>
              </a:path>
              <a:path w="4427220" h="1384300">
                <a:moveTo>
                  <a:pt x="4410316" y="1066800"/>
                </a:moveTo>
                <a:lnTo>
                  <a:pt x="4408500" y="1066800"/>
                </a:lnTo>
                <a:lnTo>
                  <a:pt x="4410417" y="1054100"/>
                </a:lnTo>
                <a:lnTo>
                  <a:pt x="4410316" y="1066800"/>
                </a:lnTo>
                <a:close/>
              </a:path>
              <a:path w="4427220" h="1384300">
                <a:moveTo>
                  <a:pt x="4422597" y="1066800"/>
                </a:moveTo>
                <a:lnTo>
                  <a:pt x="4410316" y="1066800"/>
                </a:lnTo>
                <a:lnTo>
                  <a:pt x="4411878" y="1054100"/>
                </a:lnTo>
                <a:lnTo>
                  <a:pt x="4424248" y="1054100"/>
                </a:lnTo>
                <a:lnTo>
                  <a:pt x="4422597" y="1066800"/>
                </a:lnTo>
                <a:close/>
              </a:path>
              <a:path w="4427220" h="1384300">
                <a:moveTo>
                  <a:pt x="985304" y="1079500"/>
                </a:moveTo>
                <a:lnTo>
                  <a:pt x="933030" y="1079500"/>
                </a:lnTo>
                <a:lnTo>
                  <a:pt x="909192" y="1066800"/>
                </a:lnTo>
                <a:lnTo>
                  <a:pt x="960729" y="1066800"/>
                </a:lnTo>
                <a:lnTo>
                  <a:pt x="985304" y="1079500"/>
                </a:lnTo>
                <a:close/>
              </a:path>
              <a:path w="4427220" h="1384300">
                <a:moveTo>
                  <a:pt x="4418139" y="1079500"/>
                </a:moveTo>
                <a:lnTo>
                  <a:pt x="4403826" y="1079500"/>
                </a:lnTo>
                <a:lnTo>
                  <a:pt x="4406468" y="1066800"/>
                </a:lnTo>
                <a:lnTo>
                  <a:pt x="4420552" y="1066800"/>
                </a:lnTo>
                <a:lnTo>
                  <a:pt x="4418139" y="1079500"/>
                </a:lnTo>
                <a:close/>
              </a:path>
              <a:path w="4427220" h="1384300">
                <a:moveTo>
                  <a:pt x="1035418" y="1092200"/>
                </a:moveTo>
                <a:lnTo>
                  <a:pt x="981925" y="1092200"/>
                </a:lnTo>
                <a:lnTo>
                  <a:pt x="957275" y="1079500"/>
                </a:lnTo>
                <a:lnTo>
                  <a:pt x="1010081" y="1079500"/>
                </a:lnTo>
                <a:lnTo>
                  <a:pt x="1035418" y="1092200"/>
                </a:lnTo>
                <a:close/>
              </a:path>
              <a:path w="4427220" h="1384300">
                <a:moveTo>
                  <a:pt x="4412208" y="1092200"/>
                </a:moveTo>
                <a:lnTo>
                  <a:pt x="4397806" y="1092200"/>
                </a:lnTo>
                <a:lnTo>
                  <a:pt x="4401146" y="1079500"/>
                </a:lnTo>
                <a:lnTo>
                  <a:pt x="4415358" y="1079500"/>
                </a:lnTo>
                <a:lnTo>
                  <a:pt x="4412208" y="1092200"/>
                </a:lnTo>
                <a:close/>
              </a:path>
              <a:path w="4427220" h="1384300">
                <a:moveTo>
                  <a:pt x="1086980" y="1104900"/>
                </a:moveTo>
                <a:lnTo>
                  <a:pt x="1032382" y="1104900"/>
                </a:lnTo>
                <a:lnTo>
                  <a:pt x="1006970" y="1092200"/>
                </a:lnTo>
                <a:lnTo>
                  <a:pt x="1060945" y="1092200"/>
                </a:lnTo>
                <a:lnTo>
                  <a:pt x="1086980" y="1104900"/>
                </a:lnTo>
                <a:close/>
              </a:path>
              <a:path w="4427220" h="1384300">
                <a:moveTo>
                  <a:pt x="4404855" y="1104900"/>
                </a:moveTo>
                <a:lnTo>
                  <a:pt x="4390466" y="1104900"/>
                </a:lnTo>
                <a:lnTo>
                  <a:pt x="4394479" y="1092200"/>
                </a:lnTo>
                <a:lnTo>
                  <a:pt x="4408703" y="1092200"/>
                </a:lnTo>
                <a:lnTo>
                  <a:pt x="4404855" y="1104900"/>
                </a:lnTo>
                <a:close/>
              </a:path>
              <a:path w="4427220" h="1384300">
                <a:moveTo>
                  <a:pt x="1139875" y="1117600"/>
                </a:moveTo>
                <a:lnTo>
                  <a:pt x="1084287" y="1117600"/>
                </a:lnTo>
                <a:lnTo>
                  <a:pt x="1058164" y="1104900"/>
                </a:lnTo>
                <a:lnTo>
                  <a:pt x="1113180" y="1104900"/>
                </a:lnTo>
                <a:lnTo>
                  <a:pt x="1139875" y="1117600"/>
                </a:lnTo>
                <a:close/>
              </a:path>
              <a:path w="4427220" h="1384300">
                <a:moveTo>
                  <a:pt x="4396117" y="1117600"/>
                </a:moveTo>
                <a:lnTo>
                  <a:pt x="4376991" y="1117600"/>
                </a:lnTo>
                <a:lnTo>
                  <a:pt x="4381995" y="1104900"/>
                </a:lnTo>
                <a:lnTo>
                  <a:pt x="4400651" y="1104900"/>
                </a:lnTo>
                <a:lnTo>
                  <a:pt x="4396117" y="1117600"/>
                </a:lnTo>
                <a:close/>
              </a:path>
              <a:path w="4427220" h="1384300">
                <a:moveTo>
                  <a:pt x="1221663" y="1130300"/>
                </a:moveTo>
                <a:lnTo>
                  <a:pt x="1137513" y="1130300"/>
                </a:lnTo>
                <a:lnTo>
                  <a:pt x="1110742" y="1117600"/>
                </a:lnTo>
                <a:lnTo>
                  <a:pt x="1193901" y="1117600"/>
                </a:lnTo>
                <a:lnTo>
                  <a:pt x="1221663" y="1130300"/>
                </a:lnTo>
                <a:close/>
              </a:path>
              <a:path w="4427220" h="1384300">
                <a:moveTo>
                  <a:pt x="4380560" y="1130300"/>
                </a:moveTo>
                <a:lnTo>
                  <a:pt x="4366399" y="1130300"/>
                </a:lnTo>
                <a:lnTo>
                  <a:pt x="4372038" y="1117600"/>
                </a:lnTo>
                <a:lnTo>
                  <a:pt x="4386072" y="1117600"/>
                </a:lnTo>
                <a:lnTo>
                  <a:pt x="4380560" y="1130300"/>
                </a:lnTo>
                <a:close/>
              </a:path>
              <a:path w="4427220" h="1384300">
                <a:moveTo>
                  <a:pt x="1303527" y="1143000"/>
                </a:moveTo>
                <a:lnTo>
                  <a:pt x="1219796" y="1143000"/>
                </a:lnTo>
                <a:lnTo>
                  <a:pt x="1191945" y="1130300"/>
                </a:lnTo>
                <a:lnTo>
                  <a:pt x="1276362" y="1130300"/>
                </a:lnTo>
                <a:lnTo>
                  <a:pt x="1303527" y="1143000"/>
                </a:lnTo>
                <a:close/>
              </a:path>
              <a:path w="4427220" h="1384300">
                <a:moveTo>
                  <a:pt x="4368622" y="1143000"/>
                </a:moveTo>
                <a:lnTo>
                  <a:pt x="4348162" y="1143000"/>
                </a:lnTo>
                <a:lnTo>
                  <a:pt x="4354728" y="1130300"/>
                </a:lnTo>
                <a:lnTo>
                  <a:pt x="4374743" y="1130300"/>
                </a:lnTo>
                <a:lnTo>
                  <a:pt x="4368622" y="1143000"/>
                </a:lnTo>
                <a:close/>
              </a:path>
              <a:path w="4427220" h="1384300">
                <a:moveTo>
                  <a:pt x="1620710" y="1155700"/>
                </a:moveTo>
                <a:lnTo>
                  <a:pt x="1302181" y="1155700"/>
                </a:lnTo>
                <a:lnTo>
                  <a:pt x="1274927" y="1143000"/>
                </a:lnTo>
                <a:lnTo>
                  <a:pt x="1608010" y="1143000"/>
                </a:lnTo>
                <a:lnTo>
                  <a:pt x="1620710" y="1155700"/>
                </a:lnTo>
                <a:close/>
              </a:path>
              <a:path w="4427220" h="1384300">
                <a:moveTo>
                  <a:pt x="4348441" y="1155700"/>
                </a:moveTo>
                <a:lnTo>
                  <a:pt x="4327207" y="1155700"/>
                </a:lnTo>
                <a:lnTo>
                  <a:pt x="4334649" y="1143000"/>
                </a:lnTo>
                <a:lnTo>
                  <a:pt x="4355465" y="1143000"/>
                </a:lnTo>
                <a:lnTo>
                  <a:pt x="4348441" y="1155700"/>
                </a:lnTo>
                <a:close/>
              </a:path>
              <a:path w="4427220" h="1384300">
                <a:moveTo>
                  <a:pt x="1643570" y="1168400"/>
                </a:moveTo>
                <a:lnTo>
                  <a:pt x="1612874" y="1168400"/>
                </a:lnTo>
                <a:lnTo>
                  <a:pt x="1602028" y="1155700"/>
                </a:lnTo>
                <a:lnTo>
                  <a:pt x="1631746" y="1155700"/>
                </a:lnTo>
                <a:lnTo>
                  <a:pt x="1643570" y="1168400"/>
                </a:lnTo>
                <a:close/>
              </a:path>
              <a:path w="4427220" h="1384300">
                <a:moveTo>
                  <a:pt x="4333544" y="1168400"/>
                </a:moveTo>
                <a:lnTo>
                  <a:pt x="4303649" y="1168400"/>
                </a:lnTo>
                <a:lnTo>
                  <a:pt x="4311929" y="1155700"/>
                </a:lnTo>
                <a:lnTo>
                  <a:pt x="4341139" y="1155700"/>
                </a:lnTo>
                <a:lnTo>
                  <a:pt x="4333544" y="1168400"/>
                </a:lnTo>
                <a:close/>
              </a:path>
              <a:path w="4427220" h="1384300">
                <a:moveTo>
                  <a:pt x="1681619" y="1193800"/>
                </a:moveTo>
                <a:lnTo>
                  <a:pt x="1648701" y="1193800"/>
                </a:lnTo>
                <a:lnTo>
                  <a:pt x="1636255" y="1181100"/>
                </a:lnTo>
                <a:lnTo>
                  <a:pt x="1624317" y="1168400"/>
                </a:lnTo>
                <a:lnTo>
                  <a:pt x="1643443" y="1168400"/>
                </a:lnTo>
                <a:lnTo>
                  <a:pt x="1655762" y="1181100"/>
                </a:lnTo>
                <a:lnTo>
                  <a:pt x="1668335" y="1181100"/>
                </a:lnTo>
                <a:lnTo>
                  <a:pt x="1681619" y="1193800"/>
                </a:lnTo>
                <a:close/>
              </a:path>
              <a:path w="4427220" h="1384300">
                <a:moveTo>
                  <a:pt x="4309109" y="1181100"/>
                </a:moveTo>
                <a:lnTo>
                  <a:pt x="4277601" y="1181100"/>
                </a:lnTo>
                <a:lnTo>
                  <a:pt x="4286681" y="1168400"/>
                </a:lnTo>
                <a:lnTo>
                  <a:pt x="4317530" y="1168400"/>
                </a:lnTo>
                <a:lnTo>
                  <a:pt x="4309109" y="1181100"/>
                </a:lnTo>
                <a:close/>
              </a:path>
              <a:path w="4427220" h="1384300">
                <a:moveTo>
                  <a:pt x="4272826" y="1193800"/>
                </a:moveTo>
                <a:lnTo>
                  <a:pt x="4239209" y="1193800"/>
                </a:lnTo>
                <a:lnTo>
                  <a:pt x="4249293" y="1181100"/>
                </a:lnTo>
                <a:lnTo>
                  <a:pt x="4282274" y="1181100"/>
                </a:lnTo>
                <a:lnTo>
                  <a:pt x="4272826" y="1193800"/>
                </a:lnTo>
                <a:close/>
              </a:path>
              <a:path w="4427220" h="1384300">
                <a:moveTo>
                  <a:pt x="1723948" y="1219200"/>
                </a:moveTo>
                <a:lnTo>
                  <a:pt x="1688909" y="1219200"/>
                </a:lnTo>
                <a:lnTo>
                  <a:pt x="1675028" y="1206500"/>
                </a:lnTo>
                <a:lnTo>
                  <a:pt x="1661629" y="1193800"/>
                </a:lnTo>
                <a:lnTo>
                  <a:pt x="1681505" y="1193800"/>
                </a:lnTo>
                <a:lnTo>
                  <a:pt x="1695272" y="1206500"/>
                </a:lnTo>
                <a:lnTo>
                  <a:pt x="1709280" y="1206500"/>
                </a:lnTo>
                <a:lnTo>
                  <a:pt x="1723948" y="1219200"/>
                </a:lnTo>
                <a:close/>
              </a:path>
              <a:path w="4427220" h="1384300">
                <a:moveTo>
                  <a:pt x="4242968" y="1206500"/>
                </a:moveTo>
                <a:lnTo>
                  <a:pt x="4185754" y="1206500"/>
                </a:lnTo>
                <a:lnTo>
                  <a:pt x="4197007" y="1193800"/>
                </a:lnTo>
                <a:lnTo>
                  <a:pt x="4253166" y="1193800"/>
                </a:lnTo>
                <a:lnTo>
                  <a:pt x="4242968" y="1206500"/>
                </a:lnTo>
                <a:close/>
              </a:path>
              <a:path w="4427220" h="1384300">
                <a:moveTo>
                  <a:pt x="4188523" y="1219200"/>
                </a:moveTo>
                <a:lnTo>
                  <a:pt x="4114355" y="1219200"/>
                </a:lnTo>
                <a:lnTo>
                  <a:pt x="4126852" y="1206500"/>
                </a:lnTo>
                <a:lnTo>
                  <a:pt x="4199851" y="1206500"/>
                </a:lnTo>
                <a:lnTo>
                  <a:pt x="4188523" y="1219200"/>
                </a:lnTo>
                <a:close/>
              </a:path>
              <a:path w="4427220" h="1384300">
                <a:moveTo>
                  <a:pt x="1754416" y="1231900"/>
                </a:moveTo>
                <a:lnTo>
                  <a:pt x="1718017" y="1231900"/>
                </a:lnTo>
                <a:lnTo>
                  <a:pt x="1703235" y="1219200"/>
                </a:lnTo>
                <a:lnTo>
                  <a:pt x="1738871" y="1219200"/>
                </a:lnTo>
                <a:lnTo>
                  <a:pt x="1754416" y="1231900"/>
                </a:lnTo>
                <a:close/>
              </a:path>
              <a:path w="4427220" h="1384300">
                <a:moveTo>
                  <a:pt x="3783076" y="1231900"/>
                </a:moveTo>
                <a:lnTo>
                  <a:pt x="3776243" y="1231900"/>
                </a:lnTo>
                <a:lnTo>
                  <a:pt x="3778669" y="1219200"/>
                </a:lnTo>
                <a:lnTo>
                  <a:pt x="3789908" y="1219200"/>
                </a:lnTo>
                <a:lnTo>
                  <a:pt x="3783076" y="1231900"/>
                </a:lnTo>
                <a:close/>
              </a:path>
              <a:path w="4427220" h="1384300">
                <a:moveTo>
                  <a:pt x="3788625" y="1231900"/>
                </a:moveTo>
                <a:lnTo>
                  <a:pt x="3783076" y="1231900"/>
                </a:lnTo>
                <a:lnTo>
                  <a:pt x="3789908" y="1219200"/>
                </a:lnTo>
                <a:lnTo>
                  <a:pt x="3788625" y="1231900"/>
                </a:lnTo>
                <a:close/>
              </a:path>
              <a:path w="4427220" h="1384300">
                <a:moveTo>
                  <a:pt x="4116095" y="1231900"/>
                </a:moveTo>
                <a:lnTo>
                  <a:pt x="3788625" y="1231900"/>
                </a:lnTo>
                <a:lnTo>
                  <a:pt x="3789908" y="1219200"/>
                </a:lnTo>
                <a:lnTo>
                  <a:pt x="4128668" y="1219200"/>
                </a:lnTo>
                <a:lnTo>
                  <a:pt x="4116095" y="1231900"/>
                </a:lnTo>
                <a:close/>
              </a:path>
              <a:path w="4427220" h="1384300">
                <a:moveTo>
                  <a:pt x="1803260" y="1257300"/>
                </a:moveTo>
                <a:lnTo>
                  <a:pt x="1764944" y="1257300"/>
                </a:lnTo>
                <a:lnTo>
                  <a:pt x="1748878" y="1244600"/>
                </a:lnTo>
                <a:lnTo>
                  <a:pt x="1733232" y="1231900"/>
                </a:lnTo>
                <a:lnTo>
                  <a:pt x="1754314" y="1231900"/>
                </a:lnTo>
                <a:lnTo>
                  <a:pt x="1770291" y="1244600"/>
                </a:lnTo>
                <a:lnTo>
                  <a:pt x="1786483" y="1244600"/>
                </a:lnTo>
                <a:lnTo>
                  <a:pt x="1803260" y="1257300"/>
                </a:lnTo>
                <a:close/>
              </a:path>
              <a:path w="4427220" h="1384300">
                <a:moveTo>
                  <a:pt x="3784777" y="1244600"/>
                </a:moveTo>
                <a:lnTo>
                  <a:pt x="3770668" y="1244600"/>
                </a:lnTo>
                <a:lnTo>
                  <a:pt x="3773004" y="1231900"/>
                </a:lnTo>
                <a:lnTo>
                  <a:pt x="3786898" y="1231900"/>
                </a:lnTo>
                <a:lnTo>
                  <a:pt x="3784777" y="1244600"/>
                </a:lnTo>
                <a:close/>
              </a:path>
              <a:path w="4427220" h="1384300">
                <a:moveTo>
                  <a:pt x="3779418" y="1257300"/>
                </a:moveTo>
                <a:lnTo>
                  <a:pt x="3765245" y="1257300"/>
                </a:lnTo>
                <a:lnTo>
                  <a:pt x="3768293" y="1244600"/>
                </a:lnTo>
                <a:lnTo>
                  <a:pt x="3782288" y="1244600"/>
                </a:lnTo>
                <a:lnTo>
                  <a:pt x="3779418" y="1257300"/>
                </a:lnTo>
                <a:close/>
              </a:path>
              <a:path w="4427220" h="1384300">
                <a:moveTo>
                  <a:pt x="1837804" y="1270000"/>
                </a:moveTo>
                <a:lnTo>
                  <a:pt x="1798294" y="1270000"/>
                </a:lnTo>
                <a:lnTo>
                  <a:pt x="1781416" y="1257300"/>
                </a:lnTo>
                <a:lnTo>
                  <a:pt x="1820252" y="1257300"/>
                </a:lnTo>
                <a:lnTo>
                  <a:pt x="1837804" y="1270000"/>
                </a:lnTo>
                <a:close/>
              </a:path>
              <a:path w="4427220" h="1384300">
                <a:moveTo>
                  <a:pt x="3772598" y="1270000"/>
                </a:moveTo>
                <a:lnTo>
                  <a:pt x="3754602" y="1270000"/>
                </a:lnTo>
                <a:lnTo>
                  <a:pt x="3758679" y="1257300"/>
                </a:lnTo>
                <a:lnTo>
                  <a:pt x="3776179" y="1257300"/>
                </a:lnTo>
                <a:lnTo>
                  <a:pt x="3772598" y="1270000"/>
                </a:lnTo>
                <a:close/>
              </a:path>
              <a:path w="4427220" h="1384300">
                <a:moveTo>
                  <a:pt x="1873846" y="1282700"/>
                </a:moveTo>
                <a:lnTo>
                  <a:pt x="1833194" y="1282700"/>
                </a:lnTo>
                <a:lnTo>
                  <a:pt x="1815553" y="1270000"/>
                </a:lnTo>
                <a:lnTo>
                  <a:pt x="1855558" y="1270000"/>
                </a:lnTo>
                <a:lnTo>
                  <a:pt x="1873846" y="1282700"/>
                </a:lnTo>
                <a:close/>
              </a:path>
              <a:path w="4427220" h="1384300">
                <a:moveTo>
                  <a:pt x="2885770" y="1282700"/>
                </a:moveTo>
                <a:lnTo>
                  <a:pt x="2835668" y="1282700"/>
                </a:lnTo>
                <a:lnTo>
                  <a:pt x="2840875" y="1270000"/>
                </a:lnTo>
                <a:lnTo>
                  <a:pt x="2868803" y="1270000"/>
                </a:lnTo>
                <a:lnTo>
                  <a:pt x="2885770" y="1282700"/>
                </a:lnTo>
                <a:close/>
              </a:path>
              <a:path w="4427220" h="1384300">
                <a:moveTo>
                  <a:pt x="3759758" y="1282700"/>
                </a:moveTo>
                <a:lnTo>
                  <a:pt x="3745852" y="1282700"/>
                </a:lnTo>
                <a:lnTo>
                  <a:pt x="3750589" y="1270000"/>
                </a:lnTo>
                <a:lnTo>
                  <a:pt x="3764368" y="1270000"/>
                </a:lnTo>
                <a:lnTo>
                  <a:pt x="3759758" y="1282700"/>
                </a:lnTo>
                <a:close/>
              </a:path>
              <a:path w="4427220" h="1384300">
                <a:moveTo>
                  <a:pt x="1911286" y="1295400"/>
                </a:moveTo>
                <a:lnTo>
                  <a:pt x="1869579" y="1295400"/>
                </a:lnTo>
                <a:lnTo>
                  <a:pt x="1851215" y="1282700"/>
                </a:lnTo>
                <a:lnTo>
                  <a:pt x="1892312" y="1282700"/>
                </a:lnTo>
                <a:lnTo>
                  <a:pt x="1911286" y="1295400"/>
                </a:lnTo>
                <a:close/>
              </a:path>
              <a:path w="4427220" h="1384300">
                <a:moveTo>
                  <a:pt x="2838183" y="1295400"/>
                </a:moveTo>
                <a:lnTo>
                  <a:pt x="2819019" y="1295400"/>
                </a:lnTo>
                <a:lnTo>
                  <a:pt x="2824962" y="1282700"/>
                </a:lnTo>
                <a:lnTo>
                  <a:pt x="2843796" y="1282700"/>
                </a:lnTo>
                <a:lnTo>
                  <a:pt x="2838183" y="1295400"/>
                </a:lnTo>
                <a:close/>
              </a:path>
              <a:path w="4427220" h="1384300">
                <a:moveTo>
                  <a:pt x="2920682" y="1295400"/>
                </a:moveTo>
                <a:lnTo>
                  <a:pt x="2881223" y="1295400"/>
                </a:lnTo>
                <a:lnTo>
                  <a:pt x="2864154" y="1282700"/>
                </a:lnTo>
                <a:lnTo>
                  <a:pt x="2902940" y="1282700"/>
                </a:lnTo>
                <a:lnTo>
                  <a:pt x="2920682" y="1295400"/>
                </a:lnTo>
                <a:close/>
              </a:path>
              <a:path w="4427220" h="1384300">
                <a:moveTo>
                  <a:pt x="3749548" y="1295400"/>
                </a:moveTo>
                <a:lnTo>
                  <a:pt x="3730294" y="1295400"/>
                </a:lnTo>
                <a:lnTo>
                  <a:pt x="3735997" y="1282700"/>
                </a:lnTo>
                <a:lnTo>
                  <a:pt x="3754818" y="1282700"/>
                </a:lnTo>
                <a:lnTo>
                  <a:pt x="3749548" y="1295400"/>
                </a:lnTo>
                <a:close/>
              </a:path>
              <a:path w="4427220" h="1384300">
                <a:moveTo>
                  <a:pt x="1950059" y="1308100"/>
                </a:moveTo>
                <a:lnTo>
                  <a:pt x="1907362" y="1308100"/>
                </a:lnTo>
                <a:lnTo>
                  <a:pt x="1888299" y="1295400"/>
                </a:lnTo>
                <a:lnTo>
                  <a:pt x="1930438" y="1295400"/>
                </a:lnTo>
                <a:lnTo>
                  <a:pt x="1950059" y="1308100"/>
                </a:lnTo>
                <a:close/>
              </a:path>
              <a:path w="4427220" h="1384300">
                <a:moveTo>
                  <a:pt x="2819895" y="1308100"/>
                </a:moveTo>
                <a:lnTo>
                  <a:pt x="2793453" y="1308100"/>
                </a:lnTo>
                <a:lnTo>
                  <a:pt x="2800337" y="1295400"/>
                </a:lnTo>
                <a:lnTo>
                  <a:pt x="2826219" y="1295400"/>
                </a:lnTo>
                <a:lnTo>
                  <a:pt x="2819895" y="1308100"/>
                </a:lnTo>
                <a:close/>
              </a:path>
              <a:path w="4427220" h="1384300">
                <a:moveTo>
                  <a:pt x="2957093" y="1308100"/>
                </a:moveTo>
                <a:lnTo>
                  <a:pt x="2916516" y="1308100"/>
                </a:lnTo>
                <a:lnTo>
                  <a:pt x="2898673" y="1295400"/>
                </a:lnTo>
                <a:lnTo>
                  <a:pt x="2938614" y="1295400"/>
                </a:lnTo>
                <a:lnTo>
                  <a:pt x="2957093" y="1308100"/>
                </a:lnTo>
                <a:close/>
              </a:path>
              <a:path w="4427220" h="1384300">
                <a:moveTo>
                  <a:pt x="3731895" y="1308100"/>
                </a:moveTo>
                <a:lnTo>
                  <a:pt x="3711930" y="1308100"/>
                </a:lnTo>
                <a:lnTo>
                  <a:pt x="3718534" y="1295400"/>
                </a:lnTo>
                <a:lnTo>
                  <a:pt x="3738079" y="1295400"/>
                </a:lnTo>
                <a:lnTo>
                  <a:pt x="3731895" y="1308100"/>
                </a:lnTo>
                <a:close/>
              </a:path>
              <a:path w="4427220" h="1384300">
                <a:moveTo>
                  <a:pt x="1990077" y="1320800"/>
                </a:moveTo>
                <a:lnTo>
                  <a:pt x="1946465" y="1320800"/>
                </a:lnTo>
                <a:lnTo>
                  <a:pt x="1926755" y="1308100"/>
                </a:lnTo>
                <a:lnTo>
                  <a:pt x="1969846" y="1308100"/>
                </a:lnTo>
                <a:lnTo>
                  <a:pt x="1990077" y="1320800"/>
                </a:lnTo>
                <a:close/>
              </a:path>
              <a:path w="4427220" h="1384300">
                <a:moveTo>
                  <a:pt x="2799537" y="1320800"/>
                </a:moveTo>
                <a:lnTo>
                  <a:pt x="2771889" y="1320800"/>
                </a:lnTo>
                <a:lnTo>
                  <a:pt x="2779420" y="1308100"/>
                </a:lnTo>
                <a:lnTo>
                  <a:pt x="2806547" y="1308100"/>
                </a:lnTo>
                <a:lnTo>
                  <a:pt x="2799537" y="1320800"/>
                </a:lnTo>
                <a:close/>
              </a:path>
              <a:path w="4427220" h="1384300">
                <a:moveTo>
                  <a:pt x="2994914" y="1320800"/>
                </a:moveTo>
                <a:lnTo>
                  <a:pt x="2953296" y="1320800"/>
                </a:lnTo>
                <a:lnTo>
                  <a:pt x="2934728" y="1308100"/>
                </a:lnTo>
                <a:lnTo>
                  <a:pt x="2975736" y="1308100"/>
                </a:lnTo>
                <a:lnTo>
                  <a:pt x="2994914" y="1320800"/>
                </a:lnTo>
                <a:close/>
              </a:path>
              <a:path w="4427220" h="1384300">
                <a:moveTo>
                  <a:pt x="3711549" y="1320800"/>
                </a:moveTo>
                <a:lnTo>
                  <a:pt x="3683266" y="1320800"/>
                </a:lnTo>
                <a:lnTo>
                  <a:pt x="3691013" y="1308100"/>
                </a:lnTo>
                <a:lnTo>
                  <a:pt x="3718623" y="1308100"/>
                </a:lnTo>
                <a:lnTo>
                  <a:pt x="3711549" y="1320800"/>
                </a:lnTo>
                <a:close/>
              </a:path>
              <a:path w="4427220" h="1384300">
                <a:moveTo>
                  <a:pt x="2031263" y="1333500"/>
                </a:moveTo>
                <a:lnTo>
                  <a:pt x="1986800" y="1333500"/>
                </a:lnTo>
                <a:lnTo>
                  <a:pt x="1966480" y="1320800"/>
                </a:lnTo>
                <a:lnTo>
                  <a:pt x="2010448" y="1320800"/>
                </a:lnTo>
                <a:lnTo>
                  <a:pt x="2031263" y="1333500"/>
                </a:lnTo>
                <a:close/>
              </a:path>
              <a:path w="4427220" h="1384300">
                <a:moveTo>
                  <a:pt x="2769336" y="1333500"/>
                </a:moveTo>
                <a:lnTo>
                  <a:pt x="2740075" y="1333500"/>
                </a:lnTo>
                <a:lnTo>
                  <a:pt x="2748457" y="1320800"/>
                </a:lnTo>
                <a:lnTo>
                  <a:pt x="2777210" y="1320800"/>
                </a:lnTo>
                <a:lnTo>
                  <a:pt x="2769336" y="1333500"/>
                </a:lnTo>
                <a:close/>
              </a:path>
              <a:path w="4427220" h="1384300">
                <a:moveTo>
                  <a:pt x="3054045" y="1333500"/>
                </a:moveTo>
                <a:lnTo>
                  <a:pt x="2991472" y="1333500"/>
                </a:lnTo>
                <a:lnTo>
                  <a:pt x="2972219" y="1320800"/>
                </a:lnTo>
                <a:lnTo>
                  <a:pt x="3033941" y="1320800"/>
                </a:lnTo>
                <a:lnTo>
                  <a:pt x="3054045" y="1333500"/>
                </a:lnTo>
                <a:close/>
              </a:path>
              <a:path w="4427220" h="1384300">
                <a:moveTo>
                  <a:pt x="3688664" y="1333500"/>
                </a:moveTo>
                <a:lnTo>
                  <a:pt x="3658806" y="1333500"/>
                </a:lnTo>
                <a:lnTo>
                  <a:pt x="3667366" y="1320800"/>
                </a:lnTo>
                <a:lnTo>
                  <a:pt x="3696576" y="1320800"/>
                </a:lnTo>
                <a:lnTo>
                  <a:pt x="3688664" y="1333500"/>
                </a:lnTo>
                <a:close/>
              </a:path>
              <a:path w="4427220" h="1384300">
                <a:moveTo>
                  <a:pt x="2095055" y="1346200"/>
                </a:moveTo>
                <a:lnTo>
                  <a:pt x="2028304" y="1346200"/>
                </a:lnTo>
                <a:lnTo>
                  <a:pt x="2007412" y="1333500"/>
                </a:lnTo>
                <a:lnTo>
                  <a:pt x="2073452" y="1333500"/>
                </a:lnTo>
                <a:lnTo>
                  <a:pt x="2095055" y="1346200"/>
                </a:lnTo>
                <a:close/>
              </a:path>
              <a:path w="4427220" h="1384300">
                <a:moveTo>
                  <a:pt x="2744457" y="1346200"/>
                </a:moveTo>
                <a:lnTo>
                  <a:pt x="2686202" y="1346200"/>
                </a:lnTo>
                <a:lnTo>
                  <a:pt x="2705112" y="1333500"/>
                </a:lnTo>
                <a:lnTo>
                  <a:pt x="2752979" y="1333500"/>
                </a:lnTo>
                <a:lnTo>
                  <a:pt x="2744457" y="1346200"/>
                </a:lnTo>
                <a:close/>
              </a:path>
              <a:path w="4427220" h="1384300">
                <a:moveTo>
                  <a:pt x="3115767" y="1346200"/>
                </a:moveTo>
                <a:lnTo>
                  <a:pt x="3051136" y="1346200"/>
                </a:lnTo>
                <a:lnTo>
                  <a:pt x="3030943" y="1333500"/>
                </a:lnTo>
                <a:lnTo>
                  <a:pt x="3094837" y="1333500"/>
                </a:lnTo>
                <a:lnTo>
                  <a:pt x="3115767" y="1346200"/>
                </a:lnTo>
                <a:close/>
              </a:path>
              <a:path w="4427220" h="1384300">
                <a:moveTo>
                  <a:pt x="3663365" y="1346200"/>
                </a:moveTo>
                <a:lnTo>
                  <a:pt x="3622497" y="1346200"/>
                </a:lnTo>
                <a:lnTo>
                  <a:pt x="3632073" y="1333500"/>
                </a:lnTo>
                <a:lnTo>
                  <a:pt x="3672052" y="1333500"/>
                </a:lnTo>
                <a:lnTo>
                  <a:pt x="3663365" y="1346200"/>
                </a:lnTo>
                <a:close/>
              </a:path>
              <a:path w="4427220" h="1384300">
                <a:moveTo>
                  <a:pt x="2161006" y="1358900"/>
                </a:moveTo>
                <a:lnTo>
                  <a:pt x="2092553" y="1358900"/>
                </a:lnTo>
                <a:lnTo>
                  <a:pt x="2070887" y="1346200"/>
                </a:lnTo>
                <a:lnTo>
                  <a:pt x="2138718" y="1346200"/>
                </a:lnTo>
                <a:lnTo>
                  <a:pt x="2161006" y="1358900"/>
                </a:lnTo>
                <a:close/>
              </a:path>
              <a:path w="4427220" h="1384300">
                <a:moveTo>
                  <a:pt x="2689504" y="1358900"/>
                </a:moveTo>
                <a:lnTo>
                  <a:pt x="2646565" y="1358900"/>
                </a:lnTo>
                <a:lnTo>
                  <a:pt x="2666911" y="1346200"/>
                </a:lnTo>
                <a:lnTo>
                  <a:pt x="2708579" y="1346200"/>
                </a:lnTo>
                <a:lnTo>
                  <a:pt x="2689504" y="1358900"/>
                </a:lnTo>
                <a:close/>
              </a:path>
              <a:path w="4427220" h="1384300">
                <a:moveTo>
                  <a:pt x="3173298" y="1358900"/>
                </a:moveTo>
                <a:lnTo>
                  <a:pt x="3113392" y="1358900"/>
                </a:lnTo>
                <a:lnTo>
                  <a:pt x="3092373" y="1346200"/>
                </a:lnTo>
                <a:lnTo>
                  <a:pt x="3158121" y="1346200"/>
                </a:lnTo>
                <a:lnTo>
                  <a:pt x="3173298" y="1358900"/>
                </a:lnTo>
                <a:close/>
              </a:path>
              <a:path w="4427220" h="1384300">
                <a:moveTo>
                  <a:pt x="3616147" y="1358900"/>
                </a:moveTo>
                <a:lnTo>
                  <a:pt x="3560800" y="1358900"/>
                </a:lnTo>
                <a:lnTo>
                  <a:pt x="3571748" y="1346200"/>
                </a:lnTo>
                <a:lnTo>
                  <a:pt x="3626065" y="1346200"/>
                </a:lnTo>
                <a:lnTo>
                  <a:pt x="3616147" y="1358900"/>
                </a:lnTo>
                <a:close/>
              </a:path>
              <a:path w="4427220" h="1384300">
                <a:moveTo>
                  <a:pt x="2275319" y="1371600"/>
                </a:moveTo>
                <a:lnTo>
                  <a:pt x="2158987" y="1371600"/>
                </a:lnTo>
                <a:lnTo>
                  <a:pt x="2136609" y="1358900"/>
                </a:lnTo>
                <a:lnTo>
                  <a:pt x="2247036" y="1358900"/>
                </a:lnTo>
                <a:lnTo>
                  <a:pt x="2275319" y="1371600"/>
                </a:lnTo>
                <a:close/>
              </a:path>
              <a:path w="4427220" h="1384300">
                <a:moveTo>
                  <a:pt x="2649181" y="1371600"/>
                </a:moveTo>
                <a:lnTo>
                  <a:pt x="2559177" y="1371600"/>
                </a:lnTo>
                <a:lnTo>
                  <a:pt x="2582113" y="1358900"/>
                </a:lnTo>
                <a:lnTo>
                  <a:pt x="2669692" y="1358900"/>
                </a:lnTo>
                <a:lnTo>
                  <a:pt x="2649181" y="1371600"/>
                </a:lnTo>
                <a:close/>
              </a:path>
              <a:path w="4427220" h="1384300">
                <a:moveTo>
                  <a:pt x="3291255" y="1371600"/>
                </a:moveTo>
                <a:lnTo>
                  <a:pt x="3171405" y="1371600"/>
                </a:lnTo>
                <a:lnTo>
                  <a:pt x="3156153" y="1358900"/>
                </a:lnTo>
                <a:lnTo>
                  <a:pt x="3276790" y="1358900"/>
                </a:lnTo>
                <a:lnTo>
                  <a:pt x="3291255" y="1371600"/>
                </a:lnTo>
                <a:close/>
              </a:path>
              <a:path w="4427220" h="1384300">
                <a:moveTo>
                  <a:pt x="3563137" y="1371600"/>
                </a:moveTo>
                <a:lnTo>
                  <a:pt x="3466731" y="1371600"/>
                </a:lnTo>
                <a:lnTo>
                  <a:pt x="3479228" y="1358900"/>
                </a:lnTo>
                <a:lnTo>
                  <a:pt x="3574173" y="1358900"/>
                </a:lnTo>
                <a:lnTo>
                  <a:pt x="3563137" y="1371600"/>
                </a:lnTo>
                <a:close/>
              </a:path>
              <a:path w="4427220" h="1384300">
                <a:moveTo>
                  <a:pt x="2560612" y="1384300"/>
                </a:moveTo>
                <a:lnTo>
                  <a:pt x="2274100" y="1384300"/>
                </a:lnTo>
                <a:lnTo>
                  <a:pt x="2245715" y="1371600"/>
                </a:lnTo>
                <a:lnTo>
                  <a:pt x="2583688" y="1371600"/>
                </a:lnTo>
                <a:lnTo>
                  <a:pt x="2560612" y="1384300"/>
                </a:lnTo>
                <a:close/>
              </a:path>
              <a:path w="4427220" h="1384300">
                <a:moveTo>
                  <a:pt x="3467709" y="1384300"/>
                </a:moveTo>
                <a:lnTo>
                  <a:pt x="3290366" y="1384300"/>
                </a:lnTo>
                <a:lnTo>
                  <a:pt x="3275825" y="1371600"/>
                </a:lnTo>
                <a:lnTo>
                  <a:pt x="3480282" y="1371600"/>
                </a:lnTo>
                <a:lnTo>
                  <a:pt x="3467709" y="13843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5750280" y="3716020"/>
            <a:ext cx="4097870" cy="1293888"/>
          </a:xfrm>
          <a:prstGeom prst="rect">
            <a:avLst/>
          </a:prstGeom>
          <a:blipFill>
            <a:blip r:embed="rId2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 txBox="1"/>
          <p:nvPr/>
        </p:nvSpPr>
        <p:spPr>
          <a:xfrm rot="540000">
            <a:off x="6398511" y="3826560"/>
            <a:ext cx="2466710" cy="40386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3180"/>
              </a:lnSpc>
            </a:pPr>
            <a:r>
              <a:rPr dirty="0" baseline="1763" sz="4725" spc="15" b="1">
                <a:solidFill>
                  <a:srgbClr val="FF0000"/>
                </a:solidFill>
                <a:latin typeface="黑体"/>
                <a:cs typeface="黑体"/>
              </a:rPr>
              <a:t>若</a:t>
            </a:r>
            <a:r>
              <a:rPr dirty="0" sz="3150" spc="10" b="1">
                <a:solidFill>
                  <a:srgbClr val="FF0000"/>
                </a:solidFill>
                <a:latin typeface="黑体"/>
                <a:cs typeface="黑体"/>
              </a:rPr>
              <a:t>不是中</a:t>
            </a:r>
            <a:r>
              <a:rPr dirty="0" sz="3150" spc="10" b="1">
                <a:solidFill>
                  <a:srgbClr val="FF0000"/>
                </a:solidFill>
                <a:latin typeface="黑体"/>
                <a:cs typeface="黑体"/>
              </a:rPr>
              <a:t>性</a:t>
            </a:r>
            <a:r>
              <a:rPr dirty="0" sz="3150" spc="20" b="1">
                <a:solidFill>
                  <a:srgbClr val="FF0000"/>
                </a:solidFill>
                <a:latin typeface="黑体"/>
                <a:cs typeface="黑体"/>
              </a:rPr>
              <a:t>面</a:t>
            </a:r>
            <a:endParaRPr sz="3150">
              <a:latin typeface="黑体"/>
              <a:cs typeface="黑体"/>
            </a:endParaRPr>
          </a:p>
        </p:txBody>
      </p:sp>
      <p:sp>
        <p:nvSpPr>
          <p:cNvPr id="35" name="object 35"/>
          <p:cNvSpPr txBox="1"/>
          <p:nvPr/>
        </p:nvSpPr>
        <p:spPr>
          <a:xfrm rot="540000">
            <a:off x="6322223" y="4308233"/>
            <a:ext cx="2466710" cy="40386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3180"/>
              </a:lnSpc>
            </a:pPr>
            <a:r>
              <a:rPr dirty="0" baseline="1763" sz="4725" spc="15" b="1">
                <a:solidFill>
                  <a:srgbClr val="FF0000"/>
                </a:solidFill>
                <a:latin typeface="黑体"/>
                <a:cs typeface="黑体"/>
              </a:rPr>
              <a:t>开</a:t>
            </a:r>
            <a:r>
              <a:rPr dirty="0" sz="3150" spc="10" b="1">
                <a:solidFill>
                  <a:srgbClr val="FF0000"/>
                </a:solidFill>
                <a:latin typeface="黑体"/>
                <a:cs typeface="黑体"/>
              </a:rPr>
              <a:t>始计时</a:t>
            </a:r>
            <a:r>
              <a:rPr dirty="0" sz="3150" spc="10" b="1">
                <a:solidFill>
                  <a:srgbClr val="FF0000"/>
                </a:solidFill>
                <a:latin typeface="黑体"/>
                <a:cs typeface="黑体"/>
              </a:rPr>
              <a:t>呢</a:t>
            </a:r>
            <a:r>
              <a:rPr dirty="0" sz="3150" spc="20" b="1">
                <a:solidFill>
                  <a:srgbClr val="FF0000"/>
                </a:solidFill>
                <a:latin typeface="黑体"/>
                <a:cs typeface="黑体"/>
              </a:rPr>
              <a:t>？</a:t>
            </a:r>
            <a:endParaRPr sz="3150">
              <a:latin typeface="黑体"/>
              <a:cs typeface="黑体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5329872" y="274637"/>
            <a:ext cx="5859145" cy="1104900"/>
          </a:xfrm>
          <a:custGeom>
            <a:avLst/>
            <a:gdLst/>
            <a:ahLst/>
            <a:cxnLst/>
            <a:rect l="l" t="t" r="r" b="b"/>
            <a:pathLst>
              <a:path w="5859145" h="1104900">
                <a:moveTo>
                  <a:pt x="5675325" y="1104900"/>
                </a:moveTo>
                <a:lnTo>
                  <a:pt x="183819" y="1104900"/>
                </a:lnTo>
                <a:lnTo>
                  <a:pt x="154749" y="1101090"/>
                </a:lnTo>
                <a:lnTo>
                  <a:pt x="118351" y="1089660"/>
                </a:lnTo>
                <a:lnTo>
                  <a:pt x="77825" y="1066800"/>
                </a:lnTo>
                <a:lnTo>
                  <a:pt x="44246" y="1033780"/>
                </a:lnTo>
                <a:lnTo>
                  <a:pt x="38506" y="1027430"/>
                </a:lnTo>
                <a:lnTo>
                  <a:pt x="33096" y="1019810"/>
                </a:lnTo>
                <a:lnTo>
                  <a:pt x="28054" y="1012190"/>
                </a:lnTo>
                <a:lnTo>
                  <a:pt x="23393" y="1003300"/>
                </a:lnTo>
                <a:lnTo>
                  <a:pt x="19113" y="995680"/>
                </a:lnTo>
                <a:lnTo>
                  <a:pt x="3937" y="949960"/>
                </a:lnTo>
                <a:lnTo>
                  <a:pt x="0" y="911860"/>
                </a:lnTo>
                <a:lnTo>
                  <a:pt x="0" y="193040"/>
                </a:lnTo>
                <a:lnTo>
                  <a:pt x="3937" y="153670"/>
                </a:lnTo>
                <a:lnTo>
                  <a:pt x="19113" y="109220"/>
                </a:lnTo>
                <a:lnTo>
                  <a:pt x="44246" y="69850"/>
                </a:lnTo>
                <a:lnTo>
                  <a:pt x="77825" y="38100"/>
                </a:lnTo>
                <a:lnTo>
                  <a:pt x="109766" y="19050"/>
                </a:lnTo>
                <a:lnTo>
                  <a:pt x="118351" y="13970"/>
                </a:lnTo>
                <a:lnTo>
                  <a:pt x="127152" y="11429"/>
                </a:lnTo>
                <a:lnTo>
                  <a:pt x="136169" y="7620"/>
                </a:lnTo>
                <a:lnTo>
                  <a:pt x="145364" y="5079"/>
                </a:lnTo>
                <a:lnTo>
                  <a:pt x="154749" y="3810"/>
                </a:lnTo>
                <a:lnTo>
                  <a:pt x="164287" y="1270"/>
                </a:lnTo>
                <a:lnTo>
                  <a:pt x="173989" y="0"/>
                </a:lnTo>
                <a:lnTo>
                  <a:pt x="5685155" y="0"/>
                </a:lnTo>
                <a:lnTo>
                  <a:pt x="5694857" y="1270"/>
                </a:lnTo>
                <a:lnTo>
                  <a:pt x="5704395" y="3810"/>
                </a:lnTo>
                <a:lnTo>
                  <a:pt x="5713780" y="5079"/>
                </a:lnTo>
                <a:lnTo>
                  <a:pt x="5722975" y="7620"/>
                </a:lnTo>
                <a:lnTo>
                  <a:pt x="5731992" y="11429"/>
                </a:lnTo>
                <a:lnTo>
                  <a:pt x="5740793" y="13970"/>
                </a:lnTo>
                <a:lnTo>
                  <a:pt x="5749378" y="19050"/>
                </a:lnTo>
                <a:lnTo>
                  <a:pt x="5757735" y="22860"/>
                </a:lnTo>
                <a:lnTo>
                  <a:pt x="5765850" y="27939"/>
                </a:lnTo>
                <a:lnTo>
                  <a:pt x="185635" y="27939"/>
                </a:lnTo>
                <a:lnTo>
                  <a:pt x="176517" y="29210"/>
                </a:lnTo>
                <a:lnTo>
                  <a:pt x="168960" y="29210"/>
                </a:lnTo>
                <a:lnTo>
                  <a:pt x="160121" y="31750"/>
                </a:lnTo>
                <a:lnTo>
                  <a:pt x="160820" y="31750"/>
                </a:lnTo>
                <a:lnTo>
                  <a:pt x="152133" y="33020"/>
                </a:lnTo>
                <a:lnTo>
                  <a:pt x="152831" y="33020"/>
                </a:lnTo>
                <a:lnTo>
                  <a:pt x="144310" y="35560"/>
                </a:lnTo>
                <a:lnTo>
                  <a:pt x="144983" y="35560"/>
                </a:lnTo>
                <a:lnTo>
                  <a:pt x="136651" y="38100"/>
                </a:lnTo>
                <a:lnTo>
                  <a:pt x="137312" y="38100"/>
                </a:lnTo>
                <a:lnTo>
                  <a:pt x="129159" y="40639"/>
                </a:lnTo>
                <a:lnTo>
                  <a:pt x="129806" y="40639"/>
                </a:lnTo>
                <a:lnTo>
                  <a:pt x="121856" y="44450"/>
                </a:lnTo>
                <a:lnTo>
                  <a:pt x="122478" y="44450"/>
                </a:lnTo>
                <a:lnTo>
                  <a:pt x="114744" y="48260"/>
                </a:lnTo>
                <a:lnTo>
                  <a:pt x="115341" y="48260"/>
                </a:lnTo>
                <a:lnTo>
                  <a:pt x="107835" y="52070"/>
                </a:lnTo>
                <a:lnTo>
                  <a:pt x="108419" y="52070"/>
                </a:lnTo>
                <a:lnTo>
                  <a:pt x="101142" y="55879"/>
                </a:lnTo>
                <a:lnTo>
                  <a:pt x="101701" y="55879"/>
                </a:lnTo>
                <a:lnTo>
                  <a:pt x="94665" y="60960"/>
                </a:lnTo>
                <a:lnTo>
                  <a:pt x="95211" y="60960"/>
                </a:lnTo>
                <a:lnTo>
                  <a:pt x="88430" y="66039"/>
                </a:lnTo>
                <a:lnTo>
                  <a:pt x="88963" y="66039"/>
                </a:lnTo>
                <a:lnTo>
                  <a:pt x="82448" y="71120"/>
                </a:lnTo>
                <a:lnTo>
                  <a:pt x="82956" y="71120"/>
                </a:lnTo>
                <a:lnTo>
                  <a:pt x="76720" y="76200"/>
                </a:lnTo>
                <a:lnTo>
                  <a:pt x="77203" y="76200"/>
                </a:lnTo>
                <a:lnTo>
                  <a:pt x="72448" y="81279"/>
                </a:lnTo>
                <a:lnTo>
                  <a:pt x="71716" y="81279"/>
                </a:lnTo>
                <a:lnTo>
                  <a:pt x="67017" y="87629"/>
                </a:lnTo>
                <a:lnTo>
                  <a:pt x="66509" y="87629"/>
                </a:lnTo>
                <a:lnTo>
                  <a:pt x="61175" y="93979"/>
                </a:lnTo>
                <a:lnTo>
                  <a:pt x="61594" y="93979"/>
                </a:lnTo>
                <a:lnTo>
                  <a:pt x="57425" y="100329"/>
                </a:lnTo>
                <a:lnTo>
                  <a:pt x="56972" y="100329"/>
                </a:lnTo>
                <a:lnTo>
                  <a:pt x="53077" y="106679"/>
                </a:lnTo>
                <a:lnTo>
                  <a:pt x="52654" y="106679"/>
                </a:lnTo>
                <a:lnTo>
                  <a:pt x="48336" y="114300"/>
                </a:lnTo>
                <a:lnTo>
                  <a:pt x="48666" y="114300"/>
                </a:lnTo>
                <a:lnTo>
                  <a:pt x="45364" y="120650"/>
                </a:lnTo>
                <a:lnTo>
                  <a:pt x="45008" y="120650"/>
                </a:lnTo>
                <a:lnTo>
                  <a:pt x="41928" y="128270"/>
                </a:lnTo>
                <a:lnTo>
                  <a:pt x="41681" y="128270"/>
                </a:lnTo>
                <a:lnTo>
                  <a:pt x="38927" y="135890"/>
                </a:lnTo>
                <a:lnTo>
                  <a:pt x="38709" y="135890"/>
                </a:lnTo>
                <a:lnTo>
                  <a:pt x="36292" y="143509"/>
                </a:lnTo>
                <a:lnTo>
                  <a:pt x="36106" y="143509"/>
                </a:lnTo>
                <a:lnTo>
                  <a:pt x="34026" y="151129"/>
                </a:lnTo>
                <a:lnTo>
                  <a:pt x="33858" y="151129"/>
                </a:lnTo>
                <a:lnTo>
                  <a:pt x="31851" y="160020"/>
                </a:lnTo>
                <a:lnTo>
                  <a:pt x="32003" y="160020"/>
                </a:lnTo>
                <a:lnTo>
                  <a:pt x="30643" y="167640"/>
                </a:lnTo>
                <a:lnTo>
                  <a:pt x="29551" y="175259"/>
                </a:lnTo>
                <a:lnTo>
                  <a:pt x="28852" y="184150"/>
                </a:lnTo>
                <a:lnTo>
                  <a:pt x="28575" y="193040"/>
                </a:lnTo>
                <a:lnTo>
                  <a:pt x="28607" y="911860"/>
                </a:lnTo>
                <a:lnTo>
                  <a:pt x="28803" y="919480"/>
                </a:lnTo>
                <a:lnTo>
                  <a:pt x="29463" y="928369"/>
                </a:lnTo>
                <a:lnTo>
                  <a:pt x="30530" y="937260"/>
                </a:lnTo>
                <a:lnTo>
                  <a:pt x="32003" y="944880"/>
                </a:lnTo>
                <a:lnTo>
                  <a:pt x="32138" y="944880"/>
                </a:lnTo>
                <a:lnTo>
                  <a:pt x="33858" y="952500"/>
                </a:lnTo>
                <a:lnTo>
                  <a:pt x="33680" y="952500"/>
                </a:lnTo>
                <a:lnTo>
                  <a:pt x="36106" y="960119"/>
                </a:lnTo>
                <a:lnTo>
                  <a:pt x="35890" y="960119"/>
                </a:lnTo>
                <a:lnTo>
                  <a:pt x="38709" y="967740"/>
                </a:lnTo>
                <a:lnTo>
                  <a:pt x="38468" y="967740"/>
                </a:lnTo>
                <a:lnTo>
                  <a:pt x="41681" y="975360"/>
                </a:lnTo>
                <a:lnTo>
                  <a:pt x="41414" y="975360"/>
                </a:lnTo>
                <a:lnTo>
                  <a:pt x="45008" y="982980"/>
                </a:lnTo>
                <a:lnTo>
                  <a:pt x="44703" y="982980"/>
                </a:lnTo>
                <a:lnTo>
                  <a:pt x="48666" y="990600"/>
                </a:lnTo>
                <a:lnTo>
                  <a:pt x="49055" y="990600"/>
                </a:lnTo>
                <a:lnTo>
                  <a:pt x="52654" y="996950"/>
                </a:lnTo>
                <a:lnTo>
                  <a:pt x="52298" y="996950"/>
                </a:lnTo>
                <a:lnTo>
                  <a:pt x="56972" y="1003300"/>
                </a:lnTo>
                <a:lnTo>
                  <a:pt x="56591" y="1003300"/>
                </a:lnTo>
                <a:lnTo>
                  <a:pt x="61594" y="1009650"/>
                </a:lnTo>
                <a:lnTo>
                  <a:pt x="61175" y="1009650"/>
                </a:lnTo>
                <a:lnTo>
                  <a:pt x="66509" y="1016000"/>
                </a:lnTo>
                <a:lnTo>
                  <a:pt x="66078" y="1016000"/>
                </a:lnTo>
                <a:lnTo>
                  <a:pt x="71716" y="1022350"/>
                </a:lnTo>
                <a:lnTo>
                  <a:pt x="71259" y="1022350"/>
                </a:lnTo>
                <a:lnTo>
                  <a:pt x="77203" y="1028700"/>
                </a:lnTo>
                <a:lnTo>
                  <a:pt x="77967" y="1028700"/>
                </a:lnTo>
                <a:lnTo>
                  <a:pt x="82956" y="1033780"/>
                </a:lnTo>
                <a:lnTo>
                  <a:pt x="82448" y="1033780"/>
                </a:lnTo>
                <a:lnTo>
                  <a:pt x="88963" y="1038860"/>
                </a:lnTo>
                <a:lnTo>
                  <a:pt x="88430" y="1038860"/>
                </a:lnTo>
                <a:lnTo>
                  <a:pt x="95211" y="1043940"/>
                </a:lnTo>
                <a:lnTo>
                  <a:pt x="94665" y="1043940"/>
                </a:lnTo>
                <a:lnTo>
                  <a:pt x="101701" y="1047750"/>
                </a:lnTo>
                <a:lnTo>
                  <a:pt x="101142" y="1047750"/>
                </a:lnTo>
                <a:lnTo>
                  <a:pt x="108419" y="1052830"/>
                </a:lnTo>
                <a:lnTo>
                  <a:pt x="107835" y="1052830"/>
                </a:lnTo>
                <a:lnTo>
                  <a:pt x="115341" y="1056640"/>
                </a:lnTo>
                <a:lnTo>
                  <a:pt x="114744" y="1056640"/>
                </a:lnTo>
                <a:lnTo>
                  <a:pt x="122478" y="1060450"/>
                </a:lnTo>
                <a:lnTo>
                  <a:pt x="121856" y="1060450"/>
                </a:lnTo>
                <a:lnTo>
                  <a:pt x="129806" y="1062990"/>
                </a:lnTo>
                <a:lnTo>
                  <a:pt x="129159" y="1062990"/>
                </a:lnTo>
                <a:lnTo>
                  <a:pt x="137312" y="1066800"/>
                </a:lnTo>
                <a:lnTo>
                  <a:pt x="136651" y="1066800"/>
                </a:lnTo>
                <a:lnTo>
                  <a:pt x="144983" y="1069340"/>
                </a:lnTo>
                <a:lnTo>
                  <a:pt x="144310" y="1069340"/>
                </a:lnTo>
                <a:lnTo>
                  <a:pt x="152831" y="1070610"/>
                </a:lnTo>
                <a:lnTo>
                  <a:pt x="152133" y="1070610"/>
                </a:lnTo>
                <a:lnTo>
                  <a:pt x="160820" y="1073150"/>
                </a:lnTo>
                <a:lnTo>
                  <a:pt x="160121" y="1073150"/>
                </a:lnTo>
                <a:lnTo>
                  <a:pt x="168960" y="1074420"/>
                </a:lnTo>
                <a:lnTo>
                  <a:pt x="168249" y="1074420"/>
                </a:lnTo>
                <a:lnTo>
                  <a:pt x="177228" y="1075690"/>
                </a:lnTo>
                <a:lnTo>
                  <a:pt x="184912" y="1075690"/>
                </a:lnTo>
                <a:lnTo>
                  <a:pt x="194144" y="1076960"/>
                </a:lnTo>
                <a:lnTo>
                  <a:pt x="5765850" y="1076960"/>
                </a:lnTo>
                <a:lnTo>
                  <a:pt x="5757735" y="1082040"/>
                </a:lnTo>
                <a:lnTo>
                  <a:pt x="5749378" y="1085850"/>
                </a:lnTo>
                <a:lnTo>
                  <a:pt x="5740793" y="1089660"/>
                </a:lnTo>
                <a:lnTo>
                  <a:pt x="5731992" y="1093470"/>
                </a:lnTo>
                <a:lnTo>
                  <a:pt x="5704395" y="1101090"/>
                </a:lnTo>
                <a:lnTo>
                  <a:pt x="5675325" y="1104900"/>
                </a:lnTo>
                <a:close/>
              </a:path>
              <a:path w="5859145" h="1104900">
                <a:moveTo>
                  <a:pt x="5787885" y="82550"/>
                </a:moveTo>
                <a:lnTo>
                  <a:pt x="5781941" y="76200"/>
                </a:lnTo>
                <a:lnTo>
                  <a:pt x="5782424" y="76200"/>
                </a:lnTo>
                <a:lnTo>
                  <a:pt x="5776188" y="71120"/>
                </a:lnTo>
                <a:lnTo>
                  <a:pt x="5776696" y="71120"/>
                </a:lnTo>
                <a:lnTo>
                  <a:pt x="5770181" y="66039"/>
                </a:lnTo>
                <a:lnTo>
                  <a:pt x="5770714" y="66039"/>
                </a:lnTo>
                <a:lnTo>
                  <a:pt x="5763933" y="60960"/>
                </a:lnTo>
                <a:lnTo>
                  <a:pt x="5764479" y="60960"/>
                </a:lnTo>
                <a:lnTo>
                  <a:pt x="5757443" y="55879"/>
                </a:lnTo>
                <a:lnTo>
                  <a:pt x="5758002" y="55879"/>
                </a:lnTo>
                <a:lnTo>
                  <a:pt x="5750725" y="52070"/>
                </a:lnTo>
                <a:lnTo>
                  <a:pt x="5751309" y="52070"/>
                </a:lnTo>
                <a:lnTo>
                  <a:pt x="5743803" y="48260"/>
                </a:lnTo>
                <a:lnTo>
                  <a:pt x="5744400" y="48260"/>
                </a:lnTo>
                <a:lnTo>
                  <a:pt x="5736666" y="44450"/>
                </a:lnTo>
                <a:lnTo>
                  <a:pt x="5737288" y="44450"/>
                </a:lnTo>
                <a:lnTo>
                  <a:pt x="5729338" y="40639"/>
                </a:lnTo>
                <a:lnTo>
                  <a:pt x="5729986" y="40639"/>
                </a:lnTo>
                <a:lnTo>
                  <a:pt x="5721832" y="38100"/>
                </a:lnTo>
                <a:lnTo>
                  <a:pt x="5722493" y="38100"/>
                </a:lnTo>
                <a:lnTo>
                  <a:pt x="5714161" y="35560"/>
                </a:lnTo>
                <a:lnTo>
                  <a:pt x="5714834" y="35560"/>
                </a:lnTo>
                <a:lnTo>
                  <a:pt x="5706313" y="33020"/>
                </a:lnTo>
                <a:lnTo>
                  <a:pt x="5707011" y="33020"/>
                </a:lnTo>
                <a:lnTo>
                  <a:pt x="5698324" y="31750"/>
                </a:lnTo>
                <a:lnTo>
                  <a:pt x="5699023" y="31750"/>
                </a:lnTo>
                <a:lnTo>
                  <a:pt x="5690184" y="29210"/>
                </a:lnTo>
                <a:lnTo>
                  <a:pt x="5682627" y="29210"/>
                </a:lnTo>
                <a:lnTo>
                  <a:pt x="5673509" y="27939"/>
                </a:lnTo>
                <a:lnTo>
                  <a:pt x="5765850" y="27939"/>
                </a:lnTo>
                <a:lnTo>
                  <a:pt x="5802388" y="55879"/>
                </a:lnTo>
                <a:lnTo>
                  <a:pt x="5823343" y="81279"/>
                </a:lnTo>
                <a:lnTo>
                  <a:pt x="5787428" y="81279"/>
                </a:lnTo>
                <a:lnTo>
                  <a:pt x="5787885" y="82550"/>
                </a:lnTo>
                <a:close/>
              </a:path>
              <a:path w="5859145" h="1104900">
                <a:moveTo>
                  <a:pt x="168249" y="30479"/>
                </a:moveTo>
                <a:lnTo>
                  <a:pt x="168960" y="29210"/>
                </a:lnTo>
                <a:lnTo>
                  <a:pt x="177228" y="29210"/>
                </a:lnTo>
                <a:lnTo>
                  <a:pt x="168249" y="30479"/>
                </a:lnTo>
                <a:close/>
              </a:path>
              <a:path w="5859145" h="1104900">
                <a:moveTo>
                  <a:pt x="5690895" y="30479"/>
                </a:moveTo>
                <a:lnTo>
                  <a:pt x="5681916" y="29210"/>
                </a:lnTo>
                <a:lnTo>
                  <a:pt x="5690184" y="29210"/>
                </a:lnTo>
                <a:lnTo>
                  <a:pt x="5690895" y="30479"/>
                </a:lnTo>
                <a:close/>
              </a:path>
              <a:path w="5859145" h="1104900">
                <a:moveTo>
                  <a:pt x="71259" y="82550"/>
                </a:moveTo>
                <a:lnTo>
                  <a:pt x="71716" y="81279"/>
                </a:lnTo>
                <a:lnTo>
                  <a:pt x="72448" y="81279"/>
                </a:lnTo>
                <a:lnTo>
                  <a:pt x="71259" y="82550"/>
                </a:lnTo>
                <a:close/>
              </a:path>
              <a:path w="5859145" h="1104900">
                <a:moveTo>
                  <a:pt x="5793066" y="88900"/>
                </a:moveTo>
                <a:lnTo>
                  <a:pt x="5787428" y="81279"/>
                </a:lnTo>
                <a:lnTo>
                  <a:pt x="5823343" y="81279"/>
                </a:lnTo>
                <a:lnTo>
                  <a:pt x="5826048" y="85089"/>
                </a:lnTo>
                <a:lnTo>
                  <a:pt x="5827729" y="87629"/>
                </a:lnTo>
                <a:lnTo>
                  <a:pt x="5792635" y="87629"/>
                </a:lnTo>
                <a:lnTo>
                  <a:pt x="5793066" y="88900"/>
                </a:lnTo>
                <a:close/>
              </a:path>
              <a:path w="5859145" h="1104900">
                <a:moveTo>
                  <a:pt x="66078" y="88900"/>
                </a:moveTo>
                <a:lnTo>
                  <a:pt x="66509" y="87629"/>
                </a:lnTo>
                <a:lnTo>
                  <a:pt x="67017" y="87629"/>
                </a:lnTo>
                <a:lnTo>
                  <a:pt x="66078" y="88900"/>
                </a:lnTo>
                <a:close/>
              </a:path>
              <a:path w="5859145" h="1104900">
                <a:moveTo>
                  <a:pt x="5802553" y="101600"/>
                </a:moveTo>
                <a:lnTo>
                  <a:pt x="5797549" y="93979"/>
                </a:lnTo>
                <a:lnTo>
                  <a:pt x="5797969" y="93979"/>
                </a:lnTo>
                <a:lnTo>
                  <a:pt x="5792635" y="87629"/>
                </a:lnTo>
                <a:lnTo>
                  <a:pt x="5827729" y="87629"/>
                </a:lnTo>
                <a:lnTo>
                  <a:pt x="5831090" y="92710"/>
                </a:lnTo>
                <a:lnTo>
                  <a:pt x="5835751" y="100329"/>
                </a:lnTo>
                <a:lnTo>
                  <a:pt x="5802172" y="100329"/>
                </a:lnTo>
                <a:lnTo>
                  <a:pt x="5802553" y="101600"/>
                </a:lnTo>
                <a:close/>
              </a:path>
              <a:path w="5859145" h="1104900">
                <a:moveTo>
                  <a:pt x="56591" y="101600"/>
                </a:moveTo>
                <a:lnTo>
                  <a:pt x="56972" y="100329"/>
                </a:lnTo>
                <a:lnTo>
                  <a:pt x="57425" y="100329"/>
                </a:lnTo>
                <a:lnTo>
                  <a:pt x="56591" y="101600"/>
                </a:lnTo>
                <a:close/>
              </a:path>
              <a:path w="5859145" h="1104900">
                <a:moveTo>
                  <a:pt x="5806846" y="107950"/>
                </a:moveTo>
                <a:lnTo>
                  <a:pt x="5802172" y="100329"/>
                </a:lnTo>
                <a:lnTo>
                  <a:pt x="5835751" y="100329"/>
                </a:lnTo>
                <a:lnTo>
                  <a:pt x="5838808" y="106679"/>
                </a:lnTo>
                <a:lnTo>
                  <a:pt x="5806490" y="106679"/>
                </a:lnTo>
                <a:lnTo>
                  <a:pt x="5806846" y="107950"/>
                </a:lnTo>
                <a:close/>
              </a:path>
              <a:path w="5859145" h="1104900">
                <a:moveTo>
                  <a:pt x="52298" y="107950"/>
                </a:moveTo>
                <a:lnTo>
                  <a:pt x="52654" y="106679"/>
                </a:lnTo>
                <a:lnTo>
                  <a:pt x="53077" y="106679"/>
                </a:lnTo>
                <a:lnTo>
                  <a:pt x="52298" y="107950"/>
                </a:lnTo>
                <a:close/>
              </a:path>
              <a:path w="5859145" h="1104900">
                <a:moveTo>
                  <a:pt x="5814441" y="121920"/>
                </a:moveTo>
                <a:lnTo>
                  <a:pt x="5810478" y="114300"/>
                </a:lnTo>
                <a:lnTo>
                  <a:pt x="5810808" y="114300"/>
                </a:lnTo>
                <a:lnTo>
                  <a:pt x="5806490" y="106679"/>
                </a:lnTo>
                <a:lnTo>
                  <a:pt x="5838808" y="106679"/>
                </a:lnTo>
                <a:lnTo>
                  <a:pt x="5840031" y="109220"/>
                </a:lnTo>
                <a:lnTo>
                  <a:pt x="5843917" y="118110"/>
                </a:lnTo>
                <a:lnTo>
                  <a:pt x="5844908" y="120650"/>
                </a:lnTo>
                <a:lnTo>
                  <a:pt x="5814136" y="120650"/>
                </a:lnTo>
                <a:lnTo>
                  <a:pt x="5814441" y="121920"/>
                </a:lnTo>
                <a:close/>
              </a:path>
              <a:path w="5859145" h="1104900">
                <a:moveTo>
                  <a:pt x="44703" y="121920"/>
                </a:moveTo>
                <a:lnTo>
                  <a:pt x="45008" y="120650"/>
                </a:lnTo>
                <a:lnTo>
                  <a:pt x="45364" y="120650"/>
                </a:lnTo>
                <a:lnTo>
                  <a:pt x="44703" y="121920"/>
                </a:lnTo>
                <a:close/>
              </a:path>
              <a:path w="5859145" h="1104900">
                <a:moveTo>
                  <a:pt x="5817730" y="129539"/>
                </a:moveTo>
                <a:lnTo>
                  <a:pt x="5814136" y="120650"/>
                </a:lnTo>
                <a:lnTo>
                  <a:pt x="5844908" y="120650"/>
                </a:lnTo>
                <a:lnTo>
                  <a:pt x="5847384" y="127000"/>
                </a:lnTo>
                <a:lnTo>
                  <a:pt x="5847820" y="128270"/>
                </a:lnTo>
                <a:lnTo>
                  <a:pt x="5817463" y="128270"/>
                </a:lnTo>
                <a:lnTo>
                  <a:pt x="5817730" y="129539"/>
                </a:lnTo>
                <a:close/>
              </a:path>
              <a:path w="5859145" h="1104900">
                <a:moveTo>
                  <a:pt x="41414" y="129539"/>
                </a:moveTo>
                <a:lnTo>
                  <a:pt x="41681" y="128270"/>
                </a:lnTo>
                <a:lnTo>
                  <a:pt x="41928" y="128270"/>
                </a:lnTo>
                <a:lnTo>
                  <a:pt x="41414" y="129539"/>
                </a:lnTo>
                <a:close/>
              </a:path>
              <a:path w="5859145" h="1104900">
                <a:moveTo>
                  <a:pt x="5820676" y="137159"/>
                </a:moveTo>
                <a:lnTo>
                  <a:pt x="5817463" y="128270"/>
                </a:lnTo>
                <a:lnTo>
                  <a:pt x="5847820" y="128270"/>
                </a:lnTo>
                <a:lnTo>
                  <a:pt x="5850432" y="135890"/>
                </a:lnTo>
                <a:lnTo>
                  <a:pt x="5820435" y="135890"/>
                </a:lnTo>
                <a:lnTo>
                  <a:pt x="5820676" y="137159"/>
                </a:lnTo>
                <a:close/>
              </a:path>
              <a:path w="5859145" h="1104900">
                <a:moveTo>
                  <a:pt x="38468" y="137159"/>
                </a:moveTo>
                <a:lnTo>
                  <a:pt x="38709" y="135890"/>
                </a:lnTo>
                <a:lnTo>
                  <a:pt x="38927" y="135890"/>
                </a:lnTo>
                <a:lnTo>
                  <a:pt x="38468" y="137159"/>
                </a:lnTo>
                <a:close/>
              </a:path>
              <a:path w="5859145" h="1104900">
                <a:moveTo>
                  <a:pt x="5823254" y="144779"/>
                </a:moveTo>
                <a:lnTo>
                  <a:pt x="5820435" y="135890"/>
                </a:lnTo>
                <a:lnTo>
                  <a:pt x="5850432" y="135890"/>
                </a:lnTo>
                <a:lnTo>
                  <a:pt x="5852675" y="143509"/>
                </a:lnTo>
                <a:lnTo>
                  <a:pt x="5823038" y="143509"/>
                </a:lnTo>
                <a:lnTo>
                  <a:pt x="5823254" y="144779"/>
                </a:lnTo>
                <a:close/>
              </a:path>
              <a:path w="5859145" h="1104900">
                <a:moveTo>
                  <a:pt x="35890" y="144779"/>
                </a:moveTo>
                <a:lnTo>
                  <a:pt x="36106" y="143509"/>
                </a:lnTo>
                <a:lnTo>
                  <a:pt x="36292" y="143509"/>
                </a:lnTo>
                <a:lnTo>
                  <a:pt x="35890" y="144779"/>
                </a:lnTo>
                <a:close/>
              </a:path>
              <a:path w="5859145" h="1104900">
                <a:moveTo>
                  <a:pt x="5825464" y="152400"/>
                </a:moveTo>
                <a:lnTo>
                  <a:pt x="5823038" y="143509"/>
                </a:lnTo>
                <a:lnTo>
                  <a:pt x="5852675" y="143509"/>
                </a:lnTo>
                <a:lnTo>
                  <a:pt x="5853048" y="144779"/>
                </a:lnTo>
                <a:lnTo>
                  <a:pt x="5854591" y="151129"/>
                </a:lnTo>
                <a:lnTo>
                  <a:pt x="5825286" y="151129"/>
                </a:lnTo>
                <a:lnTo>
                  <a:pt x="5825464" y="152400"/>
                </a:lnTo>
                <a:close/>
              </a:path>
              <a:path w="5859145" h="1104900">
                <a:moveTo>
                  <a:pt x="33680" y="152400"/>
                </a:moveTo>
                <a:lnTo>
                  <a:pt x="33858" y="151129"/>
                </a:lnTo>
                <a:lnTo>
                  <a:pt x="34026" y="151129"/>
                </a:lnTo>
                <a:lnTo>
                  <a:pt x="33680" y="152400"/>
                </a:lnTo>
                <a:close/>
              </a:path>
              <a:path w="5859145" h="1104900">
                <a:moveTo>
                  <a:pt x="5858954" y="185420"/>
                </a:moveTo>
                <a:lnTo>
                  <a:pt x="5830379" y="185420"/>
                </a:lnTo>
                <a:lnTo>
                  <a:pt x="5830341" y="184150"/>
                </a:lnTo>
                <a:lnTo>
                  <a:pt x="5829681" y="175259"/>
                </a:lnTo>
                <a:lnTo>
                  <a:pt x="5828614" y="167640"/>
                </a:lnTo>
                <a:lnTo>
                  <a:pt x="5827141" y="160020"/>
                </a:lnTo>
                <a:lnTo>
                  <a:pt x="5827293" y="160020"/>
                </a:lnTo>
                <a:lnTo>
                  <a:pt x="5825286" y="151129"/>
                </a:lnTo>
                <a:lnTo>
                  <a:pt x="5854591" y="151129"/>
                </a:lnTo>
                <a:lnTo>
                  <a:pt x="5855208" y="153670"/>
                </a:lnTo>
                <a:lnTo>
                  <a:pt x="5856922" y="163829"/>
                </a:lnTo>
                <a:lnTo>
                  <a:pt x="5858154" y="173990"/>
                </a:lnTo>
                <a:lnTo>
                  <a:pt x="5858891" y="182879"/>
                </a:lnTo>
                <a:lnTo>
                  <a:pt x="5858954" y="185420"/>
                </a:lnTo>
                <a:close/>
              </a:path>
              <a:path w="5859145" h="1104900">
                <a:moveTo>
                  <a:pt x="30416" y="168909"/>
                </a:moveTo>
                <a:lnTo>
                  <a:pt x="30530" y="167640"/>
                </a:lnTo>
                <a:lnTo>
                  <a:pt x="30416" y="168909"/>
                </a:lnTo>
                <a:close/>
              </a:path>
              <a:path w="5859145" h="1104900">
                <a:moveTo>
                  <a:pt x="5828728" y="168909"/>
                </a:moveTo>
                <a:lnTo>
                  <a:pt x="5828501" y="167640"/>
                </a:lnTo>
                <a:lnTo>
                  <a:pt x="5828728" y="168909"/>
                </a:lnTo>
                <a:close/>
              </a:path>
              <a:path w="5859145" h="1104900">
                <a:moveTo>
                  <a:pt x="29387" y="176529"/>
                </a:moveTo>
                <a:lnTo>
                  <a:pt x="29463" y="175259"/>
                </a:lnTo>
                <a:lnTo>
                  <a:pt x="29387" y="176529"/>
                </a:lnTo>
                <a:close/>
              </a:path>
              <a:path w="5859145" h="1104900">
                <a:moveTo>
                  <a:pt x="5829757" y="176529"/>
                </a:moveTo>
                <a:lnTo>
                  <a:pt x="5829593" y="175259"/>
                </a:lnTo>
                <a:lnTo>
                  <a:pt x="5829757" y="176529"/>
                </a:lnTo>
                <a:close/>
              </a:path>
              <a:path w="5859145" h="1104900">
                <a:moveTo>
                  <a:pt x="28774" y="185293"/>
                </a:moveTo>
                <a:lnTo>
                  <a:pt x="28803" y="184150"/>
                </a:lnTo>
                <a:lnTo>
                  <a:pt x="28774" y="185293"/>
                </a:lnTo>
                <a:close/>
              </a:path>
              <a:path w="5859145" h="1104900">
                <a:moveTo>
                  <a:pt x="5830370" y="185293"/>
                </a:moveTo>
                <a:lnTo>
                  <a:pt x="5830292" y="184150"/>
                </a:lnTo>
                <a:lnTo>
                  <a:pt x="5830370" y="185293"/>
                </a:lnTo>
                <a:close/>
              </a:path>
              <a:path w="5859145" h="1104900">
                <a:moveTo>
                  <a:pt x="28770" y="185420"/>
                </a:moveTo>
                <a:close/>
              </a:path>
              <a:path w="5859145" h="1104900">
                <a:moveTo>
                  <a:pt x="5858338" y="928369"/>
                </a:moveTo>
                <a:lnTo>
                  <a:pt x="5829681" y="928369"/>
                </a:lnTo>
                <a:lnTo>
                  <a:pt x="5830379" y="919480"/>
                </a:lnTo>
                <a:lnTo>
                  <a:pt x="5830537" y="911860"/>
                </a:lnTo>
                <a:lnTo>
                  <a:pt x="5830570" y="193040"/>
                </a:lnTo>
                <a:lnTo>
                  <a:pt x="5830370" y="185293"/>
                </a:lnTo>
                <a:lnTo>
                  <a:pt x="5858954" y="185420"/>
                </a:lnTo>
                <a:lnTo>
                  <a:pt x="5859145" y="193040"/>
                </a:lnTo>
                <a:lnTo>
                  <a:pt x="5859145" y="911860"/>
                </a:lnTo>
                <a:lnTo>
                  <a:pt x="5858891" y="920750"/>
                </a:lnTo>
                <a:lnTo>
                  <a:pt x="5858338" y="928369"/>
                </a:lnTo>
                <a:close/>
              </a:path>
              <a:path w="5859145" h="1104900">
                <a:moveTo>
                  <a:pt x="29530" y="928369"/>
                </a:moveTo>
                <a:lnTo>
                  <a:pt x="29387" y="927100"/>
                </a:lnTo>
                <a:lnTo>
                  <a:pt x="29530" y="928369"/>
                </a:lnTo>
                <a:close/>
              </a:path>
              <a:path w="5859145" h="1104900">
                <a:moveTo>
                  <a:pt x="5857384" y="937260"/>
                </a:moveTo>
                <a:lnTo>
                  <a:pt x="5828614" y="937260"/>
                </a:lnTo>
                <a:lnTo>
                  <a:pt x="5829757" y="927100"/>
                </a:lnTo>
                <a:lnTo>
                  <a:pt x="5829681" y="928369"/>
                </a:lnTo>
                <a:lnTo>
                  <a:pt x="5858338" y="928369"/>
                </a:lnTo>
                <a:lnTo>
                  <a:pt x="5858154" y="930910"/>
                </a:lnTo>
                <a:lnTo>
                  <a:pt x="5857384" y="937260"/>
                </a:lnTo>
                <a:close/>
              </a:path>
              <a:path w="5859145" h="1104900">
                <a:moveTo>
                  <a:pt x="30643" y="937260"/>
                </a:moveTo>
                <a:lnTo>
                  <a:pt x="30416" y="935990"/>
                </a:lnTo>
                <a:lnTo>
                  <a:pt x="30643" y="937260"/>
                </a:lnTo>
                <a:close/>
              </a:path>
              <a:path w="5859145" h="1104900">
                <a:moveTo>
                  <a:pt x="5856187" y="944880"/>
                </a:moveTo>
                <a:lnTo>
                  <a:pt x="5827141" y="944880"/>
                </a:lnTo>
                <a:lnTo>
                  <a:pt x="5828728" y="935990"/>
                </a:lnTo>
                <a:lnTo>
                  <a:pt x="5828614" y="937260"/>
                </a:lnTo>
                <a:lnTo>
                  <a:pt x="5857384" y="937260"/>
                </a:lnTo>
                <a:lnTo>
                  <a:pt x="5856922" y="941069"/>
                </a:lnTo>
                <a:lnTo>
                  <a:pt x="5856187" y="944880"/>
                </a:lnTo>
                <a:close/>
              </a:path>
              <a:path w="5859145" h="1104900">
                <a:moveTo>
                  <a:pt x="32138" y="944880"/>
                </a:moveTo>
                <a:lnTo>
                  <a:pt x="32003" y="944880"/>
                </a:lnTo>
                <a:lnTo>
                  <a:pt x="31851" y="943610"/>
                </a:lnTo>
                <a:lnTo>
                  <a:pt x="32138" y="944880"/>
                </a:lnTo>
                <a:close/>
              </a:path>
              <a:path w="5859145" h="1104900">
                <a:moveTo>
                  <a:pt x="5842252" y="990600"/>
                </a:moveTo>
                <a:lnTo>
                  <a:pt x="5810478" y="990600"/>
                </a:lnTo>
                <a:lnTo>
                  <a:pt x="5814441" y="982980"/>
                </a:lnTo>
                <a:lnTo>
                  <a:pt x="5814136" y="982980"/>
                </a:lnTo>
                <a:lnTo>
                  <a:pt x="5817730" y="975360"/>
                </a:lnTo>
                <a:lnTo>
                  <a:pt x="5817463" y="975360"/>
                </a:lnTo>
                <a:lnTo>
                  <a:pt x="5820676" y="967740"/>
                </a:lnTo>
                <a:lnTo>
                  <a:pt x="5820435" y="967740"/>
                </a:lnTo>
                <a:lnTo>
                  <a:pt x="5823254" y="960119"/>
                </a:lnTo>
                <a:lnTo>
                  <a:pt x="5823038" y="960119"/>
                </a:lnTo>
                <a:lnTo>
                  <a:pt x="5825464" y="952500"/>
                </a:lnTo>
                <a:lnTo>
                  <a:pt x="5825286" y="952500"/>
                </a:lnTo>
                <a:lnTo>
                  <a:pt x="5827293" y="943610"/>
                </a:lnTo>
                <a:lnTo>
                  <a:pt x="5827141" y="944880"/>
                </a:lnTo>
                <a:lnTo>
                  <a:pt x="5856187" y="944880"/>
                </a:lnTo>
                <a:lnTo>
                  <a:pt x="5855208" y="949960"/>
                </a:lnTo>
                <a:lnTo>
                  <a:pt x="5853048" y="960119"/>
                </a:lnTo>
                <a:lnTo>
                  <a:pt x="5850432" y="969010"/>
                </a:lnTo>
                <a:lnTo>
                  <a:pt x="5847384" y="977900"/>
                </a:lnTo>
                <a:lnTo>
                  <a:pt x="5843917" y="986790"/>
                </a:lnTo>
                <a:lnTo>
                  <a:pt x="5842252" y="990600"/>
                </a:lnTo>
                <a:close/>
              </a:path>
              <a:path w="5859145" h="1104900">
                <a:moveTo>
                  <a:pt x="49055" y="990600"/>
                </a:moveTo>
                <a:lnTo>
                  <a:pt x="48666" y="990600"/>
                </a:lnTo>
                <a:lnTo>
                  <a:pt x="48336" y="989330"/>
                </a:lnTo>
                <a:lnTo>
                  <a:pt x="49055" y="990600"/>
                </a:lnTo>
                <a:close/>
              </a:path>
              <a:path w="5859145" h="1104900">
                <a:moveTo>
                  <a:pt x="5819490" y="1028700"/>
                </a:moveTo>
                <a:lnTo>
                  <a:pt x="5781941" y="1028700"/>
                </a:lnTo>
                <a:lnTo>
                  <a:pt x="5787885" y="1022350"/>
                </a:lnTo>
                <a:lnTo>
                  <a:pt x="5787428" y="1022350"/>
                </a:lnTo>
                <a:lnTo>
                  <a:pt x="5793066" y="1016000"/>
                </a:lnTo>
                <a:lnTo>
                  <a:pt x="5792635" y="1016000"/>
                </a:lnTo>
                <a:lnTo>
                  <a:pt x="5797969" y="1009650"/>
                </a:lnTo>
                <a:lnTo>
                  <a:pt x="5797549" y="1009650"/>
                </a:lnTo>
                <a:lnTo>
                  <a:pt x="5802553" y="1003300"/>
                </a:lnTo>
                <a:lnTo>
                  <a:pt x="5802172" y="1003300"/>
                </a:lnTo>
                <a:lnTo>
                  <a:pt x="5806846" y="996950"/>
                </a:lnTo>
                <a:lnTo>
                  <a:pt x="5806490" y="996950"/>
                </a:lnTo>
                <a:lnTo>
                  <a:pt x="5810808" y="989330"/>
                </a:lnTo>
                <a:lnTo>
                  <a:pt x="5810478" y="990600"/>
                </a:lnTo>
                <a:lnTo>
                  <a:pt x="5842252" y="990600"/>
                </a:lnTo>
                <a:lnTo>
                  <a:pt x="5840031" y="995680"/>
                </a:lnTo>
                <a:lnTo>
                  <a:pt x="5835751" y="1003300"/>
                </a:lnTo>
                <a:lnTo>
                  <a:pt x="5831090" y="1012190"/>
                </a:lnTo>
                <a:lnTo>
                  <a:pt x="5826048" y="1019810"/>
                </a:lnTo>
                <a:lnTo>
                  <a:pt x="5820638" y="1027430"/>
                </a:lnTo>
                <a:lnTo>
                  <a:pt x="5819490" y="1028700"/>
                </a:lnTo>
                <a:close/>
              </a:path>
              <a:path w="5859145" h="1104900">
                <a:moveTo>
                  <a:pt x="77967" y="1028700"/>
                </a:moveTo>
                <a:lnTo>
                  <a:pt x="77203" y="1028700"/>
                </a:lnTo>
                <a:lnTo>
                  <a:pt x="76720" y="1027430"/>
                </a:lnTo>
                <a:lnTo>
                  <a:pt x="77967" y="1028700"/>
                </a:lnTo>
                <a:close/>
              </a:path>
              <a:path w="5859145" h="1104900">
                <a:moveTo>
                  <a:pt x="5765850" y="1076960"/>
                </a:moveTo>
                <a:lnTo>
                  <a:pt x="5665000" y="1076960"/>
                </a:lnTo>
                <a:lnTo>
                  <a:pt x="5674233" y="1075690"/>
                </a:lnTo>
                <a:lnTo>
                  <a:pt x="5681916" y="1075690"/>
                </a:lnTo>
                <a:lnTo>
                  <a:pt x="5690895" y="1074420"/>
                </a:lnTo>
                <a:lnTo>
                  <a:pt x="5690184" y="1074420"/>
                </a:lnTo>
                <a:lnTo>
                  <a:pt x="5699023" y="1073150"/>
                </a:lnTo>
                <a:lnTo>
                  <a:pt x="5698324" y="1073150"/>
                </a:lnTo>
                <a:lnTo>
                  <a:pt x="5707011" y="1070610"/>
                </a:lnTo>
                <a:lnTo>
                  <a:pt x="5706313" y="1070610"/>
                </a:lnTo>
                <a:lnTo>
                  <a:pt x="5714834" y="1069340"/>
                </a:lnTo>
                <a:lnTo>
                  <a:pt x="5714161" y="1069340"/>
                </a:lnTo>
                <a:lnTo>
                  <a:pt x="5722493" y="1066800"/>
                </a:lnTo>
                <a:lnTo>
                  <a:pt x="5721832" y="1066800"/>
                </a:lnTo>
                <a:lnTo>
                  <a:pt x="5729986" y="1062990"/>
                </a:lnTo>
                <a:lnTo>
                  <a:pt x="5729338" y="1062990"/>
                </a:lnTo>
                <a:lnTo>
                  <a:pt x="5737288" y="1060450"/>
                </a:lnTo>
                <a:lnTo>
                  <a:pt x="5736666" y="1060450"/>
                </a:lnTo>
                <a:lnTo>
                  <a:pt x="5744400" y="1056640"/>
                </a:lnTo>
                <a:lnTo>
                  <a:pt x="5743803" y="1056640"/>
                </a:lnTo>
                <a:lnTo>
                  <a:pt x="5751309" y="1052830"/>
                </a:lnTo>
                <a:lnTo>
                  <a:pt x="5750725" y="1052830"/>
                </a:lnTo>
                <a:lnTo>
                  <a:pt x="5758002" y="1047750"/>
                </a:lnTo>
                <a:lnTo>
                  <a:pt x="5757443" y="1047750"/>
                </a:lnTo>
                <a:lnTo>
                  <a:pt x="5764479" y="1043940"/>
                </a:lnTo>
                <a:lnTo>
                  <a:pt x="5763933" y="1043940"/>
                </a:lnTo>
                <a:lnTo>
                  <a:pt x="5770714" y="1038860"/>
                </a:lnTo>
                <a:lnTo>
                  <a:pt x="5770181" y="1038860"/>
                </a:lnTo>
                <a:lnTo>
                  <a:pt x="5776696" y="1033780"/>
                </a:lnTo>
                <a:lnTo>
                  <a:pt x="5776188" y="1033780"/>
                </a:lnTo>
                <a:lnTo>
                  <a:pt x="5782424" y="1027430"/>
                </a:lnTo>
                <a:lnTo>
                  <a:pt x="5781941" y="1028700"/>
                </a:lnTo>
                <a:lnTo>
                  <a:pt x="5819490" y="1028700"/>
                </a:lnTo>
                <a:lnTo>
                  <a:pt x="5814898" y="1033780"/>
                </a:lnTo>
                <a:lnTo>
                  <a:pt x="5808802" y="1041400"/>
                </a:lnTo>
                <a:lnTo>
                  <a:pt x="5802388" y="1047750"/>
                </a:lnTo>
                <a:lnTo>
                  <a:pt x="5795657" y="1054100"/>
                </a:lnTo>
                <a:lnTo>
                  <a:pt x="5788634" y="1060450"/>
                </a:lnTo>
                <a:lnTo>
                  <a:pt x="5781319" y="1066800"/>
                </a:lnTo>
                <a:lnTo>
                  <a:pt x="5773712" y="1071880"/>
                </a:lnTo>
                <a:lnTo>
                  <a:pt x="5765850" y="107696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5984100" y="455320"/>
            <a:ext cx="1461262" cy="630212"/>
          </a:xfrm>
          <a:prstGeom prst="rect">
            <a:avLst/>
          </a:prstGeom>
          <a:blipFill>
            <a:blip r:embed="rId2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7803375" y="683628"/>
            <a:ext cx="320941" cy="354279"/>
          </a:xfrm>
          <a:prstGeom prst="rect">
            <a:avLst/>
          </a:prstGeom>
          <a:blipFill>
            <a:blip r:embed="rId3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8219147" y="638683"/>
            <a:ext cx="349224" cy="261112"/>
          </a:xfrm>
          <a:prstGeom prst="rect">
            <a:avLst/>
          </a:prstGeom>
          <a:blipFill>
            <a:blip r:embed="rId3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8548954" y="533908"/>
            <a:ext cx="430885" cy="484949"/>
          </a:xfrm>
          <a:prstGeom prst="rect">
            <a:avLst/>
          </a:prstGeom>
          <a:blipFill>
            <a:blip r:embed="rId3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8822994" y="891273"/>
            <a:ext cx="259232" cy="253085"/>
          </a:xfrm>
          <a:prstGeom prst="rect">
            <a:avLst/>
          </a:prstGeom>
          <a:blipFill>
            <a:blip r:embed="rId3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9242844" y="529742"/>
            <a:ext cx="757148" cy="509358"/>
          </a:xfrm>
          <a:prstGeom prst="rect">
            <a:avLst/>
          </a:prstGeom>
          <a:blipFill>
            <a:blip r:embed="rId3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9946347" y="683628"/>
            <a:ext cx="459358" cy="354279"/>
          </a:xfrm>
          <a:prstGeom prst="rect">
            <a:avLst/>
          </a:prstGeom>
          <a:blipFill>
            <a:blip r:embed="rId3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10380446" y="609803"/>
            <a:ext cx="234619" cy="428104"/>
          </a:xfrm>
          <a:prstGeom prst="rect">
            <a:avLst/>
          </a:prstGeom>
          <a:blipFill>
            <a:blip r:embed="rId3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1840" y="0"/>
            <a:ext cx="2058670" cy="63436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>
                <a:solidFill>
                  <a:srgbClr val="F1F1F1"/>
                </a:solidFill>
                <a:latin typeface="华文楷体"/>
                <a:cs typeface="华文楷体"/>
              </a:rPr>
              <a:t>高中物</a:t>
            </a:r>
            <a:r>
              <a:rPr dirty="0" sz="4000" spc="-10">
                <a:solidFill>
                  <a:srgbClr val="F1F1F1"/>
                </a:solidFill>
                <a:latin typeface="华文楷体"/>
                <a:cs typeface="华文楷体"/>
              </a:rPr>
              <a:t>理</a:t>
            </a:r>
            <a:endParaRPr sz="4000">
              <a:latin typeface="华文楷体"/>
              <a:cs typeface="华文楷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395410" y="1252664"/>
            <a:ext cx="1977847" cy="49833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4675873" y="1243914"/>
            <a:ext cx="6414033" cy="50708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444002" y="1798967"/>
            <a:ext cx="3882948" cy="47716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4233898" y="3088639"/>
            <a:ext cx="365270" cy="368300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596005" y="4801476"/>
            <a:ext cx="355234" cy="39242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1872767" y="3436048"/>
            <a:ext cx="2604135" cy="1724025"/>
          </a:xfrm>
          <a:custGeom>
            <a:avLst/>
            <a:gdLst/>
            <a:ahLst/>
            <a:cxnLst/>
            <a:rect l="l" t="t" r="r" b="b"/>
            <a:pathLst>
              <a:path w="2604135" h="1724025">
                <a:moveTo>
                  <a:pt x="20878" y="1723948"/>
                </a:moveTo>
                <a:lnTo>
                  <a:pt x="0" y="1692071"/>
                </a:lnTo>
                <a:lnTo>
                  <a:pt x="2582900" y="0"/>
                </a:lnTo>
                <a:lnTo>
                  <a:pt x="2603779" y="31864"/>
                </a:lnTo>
                <a:lnTo>
                  <a:pt x="20878" y="1723948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707730" y="3107677"/>
            <a:ext cx="2602230" cy="1734820"/>
          </a:xfrm>
          <a:custGeom>
            <a:avLst/>
            <a:gdLst/>
            <a:ahLst/>
            <a:cxnLst/>
            <a:rect l="l" t="t" r="r" b="b"/>
            <a:pathLst>
              <a:path w="2602229" h="1734820">
                <a:moveTo>
                  <a:pt x="20980" y="1734515"/>
                </a:moveTo>
                <a:lnTo>
                  <a:pt x="0" y="1702714"/>
                </a:lnTo>
                <a:lnTo>
                  <a:pt x="2581211" y="0"/>
                </a:lnTo>
                <a:lnTo>
                  <a:pt x="2602191" y="31800"/>
                </a:lnTo>
                <a:lnTo>
                  <a:pt x="20980" y="1734515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3049777" y="4080293"/>
            <a:ext cx="105410" cy="106680"/>
          </a:xfrm>
          <a:custGeom>
            <a:avLst/>
            <a:gdLst/>
            <a:ahLst/>
            <a:cxnLst/>
            <a:rect l="l" t="t" r="r" b="b"/>
            <a:pathLst>
              <a:path w="105410" h="106679">
                <a:moveTo>
                  <a:pt x="45681" y="106629"/>
                </a:moveTo>
                <a:lnTo>
                  <a:pt x="25683" y="99690"/>
                </a:lnTo>
                <a:lnTo>
                  <a:pt x="10425" y="86017"/>
                </a:lnTo>
                <a:lnTo>
                  <a:pt x="1374" y="67552"/>
                </a:lnTo>
                <a:lnTo>
                  <a:pt x="0" y="46240"/>
                </a:lnTo>
                <a:lnTo>
                  <a:pt x="6934" y="26040"/>
                </a:lnTo>
                <a:lnTo>
                  <a:pt x="20526" y="10609"/>
                </a:lnTo>
                <a:lnTo>
                  <a:pt x="38847" y="1433"/>
                </a:lnTo>
                <a:lnTo>
                  <a:pt x="59969" y="0"/>
                </a:lnTo>
                <a:lnTo>
                  <a:pt x="79948" y="6946"/>
                </a:lnTo>
                <a:lnTo>
                  <a:pt x="95123" y="20624"/>
                </a:lnTo>
                <a:lnTo>
                  <a:pt x="103953" y="39094"/>
                </a:lnTo>
                <a:lnTo>
                  <a:pt x="104902" y="60413"/>
                </a:lnTo>
                <a:lnTo>
                  <a:pt x="98393" y="80599"/>
                </a:lnTo>
                <a:lnTo>
                  <a:pt x="85021" y="96023"/>
                </a:lnTo>
                <a:lnTo>
                  <a:pt x="66784" y="105196"/>
                </a:lnTo>
                <a:lnTo>
                  <a:pt x="45681" y="106629"/>
                </a:lnTo>
                <a:close/>
              </a:path>
            </a:pathLst>
          </a:custGeom>
          <a:solidFill>
            <a:srgbClr val="00D4D4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3030385" y="4060774"/>
            <a:ext cx="144780" cy="144780"/>
          </a:xfrm>
          <a:custGeom>
            <a:avLst/>
            <a:gdLst/>
            <a:ahLst/>
            <a:cxnLst/>
            <a:rect l="l" t="t" r="r" b="b"/>
            <a:pathLst>
              <a:path w="144780" h="144779">
                <a:moveTo>
                  <a:pt x="92176" y="142239"/>
                </a:moveTo>
                <a:lnTo>
                  <a:pt x="51269" y="142239"/>
                </a:lnTo>
                <a:lnTo>
                  <a:pt x="48729" y="140970"/>
                </a:lnTo>
                <a:lnTo>
                  <a:pt x="47383" y="140970"/>
                </a:lnTo>
                <a:lnTo>
                  <a:pt x="42494" y="138429"/>
                </a:lnTo>
                <a:lnTo>
                  <a:pt x="40767" y="138429"/>
                </a:lnTo>
                <a:lnTo>
                  <a:pt x="36156" y="135889"/>
                </a:lnTo>
                <a:lnTo>
                  <a:pt x="34543" y="134620"/>
                </a:lnTo>
                <a:lnTo>
                  <a:pt x="30225" y="132079"/>
                </a:lnTo>
                <a:lnTo>
                  <a:pt x="28727" y="130810"/>
                </a:lnTo>
                <a:lnTo>
                  <a:pt x="24726" y="127000"/>
                </a:lnTo>
                <a:lnTo>
                  <a:pt x="23368" y="125729"/>
                </a:lnTo>
                <a:lnTo>
                  <a:pt x="18478" y="120650"/>
                </a:lnTo>
                <a:lnTo>
                  <a:pt x="14097" y="115570"/>
                </a:lnTo>
                <a:lnTo>
                  <a:pt x="10236" y="110489"/>
                </a:lnTo>
                <a:lnTo>
                  <a:pt x="7747" y="105410"/>
                </a:lnTo>
                <a:lnTo>
                  <a:pt x="6946" y="104139"/>
                </a:lnTo>
                <a:lnTo>
                  <a:pt x="4889" y="99060"/>
                </a:lnTo>
                <a:lnTo>
                  <a:pt x="4241" y="97789"/>
                </a:lnTo>
                <a:lnTo>
                  <a:pt x="2641" y="92710"/>
                </a:lnTo>
                <a:lnTo>
                  <a:pt x="2158" y="90170"/>
                </a:lnTo>
                <a:lnTo>
                  <a:pt x="1041" y="85089"/>
                </a:lnTo>
                <a:lnTo>
                  <a:pt x="723" y="83820"/>
                </a:lnTo>
                <a:lnTo>
                  <a:pt x="114" y="78739"/>
                </a:lnTo>
                <a:lnTo>
                  <a:pt x="0" y="68579"/>
                </a:lnTo>
                <a:lnTo>
                  <a:pt x="76" y="67310"/>
                </a:lnTo>
                <a:lnTo>
                  <a:pt x="584" y="62229"/>
                </a:lnTo>
                <a:lnTo>
                  <a:pt x="1193" y="58420"/>
                </a:lnTo>
                <a:lnTo>
                  <a:pt x="1765" y="55879"/>
                </a:lnTo>
                <a:lnTo>
                  <a:pt x="2108" y="54610"/>
                </a:lnTo>
                <a:lnTo>
                  <a:pt x="3619" y="49529"/>
                </a:lnTo>
                <a:lnTo>
                  <a:pt x="4241" y="46989"/>
                </a:lnTo>
                <a:lnTo>
                  <a:pt x="6223" y="41910"/>
                </a:lnTo>
                <a:lnTo>
                  <a:pt x="7010" y="40639"/>
                </a:lnTo>
                <a:lnTo>
                  <a:pt x="9436" y="35560"/>
                </a:lnTo>
                <a:lnTo>
                  <a:pt x="13220" y="30479"/>
                </a:lnTo>
                <a:lnTo>
                  <a:pt x="14300" y="29210"/>
                </a:lnTo>
                <a:lnTo>
                  <a:pt x="17538" y="24129"/>
                </a:lnTo>
                <a:lnTo>
                  <a:pt x="22339" y="19050"/>
                </a:lnTo>
                <a:lnTo>
                  <a:pt x="23660" y="17779"/>
                </a:lnTo>
                <a:lnTo>
                  <a:pt x="27584" y="15239"/>
                </a:lnTo>
                <a:lnTo>
                  <a:pt x="29019" y="13970"/>
                </a:lnTo>
                <a:lnTo>
                  <a:pt x="33223" y="11429"/>
                </a:lnTo>
                <a:lnTo>
                  <a:pt x="34772" y="10160"/>
                </a:lnTo>
                <a:lnTo>
                  <a:pt x="39255" y="7620"/>
                </a:lnTo>
                <a:lnTo>
                  <a:pt x="40893" y="6350"/>
                </a:lnTo>
                <a:lnTo>
                  <a:pt x="45605" y="5079"/>
                </a:lnTo>
                <a:lnTo>
                  <a:pt x="47332" y="3810"/>
                </a:lnTo>
                <a:lnTo>
                  <a:pt x="52260" y="2539"/>
                </a:lnTo>
                <a:lnTo>
                  <a:pt x="54063" y="1270"/>
                </a:lnTo>
                <a:lnTo>
                  <a:pt x="59156" y="0"/>
                </a:lnTo>
                <a:lnTo>
                  <a:pt x="85077" y="0"/>
                </a:lnTo>
                <a:lnTo>
                  <a:pt x="86029" y="1270"/>
                </a:lnTo>
                <a:lnTo>
                  <a:pt x="89636" y="1270"/>
                </a:lnTo>
                <a:lnTo>
                  <a:pt x="93154" y="2539"/>
                </a:lnTo>
                <a:lnTo>
                  <a:pt x="95694" y="3810"/>
                </a:lnTo>
                <a:lnTo>
                  <a:pt x="97053" y="3810"/>
                </a:lnTo>
                <a:lnTo>
                  <a:pt x="101930" y="6350"/>
                </a:lnTo>
                <a:lnTo>
                  <a:pt x="103657" y="6350"/>
                </a:lnTo>
                <a:lnTo>
                  <a:pt x="108267" y="8889"/>
                </a:lnTo>
                <a:lnTo>
                  <a:pt x="109880" y="10160"/>
                </a:lnTo>
                <a:lnTo>
                  <a:pt x="114198" y="12700"/>
                </a:lnTo>
                <a:lnTo>
                  <a:pt x="115697" y="13970"/>
                </a:lnTo>
                <a:lnTo>
                  <a:pt x="119697" y="17779"/>
                </a:lnTo>
                <a:lnTo>
                  <a:pt x="121056" y="17779"/>
                </a:lnTo>
                <a:lnTo>
                  <a:pt x="125945" y="22860"/>
                </a:lnTo>
                <a:lnTo>
                  <a:pt x="129235" y="27939"/>
                </a:lnTo>
                <a:lnTo>
                  <a:pt x="130340" y="29210"/>
                </a:lnTo>
                <a:lnTo>
                  <a:pt x="134188" y="34289"/>
                </a:lnTo>
                <a:lnTo>
                  <a:pt x="135432" y="36829"/>
                </a:lnTo>
                <a:lnTo>
                  <a:pt x="70866" y="36829"/>
                </a:lnTo>
                <a:lnTo>
                  <a:pt x="65620" y="38100"/>
                </a:lnTo>
                <a:lnTo>
                  <a:pt x="64223" y="38100"/>
                </a:lnTo>
                <a:lnTo>
                  <a:pt x="61760" y="39370"/>
                </a:lnTo>
                <a:lnTo>
                  <a:pt x="61036" y="39370"/>
                </a:lnTo>
                <a:lnTo>
                  <a:pt x="58680" y="40639"/>
                </a:lnTo>
                <a:lnTo>
                  <a:pt x="57962" y="40639"/>
                </a:lnTo>
                <a:lnTo>
                  <a:pt x="55727" y="41910"/>
                </a:lnTo>
                <a:lnTo>
                  <a:pt x="55029" y="41910"/>
                </a:lnTo>
                <a:lnTo>
                  <a:pt x="53492" y="43179"/>
                </a:lnTo>
                <a:lnTo>
                  <a:pt x="53627" y="43179"/>
                </a:lnTo>
                <a:lnTo>
                  <a:pt x="52142" y="44526"/>
                </a:lnTo>
                <a:lnTo>
                  <a:pt x="50298" y="45720"/>
                </a:lnTo>
                <a:lnTo>
                  <a:pt x="49669" y="45720"/>
                </a:lnTo>
                <a:lnTo>
                  <a:pt x="48336" y="46989"/>
                </a:lnTo>
                <a:lnTo>
                  <a:pt x="48471" y="46989"/>
                </a:lnTo>
                <a:lnTo>
                  <a:pt x="46075" y="49529"/>
                </a:lnTo>
                <a:lnTo>
                  <a:pt x="46206" y="49529"/>
                </a:lnTo>
                <a:lnTo>
                  <a:pt x="44056" y="52070"/>
                </a:lnTo>
                <a:lnTo>
                  <a:pt x="44411" y="52070"/>
                </a:lnTo>
                <a:lnTo>
                  <a:pt x="43700" y="53339"/>
                </a:lnTo>
                <a:lnTo>
                  <a:pt x="43218" y="53339"/>
                </a:lnTo>
                <a:lnTo>
                  <a:pt x="40779" y="58420"/>
                </a:lnTo>
                <a:lnTo>
                  <a:pt x="41071" y="58420"/>
                </a:lnTo>
                <a:lnTo>
                  <a:pt x="40576" y="59689"/>
                </a:lnTo>
                <a:lnTo>
                  <a:pt x="40208" y="59689"/>
                </a:lnTo>
                <a:lnTo>
                  <a:pt x="39074" y="63500"/>
                </a:lnTo>
                <a:lnTo>
                  <a:pt x="38696" y="64770"/>
                </a:lnTo>
                <a:lnTo>
                  <a:pt x="38510" y="65736"/>
                </a:lnTo>
                <a:lnTo>
                  <a:pt x="38502" y="66039"/>
                </a:lnTo>
                <a:lnTo>
                  <a:pt x="38188" y="68579"/>
                </a:lnTo>
                <a:lnTo>
                  <a:pt x="37985" y="69850"/>
                </a:lnTo>
                <a:lnTo>
                  <a:pt x="38003" y="71120"/>
                </a:lnTo>
                <a:lnTo>
                  <a:pt x="37947" y="73660"/>
                </a:lnTo>
                <a:lnTo>
                  <a:pt x="38074" y="76200"/>
                </a:lnTo>
                <a:lnTo>
                  <a:pt x="38258" y="76200"/>
                </a:lnTo>
                <a:lnTo>
                  <a:pt x="38414" y="77470"/>
                </a:lnTo>
                <a:lnTo>
                  <a:pt x="38265" y="77470"/>
                </a:lnTo>
                <a:lnTo>
                  <a:pt x="39382" y="82550"/>
                </a:lnTo>
                <a:lnTo>
                  <a:pt x="39700" y="82550"/>
                </a:lnTo>
                <a:lnTo>
                  <a:pt x="40100" y="83820"/>
                </a:lnTo>
                <a:lnTo>
                  <a:pt x="39852" y="83820"/>
                </a:lnTo>
                <a:lnTo>
                  <a:pt x="41910" y="88900"/>
                </a:lnTo>
                <a:lnTo>
                  <a:pt x="42348" y="88900"/>
                </a:lnTo>
                <a:lnTo>
                  <a:pt x="42973" y="90170"/>
                </a:lnTo>
                <a:lnTo>
                  <a:pt x="42633" y="90170"/>
                </a:lnTo>
                <a:lnTo>
                  <a:pt x="44572" y="92710"/>
                </a:lnTo>
                <a:lnTo>
                  <a:pt x="46642" y="95250"/>
                </a:lnTo>
                <a:lnTo>
                  <a:pt x="46507" y="95250"/>
                </a:lnTo>
                <a:lnTo>
                  <a:pt x="48937" y="97789"/>
                </a:lnTo>
                <a:lnTo>
                  <a:pt x="48793" y="97789"/>
                </a:lnTo>
                <a:lnTo>
                  <a:pt x="50152" y="99060"/>
                </a:lnTo>
                <a:lnTo>
                  <a:pt x="50787" y="99060"/>
                </a:lnTo>
                <a:lnTo>
                  <a:pt x="52781" y="100329"/>
                </a:lnTo>
                <a:lnTo>
                  <a:pt x="51295" y="100329"/>
                </a:lnTo>
                <a:lnTo>
                  <a:pt x="55600" y="102870"/>
                </a:lnTo>
                <a:lnTo>
                  <a:pt x="56292" y="102870"/>
                </a:lnTo>
                <a:lnTo>
                  <a:pt x="58597" y="104139"/>
                </a:lnTo>
                <a:lnTo>
                  <a:pt x="59321" y="104139"/>
                </a:lnTo>
                <a:lnTo>
                  <a:pt x="61760" y="105410"/>
                </a:lnTo>
                <a:lnTo>
                  <a:pt x="62026" y="105410"/>
                </a:lnTo>
                <a:lnTo>
                  <a:pt x="64617" y="106679"/>
                </a:lnTo>
                <a:lnTo>
                  <a:pt x="135796" y="106679"/>
                </a:lnTo>
                <a:lnTo>
                  <a:pt x="134988" y="107950"/>
                </a:lnTo>
                <a:lnTo>
                  <a:pt x="134048" y="110489"/>
                </a:lnTo>
                <a:lnTo>
                  <a:pt x="111201" y="133350"/>
                </a:lnTo>
                <a:lnTo>
                  <a:pt x="109651" y="134620"/>
                </a:lnTo>
                <a:lnTo>
                  <a:pt x="105181" y="137160"/>
                </a:lnTo>
                <a:lnTo>
                  <a:pt x="103530" y="137160"/>
                </a:lnTo>
                <a:lnTo>
                  <a:pt x="98818" y="139700"/>
                </a:lnTo>
                <a:lnTo>
                  <a:pt x="97091" y="140970"/>
                </a:lnTo>
                <a:lnTo>
                  <a:pt x="92176" y="142239"/>
                </a:lnTo>
                <a:close/>
              </a:path>
              <a:path w="144780" h="144779">
                <a:moveTo>
                  <a:pt x="69430" y="38100"/>
                </a:moveTo>
                <a:lnTo>
                  <a:pt x="70866" y="36829"/>
                </a:lnTo>
                <a:lnTo>
                  <a:pt x="72085" y="36829"/>
                </a:lnTo>
                <a:lnTo>
                  <a:pt x="69430" y="38100"/>
                </a:lnTo>
                <a:close/>
              </a:path>
              <a:path w="144780" h="144779">
                <a:moveTo>
                  <a:pt x="73812" y="38100"/>
                </a:moveTo>
                <a:lnTo>
                  <a:pt x="71119" y="38100"/>
                </a:lnTo>
                <a:lnTo>
                  <a:pt x="72085" y="36829"/>
                </a:lnTo>
                <a:lnTo>
                  <a:pt x="72847" y="36829"/>
                </a:lnTo>
                <a:lnTo>
                  <a:pt x="73812" y="38100"/>
                </a:lnTo>
                <a:close/>
              </a:path>
              <a:path w="144780" h="144779">
                <a:moveTo>
                  <a:pt x="90436" y="43179"/>
                </a:moveTo>
                <a:lnTo>
                  <a:pt x="85826" y="40639"/>
                </a:lnTo>
                <a:lnTo>
                  <a:pt x="87553" y="40639"/>
                </a:lnTo>
                <a:lnTo>
                  <a:pt x="82664" y="39370"/>
                </a:lnTo>
                <a:lnTo>
                  <a:pt x="84010" y="39370"/>
                </a:lnTo>
                <a:lnTo>
                  <a:pt x="81483" y="38100"/>
                </a:lnTo>
                <a:lnTo>
                  <a:pt x="75552" y="38100"/>
                </a:lnTo>
                <a:lnTo>
                  <a:pt x="72847" y="36829"/>
                </a:lnTo>
                <a:lnTo>
                  <a:pt x="135432" y="36829"/>
                </a:lnTo>
                <a:lnTo>
                  <a:pt x="136677" y="39370"/>
                </a:lnTo>
                <a:lnTo>
                  <a:pt x="137477" y="40639"/>
                </a:lnTo>
                <a:lnTo>
                  <a:pt x="137991" y="41910"/>
                </a:lnTo>
                <a:lnTo>
                  <a:pt x="88823" y="41910"/>
                </a:lnTo>
                <a:lnTo>
                  <a:pt x="90436" y="43179"/>
                </a:lnTo>
                <a:close/>
              </a:path>
              <a:path w="144780" h="144779">
                <a:moveTo>
                  <a:pt x="62407" y="39370"/>
                </a:moveTo>
                <a:lnTo>
                  <a:pt x="64223" y="38100"/>
                </a:lnTo>
                <a:lnTo>
                  <a:pt x="67500" y="38100"/>
                </a:lnTo>
                <a:lnTo>
                  <a:pt x="62407" y="39370"/>
                </a:lnTo>
                <a:close/>
              </a:path>
              <a:path w="144780" h="144779">
                <a:moveTo>
                  <a:pt x="82410" y="39370"/>
                </a:moveTo>
                <a:lnTo>
                  <a:pt x="79806" y="38100"/>
                </a:lnTo>
                <a:lnTo>
                  <a:pt x="81483" y="38100"/>
                </a:lnTo>
                <a:lnTo>
                  <a:pt x="82410" y="39370"/>
                </a:lnTo>
                <a:close/>
              </a:path>
              <a:path w="144780" h="144779">
                <a:moveTo>
                  <a:pt x="59296" y="40639"/>
                </a:moveTo>
                <a:lnTo>
                  <a:pt x="61036" y="39370"/>
                </a:lnTo>
                <a:lnTo>
                  <a:pt x="61760" y="39370"/>
                </a:lnTo>
                <a:lnTo>
                  <a:pt x="59296" y="40639"/>
                </a:lnTo>
                <a:close/>
              </a:path>
              <a:path w="144780" h="144779">
                <a:moveTo>
                  <a:pt x="56324" y="41910"/>
                </a:moveTo>
                <a:lnTo>
                  <a:pt x="57962" y="40639"/>
                </a:lnTo>
                <a:lnTo>
                  <a:pt x="58680" y="40639"/>
                </a:lnTo>
                <a:lnTo>
                  <a:pt x="56324" y="41910"/>
                </a:lnTo>
                <a:close/>
              </a:path>
              <a:path w="144780" h="144779">
                <a:moveTo>
                  <a:pt x="53492" y="43179"/>
                </a:moveTo>
                <a:lnTo>
                  <a:pt x="55029" y="41910"/>
                </a:lnTo>
                <a:lnTo>
                  <a:pt x="53855" y="42973"/>
                </a:lnTo>
                <a:lnTo>
                  <a:pt x="53492" y="43179"/>
                </a:lnTo>
                <a:close/>
              </a:path>
              <a:path w="144780" h="144779">
                <a:moveTo>
                  <a:pt x="53855" y="42973"/>
                </a:moveTo>
                <a:lnTo>
                  <a:pt x="55029" y="41910"/>
                </a:lnTo>
                <a:lnTo>
                  <a:pt x="55727" y="41910"/>
                </a:lnTo>
                <a:lnTo>
                  <a:pt x="53855" y="42973"/>
                </a:lnTo>
                <a:close/>
              </a:path>
              <a:path w="144780" h="144779">
                <a:moveTo>
                  <a:pt x="92710" y="44196"/>
                </a:moveTo>
                <a:lnTo>
                  <a:pt x="88823" y="41910"/>
                </a:lnTo>
                <a:lnTo>
                  <a:pt x="137991" y="41910"/>
                </a:lnTo>
                <a:lnTo>
                  <a:pt x="138506" y="43179"/>
                </a:lnTo>
                <a:lnTo>
                  <a:pt x="91643" y="43179"/>
                </a:lnTo>
                <a:lnTo>
                  <a:pt x="92710" y="44196"/>
                </a:lnTo>
                <a:close/>
              </a:path>
              <a:path w="144780" h="144779">
                <a:moveTo>
                  <a:pt x="53627" y="43179"/>
                </a:moveTo>
                <a:lnTo>
                  <a:pt x="53492" y="43179"/>
                </a:lnTo>
                <a:lnTo>
                  <a:pt x="53855" y="42973"/>
                </a:lnTo>
                <a:lnTo>
                  <a:pt x="53627" y="43179"/>
                </a:lnTo>
                <a:close/>
              </a:path>
              <a:path w="144780" h="144779">
                <a:moveTo>
                  <a:pt x="93141" y="44450"/>
                </a:moveTo>
                <a:lnTo>
                  <a:pt x="92710" y="44196"/>
                </a:lnTo>
                <a:lnTo>
                  <a:pt x="91643" y="43179"/>
                </a:lnTo>
                <a:lnTo>
                  <a:pt x="93141" y="44450"/>
                </a:lnTo>
                <a:close/>
              </a:path>
              <a:path w="144780" h="144779">
                <a:moveTo>
                  <a:pt x="139020" y="44450"/>
                </a:moveTo>
                <a:lnTo>
                  <a:pt x="93141" y="44450"/>
                </a:lnTo>
                <a:lnTo>
                  <a:pt x="91643" y="43179"/>
                </a:lnTo>
                <a:lnTo>
                  <a:pt x="138506" y="43179"/>
                </a:lnTo>
                <a:lnTo>
                  <a:pt x="139020" y="44450"/>
                </a:lnTo>
                <a:close/>
              </a:path>
              <a:path w="144780" h="144779">
                <a:moveTo>
                  <a:pt x="140182" y="46989"/>
                </a:moveTo>
                <a:lnTo>
                  <a:pt x="95643" y="46989"/>
                </a:lnTo>
                <a:lnTo>
                  <a:pt x="92710" y="44196"/>
                </a:lnTo>
                <a:lnTo>
                  <a:pt x="93141" y="44450"/>
                </a:lnTo>
                <a:lnTo>
                  <a:pt x="139020" y="44450"/>
                </a:lnTo>
                <a:lnTo>
                  <a:pt x="139534" y="45720"/>
                </a:lnTo>
                <a:lnTo>
                  <a:pt x="140182" y="46989"/>
                </a:lnTo>
                <a:close/>
              </a:path>
              <a:path w="144780" h="144779">
                <a:moveTo>
                  <a:pt x="50825" y="45720"/>
                </a:moveTo>
                <a:lnTo>
                  <a:pt x="52142" y="44526"/>
                </a:lnTo>
                <a:lnTo>
                  <a:pt x="50825" y="45720"/>
                </a:lnTo>
                <a:close/>
              </a:path>
              <a:path w="144780" h="144779">
                <a:moveTo>
                  <a:pt x="48336" y="46989"/>
                </a:moveTo>
                <a:lnTo>
                  <a:pt x="49669" y="45720"/>
                </a:lnTo>
                <a:lnTo>
                  <a:pt x="48684" y="46764"/>
                </a:lnTo>
                <a:lnTo>
                  <a:pt x="48336" y="46989"/>
                </a:lnTo>
                <a:close/>
              </a:path>
              <a:path w="144780" h="144779">
                <a:moveTo>
                  <a:pt x="48684" y="46764"/>
                </a:moveTo>
                <a:lnTo>
                  <a:pt x="49669" y="45720"/>
                </a:lnTo>
                <a:lnTo>
                  <a:pt x="50298" y="45720"/>
                </a:lnTo>
                <a:lnTo>
                  <a:pt x="48684" y="46764"/>
                </a:lnTo>
                <a:close/>
              </a:path>
              <a:path w="144780" h="144779">
                <a:moveTo>
                  <a:pt x="140982" y="49529"/>
                </a:moveTo>
                <a:lnTo>
                  <a:pt x="97929" y="49529"/>
                </a:lnTo>
                <a:lnTo>
                  <a:pt x="94272" y="45720"/>
                </a:lnTo>
                <a:lnTo>
                  <a:pt x="95643" y="46989"/>
                </a:lnTo>
                <a:lnTo>
                  <a:pt x="140182" y="46989"/>
                </a:lnTo>
                <a:lnTo>
                  <a:pt x="140982" y="49529"/>
                </a:lnTo>
                <a:close/>
              </a:path>
              <a:path w="144780" h="144779">
                <a:moveTo>
                  <a:pt x="48471" y="46989"/>
                </a:moveTo>
                <a:lnTo>
                  <a:pt x="48336" y="46989"/>
                </a:lnTo>
                <a:lnTo>
                  <a:pt x="48684" y="46764"/>
                </a:lnTo>
                <a:lnTo>
                  <a:pt x="48471" y="46989"/>
                </a:lnTo>
                <a:close/>
              </a:path>
              <a:path w="144780" h="144779">
                <a:moveTo>
                  <a:pt x="46206" y="49529"/>
                </a:moveTo>
                <a:lnTo>
                  <a:pt x="46075" y="49529"/>
                </a:lnTo>
                <a:lnTo>
                  <a:pt x="47282" y="48260"/>
                </a:lnTo>
                <a:lnTo>
                  <a:pt x="46206" y="49529"/>
                </a:lnTo>
                <a:close/>
              </a:path>
              <a:path w="144780" h="144779">
                <a:moveTo>
                  <a:pt x="141782" y="52070"/>
                </a:moveTo>
                <a:lnTo>
                  <a:pt x="99987" y="52070"/>
                </a:lnTo>
                <a:lnTo>
                  <a:pt x="96685" y="48260"/>
                </a:lnTo>
                <a:lnTo>
                  <a:pt x="97929" y="49529"/>
                </a:lnTo>
                <a:lnTo>
                  <a:pt x="140982" y="49529"/>
                </a:lnTo>
                <a:lnTo>
                  <a:pt x="141782" y="52070"/>
                </a:lnTo>
                <a:close/>
              </a:path>
              <a:path w="144780" h="144779">
                <a:moveTo>
                  <a:pt x="45106" y="50829"/>
                </a:moveTo>
                <a:close/>
              </a:path>
              <a:path w="144780" h="144779">
                <a:moveTo>
                  <a:pt x="142547" y="54610"/>
                </a:moveTo>
                <a:lnTo>
                  <a:pt x="101790" y="54610"/>
                </a:lnTo>
                <a:lnTo>
                  <a:pt x="100837" y="53339"/>
                </a:lnTo>
                <a:lnTo>
                  <a:pt x="98882" y="50800"/>
                </a:lnTo>
                <a:lnTo>
                  <a:pt x="99987" y="52070"/>
                </a:lnTo>
                <a:lnTo>
                  <a:pt x="141782" y="52070"/>
                </a:lnTo>
                <a:lnTo>
                  <a:pt x="142265" y="53339"/>
                </a:lnTo>
                <a:lnTo>
                  <a:pt x="142547" y="54610"/>
                </a:lnTo>
                <a:close/>
              </a:path>
              <a:path w="144780" h="144779">
                <a:moveTo>
                  <a:pt x="44411" y="52070"/>
                </a:moveTo>
                <a:lnTo>
                  <a:pt x="44056" y="52070"/>
                </a:lnTo>
                <a:lnTo>
                  <a:pt x="45106" y="50829"/>
                </a:lnTo>
                <a:lnTo>
                  <a:pt x="44411" y="52070"/>
                </a:lnTo>
                <a:close/>
              </a:path>
              <a:path w="144780" h="144779">
                <a:moveTo>
                  <a:pt x="42278" y="55879"/>
                </a:moveTo>
                <a:lnTo>
                  <a:pt x="43218" y="53339"/>
                </a:lnTo>
                <a:lnTo>
                  <a:pt x="43700" y="53339"/>
                </a:lnTo>
                <a:lnTo>
                  <a:pt x="42278" y="55879"/>
                </a:lnTo>
                <a:close/>
              </a:path>
              <a:path w="144780" h="144779">
                <a:moveTo>
                  <a:pt x="100938" y="53493"/>
                </a:moveTo>
                <a:lnTo>
                  <a:pt x="100821" y="53339"/>
                </a:lnTo>
                <a:lnTo>
                  <a:pt x="100938" y="53493"/>
                </a:lnTo>
                <a:close/>
              </a:path>
              <a:path w="144780" h="144779">
                <a:moveTo>
                  <a:pt x="143113" y="57150"/>
                </a:moveTo>
                <a:lnTo>
                  <a:pt x="103327" y="57150"/>
                </a:lnTo>
                <a:lnTo>
                  <a:pt x="102514" y="55879"/>
                </a:lnTo>
                <a:lnTo>
                  <a:pt x="100938" y="53493"/>
                </a:lnTo>
                <a:lnTo>
                  <a:pt x="101790" y="54610"/>
                </a:lnTo>
                <a:lnTo>
                  <a:pt x="142547" y="54610"/>
                </a:lnTo>
                <a:lnTo>
                  <a:pt x="143113" y="57150"/>
                </a:lnTo>
                <a:close/>
              </a:path>
              <a:path w="144780" h="144779">
                <a:moveTo>
                  <a:pt x="102542" y="55948"/>
                </a:moveTo>
                <a:close/>
              </a:path>
              <a:path w="144780" h="144779">
                <a:moveTo>
                  <a:pt x="103327" y="57150"/>
                </a:moveTo>
                <a:lnTo>
                  <a:pt x="102542" y="55948"/>
                </a:lnTo>
                <a:lnTo>
                  <a:pt x="103327" y="57150"/>
                </a:lnTo>
                <a:close/>
              </a:path>
              <a:path w="144780" h="144779">
                <a:moveTo>
                  <a:pt x="104571" y="60960"/>
                </a:moveTo>
                <a:lnTo>
                  <a:pt x="102542" y="55948"/>
                </a:lnTo>
                <a:lnTo>
                  <a:pt x="103327" y="57150"/>
                </a:lnTo>
                <a:lnTo>
                  <a:pt x="143113" y="57150"/>
                </a:lnTo>
                <a:lnTo>
                  <a:pt x="143395" y="58420"/>
                </a:lnTo>
                <a:lnTo>
                  <a:pt x="103924" y="58420"/>
                </a:lnTo>
                <a:lnTo>
                  <a:pt x="104571" y="60960"/>
                </a:lnTo>
                <a:close/>
              </a:path>
              <a:path w="144780" h="144779">
                <a:moveTo>
                  <a:pt x="41071" y="58420"/>
                </a:moveTo>
                <a:lnTo>
                  <a:pt x="40779" y="58420"/>
                </a:lnTo>
                <a:lnTo>
                  <a:pt x="41567" y="57150"/>
                </a:lnTo>
                <a:lnTo>
                  <a:pt x="41071" y="58420"/>
                </a:lnTo>
                <a:close/>
              </a:path>
              <a:path w="144780" h="144779">
                <a:moveTo>
                  <a:pt x="144005" y="63500"/>
                </a:moveTo>
                <a:lnTo>
                  <a:pt x="105524" y="63500"/>
                </a:lnTo>
                <a:lnTo>
                  <a:pt x="103924" y="58420"/>
                </a:lnTo>
                <a:lnTo>
                  <a:pt x="143395" y="58420"/>
                </a:lnTo>
                <a:lnTo>
                  <a:pt x="144005" y="63500"/>
                </a:lnTo>
                <a:close/>
              </a:path>
              <a:path w="144780" h="144779">
                <a:moveTo>
                  <a:pt x="39585" y="62229"/>
                </a:moveTo>
                <a:lnTo>
                  <a:pt x="40208" y="59689"/>
                </a:lnTo>
                <a:lnTo>
                  <a:pt x="40576" y="59689"/>
                </a:lnTo>
                <a:lnTo>
                  <a:pt x="39585" y="62229"/>
                </a:lnTo>
                <a:close/>
              </a:path>
              <a:path w="144780" h="144779">
                <a:moveTo>
                  <a:pt x="106058" y="66851"/>
                </a:moveTo>
                <a:lnTo>
                  <a:pt x="105041" y="62229"/>
                </a:lnTo>
                <a:lnTo>
                  <a:pt x="105524" y="63500"/>
                </a:lnTo>
                <a:lnTo>
                  <a:pt x="144005" y="63500"/>
                </a:lnTo>
                <a:lnTo>
                  <a:pt x="144157" y="64770"/>
                </a:lnTo>
                <a:lnTo>
                  <a:pt x="105854" y="64770"/>
                </a:lnTo>
                <a:lnTo>
                  <a:pt x="106058" y="66851"/>
                </a:lnTo>
                <a:close/>
              </a:path>
              <a:path w="144780" h="144779">
                <a:moveTo>
                  <a:pt x="38696" y="64770"/>
                </a:moveTo>
                <a:lnTo>
                  <a:pt x="39039" y="63500"/>
                </a:lnTo>
                <a:lnTo>
                  <a:pt x="38931" y="63981"/>
                </a:lnTo>
                <a:lnTo>
                  <a:pt x="38696" y="64770"/>
                </a:lnTo>
                <a:close/>
              </a:path>
              <a:path w="144780" h="144779">
                <a:moveTo>
                  <a:pt x="38931" y="63981"/>
                </a:moveTo>
                <a:lnTo>
                  <a:pt x="39039" y="63500"/>
                </a:lnTo>
                <a:lnTo>
                  <a:pt x="38931" y="63981"/>
                </a:lnTo>
                <a:close/>
              </a:path>
              <a:path w="144780" h="144779">
                <a:moveTo>
                  <a:pt x="38754" y="64770"/>
                </a:moveTo>
                <a:lnTo>
                  <a:pt x="38931" y="63981"/>
                </a:lnTo>
                <a:lnTo>
                  <a:pt x="38754" y="64770"/>
                </a:lnTo>
                <a:close/>
              </a:path>
              <a:path w="144780" h="144779">
                <a:moveTo>
                  <a:pt x="38468" y="66039"/>
                </a:moveTo>
                <a:lnTo>
                  <a:pt x="38646" y="64770"/>
                </a:lnTo>
                <a:lnTo>
                  <a:pt x="38536" y="65736"/>
                </a:lnTo>
                <a:lnTo>
                  <a:pt x="38468" y="66039"/>
                </a:lnTo>
                <a:close/>
              </a:path>
              <a:path w="144780" h="144779">
                <a:moveTo>
                  <a:pt x="38536" y="65736"/>
                </a:moveTo>
                <a:lnTo>
                  <a:pt x="38646" y="64770"/>
                </a:lnTo>
                <a:lnTo>
                  <a:pt x="38536" y="65736"/>
                </a:lnTo>
                <a:close/>
              </a:path>
              <a:path w="144780" h="144779">
                <a:moveTo>
                  <a:pt x="106159" y="67310"/>
                </a:moveTo>
                <a:lnTo>
                  <a:pt x="106058" y="66851"/>
                </a:lnTo>
                <a:lnTo>
                  <a:pt x="105854" y="64770"/>
                </a:lnTo>
                <a:lnTo>
                  <a:pt x="106159" y="67310"/>
                </a:lnTo>
                <a:close/>
              </a:path>
              <a:path w="144780" h="144779">
                <a:moveTo>
                  <a:pt x="144373" y="67310"/>
                </a:moveTo>
                <a:lnTo>
                  <a:pt x="106159" y="67310"/>
                </a:lnTo>
                <a:lnTo>
                  <a:pt x="105854" y="64770"/>
                </a:lnTo>
                <a:lnTo>
                  <a:pt x="144157" y="64770"/>
                </a:lnTo>
                <a:lnTo>
                  <a:pt x="144273" y="65736"/>
                </a:lnTo>
                <a:lnTo>
                  <a:pt x="144373" y="67310"/>
                </a:lnTo>
                <a:close/>
              </a:path>
              <a:path w="144780" h="144779">
                <a:moveTo>
                  <a:pt x="38502" y="66039"/>
                </a:moveTo>
                <a:lnTo>
                  <a:pt x="38536" y="65736"/>
                </a:lnTo>
                <a:lnTo>
                  <a:pt x="38502" y="66039"/>
                </a:lnTo>
                <a:close/>
              </a:path>
              <a:path w="144780" h="144779">
                <a:moveTo>
                  <a:pt x="144487" y="71120"/>
                </a:moveTo>
                <a:lnTo>
                  <a:pt x="106476" y="71120"/>
                </a:lnTo>
                <a:lnTo>
                  <a:pt x="106349" y="68579"/>
                </a:lnTo>
                <a:lnTo>
                  <a:pt x="106058" y="66851"/>
                </a:lnTo>
                <a:lnTo>
                  <a:pt x="106159" y="67310"/>
                </a:lnTo>
                <a:lnTo>
                  <a:pt x="144373" y="67310"/>
                </a:lnTo>
                <a:lnTo>
                  <a:pt x="144487" y="71120"/>
                </a:lnTo>
                <a:close/>
              </a:path>
              <a:path w="144780" h="144779">
                <a:moveTo>
                  <a:pt x="38214" y="68579"/>
                </a:moveTo>
                <a:lnTo>
                  <a:pt x="38341" y="67310"/>
                </a:lnTo>
                <a:lnTo>
                  <a:pt x="38214" y="68579"/>
                </a:lnTo>
                <a:close/>
              </a:path>
              <a:path w="144780" h="144779">
                <a:moveTo>
                  <a:pt x="38036" y="69850"/>
                </a:moveTo>
                <a:lnTo>
                  <a:pt x="38112" y="68579"/>
                </a:lnTo>
                <a:lnTo>
                  <a:pt x="38036" y="69850"/>
                </a:lnTo>
                <a:close/>
              </a:path>
              <a:path w="144780" h="144779">
                <a:moveTo>
                  <a:pt x="106376" y="70094"/>
                </a:moveTo>
                <a:lnTo>
                  <a:pt x="106227" y="68579"/>
                </a:lnTo>
                <a:lnTo>
                  <a:pt x="106376" y="70094"/>
                </a:lnTo>
                <a:close/>
              </a:path>
              <a:path w="144780" h="144779">
                <a:moveTo>
                  <a:pt x="106476" y="71120"/>
                </a:moveTo>
                <a:lnTo>
                  <a:pt x="106419" y="70536"/>
                </a:lnTo>
                <a:lnTo>
                  <a:pt x="106349" y="68579"/>
                </a:lnTo>
                <a:lnTo>
                  <a:pt x="106476" y="71120"/>
                </a:lnTo>
                <a:close/>
              </a:path>
              <a:path w="144780" h="144779">
                <a:moveTo>
                  <a:pt x="37995" y="70536"/>
                </a:moveTo>
                <a:lnTo>
                  <a:pt x="37985" y="69850"/>
                </a:lnTo>
                <a:lnTo>
                  <a:pt x="37995" y="70536"/>
                </a:lnTo>
                <a:close/>
              </a:path>
              <a:path w="144780" h="144779">
                <a:moveTo>
                  <a:pt x="144538" y="73660"/>
                </a:moveTo>
                <a:lnTo>
                  <a:pt x="106438" y="73660"/>
                </a:lnTo>
                <a:lnTo>
                  <a:pt x="106464" y="72389"/>
                </a:lnTo>
                <a:lnTo>
                  <a:pt x="106376" y="70094"/>
                </a:lnTo>
                <a:lnTo>
                  <a:pt x="106476" y="71120"/>
                </a:lnTo>
                <a:lnTo>
                  <a:pt x="144487" y="71120"/>
                </a:lnTo>
                <a:lnTo>
                  <a:pt x="144538" y="73660"/>
                </a:lnTo>
                <a:close/>
              </a:path>
              <a:path w="144780" h="144779">
                <a:moveTo>
                  <a:pt x="38003" y="71120"/>
                </a:moveTo>
                <a:lnTo>
                  <a:pt x="37995" y="70536"/>
                </a:lnTo>
                <a:lnTo>
                  <a:pt x="38003" y="71120"/>
                </a:lnTo>
                <a:close/>
              </a:path>
              <a:path w="144780" h="144779">
                <a:moveTo>
                  <a:pt x="106427" y="73004"/>
                </a:moveTo>
                <a:lnTo>
                  <a:pt x="106416" y="72389"/>
                </a:lnTo>
                <a:lnTo>
                  <a:pt x="106427" y="73004"/>
                </a:lnTo>
                <a:close/>
              </a:path>
              <a:path w="144780" h="144779">
                <a:moveTo>
                  <a:pt x="144348" y="77470"/>
                </a:moveTo>
                <a:lnTo>
                  <a:pt x="106083" y="77470"/>
                </a:lnTo>
                <a:lnTo>
                  <a:pt x="106387" y="74929"/>
                </a:lnTo>
                <a:lnTo>
                  <a:pt x="106427" y="73004"/>
                </a:lnTo>
                <a:lnTo>
                  <a:pt x="106438" y="73660"/>
                </a:lnTo>
                <a:lnTo>
                  <a:pt x="144538" y="73660"/>
                </a:lnTo>
                <a:lnTo>
                  <a:pt x="144348" y="77470"/>
                </a:lnTo>
                <a:close/>
              </a:path>
              <a:path w="144780" h="144779">
                <a:moveTo>
                  <a:pt x="38050" y="74502"/>
                </a:moveTo>
                <a:lnTo>
                  <a:pt x="37947" y="73660"/>
                </a:lnTo>
                <a:lnTo>
                  <a:pt x="38050" y="74502"/>
                </a:lnTo>
                <a:close/>
              </a:path>
              <a:path w="144780" h="144779">
                <a:moveTo>
                  <a:pt x="38258" y="76200"/>
                </a:moveTo>
                <a:lnTo>
                  <a:pt x="38074" y="76200"/>
                </a:lnTo>
                <a:lnTo>
                  <a:pt x="38050" y="74502"/>
                </a:lnTo>
                <a:lnTo>
                  <a:pt x="38258" y="76200"/>
                </a:lnTo>
                <a:close/>
              </a:path>
              <a:path w="144780" h="144779">
                <a:moveTo>
                  <a:pt x="144221" y="78739"/>
                </a:moveTo>
                <a:lnTo>
                  <a:pt x="105778" y="78739"/>
                </a:lnTo>
                <a:lnTo>
                  <a:pt x="106210" y="76200"/>
                </a:lnTo>
                <a:lnTo>
                  <a:pt x="106083" y="77470"/>
                </a:lnTo>
                <a:lnTo>
                  <a:pt x="144348" y="77470"/>
                </a:lnTo>
                <a:lnTo>
                  <a:pt x="144221" y="78739"/>
                </a:lnTo>
                <a:close/>
              </a:path>
              <a:path w="144780" h="144779">
                <a:moveTo>
                  <a:pt x="38569" y="78739"/>
                </a:moveTo>
                <a:lnTo>
                  <a:pt x="38265" y="77470"/>
                </a:lnTo>
                <a:lnTo>
                  <a:pt x="38414" y="77470"/>
                </a:lnTo>
                <a:lnTo>
                  <a:pt x="38569" y="78739"/>
                </a:lnTo>
                <a:close/>
              </a:path>
              <a:path w="144780" h="144779">
                <a:moveTo>
                  <a:pt x="143967" y="81279"/>
                </a:moveTo>
                <a:lnTo>
                  <a:pt x="105384" y="81279"/>
                </a:lnTo>
                <a:lnTo>
                  <a:pt x="105956" y="77470"/>
                </a:lnTo>
                <a:lnTo>
                  <a:pt x="105778" y="78739"/>
                </a:lnTo>
                <a:lnTo>
                  <a:pt x="144221" y="78739"/>
                </a:lnTo>
                <a:lnTo>
                  <a:pt x="143967" y="81279"/>
                </a:lnTo>
                <a:close/>
              </a:path>
              <a:path w="144780" h="144779">
                <a:moveTo>
                  <a:pt x="143408" y="85089"/>
                </a:moveTo>
                <a:lnTo>
                  <a:pt x="104228" y="85089"/>
                </a:lnTo>
                <a:lnTo>
                  <a:pt x="104838" y="82550"/>
                </a:lnTo>
                <a:lnTo>
                  <a:pt x="105727" y="78739"/>
                </a:lnTo>
                <a:lnTo>
                  <a:pt x="105384" y="81279"/>
                </a:lnTo>
                <a:lnTo>
                  <a:pt x="143967" y="81279"/>
                </a:lnTo>
                <a:lnTo>
                  <a:pt x="143828" y="82615"/>
                </a:lnTo>
                <a:lnTo>
                  <a:pt x="143408" y="85089"/>
                </a:lnTo>
                <a:close/>
              </a:path>
              <a:path w="144780" h="144779">
                <a:moveTo>
                  <a:pt x="39700" y="82550"/>
                </a:moveTo>
                <a:lnTo>
                  <a:pt x="39382" y="82550"/>
                </a:lnTo>
                <a:lnTo>
                  <a:pt x="38900" y="80010"/>
                </a:lnTo>
                <a:lnTo>
                  <a:pt x="39700" y="82550"/>
                </a:lnTo>
                <a:close/>
              </a:path>
              <a:path w="144780" h="144779">
                <a:moveTo>
                  <a:pt x="104812" y="82615"/>
                </a:moveTo>
                <a:close/>
              </a:path>
              <a:path w="144780" h="144779">
                <a:moveTo>
                  <a:pt x="102896" y="87528"/>
                </a:moveTo>
                <a:lnTo>
                  <a:pt x="104812" y="82615"/>
                </a:lnTo>
                <a:lnTo>
                  <a:pt x="104228" y="85089"/>
                </a:lnTo>
                <a:lnTo>
                  <a:pt x="143408" y="85089"/>
                </a:lnTo>
                <a:lnTo>
                  <a:pt x="143230" y="86360"/>
                </a:lnTo>
                <a:lnTo>
                  <a:pt x="103644" y="86360"/>
                </a:lnTo>
                <a:lnTo>
                  <a:pt x="102896" y="87528"/>
                </a:lnTo>
                <a:close/>
              </a:path>
              <a:path w="144780" h="144779">
                <a:moveTo>
                  <a:pt x="40500" y="85089"/>
                </a:moveTo>
                <a:lnTo>
                  <a:pt x="39852" y="83820"/>
                </a:lnTo>
                <a:lnTo>
                  <a:pt x="40100" y="83820"/>
                </a:lnTo>
                <a:lnTo>
                  <a:pt x="40500" y="85089"/>
                </a:lnTo>
                <a:close/>
              </a:path>
              <a:path w="144780" h="144779">
                <a:moveTo>
                  <a:pt x="42348" y="88900"/>
                </a:moveTo>
                <a:lnTo>
                  <a:pt x="41910" y="88900"/>
                </a:lnTo>
                <a:lnTo>
                  <a:pt x="41097" y="86360"/>
                </a:lnTo>
                <a:lnTo>
                  <a:pt x="42348" y="88900"/>
                </a:lnTo>
                <a:close/>
              </a:path>
              <a:path w="144780" h="144779">
                <a:moveTo>
                  <a:pt x="102857" y="87629"/>
                </a:moveTo>
                <a:lnTo>
                  <a:pt x="103644" y="86360"/>
                </a:lnTo>
                <a:lnTo>
                  <a:pt x="102857" y="87629"/>
                </a:lnTo>
                <a:close/>
              </a:path>
              <a:path w="144780" h="144779">
                <a:moveTo>
                  <a:pt x="142944" y="87629"/>
                </a:moveTo>
                <a:lnTo>
                  <a:pt x="102857" y="87629"/>
                </a:lnTo>
                <a:lnTo>
                  <a:pt x="103644" y="86360"/>
                </a:lnTo>
                <a:lnTo>
                  <a:pt x="143230" y="86360"/>
                </a:lnTo>
                <a:lnTo>
                  <a:pt x="142944" y="87629"/>
                </a:lnTo>
                <a:close/>
              </a:path>
              <a:path w="144780" h="144779">
                <a:moveTo>
                  <a:pt x="141182" y="93979"/>
                </a:moveTo>
                <a:lnTo>
                  <a:pt x="99301" y="93979"/>
                </a:lnTo>
                <a:lnTo>
                  <a:pt x="102146" y="88900"/>
                </a:lnTo>
                <a:lnTo>
                  <a:pt x="102896" y="87528"/>
                </a:lnTo>
                <a:lnTo>
                  <a:pt x="142944" y="87629"/>
                </a:lnTo>
                <a:lnTo>
                  <a:pt x="142659" y="88900"/>
                </a:lnTo>
                <a:lnTo>
                  <a:pt x="142316" y="90170"/>
                </a:lnTo>
                <a:lnTo>
                  <a:pt x="141182" y="93979"/>
                </a:lnTo>
                <a:close/>
              </a:path>
              <a:path w="144780" h="144779">
                <a:moveTo>
                  <a:pt x="101206" y="90170"/>
                </a:moveTo>
                <a:lnTo>
                  <a:pt x="102019" y="88900"/>
                </a:lnTo>
                <a:lnTo>
                  <a:pt x="101206" y="90170"/>
                </a:lnTo>
                <a:close/>
              </a:path>
              <a:path w="144780" h="144779">
                <a:moveTo>
                  <a:pt x="43591" y="91424"/>
                </a:moveTo>
                <a:lnTo>
                  <a:pt x="42633" y="90170"/>
                </a:lnTo>
                <a:lnTo>
                  <a:pt x="42973" y="90170"/>
                </a:lnTo>
                <a:lnTo>
                  <a:pt x="43591" y="91424"/>
                </a:lnTo>
                <a:close/>
              </a:path>
              <a:path w="144780" h="144779">
                <a:moveTo>
                  <a:pt x="93243" y="99281"/>
                </a:moveTo>
                <a:lnTo>
                  <a:pt x="96088" y="96520"/>
                </a:lnTo>
                <a:lnTo>
                  <a:pt x="97142" y="96520"/>
                </a:lnTo>
                <a:lnTo>
                  <a:pt x="100380" y="91439"/>
                </a:lnTo>
                <a:lnTo>
                  <a:pt x="99301" y="93979"/>
                </a:lnTo>
                <a:lnTo>
                  <a:pt x="141182" y="93979"/>
                </a:lnTo>
                <a:lnTo>
                  <a:pt x="140804" y="95250"/>
                </a:lnTo>
                <a:lnTo>
                  <a:pt x="140182" y="96520"/>
                </a:lnTo>
                <a:lnTo>
                  <a:pt x="139192" y="99060"/>
                </a:lnTo>
                <a:lnTo>
                  <a:pt x="93611" y="99060"/>
                </a:lnTo>
                <a:lnTo>
                  <a:pt x="93243" y="99281"/>
                </a:lnTo>
                <a:close/>
              </a:path>
              <a:path w="144780" h="144779">
                <a:moveTo>
                  <a:pt x="45509" y="93937"/>
                </a:moveTo>
                <a:lnTo>
                  <a:pt x="44450" y="92710"/>
                </a:lnTo>
                <a:lnTo>
                  <a:pt x="45509" y="93937"/>
                </a:lnTo>
                <a:close/>
              </a:path>
              <a:path w="144780" h="144779">
                <a:moveTo>
                  <a:pt x="94754" y="97789"/>
                </a:moveTo>
                <a:lnTo>
                  <a:pt x="98348" y="93979"/>
                </a:lnTo>
                <a:lnTo>
                  <a:pt x="97142" y="96520"/>
                </a:lnTo>
                <a:lnTo>
                  <a:pt x="96088" y="96520"/>
                </a:lnTo>
                <a:lnTo>
                  <a:pt x="94754" y="97789"/>
                </a:lnTo>
                <a:close/>
              </a:path>
              <a:path w="144780" h="144779">
                <a:moveTo>
                  <a:pt x="47739" y="96520"/>
                </a:moveTo>
                <a:lnTo>
                  <a:pt x="46507" y="95250"/>
                </a:lnTo>
                <a:lnTo>
                  <a:pt x="46642" y="95250"/>
                </a:lnTo>
                <a:lnTo>
                  <a:pt x="47739" y="96520"/>
                </a:lnTo>
                <a:close/>
              </a:path>
              <a:path w="144780" h="144779">
                <a:moveTo>
                  <a:pt x="50152" y="99060"/>
                </a:moveTo>
                <a:lnTo>
                  <a:pt x="48793" y="97789"/>
                </a:lnTo>
                <a:lnTo>
                  <a:pt x="49161" y="98024"/>
                </a:lnTo>
                <a:lnTo>
                  <a:pt x="50152" y="99060"/>
                </a:lnTo>
                <a:close/>
              </a:path>
              <a:path w="144780" h="144779">
                <a:moveTo>
                  <a:pt x="49161" y="98024"/>
                </a:moveTo>
                <a:lnTo>
                  <a:pt x="48793" y="97789"/>
                </a:lnTo>
                <a:lnTo>
                  <a:pt x="48937" y="97789"/>
                </a:lnTo>
                <a:lnTo>
                  <a:pt x="49161" y="98024"/>
                </a:lnTo>
                <a:close/>
              </a:path>
              <a:path w="144780" h="144779">
                <a:moveTo>
                  <a:pt x="50787" y="99060"/>
                </a:moveTo>
                <a:lnTo>
                  <a:pt x="50152" y="99060"/>
                </a:lnTo>
                <a:lnTo>
                  <a:pt x="49161" y="98024"/>
                </a:lnTo>
                <a:lnTo>
                  <a:pt x="50787" y="99060"/>
                </a:lnTo>
                <a:close/>
              </a:path>
              <a:path w="144780" h="144779">
                <a:moveTo>
                  <a:pt x="92163" y="100329"/>
                </a:moveTo>
                <a:lnTo>
                  <a:pt x="93243" y="99281"/>
                </a:lnTo>
                <a:lnTo>
                  <a:pt x="93611" y="99060"/>
                </a:lnTo>
                <a:lnTo>
                  <a:pt x="92163" y="100329"/>
                </a:lnTo>
                <a:close/>
              </a:path>
              <a:path w="144780" h="144779">
                <a:moveTo>
                  <a:pt x="138696" y="100329"/>
                </a:moveTo>
                <a:lnTo>
                  <a:pt x="92163" y="100329"/>
                </a:lnTo>
                <a:lnTo>
                  <a:pt x="93611" y="99060"/>
                </a:lnTo>
                <a:lnTo>
                  <a:pt x="139192" y="99060"/>
                </a:lnTo>
                <a:lnTo>
                  <a:pt x="138696" y="100329"/>
                </a:lnTo>
                <a:close/>
              </a:path>
              <a:path w="144780" h="144779">
                <a:moveTo>
                  <a:pt x="137413" y="104139"/>
                </a:moveTo>
                <a:lnTo>
                  <a:pt x="86461" y="104139"/>
                </a:lnTo>
                <a:lnTo>
                  <a:pt x="90944" y="101600"/>
                </a:lnTo>
                <a:lnTo>
                  <a:pt x="89395" y="101600"/>
                </a:lnTo>
                <a:lnTo>
                  <a:pt x="93243" y="99281"/>
                </a:lnTo>
                <a:lnTo>
                  <a:pt x="92163" y="100329"/>
                </a:lnTo>
                <a:lnTo>
                  <a:pt x="138696" y="100329"/>
                </a:lnTo>
                <a:lnTo>
                  <a:pt x="138201" y="101600"/>
                </a:lnTo>
                <a:lnTo>
                  <a:pt x="137413" y="104139"/>
                </a:lnTo>
                <a:close/>
              </a:path>
              <a:path w="144780" h="144779">
                <a:moveTo>
                  <a:pt x="56292" y="102870"/>
                </a:moveTo>
                <a:lnTo>
                  <a:pt x="55600" y="102870"/>
                </a:lnTo>
                <a:lnTo>
                  <a:pt x="53987" y="101600"/>
                </a:lnTo>
                <a:lnTo>
                  <a:pt x="56292" y="102870"/>
                </a:lnTo>
                <a:close/>
              </a:path>
              <a:path w="144780" h="144779">
                <a:moveTo>
                  <a:pt x="59321" y="104139"/>
                </a:moveTo>
                <a:lnTo>
                  <a:pt x="58597" y="104139"/>
                </a:lnTo>
                <a:lnTo>
                  <a:pt x="56883" y="102870"/>
                </a:lnTo>
                <a:lnTo>
                  <a:pt x="59321" y="104139"/>
                </a:lnTo>
                <a:close/>
              </a:path>
              <a:path w="144780" h="144779">
                <a:moveTo>
                  <a:pt x="135796" y="106679"/>
                </a:moveTo>
                <a:lnTo>
                  <a:pt x="76923" y="106679"/>
                </a:lnTo>
                <a:lnTo>
                  <a:pt x="82016" y="105410"/>
                </a:lnTo>
                <a:lnTo>
                  <a:pt x="83388" y="105410"/>
                </a:lnTo>
                <a:lnTo>
                  <a:pt x="88099" y="102870"/>
                </a:lnTo>
                <a:lnTo>
                  <a:pt x="86461" y="104139"/>
                </a:lnTo>
                <a:lnTo>
                  <a:pt x="137413" y="104139"/>
                </a:lnTo>
                <a:lnTo>
                  <a:pt x="135796" y="106679"/>
                </a:lnTo>
                <a:close/>
              </a:path>
              <a:path w="144780" h="144779">
                <a:moveTo>
                  <a:pt x="83388" y="105410"/>
                </a:moveTo>
                <a:lnTo>
                  <a:pt x="80200" y="105410"/>
                </a:lnTo>
                <a:lnTo>
                  <a:pt x="85128" y="104139"/>
                </a:lnTo>
                <a:lnTo>
                  <a:pt x="83388" y="105410"/>
                </a:lnTo>
                <a:close/>
              </a:path>
              <a:path w="144780" h="144779">
                <a:moveTo>
                  <a:pt x="66332" y="106679"/>
                </a:moveTo>
                <a:lnTo>
                  <a:pt x="64617" y="106679"/>
                </a:lnTo>
                <a:lnTo>
                  <a:pt x="63677" y="105410"/>
                </a:lnTo>
                <a:lnTo>
                  <a:pt x="66332" y="106679"/>
                </a:lnTo>
                <a:close/>
              </a:path>
              <a:path w="144780" h="144779">
                <a:moveTo>
                  <a:pt x="85267" y="143510"/>
                </a:moveTo>
                <a:lnTo>
                  <a:pt x="54800" y="143510"/>
                </a:lnTo>
                <a:lnTo>
                  <a:pt x="52197" y="142239"/>
                </a:lnTo>
                <a:lnTo>
                  <a:pt x="90360" y="142239"/>
                </a:lnTo>
                <a:lnTo>
                  <a:pt x="85267" y="143510"/>
                </a:lnTo>
                <a:close/>
              </a:path>
              <a:path w="144780" h="144779">
                <a:moveTo>
                  <a:pt x="78155" y="144779"/>
                </a:moveTo>
                <a:lnTo>
                  <a:pt x="63017" y="144779"/>
                </a:lnTo>
                <a:lnTo>
                  <a:pt x="59347" y="143510"/>
                </a:lnTo>
                <a:lnTo>
                  <a:pt x="83388" y="143510"/>
                </a:lnTo>
                <a:lnTo>
                  <a:pt x="78155" y="14477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5118366" y="5652617"/>
            <a:ext cx="355600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b="1">
                <a:latin typeface="Arial"/>
                <a:cs typeface="Arial"/>
              </a:rPr>
              <a:t>B</a:t>
            </a:r>
            <a:endParaRPr sz="36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257027" y="2344204"/>
            <a:ext cx="990600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b="1">
                <a:latin typeface="Arial"/>
                <a:cs typeface="Arial"/>
              </a:rPr>
              <a:t>C(D)</a:t>
            </a:r>
            <a:endParaRPr sz="3600">
              <a:latin typeface="Arial"/>
              <a:cs typeface="Arial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3045663" y="6154267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38100" y="38100"/>
                </a:moveTo>
                <a:lnTo>
                  <a:pt x="0" y="38100"/>
                </a:lnTo>
                <a:lnTo>
                  <a:pt x="0" y="0"/>
                </a:lnTo>
                <a:lnTo>
                  <a:pt x="38100" y="0"/>
                </a:lnTo>
                <a:lnTo>
                  <a:pt x="38100" y="381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3045663" y="6078067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38100" y="38100"/>
                </a:moveTo>
                <a:lnTo>
                  <a:pt x="0" y="38100"/>
                </a:lnTo>
                <a:lnTo>
                  <a:pt x="0" y="0"/>
                </a:lnTo>
                <a:lnTo>
                  <a:pt x="38100" y="0"/>
                </a:lnTo>
                <a:lnTo>
                  <a:pt x="38100" y="381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3045663" y="6001867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38100" y="38100"/>
                </a:moveTo>
                <a:lnTo>
                  <a:pt x="0" y="38100"/>
                </a:lnTo>
                <a:lnTo>
                  <a:pt x="0" y="0"/>
                </a:lnTo>
                <a:lnTo>
                  <a:pt x="38100" y="0"/>
                </a:lnTo>
                <a:lnTo>
                  <a:pt x="38100" y="381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3045663" y="5925667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38100" y="38100"/>
                </a:moveTo>
                <a:lnTo>
                  <a:pt x="0" y="38100"/>
                </a:lnTo>
                <a:lnTo>
                  <a:pt x="0" y="0"/>
                </a:lnTo>
                <a:lnTo>
                  <a:pt x="38100" y="0"/>
                </a:lnTo>
                <a:lnTo>
                  <a:pt x="38100" y="381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3045663" y="5849467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38100" y="38100"/>
                </a:moveTo>
                <a:lnTo>
                  <a:pt x="0" y="38100"/>
                </a:lnTo>
                <a:lnTo>
                  <a:pt x="0" y="0"/>
                </a:lnTo>
                <a:lnTo>
                  <a:pt x="38100" y="0"/>
                </a:lnTo>
                <a:lnTo>
                  <a:pt x="38100" y="381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3045663" y="5773267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38100" y="38100"/>
                </a:moveTo>
                <a:lnTo>
                  <a:pt x="0" y="38100"/>
                </a:lnTo>
                <a:lnTo>
                  <a:pt x="0" y="0"/>
                </a:lnTo>
                <a:lnTo>
                  <a:pt x="38100" y="0"/>
                </a:lnTo>
                <a:lnTo>
                  <a:pt x="38100" y="381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3045663" y="5697067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38100" y="38100"/>
                </a:moveTo>
                <a:lnTo>
                  <a:pt x="0" y="38100"/>
                </a:lnTo>
                <a:lnTo>
                  <a:pt x="0" y="0"/>
                </a:lnTo>
                <a:lnTo>
                  <a:pt x="38100" y="0"/>
                </a:lnTo>
                <a:lnTo>
                  <a:pt x="38100" y="381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3045663" y="5620867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38100" y="38100"/>
                </a:moveTo>
                <a:lnTo>
                  <a:pt x="0" y="38100"/>
                </a:lnTo>
                <a:lnTo>
                  <a:pt x="0" y="0"/>
                </a:lnTo>
                <a:lnTo>
                  <a:pt x="38100" y="0"/>
                </a:lnTo>
                <a:lnTo>
                  <a:pt x="38100" y="381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3045663" y="5544667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38100" y="38100"/>
                </a:moveTo>
                <a:lnTo>
                  <a:pt x="0" y="38100"/>
                </a:lnTo>
                <a:lnTo>
                  <a:pt x="0" y="0"/>
                </a:lnTo>
                <a:lnTo>
                  <a:pt x="38100" y="0"/>
                </a:lnTo>
                <a:lnTo>
                  <a:pt x="38100" y="381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3045663" y="5468467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38100" y="38100"/>
                </a:moveTo>
                <a:lnTo>
                  <a:pt x="0" y="38100"/>
                </a:lnTo>
                <a:lnTo>
                  <a:pt x="0" y="0"/>
                </a:lnTo>
                <a:lnTo>
                  <a:pt x="38100" y="0"/>
                </a:lnTo>
                <a:lnTo>
                  <a:pt x="38100" y="381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3045663" y="5392267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38100" y="38100"/>
                </a:moveTo>
                <a:lnTo>
                  <a:pt x="0" y="38100"/>
                </a:lnTo>
                <a:lnTo>
                  <a:pt x="0" y="0"/>
                </a:lnTo>
                <a:lnTo>
                  <a:pt x="38100" y="0"/>
                </a:lnTo>
                <a:lnTo>
                  <a:pt x="38100" y="381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3045663" y="5316067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38100" y="38100"/>
                </a:moveTo>
                <a:lnTo>
                  <a:pt x="0" y="38100"/>
                </a:lnTo>
                <a:lnTo>
                  <a:pt x="0" y="0"/>
                </a:lnTo>
                <a:lnTo>
                  <a:pt x="38100" y="0"/>
                </a:lnTo>
                <a:lnTo>
                  <a:pt x="38100" y="381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3045663" y="5239867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38100" y="38100"/>
                </a:moveTo>
                <a:lnTo>
                  <a:pt x="0" y="38100"/>
                </a:lnTo>
                <a:lnTo>
                  <a:pt x="0" y="0"/>
                </a:lnTo>
                <a:lnTo>
                  <a:pt x="38100" y="0"/>
                </a:lnTo>
                <a:lnTo>
                  <a:pt x="38100" y="381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3045663" y="5163667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38100" y="38100"/>
                </a:moveTo>
                <a:lnTo>
                  <a:pt x="0" y="38100"/>
                </a:lnTo>
                <a:lnTo>
                  <a:pt x="0" y="0"/>
                </a:lnTo>
                <a:lnTo>
                  <a:pt x="38100" y="0"/>
                </a:lnTo>
                <a:lnTo>
                  <a:pt x="38100" y="381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3045663" y="5087467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38100" y="38100"/>
                </a:moveTo>
                <a:lnTo>
                  <a:pt x="0" y="38100"/>
                </a:lnTo>
                <a:lnTo>
                  <a:pt x="0" y="0"/>
                </a:lnTo>
                <a:lnTo>
                  <a:pt x="38100" y="0"/>
                </a:lnTo>
                <a:lnTo>
                  <a:pt x="38100" y="381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3045663" y="5011267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38100" y="38100"/>
                </a:moveTo>
                <a:lnTo>
                  <a:pt x="0" y="38100"/>
                </a:lnTo>
                <a:lnTo>
                  <a:pt x="0" y="0"/>
                </a:lnTo>
                <a:lnTo>
                  <a:pt x="38100" y="0"/>
                </a:lnTo>
                <a:lnTo>
                  <a:pt x="38100" y="381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3045663" y="4935067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38100" y="38100"/>
                </a:moveTo>
                <a:lnTo>
                  <a:pt x="0" y="38100"/>
                </a:lnTo>
                <a:lnTo>
                  <a:pt x="0" y="0"/>
                </a:lnTo>
                <a:lnTo>
                  <a:pt x="38100" y="0"/>
                </a:lnTo>
                <a:lnTo>
                  <a:pt x="38100" y="381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3045663" y="4858867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38100" y="38100"/>
                </a:moveTo>
                <a:lnTo>
                  <a:pt x="0" y="38100"/>
                </a:lnTo>
                <a:lnTo>
                  <a:pt x="0" y="0"/>
                </a:lnTo>
                <a:lnTo>
                  <a:pt x="38100" y="0"/>
                </a:lnTo>
                <a:lnTo>
                  <a:pt x="38100" y="381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3045663" y="4782667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38100" y="38100"/>
                </a:moveTo>
                <a:lnTo>
                  <a:pt x="0" y="38100"/>
                </a:lnTo>
                <a:lnTo>
                  <a:pt x="0" y="0"/>
                </a:lnTo>
                <a:lnTo>
                  <a:pt x="38100" y="0"/>
                </a:lnTo>
                <a:lnTo>
                  <a:pt x="38100" y="381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3045663" y="4706467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38100" y="38100"/>
                </a:moveTo>
                <a:lnTo>
                  <a:pt x="0" y="38100"/>
                </a:lnTo>
                <a:lnTo>
                  <a:pt x="0" y="0"/>
                </a:lnTo>
                <a:lnTo>
                  <a:pt x="38100" y="0"/>
                </a:lnTo>
                <a:lnTo>
                  <a:pt x="38100" y="381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3045663" y="4630267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38100" y="38100"/>
                </a:moveTo>
                <a:lnTo>
                  <a:pt x="0" y="38100"/>
                </a:lnTo>
                <a:lnTo>
                  <a:pt x="0" y="0"/>
                </a:lnTo>
                <a:lnTo>
                  <a:pt x="38100" y="0"/>
                </a:lnTo>
                <a:lnTo>
                  <a:pt x="38100" y="381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3045663" y="4554067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38100" y="38100"/>
                </a:moveTo>
                <a:lnTo>
                  <a:pt x="0" y="38100"/>
                </a:lnTo>
                <a:lnTo>
                  <a:pt x="0" y="0"/>
                </a:lnTo>
                <a:lnTo>
                  <a:pt x="38100" y="0"/>
                </a:lnTo>
                <a:lnTo>
                  <a:pt x="38100" y="381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3045663" y="4477867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38100" y="38100"/>
                </a:moveTo>
                <a:lnTo>
                  <a:pt x="0" y="38100"/>
                </a:lnTo>
                <a:lnTo>
                  <a:pt x="0" y="0"/>
                </a:lnTo>
                <a:lnTo>
                  <a:pt x="38100" y="0"/>
                </a:lnTo>
                <a:lnTo>
                  <a:pt x="38100" y="381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3045663" y="4401667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38100" y="38100"/>
                </a:moveTo>
                <a:lnTo>
                  <a:pt x="0" y="38100"/>
                </a:lnTo>
                <a:lnTo>
                  <a:pt x="0" y="0"/>
                </a:lnTo>
                <a:lnTo>
                  <a:pt x="38100" y="0"/>
                </a:lnTo>
                <a:lnTo>
                  <a:pt x="38100" y="381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3045663" y="4325467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38100" y="38100"/>
                </a:moveTo>
                <a:lnTo>
                  <a:pt x="0" y="38100"/>
                </a:lnTo>
                <a:lnTo>
                  <a:pt x="0" y="0"/>
                </a:lnTo>
                <a:lnTo>
                  <a:pt x="38100" y="0"/>
                </a:lnTo>
                <a:lnTo>
                  <a:pt x="38100" y="381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3045663" y="4249267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38100" y="38100"/>
                </a:moveTo>
                <a:lnTo>
                  <a:pt x="0" y="38100"/>
                </a:lnTo>
                <a:lnTo>
                  <a:pt x="0" y="0"/>
                </a:lnTo>
                <a:lnTo>
                  <a:pt x="38100" y="0"/>
                </a:lnTo>
                <a:lnTo>
                  <a:pt x="38100" y="381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3045663" y="4173067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38100" y="38100"/>
                </a:moveTo>
                <a:lnTo>
                  <a:pt x="0" y="38100"/>
                </a:lnTo>
                <a:lnTo>
                  <a:pt x="0" y="0"/>
                </a:lnTo>
                <a:lnTo>
                  <a:pt x="38100" y="0"/>
                </a:lnTo>
                <a:lnTo>
                  <a:pt x="38100" y="381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3045663" y="4096867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38100" y="38100"/>
                </a:moveTo>
                <a:lnTo>
                  <a:pt x="0" y="38100"/>
                </a:lnTo>
                <a:lnTo>
                  <a:pt x="0" y="0"/>
                </a:lnTo>
                <a:lnTo>
                  <a:pt x="38100" y="0"/>
                </a:lnTo>
                <a:lnTo>
                  <a:pt x="38100" y="381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3045663" y="4020667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38100" y="38100"/>
                </a:moveTo>
                <a:lnTo>
                  <a:pt x="0" y="38100"/>
                </a:lnTo>
                <a:lnTo>
                  <a:pt x="0" y="0"/>
                </a:lnTo>
                <a:lnTo>
                  <a:pt x="38100" y="0"/>
                </a:lnTo>
                <a:lnTo>
                  <a:pt x="38100" y="381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3045663" y="3944467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38100" y="38100"/>
                </a:moveTo>
                <a:lnTo>
                  <a:pt x="0" y="38100"/>
                </a:lnTo>
                <a:lnTo>
                  <a:pt x="0" y="0"/>
                </a:lnTo>
                <a:lnTo>
                  <a:pt x="38100" y="0"/>
                </a:lnTo>
                <a:lnTo>
                  <a:pt x="38100" y="381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3045663" y="3868267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38100" y="38100"/>
                </a:moveTo>
                <a:lnTo>
                  <a:pt x="0" y="38100"/>
                </a:lnTo>
                <a:lnTo>
                  <a:pt x="0" y="0"/>
                </a:lnTo>
                <a:lnTo>
                  <a:pt x="38100" y="0"/>
                </a:lnTo>
                <a:lnTo>
                  <a:pt x="38100" y="381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3045663" y="3792067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38100" y="38100"/>
                </a:moveTo>
                <a:lnTo>
                  <a:pt x="0" y="38100"/>
                </a:lnTo>
                <a:lnTo>
                  <a:pt x="0" y="0"/>
                </a:lnTo>
                <a:lnTo>
                  <a:pt x="38100" y="0"/>
                </a:lnTo>
                <a:lnTo>
                  <a:pt x="38100" y="381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3045663" y="3715867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38100" y="38100"/>
                </a:moveTo>
                <a:lnTo>
                  <a:pt x="0" y="38100"/>
                </a:lnTo>
                <a:lnTo>
                  <a:pt x="0" y="0"/>
                </a:lnTo>
                <a:lnTo>
                  <a:pt x="38100" y="0"/>
                </a:lnTo>
                <a:lnTo>
                  <a:pt x="38100" y="381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3045663" y="3639667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38100" y="38100"/>
                </a:moveTo>
                <a:lnTo>
                  <a:pt x="0" y="38100"/>
                </a:lnTo>
                <a:lnTo>
                  <a:pt x="0" y="0"/>
                </a:lnTo>
                <a:lnTo>
                  <a:pt x="38100" y="0"/>
                </a:lnTo>
                <a:lnTo>
                  <a:pt x="38100" y="381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3045663" y="3563467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38100" y="38100"/>
                </a:moveTo>
                <a:lnTo>
                  <a:pt x="0" y="38100"/>
                </a:lnTo>
                <a:lnTo>
                  <a:pt x="0" y="0"/>
                </a:lnTo>
                <a:lnTo>
                  <a:pt x="38100" y="0"/>
                </a:lnTo>
                <a:lnTo>
                  <a:pt x="38100" y="381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3045663" y="3487267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38100" y="38100"/>
                </a:moveTo>
                <a:lnTo>
                  <a:pt x="0" y="38100"/>
                </a:lnTo>
                <a:lnTo>
                  <a:pt x="0" y="0"/>
                </a:lnTo>
                <a:lnTo>
                  <a:pt x="38100" y="0"/>
                </a:lnTo>
                <a:lnTo>
                  <a:pt x="38100" y="381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3045663" y="3411067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38100" y="38100"/>
                </a:moveTo>
                <a:lnTo>
                  <a:pt x="0" y="38100"/>
                </a:lnTo>
                <a:lnTo>
                  <a:pt x="0" y="0"/>
                </a:lnTo>
                <a:lnTo>
                  <a:pt x="38100" y="0"/>
                </a:lnTo>
                <a:lnTo>
                  <a:pt x="38100" y="381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3045663" y="3334867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38100" y="38100"/>
                </a:moveTo>
                <a:lnTo>
                  <a:pt x="0" y="38100"/>
                </a:lnTo>
                <a:lnTo>
                  <a:pt x="0" y="0"/>
                </a:lnTo>
                <a:lnTo>
                  <a:pt x="38100" y="0"/>
                </a:lnTo>
                <a:lnTo>
                  <a:pt x="38100" y="381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3045663" y="3258667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38100" y="38100"/>
                </a:moveTo>
                <a:lnTo>
                  <a:pt x="0" y="38100"/>
                </a:lnTo>
                <a:lnTo>
                  <a:pt x="0" y="0"/>
                </a:lnTo>
                <a:lnTo>
                  <a:pt x="38100" y="0"/>
                </a:lnTo>
                <a:lnTo>
                  <a:pt x="38100" y="381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3045663" y="3182467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38100" y="38100"/>
                </a:moveTo>
                <a:lnTo>
                  <a:pt x="0" y="38100"/>
                </a:lnTo>
                <a:lnTo>
                  <a:pt x="0" y="0"/>
                </a:lnTo>
                <a:lnTo>
                  <a:pt x="38100" y="0"/>
                </a:lnTo>
                <a:lnTo>
                  <a:pt x="38100" y="381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3045663" y="3106267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38100" y="38100"/>
                </a:moveTo>
                <a:lnTo>
                  <a:pt x="0" y="38100"/>
                </a:lnTo>
                <a:lnTo>
                  <a:pt x="0" y="0"/>
                </a:lnTo>
                <a:lnTo>
                  <a:pt x="38100" y="0"/>
                </a:lnTo>
                <a:lnTo>
                  <a:pt x="38100" y="381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3045663" y="3030067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38100" y="38100"/>
                </a:moveTo>
                <a:lnTo>
                  <a:pt x="0" y="38100"/>
                </a:lnTo>
                <a:lnTo>
                  <a:pt x="0" y="0"/>
                </a:lnTo>
                <a:lnTo>
                  <a:pt x="38100" y="0"/>
                </a:lnTo>
                <a:lnTo>
                  <a:pt x="38100" y="381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3045663" y="2953867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38100" y="38100"/>
                </a:moveTo>
                <a:lnTo>
                  <a:pt x="0" y="38100"/>
                </a:lnTo>
                <a:lnTo>
                  <a:pt x="0" y="0"/>
                </a:lnTo>
                <a:lnTo>
                  <a:pt x="38100" y="0"/>
                </a:lnTo>
                <a:lnTo>
                  <a:pt x="38100" y="381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3045663" y="2877667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38100" y="38100"/>
                </a:moveTo>
                <a:lnTo>
                  <a:pt x="0" y="38100"/>
                </a:lnTo>
                <a:lnTo>
                  <a:pt x="0" y="0"/>
                </a:lnTo>
                <a:lnTo>
                  <a:pt x="38100" y="0"/>
                </a:lnTo>
                <a:lnTo>
                  <a:pt x="38100" y="381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3045663" y="2801467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38100" y="38100"/>
                </a:moveTo>
                <a:lnTo>
                  <a:pt x="0" y="38100"/>
                </a:lnTo>
                <a:lnTo>
                  <a:pt x="0" y="0"/>
                </a:lnTo>
                <a:lnTo>
                  <a:pt x="38100" y="0"/>
                </a:lnTo>
                <a:lnTo>
                  <a:pt x="38100" y="381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/>
          <p:nvPr/>
        </p:nvSpPr>
        <p:spPr>
          <a:xfrm>
            <a:off x="3045663" y="2725267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38100" y="38100"/>
                </a:moveTo>
                <a:lnTo>
                  <a:pt x="0" y="38100"/>
                </a:lnTo>
                <a:lnTo>
                  <a:pt x="0" y="0"/>
                </a:lnTo>
                <a:lnTo>
                  <a:pt x="38100" y="0"/>
                </a:lnTo>
                <a:lnTo>
                  <a:pt x="38100" y="381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/>
          <p:nvPr/>
        </p:nvSpPr>
        <p:spPr>
          <a:xfrm>
            <a:off x="3045663" y="2649067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38100" y="38100"/>
                </a:moveTo>
                <a:lnTo>
                  <a:pt x="0" y="38100"/>
                </a:lnTo>
                <a:lnTo>
                  <a:pt x="0" y="0"/>
                </a:lnTo>
                <a:lnTo>
                  <a:pt x="38100" y="0"/>
                </a:lnTo>
                <a:lnTo>
                  <a:pt x="38100" y="381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/>
          <p:nvPr/>
        </p:nvSpPr>
        <p:spPr>
          <a:xfrm>
            <a:off x="3045663" y="2572867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38100" y="38100"/>
                </a:moveTo>
                <a:lnTo>
                  <a:pt x="0" y="38100"/>
                </a:lnTo>
                <a:lnTo>
                  <a:pt x="0" y="0"/>
                </a:lnTo>
                <a:lnTo>
                  <a:pt x="38100" y="0"/>
                </a:lnTo>
                <a:lnTo>
                  <a:pt x="38100" y="381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/>
          <p:nvPr/>
        </p:nvSpPr>
        <p:spPr>
          <a:xfrm>
            <a:off x="3045663" y="2496667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38100" y="38100"/>
                </a:moveTo>
                <a:lnTo>
                  <a:pt x="0" y="38100"/>
                </a:lnTo>
                <a:lnTo>
                  <a:pt x="0" y="0"/>
                </a:lnTo>
                <a:lnTo>
                  <a:pt x="38100" y="0"/>
                </a:lnTo>
                <a:lnTo>
                  <a:pt x="38100" y="381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/>
          <p:nvPr/>
        </p:nvSpPr>
        <p:spPr>
          <a:xfrm>
            <a:off x="3045663" y="2420467"/>
            <a:ext cx="38100" cy="38100"/>
          </a:xfrm>
          <a:custGeom>
            <a:avLst/>
            <a:gdLst/>
            <a:ahLst/>
            <a:cxnLst/>
            <a:rect l="l" t="t" r="r" b="b"/>
            <a:pathLst>
              <a:path w="38100" h="38100">
                <a:moveTo>
                  <a:pt x="38100" y="38100"/>
                </a:moveTo>
                <a:lnTo>
                  <a:pt x="0" y="38100"/>
                </a:lnTo>
                <a:lnTo>
                  <a:pt x="0" y="0"/>
                </a:lnTo>
                <a:lnTo>
                  <a:pt x="38100" y="0"/>
                </a:lnTo>
                <a:lnTo>
                  <a:pt x="38100" y="381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4" name="object 64"/>
          <p:cNvSpPr/>
          <p:nvPr/>
        </p:nvSpPr>
        <p:spPr>
          <a:xfrm>
            <a:off x="3045663" y="2372461"/>
            <a:ext cx="38100" cy="10160"/>
          </a:xfrm>
          <a:custGeom>
            <a:avLst/>
            <a:gdLst/>
            <a:ahLst/>
            <a:cxnLst/>
            <a:rect l="l" t="t" r="r" b="b"/>
            <a:pathLst>
              <a:path w="38100" h="10160">
                <a:moveTo>
                  <a:pt x="38100" y="9906"/>
                </a:moveTo>
                <a:lnTo>
                  <a:pt x="0" y="9906"/>
                </a:lnTo>
                <a:lnTo>
                  <a:pt x="0" y="0"/>
                </a:lnTo>
                <a:lnTo>
                  <a:pt x="38100" y="0"/>
                </a:lnTo>
                <a:lnTo>
                  <a:pt x="38100" y="9906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5" name="object 65"/>
          <p:cNvSpPr/>
          <p:nvPr/>
        </p:nvSpPr>
        <p:spPr>
          <a:xfrm>
            <a:off x="830427" y="5544477"/>
            <a:ext cx="4639945" cy="114300"/>
          </a:xfrm>
          <a:custGeom>
            <a:avLst/>
            <a:gdLst/>
            <a:ahLst/>
            <a:cxnLst/>
            <a:rect l="l" t="t" r="r" b="b"/>
            <a:pathLst>
              <a:path w="4639945" h="114300">
                <a:moveTo>
                  <a:pt x="4449165" y="114300"/>
                </a:moveTo>
                <a:lnTo>
                  <a:pt x="4449165" y="0"/>
                </a:lnTo>
                <a:lnTo>
                  <a:pt x="4576165" y="38100"/>
                </a:lnTo>
                <a:lnTo>
                  <a:pt x="4496790" y="38100"/>
                </a:lnTo>
                <a:lnTo>
                  <a:pt x="4496790" y="76200"/>
                </a:lnTo>
                <a:lnTo>
                  <a:pt x="4576165" y="76200"/>
                </a:lnTo>
                <a:lnTo>
                  <a:pt x="4449165" y="114300"/>
                </a:lnTo>
                <a:close/>
              </a:path>
              <a:path w="4639945" h="114300">
                <a:moveTo>
                  <a:pt x="4449165" y="76200"/>
                </a:moveTo>
                <a:lnTo>
                  <a:pt x="0" y="76200"/>
                </a:lnTo>
                <a:lnTo>
                  <a:pt x="0" y="38100"/>
                </a:lnTo>
                <a:lnTo>
                  <a:pt x="4449165" y="38100"/>
                </a:lnTo>
                <a:lnTo>
                  <a:pt x="4449165" y="76200"/>
                </a:lnTo>
                <a:close/>
              </a:path>
              <a:path w="4639945" h="114300">
                <a:moveTo>
                  <a:pt x="4576165" y="76200"/>
                </a:moveTo>
                <a:lnTo>
                  <a:pt x="4496790" y="76200"/>
                </a:lnTo>
                <a:lnTo>
                  <a:pt x="4496790" y="38100"/>
                </a:lnTo>
                <a:lnTo>
                  <a:pt x="4576165" y="38100"/>
                </a:lnTo>
                <a:lnTo>
                  <a:pt x="4639665" y="57150"/>
                </a:lnTo>
                <a:lnTo>
                  <a:pt x="4576165" y="762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6" name="object 66"/>
          <p:cNvSpPr/>
          <p:nvPr/>
        </p:nvSpPr>
        <p:spPr>
          <a:xfrm>
            <a:off x="901623" y="4772901"/>
            <a:ext cx="4632325" cy="114300"/>
          </a:xfrm>
          <a:custGeom>
            <a:avLst/>
            <a:gdLst/>
            <a:ahLst/>
            <a:cxnLst/>
            <a:rect l="l" t="t" r="r" b="b"/>
            <a:pathLst>
              <a:path w="4632325" h="114300">
                <a:moveTo>
                  <a:pt x="4441342" y="114300"/>
                </a:moveTo>
                <a:lnTo>
                  <a:pt x="4441342" y="0"/>
                </a:lnTo>
                <a:lnTo>
                  <a:pt x="4568342" y="38100"/>
                </a:lnTo>
                <a:lnTo>
                  <a:pt x="4488967" y="38100"/>
                </a:lnTo>
                <a:lnTo>
                  <a:pt x="4488967" y="76200"/>
                </a:lnTo>
                <a:lnTo>
                  <a:pt x="4568342" y="76200"/>
                </a:lnTo>
                <a:lnTo>
                  <a:pt x="4441342" y="114300"/>
                </a:lnTo>
                <a:close/>
              </a:path>
              <a:path w="4632325" h="114300">
                <a:moveTo>
                  <a:pt x="4441342" y="76200"/>
                </a:moveTo>
                <a:lnTo>
                  <a:pt x="0" y="76200"/>
                </a:lnTo>
                <a:lnTo>
                  <a:pt x="0" y="38100"/>
                </a:lnTo>
                <a:lnTo>
                  <a:pt x="4441342" y="38100"/>
                </a:lnTo>
                <a:lnTo>
                  <a:pt x="4441342" y="76200"/>
                </a:lnTo>
                <a:close/>
              </a:path>
              <a:path w="4632325" h="114300">
                <a:moveTo>
                  <a:pt x="4568342" y="76200"/>
                </a:moveTo>
                <a:lnTo>
                  <a:pt x="4488967" y="76200"/>
                </a:lnTo>
                <a:lnTo>
                  <a:pt x="4488967" y="38100"/>
                </a:lnTo>
                <a:lnTo>
                  <a:pt x="4568342" y="38100"/>
                </a:lnTo>
                <a:lnTo>
                  <a:pt x="4631842" y="57150"/>
                </a:lnTo>
                <a:lnTo>
                  <a:pt x="4568342" y="762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7" name="object 67"/>
          <p:cNvSpPr/>
          <p:nvPr/>
        </p:nvSpPr>
        <p:spPr>
          <a:xfrm>
            <a:off x="832777" y="4050982"/>
            <a:ext cx="4632325" cy="114300"/>
          </a:xfrm>
          <a:custGeom>
            <a:avLst/>
            <a:gdLst/>
            <a:ahLst/>
            <a:cxnLst/>
            <a:rect l="l" t="t" r="r" b="b"/>
            <a:pathLst>
              <a:path w="4632325" h="114300">
                <a:moveTo>
                  <a:pt x="4441329" y="114300"/>
                </a:moveTo>
                <a:lnTo>
                  <a:pt x="4441329" y="0"/>
                </a:lnTo>
                <a:lnTo>
                  <a:pt x="4568329" y="38100"/>
                </a:lnTo>
                <a:lnTo>
                  <a:pt x="4488954" y="38100"/>
                </a:lnTo>
                <a:lnTo>
                  <a:pt x="4488954" y="76200"/>
                </a:lnTo>
                <a:lnTo>
                  <a:pt x="4568329" y="76200"/>
                </a:lnTo>
                <a:lnTo>
                  <a:pt x="4441329" y="114300"/>
                </a:lnTo>
                <a:close/>
              </a:path>
              <a:path w="4632325" h="114300">
                <a:moveTo>
                  <a:pt x="4441329" y="76200"/>
                </a:moveTo>
                <a:lnTo>
                  <a:pt x="0" y="76200"/>
                </a:lnTo>
                <a:lnTo>
                  <a:pt x="0" y="38100"/>
                </a:lnTo>
                <a:lnTo>
                  <a:pt x="4441329" y="38100"/>
                </a:lnTo>
                <a:lnTo>
                  <a:pt x="4441329" y="76200"/>
                </a:lnTo>
                <a:close/>
              </a:path>
              <a:path w="4632325" h="114300">
                <a:moveTo>
                  <a:pt x="4568329" y="76200"/>
                </a:moveTo>
                <a:lnTo>
                  <a:pt x="4488954" y="76200"/>
                </a:lnTo>
                <a:lnTo>
                  <a:pt x="4488954" y="38100"/>
                </a:lnTo>
                <a:lnTo>
                  <a:pt x="4568329" y="38100"/>
                </a:lnTo>
                <a:lnTo>
                  <a:pt x="4631829" y="57150"/>
                </a:lnTo>
                <a:lnTo>
                  <a:pt x="4568329" y="762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8" name="object 68"/>
          <p:cNvSpPr/>
          <p:nvPr/>
        </p:nvSpPr>
        <p:spPr>
          <a:xfrm>
            <a:off x="839025" y="3395636"/>
            <a:ext cx="4625975" cy="114300"/>
          </a:xfrm>
          <a:custGeom>
            <a:avLst/>
            <a:gdLst/>
            <a:ahLst/>
            <a:cxnLst/>
            <a:rect l="l" t="t" r="r" b="b"/>
            <a:pathLst>
              <a:path w="4625975" h="114300">
                <a:moveTo>
                  <a:pt x="4435081" y="114300"/>
                </a:moveTo>
                <a:lnTo>
                  <a:pt x="4435081" y="0"/>
                </a:lnTo>
                <a:lnTo>
                  <a:pt x="4562081" y="38100"/>
                </a:lnTo>
                <a:lnTo>
                  <a:pt x="4482706" y="38100"/>
                </a:lnTo>
                <a:lnTo>
                  <a:pt x="4482706" y="76200"/>
                </a:lnTo>
                <a:lnTo>
                  <a:pt x="4562081" y="76200"/>
                </a:lnTo>
                <a:lnTo>
                  <a:pt x="4435081" y="114300"/>
                </a:lnTo>
                <a:close/>
              </a:path>
              <a:path w="4625975" h="114300">
                <a:moveTo>
                  <a:pt x="4435081" y="76200"/>
                </a:moveTo>
                <a:lnTo>
                  <a:pt x="0" y="76200"/>
                </a:lnTo>
                <a:lnTo>
                  <a:pt x="0" y="38100"/>
                </a:lnTo>
                <a:lnTo>
                  <a:pt x="4435081" y="38100"/>
                </a:lnTo>
                <a:lnTo>
                  <a:pt x="4435081" y="76200"/>
                </a:lnTo>
                <a:close/>
              </a:path>
              <a:path w="4625975" h="114300">
                <a:moveTo>
                  <a:pt x="4562081" y="76200"/>
                </a:moveTo>
                <a:lnTo>
                  <a:pt x="4482706" y="76200"/>
                </a:lnTo>
                <a:lnTo>
                  <a:pt x="4482706" y="38100"/>
                </a:lnTo>
                <a:lnTo>
                  <a:pt x="4562081" y="38100"/>
                </a:lnTo>
                <a:lnTo>
                  <a:pt x="4625581" y="57150"/>
                </a:lnTo>
                <a:lnTo>
                  <a:pt x="4562081" y="762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9" name="object 69"/>
          <p:cNvSpPr/>
          <p:nvPr/>
        </p:nvSpPr>
        <p:spPr>
          <a:xfrm>
            <a:off x="823315" y="2750185"/>
            <a:ext cx="4639945" cy="114300"/>
          </a:xfrm>
          <a:custGeom>
            <a:avLst/>
            <a:gdLst/>
            <a:ahLst/>
            <a:cxnLst/>
            <a:rect l="l" t="t" r="r" b="b"/>
            <a:pathLst>
              <a:path w="4639945" h="114300">
                <a:moveTo>
                  <a:pt x="4577036" y="76352"/>
                </a:moveTo>
                <a:lnTo>
                  <a:pt x="4496790" y="76352"/>
                </a:lnTo>
                <a:lnTo>
                  <a:pt x="4496917" y="38252"/>
                </a:lnTo>
                <a:lnTo>
                  <a:pt x="4449292" y="38096"/>
                </a:lnTo>
                <a:lnTo>
                  <a:pt x="4449419" y="0"/>
                </a:lnTo>
                <a:lnTo>
                  <a:pt x="4639729" y="57772"/>
                </a:lnTo>
                <a:lnTo>
                  <a:pt x="4577036" y="76352"/>
                </a:lnTo>
                <a:close/>
              </a:path>
              <a:path w="4639945" h="114300">
                <a:moveTo>
                  <a:pt x="4449165" y="76196"/>
                </a:moveTo>
                <a:lnTo>
                  <a:pt x="0" y="61633"/>
                </a:lnTo>
                <a:lnTo>
                  <a:pt x="126" y="23533"/>
                </a:lnTo>
                <a:lnTo>
                  <a:pt x="4449292" y="38096"/>
                </a:lnTo>
                <a:lnTo>
                  <a:pt x="4449165" y="76196"/>
                </a:lnTo>
                <a:close/>
              </a:path>
              <a:path w="4639945" h="114300">
                <a:moveTo>
                  <a:pt x="4496790" y="76352"/>
                </a:moveTo>
                <a:lnTo>
                  <a:pt x="4449165" y="76196"/>
                </a:lnTo>
                <a:lnTo>
                  <a:pt x="4449292" y="38096"/>
                </a:lnTo>
                <a:lnTo>
                  <a:pt x="4496917" y="38252"/>
                </a:lnTo>
                <a:lnTo>
                  <a:pt x="4496790" y="76352"/>
                </a:lnTo>
                <a:close/>
              </a:path>
              <a:path w="4639945" h="114300">
                <a:moveTo>
                  <a:pt x="4449038" y="114287"/>
                </a:moveTo>
                <a:lnTo>
                  <a:pt x="4449165" y="76196"/>
                </a:lnTo>
                <a:lnTo>
                  <a:pt x="4577036" y="76352"/>
                </a:lnTo>
                <a:lnTo>
                  <a:pt x="4449038" y="114287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0" name="object 70"/>
          <p:cNvSpPr/>
          <p:nvPr/>
        </p:nvSpPr>
        <p:spPr>
          <a:xfrm>
            <a:off x="900836" y="6181128"/>
            <a:ext cx="4639945" cy="114300"/>
          </a:xfrm>
          <a:custGeom>
            <a:avLst/>
            <a:gdLst/>
            <a:ahLst/>
            <a:cxnLst/>
            <a:rect l="l" t="t" r="r" b="b"/>
            <a:pathLst>
              <a:path w="4639945" h="114300">
                <a:moveTo>
                  <a:pt x="4449165" y="114300"/>
                </a:moveTo>
                <a:lnTo>
                  <a:pt x="4449165" y="0"/>
                </a:lnTo>
                <a:lnTo>
                  <a:pt x="4576165" y="38100"/>
                </a:lnTo>
                <a:lnTo>
                  <a:pt x="4496790" y="38100"/>
                </a:lnTo>
                <a:lnTo>
                  <a:pt x="4496790" y="76200"/>
                </a:lnTo>
                <a:lnTo>
                  <a:pt x="4576165" y="76200"/>
                </a:lnTo>
                <a:lnTo>
                  <a:pt x="4449165" y="114300"/>
                </a:lnTo>
                <a:close/>
              </a:path>
              <a:path w="4639945" h="114300">
                <a:moveTo>
                  <a:pt x="4449165" y="76200"/>
                </a:moveTo>
                <a:lnTo>
                  <a:pt x="0" y="76200"/>
                </a:lnTo>
                <a:lnTo>
                  <a:pt x="0" y="38100"/>
                </a:lnTo>
                <a:lnTo>
                  <a:pt x="4449165" y="38100"/>
                </a:lnTo>
                <a:lnTo>
                  <a:pt x="4449165" y="76200"/>
                </a:lnTo>
                <a:close/>
              </a:path>
              <a:path w="4639945" h="114300">
                <a:moveTo>
                  <a:pt x="4576165" y="76200"/>
                </a:moveTo>
                <a:lnTo>
                  <a:pt x="4496790" y="76200"/>
                </a:lnTo>
                <a:lnTo>
                  <a:pt x="4496790" y="38100"/>
                </a:lnTo>
                <a:lnTo>
                  <a:pt x="4576165" y="38100"/>
                </a:lnTo>
                <a:lnTo>
                  <a:pt x="4639665" y="57150"/>
                </a:lnTo>
                <a:lnTo>
                  <a:pt x="4576165" y="762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1" name="object 71"/>
          <p:cNvSpPr/>
          <p:nvPr/>
        </p:nvSpPr>
        <p:spPr>
          <a:xfrm>
            <a:off x="3258058" y="2472194"/>
            <a:ext cx="794588" cy="301231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2" name="object 72"/>
          <p:cNvSpPr txBox="1"/>
          <p:nvPr/>
        </p:nvSpPr>
        <p:spPr>
          <a:xfrm>
            <a:off x="3698240" y="3580549"/>
            <a:ext cx="236854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 i="1">
                <a:solidFill>
                  <a:srgbClr val="0000FF"/>
                </a:solidFill>
                <a:latin typeface="Times New Roman"/>
                <a:cs typeface="Times New Roman"/>
              </a:rPr>
              <a:t>θ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73" name="object 73"/>
          <p:cNvSpPr/>
          <p:nvPr/>
        </p:nvSpPr>
        <p:spPr>
          <a:xfrm>
            <a:off x="3919613" y="3802240"/>
            <a:ext cx="282079" cy="155676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4" name="object 74"/>
          <p:cNvSpPr/>
          <p:nvPr/>
        </p:nvSpPr>
        <p:spPr>
          <a:xfrm>
            <a:off x="4147223" y="3797680"/>
            <a:ext cx="329895" cy="254495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5" name="object 75"/>
          <p:cNvSpPr/>
          <p:nvPr/>
        </p:nvSpPr>
        <p:spPr>
          <a:xfrm>
            <a:off x="4437253" y="3749268"/>
            <a:ext cx="183845" cy="302907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6" name="object 76"/>
          <p:cNvSpPr/>
          <p:nvPr/>
        </p:nvSpPr>
        <p:spPr>
          <a:xfrm>
            <a:off x="1804758" y="5032806"/>
            <a:ext cx="648970" cy="987425"/>
          </a:xfrm>
          <a:custGeom>
            <a:avLst/>
            <a:gdLst/>
            <a:ahLst/>
            <a:cxnLst/>
            <a:rect l="l" t="t" r="r" b="b"/>
            <a:pathLst>
              <a:path w="648969" h="987425">
                <a:moveTo>
                  <a:pt x="469921" y="762063"/>
                </a:moveTo>
                <a:lnTo>
                  <a:pt x="0" y="30899"/>
                </a:lnTo>
                <a:lnTo>
                  <a:pt x="48082" y="0"/>
                </a:lnTo>
                <a:lnTo>
                  <a:pt x="518002" y="731162"/>
                </a:lnTo>
                <a:lnTo>
                  <a:pt x="469921" y="762063"/>
                </a:lnTo>
                <a:close/>
              </a:path>
              <a:path w="648969" h="987425">
                <a:moveTo>
                  <a:pt x="601100" y="822159"/>
                </a:moveTo>
                <a:lnTo>
                  <a:pt x="508546" y="822159"/>
                </a:lnTo>
                <a:lnTo>
                  <a:pt x="556628" y="791260"/>
                </a:lnTo>
                <a:lnTo>
                  <a:pt x="518002" y="731162"/>
                </a:lnTo>
                <a:lnTo>
                  <a:pt x="566077" y="700265"/>
                </a:lnTo>
                <a:lnTo>
                  <a:pt x="601100" y="822159"/>
                </a:lnTo>
                <a:close/>
              </a:path>
              <a:path w="648969" h="987425">
                <a:moveTo>
                  <a:pt x="508546" y="822159"/>
                </a:moveTo>
                <a:lnTo>
                  <a:pt x="469921" y="762063"/>
                </a:lnTo>
                <a:lnTo>
                  <a:pt x="518002" y="731162"/>
                </a:lnTo>
                <a:lnTo>
                  <a:pt x="556628" y="791260"/>
                </a:lnTo>
                <a:lnTo>
                  <a:pt x="508546" y="822159"/>
                </a:lnTo>
                <a:close/>
              </a:path>
              <a:path w="648969" h="987425">
                <a:moveTo>
                  <a:pt x="648462" y="986993"/>
                </a:moveTo>
                <a:lnTo>
                  <a:pt x="421843" y="792962"/>
                </a:lnTo>
                <a:lnTo>
                  <a:pt x="469921" y="762063"/>
                </a:lnTo>
                <a:lnTo>
                  <a:pt x="508546" y="822159"/>
                </a:lnTo>
                <a:lnTo>
                  <a:pt x="601100" y="822159"/>
                </a:lnTo>
                <a:lnTo>
                  <a:pt x="648462" y="986993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7" name="object 77"/>
          <p:cNvSpPr txBox="1"/>
          <p:nvPr/>
        </p:nvSpPr>
        <p:spPr>
          <a:xfrm>
            <a:off x="2447709" y="5970270"/>
            <a:ext cx="297180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 i="1">
                <a:solidFill>
                  <a:srgbClr val="FF0000"/>
                </a:solidFill>
                <a:latin typeface="Times New Roman"/>
                <a:cs typeface="Times New Roman"/>
              </a:rPr>
              <a:t>V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78" name="object 78"/>
          <p:cNvSpPr/>
          <p:nvPr/>
        </p:nvSpPr>
        <p:spPr>
          <a:xfrm>
            <a:off x="3831170" y="2569629"/>
            <a:ext cx="615315" cy="750570"/>
          </a:xfrm>
          <a:custGeom>
            <a:avLst/>
            <a:gdLst/>
            <a:ahLst/>
            <a:cxnLst/>
            <a:rect l="l" t="t" r="r" b="b"/>
            <a:pathLst>
              <a:path w="615314" h="750570">
                <a:moveTo>
                  <a:pt x="113118" y="276059"/>
                </a:moveTo>
                <a:lnTo>
                  <a:pt x="0" y="0"/>
                </a:lnTo>
                <a:lnTo>
                  <a:pt x="217723" y="148628"/>
                </a:lnTo>
                <a:lnTo>
                  <a:pt x="157022" y="148628"/>
                </a:lnTo>
                <a:lnTo>
                  <a:pt x="112598" y="184569"/>
                </a:lnTo>
                <a:lnTo>
                  <a:pt x="157542" y="240107"/>
                </a:lnTo>
                <a:lnTo>
                  <a:pt x="113118" y="276059"/>
                </a:lnTo>
                <a:close/>
              </a:path>
              <a:path w="615314" h="750570">
                <a:moveTo>
                  <a:pt x="157542" y="240107"/>
                </a:moveTo>
                <a:lnTo>
                  <a:pt x="112598" y="184569"/>
                </a:lnTo>
                <a:lnTo>
                  <a:pt x="157022" y="148628"/>
                </a:lnTo>
                <a:lnTo>
                  <a:pt x="201960" y="204158"/>
                </a:lnTo>
                <a:lnTo>
                  <a:pt x="157542" y="240107"/>
                </a:lnTo>
                <a:close/>
              </a:path>
              <a:path w="615314" h="750570">
                <a:moveTo>
                  <a:pt x="201960" y="204158"/>
                </a:moveTo>
                <a:lnTo>
                  <a:pt x="157022" y="148628"/>
                </a:lnTo>
                <a:lnTo>
                  <a:pt x="217723" y="148628"/>
                </a:lnTo>
                <a:lnTo>
                  <a:pt x="246392" y="168198"/>
                </a:lnTo>
                <a:lnTo>
                  <a:pt x="201960" y="204158"/>
                </a:lnTo>
                <a:close/>
              </a:path>
              <a:path w="615314" h="750570">
                <a:moveTo>
                  <a:pt x="570445" y="750341"/>
                </a:moveTo>
                <a:lnTo>
                  <a:pt x="157542" y="240107"/>
                </a:lnTo>
                <a:lnTo>
                  <a:pt x="201960" y="204158"/>
                </a:lnTo>
                <a:lnTo>
                  <a:pt x="614870" y="714400"/>
                </a:lnTo>
                <a:lnTo>
                  <a:pt x="570445" y="750341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9" name="object 79"/>
          <p:cNvSpPr txBox="1"/>
          <p:nvPr/>
        </p:nvSpPr>
        <p:spPr>
          <a:xfrm>
            <a:off x="3398939" y="2691549"/>
            <a:ext cx="297180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 i="1">
                <a:solidFill>
                  <a:srgbClr val="FF0000"/>
                </a:solidFill>
                <a:latin typeface="Times New Roman"/>
                <a:cs typeface="Times New Roman"/>
              </a:rPr>
              <a:t>V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80" name="object 80"/>
          <p:cNvSpPr/>
          <p:nvPr/>
        </p:nvSpPr>
        <p:spPr>
          <a:xfrm>
            <a:off x="1775447" y="4888039"/>
            <a:ext cx="719455" cy="171450"/>
          </a:xfrm>
          <a:custGeom>
            <a:avLst/>
            <a:gdLst/>
            <a:ahLst/>
            <a:cxnLst/>
            <a:rect l="l" t="t" r="r" b="b"/>
            <a:pathLst>
              <a:path w="719455" h="171450">
                <a:moveTo>
                  <a:pt x="552335" y="171208"/>
                </a:moveTo>
                <a:lnTo>
                  <a:pt x="549334" y="114137"/>
                </a:lnTo>
                <a:lnTo>
                  <a:pt x="592137" y="111887"/>
                </a:lnTo>
                <a:lnTo>
                  <a:pt x="589127" y="54813"/>
                </a:lnTo>
                <a:lnTo>
                  <a:pt x="546214" y="54813"/>
                </a:lnTo>
                <a:lnTo>
                  <a:pt x="543331" y="0"/>
                </a:lnTo>
                <a:lnTo>
                  <a:pt x="669060" y="54813"/>
                </a:lnTo>
                <a:lnTo>
                  <a:pt x="589127" y="54813"/>
                </a:lnTo>
                <a:lnTo>
                  <a:pt x="546332" y="57063"/>
                </a:lnTo>
                <a:lnTo>
                  <a:pt x="674221" y="57063"/>
                </a:lnTo>
                <a:lnTo>
                  <a:pt x="719048" y="76606"/>
                </a:lnTo>
                <a:lnTo>
                  <a:pt x="552335" y="171208"/>
                </a:lnTo>
                <a:close/>
              </a:path>
              <a:path w="719455" h="171450">
                <a:moveTo>
                  <a:pt x="549334" y="114137"/>
                </a:moveTo>
                <a:lnTo>
                  <a:pt x="546332" y="57063"/>
                </a:lnTo>
                <a:lnTo>
                  <a:pt x="589127" y="54813"/>
                </a:lnTo>
                <a:lnTo>
                  <a:pt x="592137" y="111887"/>
                </a:lnTo>
                <a:lnTo>
                  <a:pt x="549334" y="114137"/>
                </a:lnTo>
                <a:close/>
              </a:path>
              <a:path w="719455" h="171450">
                <a:moveTo>
                  <a:pt x="2997" y="142862"/>
                </a:moveTo>
                <a:lnTo>
                  <a:pt x="0" y="85788"/>
                </a:lnTo>
                <a:lnTo>
                  <a:pt x="546332" y="57063"/>
                </a:lnTo>
                <a:lnTo>
                  <a:pt x="549334" y="114137"/>
                </a:lnTo>
                <a:lnTo>
                  <a:pt x="2997" y="142862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1" name="object 81"/>
          <p:cNvSpPr/>
          <p:nvPr/>
        </p:nvSpPr>
        <p:spPr>
          <a:xfrm>
            <a:off x="1692097" y="4964645"/>
            <a:ext cx="171450" cy="1045844"/>
          </a:xfrm>
          <a:custGeom>
            <a:avLst/>
            <a:gdLst/>
            <a:ahLst/>
            <a:cxnLst/>
            <a:rect l="l" t="t" r="r" b="b"/>
            <a:pathLst>
              <a:path w="171450" h="1045845">
                <a:moveTo>
                  <a:pt x="114300" y="917041"/>
                </a:moveTo>
                <a:lnTo>
                  <a:pt x="57150" y="917041"/>
                </a:lnTo>
                <a:lnTo>
                  <a:pt x="57150" y="0"/>
                </a:lnTo>
                <a:lnTo>
                  <a:pt x="114300" y="0"/>
                </a:lnTo>
                <a:lnTo>
                  <a:pt x="114300" y="917041"/>
                </a:lnTo>
                <a:close/>
              </a:path>
              <a:path w="171450" h="1045845">
                <a:moveTo>
                  <a:pt x="85725" y="1045629"/>
                </a:moveTo>
                <a:lnTo>
                  <a:pt x="0" y="874179"/>
                </a:lnTo>
                <a:lnTo>
                  <a:pt x="57150" y="874179"/>
                </a:lnTo>
                <a:lnTo>
                  <a:pt x="57150" y="917041"/>
                </a:lnTo>
                <a:lnTo>
                  <a:pt x="150018" y="917041"/>
                </a:lnTo>
                <a:lnTo>
                  <a:pt x="85725" y="1045629"/>
                </a:lnTo>
                <a:close/>
              </a:path>
              <a:path w="171450" h="1045845">
                <a:moveTo>
                  <a:pt x="150018" y="917041"/>
                </a:moveTo>
                <a:lnTo>
                  <a:pt x="114300" y="917041"/>
                </a:lnTo>
                <a:lnTo>
                  <a:pt x="114300" y="874179"/>
                </a:lnTo>
                <a:lnTo>
                  <a:pt x="171450" y="874179"/>
                </a:lnTo>
                <a:lnTo>
                  <a:pt x="150018" y="917041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2" name="object 82"/>
          <p:cNvSpPr/>
          <p:nvPr/>
        </p:nvSpPr>
        <p:spPr>
          <a:xfrm>
            <a:off x="2397823" y="5925121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57150" y="57150"/>
                </a:moveTo>
                <a:lnTo>
                  <a:pt x="0" y="57150"/>
                </a:lnTo>
                <a:lnTo>
                  <a:pt x="0" y="0"/>
                </a:lnTo>
                <a:lnTo>
                  <a:pt x="57150" y="0"/>
                </a:lnTo>
                <a:lnTo>
                  <a:pt x="57150" y="5715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3" name="object 83"/>
          <p:cNvSpPr/>
          <p:nvPr/>
        </p:nvSpPr>
        <p:spPr>
          <a:xfrm>
            <a:off x="2283523" y="5925121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57150" y="57150"/>
                </a:moveTo>
                <a:lnTo>
                  <a:pt x="0" y="57150"/>
                </a:lnTo>
                <a:lnTo>
                  <a:pt x="0" y="0"/>
                </a:lnTo>
                <a:lnTo>
                  <a:pt x="57150" y="0"/>
                </a:lnTo>
                <a:lnTo>
                  <a:pt x="57150" y="5715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4" name="object 84"/>
          <p:cNvSpPr/>
          <p:nvPr/>
        </p:nvSpPr>
        <p:spPr>
          <a:xfrm>
            <a:off x="2169223" y="5925121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57150" y="57150"/>
                </a:moveTo>
                <a:lnTo>
                  <a:pt x="0" y="57150"/>
                </a:lnTo>
                <a:lnTo>
                  <a:pt x="0" y="0"/>
                </a:lnTo>
                <a:lnTo>
                  <a:pt x="57150" y="0"/>
                </a:lnTo>
                <a:lnTo>
                  <a:pt x="57150" y="5715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5" name="object 85"/>
          <p:cNvSpPr/>
          <p:nvPr/>
        </p:nvSpPr>
        <p:spPr>
          <a:xfrm>
            <a:off x="2054923" y="5925121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57150" y="57150"/>
                </a:moveTo>
                <a:lnTo>
                  <a:pt x="0" y="57150"/>
                </a:lnTo>
                <a:lnTo>
                  <a:pt x="0" y="0"/>
                </a:lnTo>
                <a:lnTo>
                  <a:pt x="57150" y="0"/>
                </a:lnTo>
                <a:lnTo>
                  <a:pt x="57150" y="5715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6" name="object 86"/>
          <p:cNvSpPr/>
          <p:nvPr/>
        </p:nvSpPr>
        <p:spPr>
          <a:xfrm>
            <a:off x="1940623" y="5925121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57150" y="57150"/>
                </a:moveTo>
                <a:lnTo>
                  <a:pt x="0" y="57150"/>
                </a:lnTo>
                <a:lnTo>
                  <a:pt x="0" y="0"/>
                </a:lnTo>
                <a:lnTo>
                  <a:pt x="57150" y="0"/>
                </a:lnTo>
                <a:lnTo>
                  <a:pt x="57150" y="5715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7" name="object 87"/>
          <p:cNvSpPr/>
          <p:nvPr/>
        </p:nvSpPr>
        <p:spPr>
          <a:xfrm>
            <a:off x="1826323" y="5925121"/>
            <a:ext cx="57150" cy="57150"/>
          </a:xfrm>
          <a:custGeom>
            <a:avLst/>
            <a:gdLst/>
            <a:ahLst/>
            <a:cxnLst/>
            <a:rect l="l" t="t" r="r" b="b"/>
            <a:pathLst>
              <a:path w="57150" h="57150">
                <a:moveTo>
                  <a:pt x="57150" y="57150"/>
                </a:moveTo>
                <a:lnTo>
                  <a:pt x="0" y="57150"/>
                </a:lnTo>
                <a:lnTo>
                  <a:pt x="0" y="0"/>
                </a:lnTo>
                <a:lnTo>
                  <a:pt x="57150" y="0"/>
                </a:lnTo>
                <a:lnTo>
                  <a:pt x="57150" y="5715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8" name="object 88"/>
          <p:cNvSpPr/>
          <p:nvPr/>
        </p:nvSpPr>
        <p:spPr>
          <a:xfrm>
            <a:off x="2465857" y="5858802"/>
            <a:ext cx="57785" cy="57785"/>
          </a:xfrm>
          <a:custGeom>
            <a:avLst/>
            <a:gdLst/>
            <a:ahLst/>
            <a:cxnLst/>
            <a:rect l="l" t="t" r="r" b="b"/>
            <a:pathLst>
              <a:path w="57785" h="57785">
                <a:moveTo>
                  <a:pt x="63" y="57200"/>
                </a:moveTo>
                <a:lnTo>
                  <a:pt x="0" y="50"/>
                </a:lnTo>
                <a:lnTo>
                  <a:pt x="57150" y="0"/>
                </a:lnTo>
                <a:lnTo>
                  <a:pt x="57213" y="57150"/>
                </a:lnTo>
                <a:lnTo>
                  <a:pt x="63" y="57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9" name="object 89"/>
          <p:cNvSpPr/>
          <p:nvPr/>
        </p:nvSpPr>
        <p:spPr>
          <a:xfrm>
            <a:off x="2465755" y="5744502"/>
            <a:ext cx="57785" cy="57785"/>
          </a:xfrm>
          <a:custGeom>
            <a:avLst/>
            <a:gdLst/>
            <a:ahLst/>
            <a:cxnLst/>
            <a:rect l="l" t="t" r="r" b="b"/>
            <a:pathLst>
              <a:path w="57785" h="57785">
                <a:moveTo>
                  <a:pt x="50" y="57200"/>
                </a:moveTo>
                <a:lnTo>
                  <a:pt x="0" y="50"/>
                </a:lnTo>
                <a:lnTo>
                  <a:pt x="57150" y="0"/>
                </a:lnTo>
                <a:lnTo>
                  <a:pt x="57200" y="57150"/>
                </a:lnTo>
                <a:lnTo>
                  <a:pt x="50" y="57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0" name="object 90"/>
          <p:cNvSpPr/>
          <p:nvPr/>
        </p:nvSpPr>
        <p:spPr>
          <a:xfrm>
            <a:off x="2465654" y="5630202"/>
            <a:ext cx="57785" cy="57785"/>
          </a:xfrm>
          <a:custGeom>
            <a:avLst/>
            <a:gdLst/>
            <a:ahLst/>
            <a:cxnLst/>
            <a:rect l="l" t="t" r="r" b="b"/>
            <a:pathLst>
              <a:path w="57785" h="57785">
                <a:moveTo>
                  <a:pt x="50" y="57200"/>
                </a:moveTo>
                <a:lnTo>
                  <a:pt x="0" y="50"/>
                </a:lnTo>
                <a:lnTo>
                  <a:pt x="57150" y="0"/>
                </a:lnTo>
                <a:lnTo>
                  <a:pt x="57200" y="57150"/>
                </a:lnTo>
                <a:lnTo>
                  <a:pt x="50" y="57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1" name="object 91"/>
          <p:cNvSpPr/>
          <p:nvPr/>
        </p:nvSpPr>
        <p:spPr>
          <a:xfrm>
            <a:off x="2465552" y="5515902"/>
            <a:ext cx="57785" cy="57785"/>
          </a:xfrm>
          <a:custGeom>
            <a:avLst/>
            <a:gdLst/>
            <a:ahLst/>
            <a:cxnLst/>
            <a:rect l="l" t="t" r="r" b="b"/>
            <a:pathLst>
              <a:path w="57785" h="57785">
                <a:moveTo>
                  <a:pt x="50" y="57200"/>
                </a:moveTo>
                <a:lnTo>
                  <a:pt x="0" y="50"/>
                </a:lnTo>
                <a:lnTo>
                  <a:pt x="57150" y="0"/>
                </a:lnTo>
                <a:lnTo>
                  <a:pt x="57200" y="57150"/>
                </a:lnTo>
                <a:lnTo>
                  <a:pt x="50" y="57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2" name="object 92"/>
          <p:cNvSpPr/>
          <p:nvPr/>
        </p:nvSpPr>
        <p:spPr>
          <a:xfrm>
            <a:off x="2465438" y="5401602"/>
            <a:ext cx="57785" cy="57785"/>
          </a:xfrm>
          <a:custGeom>
            <a:avLst/>
            <a:gdLst/>
            <a:ahLst/>
            <a:cxnLst/>
            <a:rect l="l" t="t" r="r" b="b"/>
            <a:pathLst>
              <a:path w="57785" h="57785">
                <a:moveTo>
                  <a:pt x="50" y="57200"/>
                </a:moveTo>
                <a:lnTo>
                  <a:pt x="0" y="50"/>
                </a:lnTo>
                <a:lnTo>
                  <a:pt x="57150" y="0"/>
                </a:lnTo>
                <a:lnTo>
                  <a:pt x="57200" y="57150"/>
                </a:lnTo>
                <a:lnTo>
                  <a:pt x="50" y="57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3" name="object 93"/>
          <p:cNvSpPr/>
          <p:nvPr/>
        </p:nvSpPr>
        <p:spPr>
          <a:xfrm>
            <a:off x="2465336" y="5287302"/>
            <a:ext cx="57785" cy="57785"/>
          </a:xfrm>
          <a:custGeom>
            <a:avLst/>
            <a:gdLst/>
            <a:ahLst/>
            <a:cxnLst/>
            <a:rect l="l" t="t" r="r" b="b"/>
            <a:pathLst>
              <a:path w="57785" h="57785">
                <a:moveTo>
                  <a:pt x="50" y="57200"/>
                </a:moveTo>
                <a:lnTo>
                  <a:pt x="0" y="50"/>
                </a:lnTo>
                <a:lnTo>
                  <a:pt x="57150" y="0"/>
                </a:lnTo>
                <a:lnTo>
                  <a:pt x="57200" y="57150"/>
                </a:lnTo>
                <a:lnTo>
                  <a:pt x="50" y="57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4" name="object 94"/>
          <p:cNvSpPr/>
          <p:nvPr/>
        </p:nvSpPr>
        <p:spPr>
          <a:xfrm>
            <a:off x="2465235" y="5173002"/>
            <a:ext cx="57785" cy="57785"/>
          </a:xfrm>
          <a:custGeom>
            <a:avLst/>
            <a:gdLst/>
            <a:ahLst/>
            <a:cxnLst/>
            <a:rect l="l" t="t" r="r" b="b"/>
            <a:pathLst>
              <a:path w="57785" h="57785">
                <a:moveTo>
                  <a:pt x="50" y="57200"/>
                </a:moveTo>
                <a:lnTo>
                  <a:pt x="0" y="50"/>
                </a:lnTo>
                <a:lnTo>
                  <a:pt x="57150" y="0"/>
                </a:lnTo>
                <a:lnTo>
                  <a:pt x="57200" y="57150"/>
                </a:lnTo>
                <a:lnTo>
                  <a:pt x="50" y="57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5" name="object 95"/>
          <p:cNvSpPr/>
          <p:nvPr/>
        </p:nvSpPr>
        <p:spPr>
          <a:xfrm>
            <a:off x="2465120" y="5058702"/>
            <a:ext cx="57785" cy="57785"/>
          </a:xfrm>
          <a:custGeom>
            <a:avLst/>
            <a:gdLst/>
            <a:ahLst/>
            <a:cxnLst/>
            <a:rect l="l" t="t" r="r" b="b"/>
            <a:pathLst>
              <a:path w="57785" h="57785">
                <a:moveTo>
                  <a:pt x="50" y="57200"/>
                </a:moveTo>
                <a:lnTo>
                  <a:pt x="0" y="50"/>
                </a:lnTo>
                <a:lnTo>
                  <a:pt x="57150" y="0"/>
                </a:lnTo>
                <a:lnTo>
                  <a:pt x="57200" y="57150"/>
                </a:lnTo>
                <a:lnTo>
                  <a:pt x="50" y="572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6" name="object 96"/>
          <p:cNvSpPr/>
          <p:nvPr/>
        </p:nvSpPr>
        <p:spPr>
          <a:xfrm>
            <a:off x="2465031" y="4964620"/>
            <a:ext cx="57785" cy="37465"/>
          </a:xfrm>
          <a:custGeom>
            <a:avLst/>
            <a:gdLst/>
            <a:ahLst/>
            <a:cxnLst/>
            <a:rect l="l" t="t" r="r" b="b"/>
            <a:pathLst>
              <a:path w="57785" h="37464">
                <a:moveTo>
                  <a:pt x="38" y="36982"/>
                </a:moveTo>
                <a:lnTo>
                  <a:pt x="0" y="50"/>
                </a:lnTo>
                <a:lnTo>
                  <a:pt x="57150" y="0"/>
                </a:lnTo>
                <a:lnTo>
                  <a:pt x="57188" y="36931"/>
                </a:lnTo>
                <a:lnTo>
                  <a:pt x="38" y="36982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7" name="object 97"/>
          <p:cNvSpPr txBox="1"/>
          <p:nvPr/>
        </p:nvSpPr>
        <p:spPr>
          <a:xfrm>
            <a:off x="1290319" y="5879465"/>
            <a:ext cx="379095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b="1" i="1">
                <a:solidFill>
                  <a:srgbClr val="FF0000"/>
                </a:solidFill>
                <a:latin typeface="Times New Roman"/>
                <a:cs typeface="Times New Roman"/>
              </a:rPr>
              <a:t>V</a:t>
            </a:r>
            <a:r>
              <a:rPr dirty="0" baseline="-16975" sz="2700" spc="15" b="1" i="1">
                <a:solidFill>
                  <a:srgbClr val="FF0000"/>
                </a:solidFill>
                <a:latin typeface="Times New Roman"/>
                <a:cs typeface="Times New Roman"/>
              </a:rPr>
              <a:t>1</a:t>
            </a:r>
            <a:endParaRPr baseline="-16975" sz="2700">
              <a:latin typeface="Times New Roman"/>
              <a:cs typeface="Times New Roman"/>
            </a:endParaRPr>
          </a:p>
        </p:txBody>
      </p:sp>
      <p:sp>
        <p:nvSpPr>
          <p:cNvPr id="98" name="object 98"/>
          <p:cNvSpPr txBox="1"/>
          <p:nvPr/>
        </p:nvSpPr>
        <p:spPr>
          <a:xfrm>
            <a:off x="2602445" y="4740693"/>
            <a:ext cx="379095" cy="451484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b="1" i="1">
                <a:solidFill>
                  <a:srgbClr val="FF0000"/>
                </a:solidFill>
                <a:latin typeface="Times New Roman"/>
                <a:cs typeface="Times New Roman"/>
              </a:rPr>
              <a:t>V</a:t>
            </a:r>
            <a:r>
              <a:rPr dirty="0" baseline="-16975" sz="2700" spc="15" b="1" i="1">
                <a:solidFill>
                  <a:srgbClr val="FF0000"/>
                </a:solidFill>
                <a:latin typeface="Times New Roman"/>
                <a:cs typeface="Times New Roman"/>
              </a:rPr>
              <a:t>2</a:t>
            </a:r>
            <a:endParaRPr baseline="-16975" sz="2700">
              <a:latin typeface="Times New Roman"/>
              <a:cs typeface="Times New Roman"/>
            </a:endParaRPr>
          </a:p>
        </p:txBody>
      </p:sp>
      <p:sp>
        <p:nvSpPr>
          <p:cNvPr id="99" name="object 99"/>
          <p:cNvSpPr txBox="1"/>
          <p:nvPr/>
        </p:nvSpPr>
        <p:spPr>
          <a:xfrm>
            <a:off x="1010208" y="5386984"/>
            <a:ext cx="990600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b="1">
                <a:latin typeface="Arial"/>
                <a:cs typeface="Arial"/>
              </a:rPr>
              <a:t>A(</a:t>
            </a:r>
            <a:r>
              <a:rPr dirty="0" sz="3600" spc="-229" b="1">
                <a:latin typeface="Arial"/>
                <a:cs typeface="Arial"/>
              </a:rPr>
              <a:t>B</a:t>
            </a:r>
            <a:r>
              <a:rPr dirty="0" baseline="34722" sz="4800" spc="-2152" b="1" i="1">
                <a:solidFill>
                  <a:srgbClr val="0000FF"/>
                </a:solidFill>
                <a:latin typeface="Times New Roman"/>
                <a:cs typeface="Times New Roman"/>
              </a:rPr>
              <a:t>θ</a:t>
            </a:r>
            <a:r>
              <a:rPr dirty="0" sz="3600" b="1">
                <a:latin typeface="Arial"/>
                <a:cs typeface="Arial"/>
              </a:rPr>
              <a:t>)</a:t>
            </a:r>
            <a:endParaRPr sz="3600">
              <a:latin typeface="Arial"/>
              <a:cs typeface="Arial"/>
            </a:endParaRPr>
          </a:p>
        </p:txBody>
      </p:sp>
      <p:sp>
        <p:nvSpPr>
          <p:cNvPr id="100" name="object 100"/>
          <p:cNvSpPr txBox="1"/>
          <p:nvPr/>
        </p:nvSpPr>
        <p:spPr>
          <a:xfrm>
            <a:off x="7418806" y="2500299"/>
            <a:ext cx="2586355" cy="1637030"/>
          </a:xfrm>
          <a:prstGeom prst="rect">
            <a:avLst/>
          </a:prstGeom>
        </p:spPr>
        <p:txBody>
          <a:bodyPr wrap="square" lIns="0" tIns="302895" rIns="0" bIns="0" rtlCol="0" vert="horz">
            <a:spAutoFit/>
          </a:bodyPr>
          <a:lstStyle/>
          <a:p>
            <a:pPr marL="114300">
              <a:lnSpc>
                <a:spcPct val="100000"/>
              </a:lnSpc>
              <a:spcBef>
                <a:spcPts val="2385"/>
              </a:spcBef>
            </a:pPr>
            <a:r>
              <a:rPr dirty="0" sz="3600" i="1">
                <a:latin typeface="Times New Roman"/>
                <a:cs typeface="Times New Roman"/>
              </a:rPr>
              <a:t>e</a:t>
            </a:r>
            <a:r>
              <a:rPr dirty="0" sz="3600">
                <a:latin typeface="宋体"/>
                <a:cs typeface="宋体"/>
              </a:rPr>
              <a:t>＝</a:t>
            </a:r>
            <a:r>
              <a:rPr dirty="0" sz="3600" spc="-1250">
                <a:latin typeface="宋体"/>
                <a:cs typeface="宋体"/>
              </a:rPr>
              <a:t> </a:t>
            </a:r>
            <a:r>
              <a:rPr dirty="0" sz="3600" spc="-5" i="1">
                <a:latin typeface="Times New Roman"/>
                <a:cs typeface="Times New Roman"/>
              </a:rPr>
              <a:t>E</a:t>
            </a:r>
            <a:r>
              <a:rPr dirty="0" baseline="-21276" sz="3525" spc="-7">
                <a:latin typeface="Times New Roman"/>
                <a:cs typeface="Times New Roman"/>
              </a:rPr>
              <a:t>m </a:t>
            </a:r>
            <a:r>
              <a:rPr dirty="0" sz="3600" spc="-5" i="1">
                <a:latin typeface="Times New Roman"/>
                <a:cs typeface="Times New Roman"/>
              </a:rPr>
              <a:t>cosωt</a:t>
            </a:r>
            <a:endParaRPr sz="3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120"/>
              </a:spcBef>
            </a:pPr>
            <a:r>
              <a:rPr dirty="0" sz="3150" spc="60" i="1">
                <a:latin typeface="Times New Roman"/>
                <a:cs typeface="Times New Roman"/>
              </a:rPr>
              <a:t>E</a:t>
            </a:r>
            <a:r>
              <a:rPr dirty="0" sz="1800" spc="60">
                <a:latin typeface="Times New Roman"/>
                <a:cs typeface="Times New Roman"/>
              </a:rPr>
              <a:t>m </a:t>
            </a:r>
            <a:r>
              <a:rPr dirty="0" sz="3150" spc="-5">
                <a:latin typeface="Symbol"/>
                <a:cs typeface="Symbol"/>
              </a:rPr>
              <a:t></a:t>
            </a:r>
            <a:r>
              <a:rPr dirty="0" sz="3150" spc="80">
                <a:latin typeface="Times New Roman"/>
                <a:cs typeface="Times New Roman"/>
              </a:rPr>
              <a:t> </a:t>
            </a:r>
            <a:r>
              <a:rPr dirty="0" sz="3150" spc="-10" i="1">
                <a:latin typeface="Times New Roman"/>
                <a:cs typeface="Times New Roman"/>
              </a:rPr>
              <a:t>NBS</a:t>
            </a:r>
            <a:r>
              <a:rPr dirty="0" sz="3300" spc="-10" i="1">
                <a:latin typeface="Symbol"/>
                <a:cs typeface="Symbol"/>
              </a:rPr>
              <a:t></a:t>
            </a:r>
            <a:endParaRPr sz="3300">
              <a:latin typeface="Symbol"/>
              <a:cs typeface="Symbo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1840" y="0"/>
            <a:ext cx="2058670" cy="63436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>
                <a:solidFill>
                  <a:srgbClr val="F1F1F1"/>
                </a:solidFill>
                <a:latin typeface="华文楷体"/>
                <a:cs typeface="华文楷体"/>
              </a:rPr>
              <a:t>高中物</a:t>
            </a:r>
            <a:r>
              <a:rPr dirty="0" sz="4000" spc="-10">
                <a:solidFill>
                  <a:srgbClr val="F1F1F1"/>
                </a:solidFill>
                <a:latin typeface="华文楷体"/>
                <a:cs typeface="华文楷体"/>
              </a:rPr>
              <a:t>理</a:t>
            </a:r>
            <a:endParaRPr sz="4000">
              <a:latin typeface="华文楷体"/>
              <a:cs typeface="华文楷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656372" y="2401735"/>
            <a:ext cx="7580515" cy="49354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2163826" y="3607828"/>
            <a:ext cx="3562223" cy="39377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5757341" y="3666858"/>
            <a:ext cx="802754" cy="29984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6491020" y="3632822"/>
            <a:ext cx="366001" cy="33266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6849465" y="3666845"/>
            <a:ext cx="331444" cy="297243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7097369" y="3661994"/>
            <a:ext cx="238036" cy="307492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7249845" y="3632822"/>
            <a:ext cx="366001" cy="332663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7589545" y="3698976"/>
            <a:ext cx="165798" cy="269976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2141601" y="4253331"/>
            <a:ext cx="741044" cy="381279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2852801" y="4250563"/>
            <a:ext cx="4283163" cy="395160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7120001" y="4258894"/>
            <a:ext cx="739648" cy="382663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1840" y="0"/>
            <a:ext cx="2058670" cy="63436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>
                <a:solidFill>
                  <a:srgbClr val="F1F1F1"/>
                </a:solidFill>
                <a:latin typeface="华文楷体"/>
                <a:cs typeface="华文楷体"/>
              </a:rPr>
              <a:t>高中物</a:t>
            </a:r>
            <a:r>
              <a:rPr dirty="0" sz="4000" spc="-10">
                <a:solidFill>
                  <a:srgbClr val="F1F1F1"/>
                </a:solidFill>
                <a:latin typeface="华文楷体"/>
                <a:cs typeface="华文楷体"/>
              </a:rPr>
              <a:t>理</a:t>
            </a:r>
            <a:endParaRPr sz="4000">
              <a:latin typeface="华文楷体"/>
              <a:cs typeface="华文楷体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338999" y="2842615"/>
            <a:ext cx="2260600" cy="54038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357505" algn="l"/>
                <a:tab pos="875665" algn="l"/>
                <a:tab pos="1419225" algn="l"/>
                <a:tab pos="2247265" algn="l"/>
              </a:tabLst>
            </a:pPr>
            <a:r>
              <a:rPr dirty="0" baseline="-34825" sz="5025" spc="7" i="1">
                <a:latin typeface="Times New Roman"/>
                <a:cs typeface="Times New Roman"/>
              </a:rPr>
              <a:t>i	</a:t>
            </a:r>
            <a:r>
              <a:rPr dirty="0" baseline="-34825" sz="5025" spc="22">
                <a:latin typeface="Symbol"/>
                <a:cs typeface="Symbol"/>
              </a:rPr>
              <a:t></a:t>
            </a:r>
            <a:r>
              <a:rPr dirty="0" baseline="-34825" sz="5025" spc="22">
                <a:latin typeface="Times New Roman"/>
                <a:cs typeface="Times New Roman"/>
              </a:rPr>
              <a:t>	</a:t>
            </a:r>
            <a:r>
              <a:rPr dirty="0" u="heavy" sz="3350" spc="15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 	</a:t>
            </a:r>
            <a:r>
              <a:rPr dirty="0" u="heavy" sz="3350" spc="10" i="1"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e	</a:t>
            </a:r>
            <a:endParaRPr sz="33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263559" y="3446297"/>
            <a:ext cx="1188720" cy="54038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530225" algn="l"/>
                <a:tab pos="1007744" algn="l"/>
              </a:tabLst>
            </a:pPr>
            <a:r>
              <a:rPr dirty="0" sz="3350" spc="15" i="1">
                <a:latin typeface="Times New Roman"/>
                <a:cs typeface="Times New Roman"/>
              </a:rPr>
              <a:t>R</a:t>
            </a:r>
            <a:r>
              <a:rPr dirty="0" sz="3350" spc="15" i="1">
                <a:latin typeface="Times New Roman"/>
                <a:cs typeface="Times New Roman"/>
              </a:rPr>
              <a:t>	</a:t>
            </a:r>
            <a:r>
              <a:rPr dirty="0" sz="3350" spc="15">
                <a:latin typeface="Symbol"/>
                <a:cs typeface="Symbol"/>
              </a:rPr>
              <a:t></a:t>
            </a:r>
            <a:r>
              <a:rPr dirty="0" sz="3350" spc="15">
                <a:latin typeface="Times New Roman"/>
                <a:cs typeface="Times New Roman"/>
              </a:rPr>
              <a:t>	</a:t>
            </a:r>
            <a:r>
              <a:rPr dirty="0" sz="3350" spc="10" i="1">
                <a:latin typeface="Times New Roman"/>
                <a:cs typeface="Times New Roman"/>
              </a:rPr>
              <a:t>r</a:t>
            </a:r>
            <a:endParaRPr sz="335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4390542" y="3525824"/>
            <a:ext cx="1248410" cy="0"/>
          </a:xfrm>
          <a:custGeom>
            <a:avLst/>
            <a:gdLst/>
            <a:ahLst/>
            <a:cxnLst/>
            <a:rect l="l" t="t" r="r" b="b"/>
            <a:pathLst>
              <a:path w="1248410" h="0">
                <a:moveTo>
                  <a:pt x="0" y="0"/>
                </a:moveTo>
                <a:lnTo>
                  <a:pt x="1248054" y="0"/>
                </a:lnTo>
              </a:path>
            </a:pathLst>
          </a:custGeom>
          <a:ln w="2562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4681385" y="2896984"/>
            <a:ext cx="571500" cy="5581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3500" spc="-5" i="1">
                <a:latin typeface="Times New Roman"/>
                <a:cs typeface="Times New Roman"/>
              </a:rPr>
              <a:t>E</a:t>
            </a:r>
            <a:r>
              <a:rPr dirty="0" sz="3500" spc="-260" i="1">
                <a:latin typeface="Times New Roman"/>
                <a:cs typeface="Times New Roman"/>
              </a:rPr>
              <a:t> </a:t>
            </a:r>
            <a:r>
              <a:rPr dirty="0" baseline="-25000" sz="3000" spc="15" i="1">
                <a:latin typeface="Times New Roman"/>
                <a:cs typeface="Times New Roman"/>
              </a:rPr>
              <a:t>m</a:t>
            </a:r>
            <a:endParaRPr baseline="-25000" sz="30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709094" y="3158033"/>
            <a:ext cx="1323340" cy="58674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3500" spc="-5">
                <a:latin typeface="Times New Roman"/>
                <a:cs typeface="Times New Roman"/>
              </a:rPr>
              <a:t>s </a:t>
            </a:r>
            <a:r>
              <a:rPr dirty="0" sz="3500" spc="165">
                <a:latin typeface="Times New Roman"/>
                <a:cs typeface="Times New Roman"/>
              </a:rPr>
              <a:t>in</a:t>
            </a:r>
            <a:r>
              <a:rPr dirty="0" sz="3500" spc="-495">
                <a:latin typeface="Times New Roman"/>
                <a:cs typeface="Times New Roman"/>
              </a:rPr>
              <a:t> </a:t>
            </a:r>
            <a:r>
              <a:rPr dirty="0" sz="3650" spc="-195" i="1">
                <a:latin typeface="Symbol"/>
                <a:cs typeface="Symbol"/>
              </a:rPr>
              <a:t></a:t>
            </a:r>
            <a:r>
              <a:rPr dirty="0" sz="3500" spc="-195" i="1">
                <a:latin typeface="Times New Roman"/>
                <a:cs typeface="Times New Roman"/>
              </a:rPr>
              <a:t>t</a:t>
            </a:r>
            <a:endParaRPr sz="35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906354" y="3181527"/>
            <a:ext cx="269240" cy="5581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3500" spc="-5">
                <a:latin typeface="Symbol"/>
                <a:cs typeface="Symbol"/>
              </a:rPr>
              <a:t></a:t>
            </a:r>
            <a:endParaRPr sz="3500">
              <a:latin typeface="Symbol"/>
              <a:cs typeface="Symbo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433303" y="3528542"/>
            <a:ext cx="1104265" cy="5581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83870" algn="l"/>
                <a:tab pos="918210" algn="l"/>
              </a:tabLst>
            </a:pPr>
            <a:r>
              <a:rPr dirty="0" sz="3500" spc="-5" i="1">
                <a:latin typeface="Times New Roman"/>
                <a:cs typeface="Times New Roman"/>
              </a:rPr>
              <a:t>R</a:t>
            </a:r>
            <a:r>
              <a:rPr dirty="0" sz="3500" spc="-5" i="1">
                <a:latin typeface="Times New Roman"/>
                <a:cs typeface="Times New Roman"/>
              </a:rPr>
              <a:t>	</a:t>
            </a:r>
            <a:r>
              <a:rPr dirty="0" sz="3500" spc="-5">
                <a:latin typeface="Symbol"/>
                <a:cs typeface="Symbol"/>
              </a:rPr>
              <a:t></a:t>
            </a:r>
            <a:r>
              <a:rPr dirty="0" sz="3500" spc="-5">
                <a:latin typeface="Times New Roman"/>
                <a:cs typeface="Times New Roman"/>
              </a:rPr>
              <a:t>	</a:t>
            </a:r>
            <a:r>
              <a:rPr dirty="0" sz="3500" spc="-5" i="1">
                <a:latin typeface="Times New Roman"/>
                <a:cs typeface="Times New Roman"/>
              </a:rPr>
              <a:t>r</a:t>
            </a:r>
            <a:endParaRPr sz="35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392503" y="3675430"/>
            <a:ext cx="259715" cy="4146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550" i="1">
                <a:latin typeface="Times New Roman"/>
                <a:cs typeface="Times New Roman"/>
              </a:rPr>
              <a:t>m</a:t>
            </a:r>
            <a:endParaRPr sz="255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7491679" y="3266232"/>
            <a:ext cx="3039745" cy="73279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620395" algn="l"/>
                <a:tab pos="1384935" algn="l"/>
              </a:tabLst>
            </a:pPr>
            <a:r>
              <a:rPr dirty="0" sz="4400" spc="5">
                <a:latin typeface="Symbol"/>
                <a:cs typeface="Symbol"/>
              </a:rPr>
              <a:t></a:t>
            </a:r>
            <a:r>
              <a:rPr dirty="0" sz="4400" spc="5">
                <a:latin typeface="Times New Roman"/>
                <a:cs typeface="Times New Roman"/>
              </a:rPr>
              <a:t>	</a:t>
            </a:r>
            <a:r>
              <a:rPr dirty="0" sz="4400" spc="5" i="1">
                <a:latin typeface="Times New Roman"/>
                <a:cs typeface="Times New Roman"/>
              </a:rPr>
              <a:t>I	</a:t>
            </a:r>
            <a:r>
              <a:rPr dirty="0" sz="4400" spc="5">
                <a:latin typeface="Times New Roman"/>
                <a:cs typeface="Times New Roman"/>
              </a:rPr>
              <a:t>s </a:t>
            </a:r>
            <a:r>
              <a:rPr dirty="0" sz="4400" spc="220">
                <a:latin typeface="Times New Roman"/>
                <a:cs typeface="Times New Roman"/>
              </a:rPr>
              <a:t>in</a:t>
            </a:r>
            <a:r>
              <a:rPr dirty="0" sz="4400" spc="-600">
                <a:latin typeface="Times New Roman"/>
                <a:cs typeface="Times New Roman"/>
              </a:rPr>
              <a:t> </a:t>
            </a:r>
            <a:r>
              <a:rPr dirty="0" sz="4600" spc="-220" i="1">
                <a:latin typeface="Symbol"/>
                <a:cs typeface="Symbol"/>
              </a:rPr>
              <a:t></a:t>
            </a:r>
            <a:r>
              <a:rPr dirty="0" sz="4400" spc="-220" i="1">
                <a:latin typeface="Times New Roman"/>
                <a:cs typeface="Times New Roman"/>
              </a:rPr>
              <a:t>t</a:t>
            </a:r>
            <a:endParaRPr sz="44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616608" y="4564837"/>
            <a:ext cx="223520" cy="3536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150" i="1">
                <a:latin typeface="Times New Roman"/>
                <a:cs typeface="Times New Roman"/>
              </a:rPr>
              <a:t>m</a:t>
            </a:r>
            <a:endParaRPr sz="215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049590" y="4218615"/>
            <a:ext cx="1520190" cy="62357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3700" spc="5">
                <a:latin typeface="Times New Roman"/>
                <a:cs typeface="Times New Roman"/>
              </a:rPr>
              <a:t>s i </a:t>
            </a:r>
            <a:r>
              <a:rPr dirty="0" sz="3700" spc="10">
                <a:latin typeface="Times New Roman"/>
                <a:cs typeface="Times New Roman"/>
              </a:rPr>
              <a:t>n</a:t>
            </a:r>
            <a:r>
              <a:rPr dirty="0" sz="3700" spc="-530">
                <a:latin typeface="Times New Roman"/>
                <a:cs typeface="Times New Roman"/>
              </a:rPr>
              <a:t> </a:t>
            </a:r>
            <a:r>
              <a:rPr dirty="0" sz="3900" spc="-55" i="1">
                <a:latin typeface="Symbol"/>
                <a:cs typeface="Symbol"/>
              </a:rPr>
              <a:t></a:t>
            </a:r>
            <a:r>
              <a:rPr dirty="0" sz="3700" spc="-55" i="1">
                <a:latin typeface="Times New Roman"/>
                <a:cs typeface="Times New Roman"/>
              </a:rPr>
              <a:t>t</a:t>
            </a:r>
            <a:endParaRPr sz="37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343837" y="4218615"/>
            <a:ext cx="6092825" cy="62357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  <a:tabLst>
                <a:tab pos="538480" algn="l"/>
                <a:tab pos="1053465" algn="l"/>
                <a:tab pos="1837055" algn="l"/>
                <a:tab pos="2395220" algn="l"/>
                <a:tab pos="3011170" algn="l"/>
                <a:tab pos="3515360" algn="l"/>
                <a:tab pos="5265420" algn="l"/>
                <a:tab pos="5737860" algn="l"/>
              </a:tabLst>
            </a:pPr>
            <a:r>
              <a:rPr dirty="0" sz="3700" spc="10" i="1">
                <a:latin typeface="Times New Roman"/>
                <a:cs typeface="Times New Roman"/>
              </a:rPr>
              <a:t>u</a:t>
            </a:r>
            <a:r>
              <a:rPr dirty="0" sz="3700" spc="10" i="1">
                <a:latin typeface="Times New Roman"/>
                <a:cs typeface="Times New Roman"/>
              </a:rPr>
              <a:t>	</a:t>
            </a:r>
            <a:r>
              <a:rPr dirty="0" sz="3700" spc="10">
                <a:latin typeface="Symbol"/>
                <a:cs typeface="Symbol"/>
              </a:rPr>
              <a:t></a:t>
            </a:r>
            <a:r>
              <a:rPr dirty="0" sz="3700" spc="10">
                <a:latin typeface="Times New Roman"/>
                <a:cs typeface="Times New Roman"/>
              </a:rPr>
              <a:t>	</a:t>
            </a:r>
            <a:r>
              <a:rPr dirty="0" sz="3700" spc="5" i="1">
                <a:latin typeface="Times New Roman"/>
                <a:cs typeface="Times New Roman"/>
              </a:rPr>
              <a:t>i</a:t>
            </a:r>
            <a:r>
              <a:rPr dirty="0" sz="3700" spc="-440" i="1">
                <a:latin typeface="Times New Roman"/>
                <a:cs typeface="Times New Roman"/>
              </a:rPr>
              <a:t> </a:t>
            </a:r>
            <a:r>
              <a:rPr dirty="0" sz="3700" spc="15" i="1">
                <a:latin typeface="Times New Roman"/>
                <a:cs typeface="Times New Roman"/>
              </a:rPr>
              <a:t>R</a:t>
            </a:r>
            <a:r>
              <a:rPr dirty="0" sz="3700" i="1">
                <a:latin typeface="Times New Roman"/>
                <a:cs typeface="Times New Roman"/>
              </a:rPr>
              <a:t>	</a:t>
            </a:r>
            <a:r>
              <a:rPr dirty="0" sz="3700" spc="10">
                <a:latin typeface="Symbol"/>
                <a:cs typeface="Symbol"/>
              </a:rPr>
              <a:t></a:t>
            </a:r>
            <a:r>
              <a:rPr dirty="0" sz="3700">
                <a:latin typeface="Times New Roman"/>
                <a:cs typeface="Times New Roman"/>
              </a:rPr>
              <a:t>	</a:t>
            </a:r>
            <a:r>
              <a:rPr dirty="0" sz="3700" spc="5" i="1">
                <a:latin typeface="Times New Roman"/>
                <a:cs typeface="Times New Roman"/>
              </a:rPr>
              <a:t>I</a:t>
            </a:r>
            <a:r>
              <a:rPr dirty="0" sz="3700" spc="-55" i="1">
                <a:latin typeface="Times New Roman"/>
                <a:cs typeface="Times New Roman"/>
              </a:rPr>
              <a:t> </a:t>
            </a:r>
            <a:r>
              <a:rPr dirty="0" baseline="-24547" sz="3225" i="1">
                <a:latin typeface="Times New Roman"/>
                <a:cs typeface="Times New Roman"/>
              </a:rPr>
              <a:t>m</a:t>
            </a:r>
            <a:r>
              <a:rPr dirty="0" baseline="-24547" sz="3225" i="1">
                <a:latin typeface="Times New Roman"/>
                <a:cs typeface="Times New Roman"/>
              </a:rPr>
              <a:t>	</a:t>
            </a:r>
            <a:r>
              <a:rPr dirty="0" sz="3700" spc="15" i="1">
                <a:latin typeface="Times New Roman"/>
                <a:cs typeface="Times New Roman"/>
              </a:rPr>
              <a:t>R</a:t>
            </a:r>
            <a:r>
              <a:rPr dirty="0" sz="3700" i="1">
                <a:latin typeface="Times New Roman"/>
                <a:cs typeface="Times New Roman"/>
              </a:rPr>
              <a:t>	</a:t>
            </a:r>
            <a:r>
              <a:rPr dirty="0" sz="3700" spc="5">
                <a:latin typeface="Times New Roman"/>
                <a:cs typeface="Times New Roman"/>
              </a:rPr>
              <a:t>s</a:t>
            </a:r>
            <a:r>
              <a:rPr dirty="0" sz="3700" spc="-265">
                <a:latin typeface="Times New Roman"/>
                <a:cs typeface="Times New Roman"/>
              </a:rPr>
              <a:t> </a:t>
            </a:r>
            <a:r>
              <a:rPr dirty="0" sz="3700" spc="5">
                <a:latin typeface="Times New Roman"/>
                <a:cs typeface="Times New Roman"/>
              </a:rPr>
              <a:t>i</a:t>
            </a:r>
            <a:r>
              <a:rPr dirty="0" sz="3700" spc="-440">
                <a:latin typeface="Times New Roman"/>
                <a:cs typeface="Times New Roman"/>
              </a:rPr>
              <a:t> </a:t>
            </a:r>
            <a:r>
              <a:rPr dirty="0" sz="3700" spc="10">
                <a:latin typeface="Times New Roman"/>
                <a:cs typeface="Times New Roman"/>
              </a:rPr>
              <a:t>n</a:t>
            </a:r>
            <a:r>
              <a:rPr dirty="0" sz="3700" spc="235">
                <a:latin typeface="Times New Roman"/>
                <a:cs typeface="Times New Roman"/>
              </a:rPr>
              <a:t> </a:t>
            </a:r>
            <a:r>
              <a:rPr dirty="0" sz="3900" spc="-114" i="1">
                <a:latin typeface="Symbol"/>
                <a:cs typeface="Symbol"/>
              </a:rPr>
              <a:t></a:t>
            </a:r>
            <a:r>
              <a:rPr dirty="0" sz="3700" spc="5" i="1">
                <a:latin typeface="Times New Roman"/>
                <a:cs typeface="Times New Roman"/>
              </a:rPr>
              <a:t>t</a:t>
            </a:r>
            <a:r>
              <a:rPr dirty="0" sz="3700" i="1">
                <a:latin typeface="Times New Roman"/>
                <a:cs typeface="Times New Roman"/>
              </a:rPr>
              <a:t>	</a:t>
            </a:r>
            <a:r>
              <a:rPr dirty="0" sz="3700" spc="10">
                <a:latin typeface="Symbol"/>
                <a:cs typeface="Symbol"/>
              </a:rPr>
              <a:t></a:t>
            </a:r>
            <a:r>
              <a:rPr dirty="0" sz="3700">
                <a:latin typeface="Times New Roman"/>
                <a:cs typeface="Times New Roman"/>
              </a:rPr>
              <a:t>	</a:t>
            </a:r>
            <a:r>
              <a:rPr dirty="0" sz="3700" spc="15" i="1">
                <a:latin typeface="Times New Roman"/>
                <a:cs typeface="Times New Roman"/>
              </a:rPr>
              <a:t>U</a:t>
            </a:r>
            <a:endParaRPr sz="37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2359240" y="1241285"/>
            <a:ext cx="3690061" cy="49322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5988481" y="1315402"/>
            <a:ext cx="343446" cy="37089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6294450" y="1239507"/>
            <a:ext cx="5042014" cy="516445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1428737" y="1964715"/>
            <a:ext cx="243878" cy="270217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1659674" y="1791716"/>
            <a:ext cx="1362989" cy="512876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2988411" y="1876094"/>
            <a:ext cx="173100" cy="364197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3229711" y="1809572"/>
            <a:ext cx="468223" cy="464654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3713695" y="1793494"/>
            <a:ext cx="3182848" cy="491451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6881050" y="1964715"/>
            <a:ext cx="269989" cy="275577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7124839" y="1793494"/>
            <a:ext cx="3918838" cy="489661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1840" y="0"/>
            <a:ext cx="2058670" cy="63436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>
                <a:solidFill>
                  <a:srgbClr val="F1F1F1"/>
                </a:solidFill>
                <a:latin typeface="华文楷体"/>
                <a:cs typeface="华文楷体"/>
              </a:rPr>
              <a:t>高中物</a:t>
            </a:r>
            <a:r>
              <a:rPr dirty="0" sz="4000" spc="-10">
                <a:solidFill>
                  <a:srgbClr val="F1F1F1"/>
                </a:solidFill>
                <a:latin typeface="华文楷体"/>
                <a:cs typeface="华文楷体"/>
              </a:rPr>
              <a:t>理</a:t>
            </a:r>
            <a:endParaRPr sz="4000">
              <a:latin typeface="华文楷体"/>
              <a:cs typeface="华文楷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76567" y="1834273"/>
            <a:ext cx="149123" cy="33803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901992" y="1780298"/>
            <a:ext cx="4460773" cy="44439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612279" y="2697772"/>
            <a:ext cx="234861" cy="343408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861517" y="2645981"/>
            <a:ext cx="4057561" cy="449173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664133" y="3727894"/>
            <a:ext cx="231889" cy="345948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910196" y="3674681"/>
            <a:ext cx="4057561" cy="447586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874610" y="4683924"/>
            <a:ext cx="921854" cy="493229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1838121" y="4746421"/>
            <a:ext cx="194983" cy="371792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1985467" y="4692853"/>
            <a:ext cx="950429" cy="480733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2907906" y="4744643"/>
            <a:ext cx="324853" cy="373570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3376714" y="4685715"/>
            <a:ext cx="636104" cy="482511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6547446" y="1224826"/>
            <a:ext cx="3107690" cy="3936365"/>
          </a:xfrm>
          <a:prstGeom prst="rect">
            <a:avLst/>
          </a:prstGeom>
        </p:spPr>
        <p:txBody>
          <a:bodyPr wrap="square" lIns="0" tIns="310515" rIns="0" bIns="0" rtlCol="0" vert="horz">
            <a:spAutoFit/>
          </a:bodyPr>
          <a:lstStyle/>
          <a:p>
            <a:pPr algn="ctr" marL="256540">
              <a:lnSpc>
                <a:spcPct val="100000"/>
              </a:lnSpc>
              <a:spcBef>
                <a:spcPts val="2445"/>
              </a:spcBef>
            </a:pPr>
            <a:r>
              <a:rPr dirty="0" sz="4300" i="1">
                <a:latin typeface="Times New Roman"/>
                <a:cs typeface="Times New Roman"/>
              </a:rPr>
              <a:t>e </a:t>
            </a:r>
            <a:r>
              <a:rPr dirty="0" sz="4300">
                <a:latin typeface="Symbol"/>
                <a:cs typeface="Symbol"/>
              </a:rPr>
              <a:t></a:t>
            </a:r>
            <a:r>
              <a:rPr dirty="0" sz="4300">
                <a:latin typeface="Times New Roman"/>
                <a:cs typeface="Times New Roman"/>
              </a:rPr>
              <a:t> </a:t>
            </a:r>
            <a:r>
              <a:rPr dirty="0" sz="4300" spc="-20" i="1">
                <a:latin typeface="Times New Roman"/>
                <a:cs typeface="Times New Roman"/>
              </a:rPr>
              <a:t>E</a:t>
            </a:r>
            <a:r>
              <a:rPr dirty="0" baseline="-23333" sz="3750" spc="-30">
                <a:latin typeface="Times New Roman"/>
                <a:cs typeface="Times New Roman"/>
              </a:rPr>
              <a:t>m </a:t>
            </a:r>
            <a:r>
              <a:rPr dirty="0" sz="4300" spc="-5">
                <a:latin typeface="Times New Roman"/>
                <a:cs typeface="Times New Roman"/>
              </a:rPr>
              <a:t>sin</a:t>
            </a:r>
            <a:r>
              <a:rPr dirty="0" sz="4300" spc="-710">
                <a:latin typeface="Times New Roman"/>
                <a:cs typeface="Times New Roman"/>
              </a:rPr>
              <a:t> </a:t>
            </a:r>
            <a:r>
              <a:rPr dirty="0" sz="4300" spc="-65" i="1">
                <a:latin typeface="Times New Roman"/>
                <a:cs typeface="Times New Roman"/>
              </a:rPr>
              <a:t>ωt</a:t>
            </a:r>
            <a:endParaRPr sz="4300">
              <a:latin typeface="Times New Roman"/>
              <a:cs typeface="Times New Roman"/>
            </a:endParaRPr>
          </a:p>
          <a:p>
            <a:pPr algn="ctr" marL="75565">
              <a:lnSpc>
                <a:spcPct val="100000"/>
              </a:lnSpc>
              <a:spcBef>
                <a:spcPts val="2475"/>
              </a:spcBef>
              <a:tabLst>
                <a:tab pos="1484630" algn="l"/>
              </a:tabLst>
            </a:pPr>
            <a:r>
              <a:rPr dirty="0" sz="4250" i="1">
                <a:latin typeface="Times New Roman"/>
                <a:cs typeface="Times New Roman"/>
              </a:rPr>
              <a:t>i</a:t>
            </a:r>
            <a:r>
              <a:rPr dirty="0" sz="4250" spc="220" i="1">
                <a:latin typeface="Times New Roman"/>
                <a:cs typeface="Times New Roman"/>
              </a:rPr>
              <a:t> </a:t>
            </a:r>
            <a:r>
              <a:rPr dirty="0" sz="4250" spc="5">
                <a:latin typeface="Symbol"/>
                <a:cs typeface="Symbol"/>
              </a:rPr>
              <a:t></a:t>
            </a:r>
            <a:r>
              <a:rPr dirty="0" sz="4250" spc="375">
                <a:latin typeface="Times New Roman"/>
                <a:cs typeface="Times New Roman"/>
              </a:rPr>
              <a:t> </a:t>
            </a:r>
            <a:r>
              <a:rPr dirty="0" sz="4250" spc="250" i="1">
                <a:latin typeface="Times New Roman"/>
                <a:cs typeface="Times New Roman"/>
              </a:rPr>
              <a:t>I</a:t>
            </a:r>
            <a:r>
              <a:rPr dirty="0" baseline="-23809" sz="3675" spc="375" i="1">
                <a:latin typeface="Times New Roman"/>
                <a:cs typeface="Times New Roman"/>
              </a:rPr>
              <a:t>m	</a:t>
            </a:r>
            <a:r>
              <a:rPr dirty="0" sz="4250">
                <a:latin typeface="Times New Roman"/>
                <a:cs typeface="Times New Roman"/>
              </a:rPr>
              <a:t>sin</a:t>
            </a:r>
            <a:r>
              <a:rPr dirty="0" sz="4250" spc="-475">
                <a:latin typeface="Times New Roman"/>
                <a:cs typeface="Times New Roman"/>
              </a:rPr>
              <a:t> </a:t>
            </a:r>
            <a:r>
              <a:rPr dirty="0" sz="4450" spc="-625" i="1">
                <a:latin typeface="Symbol"/>
                <a:cs typeface="Symbol"/>
              </a:rPr>
              <a:t></a:t>
            </a:r>
            <a:r>
              <a:rPr dirty="0" sz="4250" spc="-625" i="1">
                <a:latin typeface="Times New Roman"/>
                <a:cs typeface="Times New Roman"/>
              </a:rPr>
              <a:t>t</a:t>
            </a:r>
            <a:endParaRPr sz="4250">
              <a:latin typeface="Times New Roman"/>
              <a:cs typeface="Times New Roman"/>
            </a:endParaRPr>
          </a:p>
          <a:p>
            <a:pPr algn="ctr" marL="164465">
              <a:lnSpc>
                <a:spcPct val="100000"/>
              </a:lnSpc>
              <a:spcBef>
                <a:spcPts val="2945"/>
              </a:spcBef>
            </a:pPr>
            <a:r>
              <a:rPr dirty="0" sz="3900" spc="25" i="1">
                <a:latin typeface="Times New Roman"/>
                <a:cs typeface="Times New Roman"/>
              </a:rPr>
              <a:t>u </a:t>
            </a:r>
            <a:r>
              <a:rPr dirty="0" sz="3900" spc="30">
                <a:latin typeface="Symbol"/>
                <a:cs typeface="Symbol"/>
              </a:rPr>
              <a:t></a:t>
            </a:r>
            <a:r>
              <a:rPr dirty="0" sz="3900" spc="30">
                <a:latin typeface="Times New Roman"/>
                <a:cs typeface="Times New Roman"/>
              </a:rPr>
              <a:t> </a:t>
            </a:r>
            <a:r>
              <a:rPr dirty="0" sz="3900" spc="35" i="1">
                <a:latin typeface="Times New Roman"/>
                <a:cs typeface="Times New Roman"/>
              </a:rPr>
              <a:t>U </a:t>
            </a:r>
            <a:r>
              <a:rPr dirty="0" baseline="-24691" sz="3375" spc="60">
                <a:latin typeface="Times New Roman"/>
                <a:cs typeface="Times New Roman"/>
              </a:rPr>
              <a:t>m </a:t>
            </a:r>
            <a:r>
              <a:rPr dirty="0" sz="3900" spc="10">
                <a:latin typeface="Times New Roman"/>
                <a:cs typeface="Times New Roman"/>
              </a:rPr>
              <a:t>sin</a:t>
            </a:r>
            <a:r>
              <a:rPr dirty="0" sz="3900" spc="-565">
                <a:latin typeface="Times New Roman"/>
                <a:cs typeface="Times New Roman"/>
              </a:rPr>
              <a:t> </a:t>
            </a:r>
            <a:r>
              <a:rPr dirty="0" sz="3900" spc="70" i="1">
                <a:latin typeface="Times New Roman"/>
                <a:cs typeface="Times New Roman"/>
              </a:rPr>
              <a:t>ωt</a:t>
            </a:r>
            <a:endParaRPr sz="3900">
              <a:latin typeface="Times New Roman"/>
              <a:cs typeface="Times New Roman"/>
            </a:endParaRPr>
          </a:p>
          <a:p>
            <a:pPr algn="ctr">
              <a:lnSpc>
                <a:spcPct val="100000"/>
              </a:lnSpc>
              <a:spcBef>
                <a:spcPts val="3579"/>
              </a:spcBef>
            </a:pPr>
            <a:r>
              <a:rPr dirty="0" sz="3550" spc="10" i="1">
                <a:latin typeface="Times New Roman"/>
                <a:cs typeface="Times New Roman"/>
              </a:rPr>
              <a:t>u</a:t>
            </a:r>
            <a:r>
              <a:rPr dirty="0" sz="3550" spc="-270" i="1">
                <a:latin typeface="Times New Roman"/>
                <a:cs typeface="Times New Roman"/>
              </a:rPr>
              <a:t> </a:t>
            </a:r>
            <a:r>
              <a:rPr dirty="0" sz="3550" spc="10">
                <a:latin typeface="Symbol"/>
                <a:cs typeface="Symbol"/>
              </a:rPr>
              <a:t></a:t>
            </a:r>
            <a:r>
              <a:rPr dirty="0" sz="3550" spc="-480">
                <a:latin typeface="Times New Roman"/>
                <a:cs typeface="Times New Roman"/>
              </a:rPr>
              <a:t> </a:t>
            </a:r>
            <a:r>
              <a:rPr dirty="0" sz="3550" spc="-140" i="1">
                <a:latin typeface="Times New Roman"/>
                <a:cs typeface="Times New Roman"/>
              </a:rPr>
              <a:t>iR</a:t>
            </a:r>
            <a:r>
              <a:rPr dirty="0" sz="3550" spc="-140">
                <a:latin typeface="微软雅黑"/>
                <a:cs typeface="微软雅黑"/>
              </a:rPr>
              <a:t>，</a:t>
            </a:r>
            <a:r>
              <a:rPr dirty="0" sz="3550" spc="-140" i="1">
                <a:latin typeface="Times New Roman"/>
                <a:cs typeface="Times New Roman"/>
              </a:rPr>
              <a:t>U</a:t>
            </a:r>
            <a:r>
              <a:rPr dirty="0" baseline="-24390" sz="3075" spc="-209">
                <a:latin typeface="Times New Roman"/>
                <a:cs typeface="Times New Roman"/>
              </a:rPr>
              <a:t>m</a:t>
            </a:r>
            <a:r>
              <a:rPr dirty="0" baseline="-24390" sz="3075" spc="-7">
                <a:latin typeface="Times New Roman"/>
                <a:cs typeface="Times New Roman"/>
              </a:rPr>
              <a:t> </a:t>
            </a:r>
            <a:r>
              <a:rPr dirty="0" sz="3550" spc="10">
                <a:latin typeface="Symbol"/>
                <a:cs typeface="Symbol"/>
              </a:rPr>
              <a:t></a:t>
            </a:r>
            <a:r>
              <a:rPr dirty="0" sz="3550" spc="-290">
                <a:latin typeface="Times New Roman"/>
                <a:cs typeface="Times New Roman"/>
              </a:rPr>
              <a:t> </a:t>
            </a:r>
            <a:r>
              <a:rPr dirty="0" sz="3550" spc="-15" i="1">
                <a:latin typeface="Times New Roman"/>
                <a:cs typeface="Times New Roman"/>
              </a:rPr>
              <a:t>I</a:t>
            </a:r>
            <a:r>
              <a:rPr dirty="0" baseline="-24390" sz="3075" spc="-22">
                <a:latin typeface="Times New Roman"/>
                <a:cs typeface="Times New Roman"/>
              </a:rPr>
              <a:t>m</a:t>
            </a:r>
            <a:r>
              <a:rPr dirty="0" sz="3550" spc="-15" i="1">
                <a:latin typeface="Times New Roman"/>
                <a:cs typeface="Times New Roman"/>
              </a:rPr>
              <a:t>R</a:t>
            </a:r>
            <a:r>
              <a:rPr dirty="0" sz="3550" spc="-15">
                <a:latin typeface="Times New Roman"/>
                <a:cs typeface="Times New Roman"/>
              </a:rPr>
              <a:t>.</a:t>
            </a:r>
            <a:endParaRPr sz="355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27457" y="975728"/>
            <a:ext cx="3405873" cy="517347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3785057" y="975728"/>
            <a:ext cx="4631245" cy="518248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462495" y="5145620"/>
            <a:ext cx="8287384" cy="11226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b="1">
                <a:solidFill>
                  <a:srgbClr val="FF0000"/>
                </a:solidFill>
                <a:latin typeface="黑体"/>
                <a:cs typeface="黑体"/>
              </a:rPr>
              <a:t>成立条件</a:t>
            </a:r>
            <a:r>
              <a:rPr dirty="0" sz="3600" spc="-15" b="1">
                <a:solidFill>
                  <a:srgbClr val="FF0000"/>
                </a:solidFill>
                <a:latin typeface="黑体"/>
                <a:cs typeface="黑体"/>
              </a:rPr>
              <a:t>：</a:t>
            </a:r>
            <a:endParaRPr sz="3600">
              <a:latin typeface="黑体"/>
              <a:cs typeface="黑体"/>
            </a:endParaRPr>
          </a:p>
          <a:p>
            <a:pPr marL="12700">
              <a:lnSpc>
                <a:spcPct val="100000"/>
              </a:lnSpc>
            </a:pPr>
            <a:r>
              <a:rPr dirty="0" sz="3600" b="1">
                <a:latin typeface="黑体"/>
                <a:cs typeface="黑体"/>
              </a:rPr>
              <a:t>转轴垂直匀强磁场，经中性面时开始计</a:t>
            </a:r>
            <a:r>
              <a:rPr dirty="0" sz="3600" spc="-15" b="1">
                <a:latin typeface="黑体"/>
                <a:cs typeface="黑体"/>
              </a:rPr>
              <a:t>时</a:t>
            </a:r>
            <a:endParaRPr sz="3600">
              <a:latin typeface="黑体"/>
              <a:cs typeface="黑体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2975000" y="1916950"/>
            <a:ext cx="2940519" cy="1714500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6677504" y="1953869"/>
            <a:ext cx="83670" cy="83718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6388349" y="2011946"/>
            <a:ext cx="154664" cy="153669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6032423" y="2094610"/>
            <a:ext cx="225742" cy="224789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 rot="20520000">
            <a:off x="3415624" y="2407509"/>
            <a:ext cx="1675785" cy="40386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3180"/>
              </a:lnSpc>
            </a:pPr>
            <a:r>
              <a:rPr dirty="0" sz="3150" spc="-15" b="1">
                <a:solidFill>
                  <a:srgbClr val="FF0000"/>
                </a:solidFill>
                <a:latin typeface="黑体"/>
                <a:cs typeface="黑体"/>
              </a:rPr>
              <a:t>大</a:t>
            </a:r>
            <a:r>
              <a:rPr dirty="0" sz="3150" spc="-15" b="1">
                <a:solidFill>
                  <a:srgbClr val="FF0000"/>
                </a:solidFill>
                <a:latin typeface="黑体"/>
                <a:cs typeface="黑体"/>
              </a:rPr>
              <a:t>致</a:t>
            </a:r>
            <a:r>
              <a:rPr dirty="0" baseline="1763" sz="4725" spc="-22" b="1">
                <a:solidFill>
                  <a:srgbClr val="FF0000"/>
                </a:solidFill>
                <a:latin typeface="黑体"/>
                <a:cs typeface="黑体"/>
              </a:rPr>
              <a:t>画</a:t>
            </a:r>
            <a:r>
              <a:rPr dirty="0" baseline="2645" sz="4725" spc="30" b="1">
                <a:solidFill>
                  <a:srgbClr val="FF0000"/>
                </a:solidFill>
                <a:latin typeface="黑体"/>
                <a:cs typeface="黑体"/>
              </a:rPr>
              <a:t>出</a:t>
            </a:r>
            <a:endParaRPr baseline="2645" sz="4725">
              <a:latin typeface="黑体"/>
              <a:cs typeface="黑体"/>
            </a:endParaRPr>
          </a:p>
        </p:txBody>
      </p:sp>
      <p:sp>
        <p:nvSpPr>
          <p:cNvPr id="23" name="object 23"/>
          <p:cNvSpPr txBox="1"/>
          <p:nvPr/>
        </p:nvSpPr>
        <p:spPr>
          <a:xfrm rot="20520000">
            <a:off x="3770956" y="2867122"/>
            <a:ext cx="1286356" cy="40386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3180"/>
              </a:lnSpc>
            </a:pPr>
            <a:r>
              <a:rPr dirty="0" sz="3150" spc="-15" b="1">
                <a:solidFill>
                  <a:srgbClr val="FF0000"/>
                </a:solidFill>
                <a:latin typeface="黑体"/>
                <a:cs typeface="黑体"/>
              </a:rPr>
              <a:t>图</a:t>
            </a:r>
            <a:r>
              <a:rPr dirty="0" sz="3150" spc="-15" b="1">
                <a:solidFill>
                  <a:srgbClr val="FF0000"/>
                </a:solidFill>
                <a:latin typeface="黑体"/>
                <a:cs typeface="黑体"/>
              </a:rPr>
              <a:t>像</a:t>
            </a:r>
            <a:r>
              <a:rPr dirty="0" baseline="1763" sz="4725" spc="30" b="1">
                <a:solidFill>
                  <a:srgbClr val="FF0000"/>
                </a:solidFill>
                <a:latin typeface="黑体"/>
                <a:cs typeface="黑体"/>
              </a:rPr>
              <a:t>？</a:t>
            </a:r>
            <a:endParaRPr baseline="1763" sz="4725">
              <a:latin typeface="黑体"/>
              <a:cs typeface="黑体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1840" y="0"/>
            <a:ext cx="2058670" cy="63436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>
                <a:solidFill>
                  <a:srgbClr val="F1F1F1"/>
                </a:solidFill>
                <a:latin typeface="华文楷体"/>
                <a:cs typeface="华文楷体"/>
              </a:rPr>
              <a:t>高中物</a:t>
            </a:r>
            <a:r>
              <a:rPr dirty="0" sz="4000" spc="-10">
                <a:solidFill>
                  <a:srgbClr val="F1F1F1"/>
                </a:solidFill>
                <a:latin typeface="华文楷体"/>
                <a:cs typeface="华文楷体"/>
              </a:rPr>
              <a:t>理</a:t>
            </a:r>
            <a:endParaRPr sz="4000">
              <a:latin typeface="华文楷体"/>
              <a:cs typeface="华文楷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2917418" y="871524"/>
            <a:ext cx="5625465" cy="61755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727200" y="2590800"/>
            <a:ext cx="9601200" cy="190500"/>
          </a:xfrm>
          <a:custGeom>
            <a:avLst/>
            <a:gdLst/>
            <a:ahLst/>
            <a:cxnLst/>
            <a:rect l="l" t="t" r="r" b="b"/>
            <a:pathLst>
              <a:path w="9601200" h="190500">
                <a:moveTo>
                  <a:pt x="9410700" y="190500"/>
                </a:moveTo>
                <a:lnTo>
                  <a:pt x="9505950" y="95250"/>
                </a:lnTo>
                <a:lnTo>
                  <a:pt x="9410700" y="0"/>
                </a:lnTo>
                <a:lnTo>
                  <a:pt x="9563100" y="76200"/>
                </a:lnTo>
                <a:lnTo>
                  <a:pt x="9529762" y="76200"/>
                </a:lnTo>
                <a:lnTo>
                  <a:pt x="9529762" y="114300"/>
                </a:lnTo>
                <a:lnTo>
                  <a:pt x="9563100" y="114300"/>
                </a:lnTo>
                <a:lnTo>
                  <a:pt x="9410700" y="190500"/>
                </a:lnTo>
                <a:close/>
              </a:path>
              <a:path w="9601200" h="190500">
                <a:moveTo>
                  <a:pt x="9486900" y="114300"/>
                </a:moveTo>
                <a:lnTo>
                  <a:pt x="0" y="114300"/>
                </a:lnTo>
                <a:lnTo>
                  <a:pt x="0" y="76200"/>
                </a:lnTo>
                <a:lnTo>
                  <a:pt x="9486900" y="76200"/>
                </a:lnTo>
                <a:lnTo>
                  <a:pt x="9505950" y="95250"/>
                </a:lnTo>
                <a:lnTo>
                  <a:pt x="9486900" y="114300"/>
                </a:lnTo>
                <a:close/>
              </a:path>
              <a:path w="9601200" h="190500">
                <a:moveTo>
                  <a:pt x="9563100" y="114300"/>
                </a:moveTo>
                <a:lnTo>
                  <a:pt x="9529762" y="114300"/>
                </a:lnTo>
                <a:lnTo>
                  <a:pt x="9529762" y="76200"/>
                </a:lnTo>
                <a:lnTo>
                  <a:pt x="9563100" y="76200"/>
                </a:lnTo>
                <a:lnTo>
                  <a:pt x="9601200" y="95250"/>
                </a:lnTo>
                <a:lnTo>
                  <a:pt x="9563100" y="1143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640420" y="1441450"/>
            <a:ext cx="190500" cy="2303145"/>
          </a:xfrm>
          <a:custGeom>
            <a:avLst/>
            <a:gdLst/>
            <a:ahLst/>
            <a:cxnLst/>
            <a:rect l="l" t="t" r="r" b="b"/>
            <a:pathLst>
              <a:path w="190500" h="2303145">
                <a:moveTo>
                  <a:pt x="0" y="190500"/>
                </a:moveTo>
                <a:lnTo>
                  <a:pt x="95250" y="0"/>
                </a:lnTo>
                <a:lnTo>
                  <a:pt x="130968" y="71437"/>
                </a:lnTo>
                <a:lnTo>
                  <a:pt x="76200" y="71437"/>
                </a:lnTo>
                <a:lnTo>
                  <a:pt x="76200" y="114300"/>
                </a:lnTo>
                <a:lnTo>
                  <a:pt x="0" y="190500"/>
                </a:lnTo>
                <a:close/>
              </a:path>
              <a:path w="190500" h="2303145">
                <a:moveTo>
                  <a:pt x="76200" y="114300"/>
                </a:moveTo>
                <a:lnTo>
                  <a:pt x="76200" y="71437"/>
                </a:lnTo>
                <a:lnTo>
                  <a:pt x="114300" y="71437"/>
                </a:lnTo>
                <a:lnTo>
                  <a:pt x="114300" y="95250"/>
                </a:lnTo>
                <a:lnTo>
                  <a:pt x="95250" y="95250"/>
                </a:lnTo>
                <a:lnTo>
                  <a:pt x="76200" y="114300"/>
                </a:lnTo>
                <a:close/>
              </a:path>
              <a:path w="190500" h="2303145">
                <a:moveTo>
                  <a:pt x="190500" y="190500"/>
                </a:moveTo>
                <a:lnTo>
                  <a:pt x="114300" y="114300"/>
                </a:lnTo>
                <a:lnTo>
                  <a:pt x="114300" y="71437"/>
                </a:lnTo>
                <a:lnTo>
                  <a:pt x="130968" y="71437"/>
                </a:lnTo>
                <a:lnTo>
                  <a:pt x="190500" y="190500"/>
                </a:lnTo>
                <a:close/>
              </a:path>
              <a:path w="190500" h="2303145">
                <a:moveTo>
                  <a:pt x="114300" y="2302929"/>
                </a:moveTo>
                <a:lnTo>
                  <a:pt x="76200" y="2302929"/>
                </a:lnTo>
                <a:lnTo>
                  <a:pt x="76200" y="114300"/>
                </a:lnTo>
                <a:lnTo>
                  <a:pt x="95250" y="95250"/>
                </a:lnTo>
                <a:lnTo>
                  <a:pt x="114300" y="114300"/>
                </a:lnTo>
                <a:lnTo>
                  <a:pt x="114300" y="2302929"/>
                </a:lnTo>
                <a:close/>
              </a:path>
              <a:path w="190500" h="2303145">
                <a:moveTo>
                  <a:pt x="114300" y="114300"/>
                </a:moveTo>
                <a:lnTo>
                  <a:pt x="95250" y="95250"/>
                </a:lnTo>
                <a:lnTo>
                  <a:pt x="114300" y="95250"/>
                </a:lnTo>
                <a:lnTo>
                  <a:pt x="114300" y="1143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11407140" y="2419769"/>
            <a:ext cx="166370" cy="6343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 spc="-5" b="1" i="1">
                <a:latin typeface="Times New Roman"/>
                <a:cs typeface="Times New Roman"/>
              </a:rPr>
              <a:t>t</a:t>
            </a:r>
            <a:endParaRPr sz="40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937000" y="2584450"/>
            <a:ext cx="0" cy="101600"/>
          </a:xfrm>
          <a:custGeom>
            <a:avLst/>
            <a:gdLst/>
            <a:ahLst/>
            <a:cxnLst/>
            <a:rect l="l" t="t" r="r" b="b"/>
            <a:pathLst>
              <a:path w="0" h="101600">
                <a:moveTo>
                  <a:pt x="0" y="0"/>
                </a:moveTo>
                <a:lnTo>
                  <a:pt x="0" y="10160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3937000" y="2406650"/>
            <a:ext cx="0" cy="101600"/>
          </a:xfrm>
          <a:custGeom>
            <a:avLst/>
            <a:gdLst/>
            <a:ahLst/>
            <a:cxnLst/>
            <a:rect l="l" t="t" r="r" b="b"/>
            <a:pathLst>
              <a:path w="0" h="101600">
                <a:moveTo>
                  <a:pt x="0" y="0"/>
                </a:moveTo>
                <a:lnTo>
                  <a:pt x="0" y="10160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3937000" y="2228850"/>
            <a:ext cx="0" cy="101600"/>
          </a:xfrm>
          <a:custGeom>
            <a:avLst/>
            <a:gdLst/>
            <a:ahLst/>
            <a:cxnLst/>
            <a:rect l="l" t="t" r="r" b="b"/>
            <a:pathLst>
              <a:path w="0" h="101600">
                <a:moveTo>
                  <a:pt x="0" y="0"/>
                </a:moveTo>
                <a:lnTo>
                  <a:pt x="0" y="10160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3937000" y="2051050"/>
            <a:ext cx="0" cy="101600"/>
          </a:xfrm>
          <a:custGeom>
            <a:avLst/>
            <a:gdLst/>
            <a:ahLst/>
            <a:cxnLst/>
            <a:rect l="l" t="t" r="r" b="b"/>
            <a:pathLst>
              <a:path w="0" h="101600">
                <a:moveTo>
                  <a:pt x="0" y="0"/>
                </a:moveTo>
                <a:lnTo>
                  <a:pt x="0" y="10160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3924300" y="1966379"/>
            <a:ext cx="25400" cy="8890"/>
          </a:xfrm>
          <a:custGeom>
            <a:avLst/>
            <a:gdLst/>
            <a:ahLst/>
            <a:cxnLst/>
            <a:rect l="l" t="t" r="r" b="b"/>
            <a:pathLst>
              <a:path w="25400" h="8889">
                <a:moveTo>
                  <a:pt x="25400" y="8470"/>
                </a:moveTo>
                <a:lnTo>
                  <a:pt x="0" y="8470"/>
                </a:lnTo>
                <a:lnTo>
                  <a:pt x="0" y="0"/>
                </a:lnTo>
                <a:lnTo>
                  <a:pt x="25400" y="0"/>
                </a:lnTo>
                <a:lnTo>
                  <a:pt x="25400" y="847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605790" y="980439"/>
            <a:ext cx="1450975" cy="268351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r" marR="5080">
              <a:lnSpc>
                <a:spcPts val="4690"/>
              </a:lnSpc>
              <a:spcBef>
                <a:spcPts val="95"/>
              </a:spcBef>
            </a:pPr>
            <a:r>
              <a:rPr dirty="0" sz="4000" spc="-5" b="1" i="1">
                <a:latin typeface="Times New Roman"/>
                <a:cs typeface="Times New Roman"/>
              </a:rPr>
              <a:t>e</a:t>
            </a:r>
            <a:endParaRPr sz="4000">
              <a:latin typeface="Times New Roman"/>
              <a:cs typeface="Times New Roman"/>
            </a:endParaRPr>
          </a:p>
          <a:p>
            <a:pPr marL="205104">
              <a:lnSpc>
                <a:spcPts val="4690"/>
              </a:lnSpc>
            </a:pPr>
            <a:r>
              <a:rPr dirty="0" sz="4000" b="1" i="1">
                <a:latin typeface="Times New Roman"/>
                <a:cs typeface="Times New Roman"/>
              </a:rPr>
              <a:t>E</a:t>
            </a:r>
            <a:r>
              <a:rPr dirty="0" baseline="-17094" sz="3900" b="1" i="1">
                <a:latin typeface="Times New Roman"/>
                <a:cs typeface="Times New Roman"/>
              </a:rPr>
              <a:t>m</a:t>
            </a:r>
            <a:endParaRPr baseline="-17094" sz="3900">
              <a:latin typeface="Times New Roman"/>
              <a:cs typeface="Times New Roman"/>
            </a:endParaRPr>
          </a:p>
          <a:p>
            <a:pPr algn="ctr" marL="149225">
              <a:lnSpc>
                <a:spcPct val="100000"/>
              </a:lnSpc>
              <a:spcBef>
                <a:spcPts val="1090"/>
              </a:spcBef>
            </a:pPr>
            <a:r>
              <a:rPr dirty="0" sz="3600">
                <a:latin typeface="Times New Roman"/>
                <a:cs typeface="Times New Roman"/>
              </a:rPr>
              <a:t>0</a:t>
            </a:r>
            <a:endParaRPr sz="3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340"/>
              </a:spcBef>
            </a:pPr>
            <a:r>
              <a:rPr dirty="0" sz="4000" spc="-5" b="1" i="1">
                <a:latin typeface="Times New Roman"/>
                <a:cs typeface="Times New Roman"/>
              </a:rPr>
              <a:t>-E</a:t>
            </a:r>
            <a:r>
              <a:rPr dirty="0" baseline="-17094" sz="3900" spc="-7" b="1" i="1">
                <a:latin typeface="Times New Roman"/>
                <a:cs typeface="Times New Roman"/>
              </a:rPr>
              <a:t>m</a:t>
            </a:r>
            <a:endParaRPr baseline="-17094" sz="39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1727200" y="3477679"/>
            <a:ext cx="101600" cy="0"/>
          </a:xfrm>
          <a:custGeom>
            <a:avLst/>
            <a:gdLst/>
            <a:ahLst/>
            <a:cxnLst/>
            <a:rect l="l" t="t" r="r" b="b"/>
            <a:pathLst>
              <a:path w="101600" h="0">
                <a:moveTo>
                  <a:pt x="0" y="0"/>
                </a:moveTo>
                <a:lnTo>
                  <a:pt x="101600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1905000" y="3477679"/>
            <a:ext cx="101600" cy="0"/>
          </a:xfrm>
          <a:custGeom>
            <a:avLst/>
            <a:gdLst/>
            <a:ahLst/>
            <a:cxnLst/>
            <a:rect l="l" t="t" r="r" b="b"/>
            <a:pathLst>
              <a:path w="101600" h="0">
                <a:moveTo>
                  <a:pt x="0" y="0"/>
                </a:moveTo>
                <a:lnTo>
                  <a:pt x="101600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2082800" y="3477679"/>
            <a:ext cx="101600" cy="0"/>
          </a:xfrm>
          <a:custGeom>
            <a:avLst/>
            <a:gdLst/>
            <a:ahLst/>
            <a:cxnLst/>
            <a:rect l="l" t="t" r="r" b="b"/>
            <a:pathLst>
              <a:path w="101600" h="0">
                <a:moveTo>
                  <a:pt x="0" y="0"/>
                </a:moveTo>
                <a:lnTo>
                  <a:pt x="101600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2260600" y="3477679"/>
            <a:ext cx="101600" cy="0"/>
          </a:xfrm>
          <a:custGeom>
            <a:avLst/>
            <a:gdLst/>
            <a:ahLst/>
            <a:cxnLst/>
            <a:rect l="l" t="t" r="r" b="b"/>
            <a:pathLst>
              <a:path w="101600" h="0">
                <a:moveTo>
                  <a:pt x="0" y="0"/>
                </a:moveTo>
                <a:lnTo>
                  <a:pt x="101600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2438400" y="3477679"/>
            <a:ext cx="101600" cy="0"/>
          </a:xfrm>
          <a:custGeom>
            <a:avLst/>
            <a:gdLst/>
            <a:ahLst/>
            <a:cxnLst/>
            <a:rect l="l" t="t" r="r" b="b"/>
            <a:pathLst>
              <a:path w="101600" h="0">
                <a:moveTo>
                  <a:pt x="0" y="0"/>
                </a:moveTo>
                <a:lnTo>
                  <a:pt x="101600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2616200" y="3477679"/>
            <a:ext cx="101600" cy="0"/>
          </a:xfrm>
          <a:custGeom>
            <a:avLst/>
            <a:gdLst/>
            <a:ahLst/>
            <a:cxnLst/>
            <a:rect l="l" t="t" r="r" b="b"/>
            <a:pathLst>
              <a:path w="101600" h="0">
                <a:moveTo>
                  <a:pt x="0" y="0"/>
                </a:moveTo>
                <a:lnTo>
                  <a:pt x="101600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2794000" y="3477679"/>
            <a:ext cx="101600" cy="0"/>
          </a:xfrm>
          <a:custGeom>
            <a:avLst/>
            <a:gdLst/>
            <a:ahLst/>
            <a:cxnLst/>
            <a:rect l="l" t="t" r="r" b="b"/>
            <a:pathLst>
              <a:path w="101600" h="0">
                <a:moveTo>
                  <a:pt x="0" y="0"/>
                </a:moveTo>
                <a:lnTo>
                  <a:pt x="101600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2971800" y="3477679"/>
            <a:ext cx="101600" cy="0"/>
          </a:xfrm>
          <a:custGeom>
            <a:avLst/>
            <a:gdLst/>
            <a:ahLst/>
            <a:cxnLst/>
            <a:rect l="l" t="t" r="r" b="b"/>
            <a:pathLst>
              <a:path w="101600" h="0">
                <a:moveTo>
                  <a:pt x="0" y="0"/>
                </a:moveTo>
                <a:lnTo>
                  <a:pt x="101600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3149600" y="3477679"/>
            <a:ext cx="101600" cy="0"/>
          </a:xfrm>
          <a:custGeom>
            <a:avLst/>
            <a:gdLst/>
            <a:ahLst/>
            <a:cxnLst/>
            <a:rect l="l" t="t" r="r" b="b"/>
            <a:pathLst>
              <a:path w="101600" h="0">
                <a:moveTo>
                  <a:pt x="0" y="0"/>
                </a:moveTo>
                <a:lnTo>
                  <a:pt x="101600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3327400" y="3477679"/>
            <a:ext cx="101600" cy="0"/>
          </a:xfrm>
          <a:custGeom>
            <a:avLst/>
            <a:gdLst/>
            <a:ahLst/>
            <a:cxnLst/>
            <a:rect l="l" t="t" r="r" b="b"/>
            <a:pathLst>
              <a:path w="101600" h="0">
                <a:moveTo>
                  <a:pt x="0" y="0"/>
                </a:moveTo>
                <a:lnTo>
                  <a:pt x="101600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3505200" y="3477679"/>
            <a:ext cx="101600" cy="0"/>
          </a:xfrm>
          <a:custGeom>
            <a:avLst/>
            <a:gdLst/>
            <a:ahLst/>
            <a:cxnLst/>
            <a:rect l="l" t="t" r="r" b="b"/>
            <a:pathLst>
              <a:path w="101600" h="0">
                <a:moveTo>
                  <a:pt x="0" y="0"/>
                </a:moveTo>
                <a:lnTo>
                  <a:pt x="101600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3683000" y="3477679"/>
            <a:ext cx="101600" cy="0"/>
          </a:xfrm>
          <a:custGeom>
            <a:avLst/>
            <a:gdLst/>
            <a:ahLst/>
            <a:cxnLst/>
            <a:rect l="l" t="t" r="r" b="b"/>
            <a:pathLst>
              <a:path w="101600" h="0">
                <a:moveTo>
                  <a:pt x="0" y="0"/>
                </a:moveTo>
                <a:lnTo>
                  <a:pt x="101600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3860800" y="3477679"/>
            <a:ext cx="101600" cy="0"/>
          </a:xfrm>
          <a:custGeom>
            <a:avLst/>
            <a:gdLst/>
            <a:ahLst/>
            <a:cxnLst/>
            <a:rect l="l" t="t" r="r" b="b"/>
            <a:pathLst>
              <a:path w="101600" h="0">
                <a:moveTo>
                  <a:pt x="0" y="0"/>
                </a:moveTo>
                <a:lnTo>
                  <a:pt x="101600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4038600" y="3477679"/>
            <a:ext cx="101600" cy="0"/>
          </a:xfrm>
          <a:custGeom>
            <a:avLst/>
            <a:gdLst/>
            <a:ahLst/>
            <a:cxnLst/>
            <a:rect l="l" t="t" r="r" b="b"/>
            <a:pathLst>
              <a:path w="101600" h="0">
                <a:moveTo>
                  <a:pt x="0" y="0"/>
                </a:moveTo>
                <a:lnTo>
                  <a:pt x="101600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4216400" y="3477679"/>
            <a:ext cx="101600" cy="0"/>
          </a:xfrm>
          <a:custGeom>
            <a:avLst/>
            <a:gdLst/>
            <a:ahLst/>
            <a:cxnLst/>
            <a:rect l="l" t="t" r="r" b="b"/>
            <a:pathLst>
              <a:path w="101600" h="0">
                <a:moveTo>
                  <a:pt x="0" y="0"/>
                </a:moveTo>
                <a:lnTo>
                  <a:pt x="101600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4394200" y="3477679"/>
            <a:ext cx="101600" cy="0"/>
          </a:xfrm>
          <a:custGeom>
            <a:avLst/>
            <a:gdLst/>
            <a:ahLst/>
            <a:cxnLst/>
            <a:rect l="l" t="t" r="r" b="b"/>
            <a:pathLst>
              <a:path w="101600" h="0">
                <a:moveTo>
                  <a:pt x="0" y="0"/>
                </a:moveTo>
                <a:lnTo>
                  <a:pt x="101600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4572000" y="3477679"/>
            <a:ext cx="101600" cy="0"/>
          </a:xfrm>
          <a:custGeom>
            <a:avLst/>
            <a:gdLst/>
            <a:ahLst/>
            <a:cxnLst/>
            <a:rect l="l" t="t" r="r" b="b"/>
            <a:pathLst>
              <a:path w="101600" h="0">
                <a:moveTo>
                  <a:pt x="0" y="0"/>
                </a:moveTo>
                <a:lnTo>
                  <a:pt x="101600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4749800" y="3477679"/>
            <a:ext cx="101600" cy="0"/>
          </a:xfrm>
          <a:custGeom>
            <a:avLst/>
            <a:gdLst/>
            <a:ahLst/>
            <a:cxnLst/>
            <a:rect l="l" t="t" r="r" b="b"/>
            <a:pathLst>
              <a:path w="101600" h="0">
                <a:moveTo>
                  <a:pt x="0" y="0"/>
                </a:moveTo>
                <a:lnTo>
                  <a:pt x="101600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4927600" y="3477679"/>
            <a:ext cx="101600" cy="0"/>
          </a:xfrm>
          <a:custGeom>
            <a:avLst/>
            <a:gdLst/>
            <a:ahLst/>
            <a:cxnLst/>
            <a:rect l="l" t="t" r="r" b="b"/>
            <a:pathLst>
              <a:path w="101600" h="0">
                <a:moveTo>
                  <a:pt x="0" y="0"/>
                </a:moveTo>
                <a:lnTo>
                  <a:pt x="101600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5105400" y="3477679"/>
            <a:ext cx="101600" cy="0"/>
          </a:xfrm>
          <a:custGeom>
            <a:avLst/>
            <a:gdLst/>
            <a:ahLst/>
            <a:cxnLst/>
            <a:rect l="l" t="t" r="r" b="b"/>
            <a:pathLst>
              <a:path w="101600" h="0">
                <a:moveTo>
                  <a:pt x="0" y="0"/>
                </a:moveTo>
                <a:lnTo>
                  <a:pt x="101600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5283200" y="3477679"/>
            <a:ext cx="101600" cy="0"/>
          </a:xfrm>
          <a:custGeom>
            <a:avLst/>
            <a:gdLst/>
            <a:ahLst/>
            <a:cxnLst/>
            <a:rect l="l" t="t" r="r" b="b"/>
            <a:pathLst>
              <a:path w="101600" h="0">
                <a:moveTo>
                  <a:pt x="0" y="0"/>
                </a:moveTo>
                <a:lnTo>
                  <a:pt x="101600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5461000" y="3477679"/>
            <a:ext cx="101600" cy="0"/>
          </a:xfrm>
          <a:custGeom>
            <a:avLst/>
            <a:gdLst/>
            <a:ahLst/>
            <a:cxnLst/>
            <a:rect l="l" t="t" r="r" b="b"/>
            <a:pathLst>
              <a:path w="101600" h="0">
                <a:moveTo>
                  <a:pt x="0" y="0"/>
                </a:moveTo>
                <a:lnTo>
                  <a:pt x="101600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5638800" y="3477679"/>
            <a:ext cx="101600" cy="0"/>
          </a:xfrm>
          <a:custGeom>
            <a:avLst/>
            <a:gdLst/>
            <a:ahLst/>
            <a:cxnLst/>
            <a:rect l="l" t="t" r="r" b="b"/>
            <a:pathLst>
              <a:path w="101600" h="0">
                <a:moveTo>
                  <a:pt x="0" y="0"/>
                </a:moveTo>
                <a:lnTo>
                  <a:pt x="101600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5816600" y="3477679"/>
            <a:ext cx="101600" cy="0"/>
          </a:xfrm>
          <a:custGeom>
            <a:avLst/>
            <a:gdLst/>
            <a:ahLst/>
            <a:cxnLst/>
            <a:rect l="l" t="t" r="r" b="b"/>
            <a:pathLst>
              <a:path w="101600" h="0">
                <a:moveTo>
                  <a:pt x="0" y="0"/>
                </a:moveTo>
                <a:lnTo>
                  <a:pt x="101600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5994400" y="3477679"/>
            <a:ext cx="101600" cy="0"/>
          </a:xfrm>
          <a:custGeom>
            <a:avLst/>
            <a:gdLst/>
            <a:ahLst/>
            <a:cxnLst/>
            <a:rect l="l" t="t" r="r" b="b"/>
            <a:pathLst>
              <a:path w="101600" h="0">
                <a:moveTo>
                  <a:pt x="0" y="0"/>
                </a:moveTo>
                <a:lnTo>
                  <a:pt x="101600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6172200" y="3477679"/>
            <a:ext cx="101600" cy="0"/>
          </a:xfrm>
          <a:custGeom>
            <a:avLst/>
            <a:gdLst/>
            <a:ahLst/>
            <a:cxnLst/>
            <a:rect l="l" t="t" r="r" b="b"/>
            <a:pathLst>
              <a:path w="101600" h="0">
                <a:moveTo>
                  <a:pt x="0" y="0"/>
                </a:moveTo>
                <a:lnTo>
                  <a:pt x="101600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6350000" y="3477679"/>
            <a:ext cx="101600" cy="0"/>
          </a:xfrm>
          <a:custGeom>
            <a:avLst/>
            <a:gdLst/>
            <a:ahLst/>
            <a:cxnLst/>
            <a:rect l="l" t="t" r="r" b="b"/>
            <a:pathLst>
              <a:path w="101600" h="0">
                <a:moveTo>
                  <a:pt x="0" y="0"/>
                </a:moveTo>
                <a:lnTo>
                  <a:pt x="101600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6527800" y="3477679"/>
            <a:ext cx="101600" cy="0"/>
          </a:xfrm>
          <a:custGeom>
            <a:avLst/>
            <a:gdLst/>
            <a:ahLst/>
            <a:cxnLst/>
            <a:rect l="l" t="t" r="r" b="b"/>
            <a:pathLst>
              <a:path w="101600" h="0">
                <a:moveTo>
                  <a:pt x="0" y="0"/>
                </a:moveTo>
                <a:lnTo>
                  <a:pt x="101600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6705600" y="3477679"/>
            <a:ext cx="101600" cy="0"/>
          </a:xfrm>
          <a:custGeom>
            <a:avLst/>
            <a:gdLst/>
            <a:ahLst/>
            <a:cxnLst/>
            <a:rect l="l" t="t" r="r" b="b"/>
            <a:pathLst>
              <a:path w="101600" h="0">
                <a:moveTo>
                  <a:pt x="0" y="0"/>
                </a:moveTo>
                <a:lnTo>
                  <a:pt x="101600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6883400" y="3477679"/>
            <a:ext cx="101600" cy="0"/>
          </a:xfrm>
          <a:custGeom>
            <a:avLst/>
            <a:gdLst/>
            <a:ahLst/>
            <a:cxnLst/>
            <a:rect l="l" t="t" r="r" b="b"/>
            <a:pathLst>
              <a:path w="101600" h="0">
                <a:moveTo>
                  <a:pt x="0" y="0"/>
                </a:moveTo>
                <a:lnTo>
                  <a:pt x="101600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7061200" y="3477679"/>
            <a:ext cx="101600" cy="0"/>
          </a:xfrm>
          <a:custGeom>
            <a:avLst/>
            <a:gdLst/>
            <a:ahLst/>
            <a:cxnLst/>
            <a:rect l="l" t="t" r="r" b="b"/>
            <a:pathLst>
              <a:path w="101600" h="0">
                <a:moveTo>
                  <a:pt x="0" y="0"/>
                </a:moveTo>
                <a:lnTo>
                  <a:pt x="101600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7239000" y="3477679"/>
            <a:ext cx="101600" cy="0"/>
          </a:xfrm>
          <a:custGeom>
            <a:avLst/>
            <a:gdLst/>
            <a:ahLst/>
            <a:cxnLst/>
            <a:rect l="l" t="t" r="r" b="b"/>
            <a:pathLst>
              <a:path w="101600" h="0">
                <a:moveTo>
                  <a:pt x="0" y="0"/>
                </a:moveTo>
                <a:lnTo>
                  <a:pt x="101600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7416800" y="3477679"/>
            <a:ext cx="101600" cy="0"/>
          </a:xfrm>
          <a:custGeom>
            <a:avLst/>
            <a:gdLst/>
            <a:ahLst/>
            <a:cxnLst/>
            <a:rect l="l" t="t" r="r" b="b"/>
            <a:pathLst>
              <a:path w="101600" h="0">
                <a:moveTo>
                  <a:pt x="0" y="0"/>
                </a:moveTo>
                <a:lnTo>
                  <a:pt x="101600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7594600" y="3477679"/>
            <a:ext cx="101600" cy="0"/>
          </a:xfrm>
          <a:custGeom>
            <a:avLst/>
            <a:gdLst/>
            <a:ahLst/>
            <a:cxnLst/>
            <a:rect l="l" t="t" r="r" b="b"/>
            <a:pathLst>
              <a:path w="101600" h="0">
                <a:moveTo>
                  <a:pt x="0" y="0"/>
                </a:moveTo>
                <a:lnTo>
                  <a:pt x="101600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7772400" y="3477679"/>
            <a:ext cx="101600" cy="0"/>
          </a:xfrm>
          <a:custGeom>
            <a:avLst/>
            <a:gdLst/>
            <a:ahLst/>
            <a:cxnLst/>
            <a:rect l="l" t="t" r="r" b="b"/>
            <a:pathLst>
              <a:path w="101600" h="0">
                <a:moveTo>
                  <a:pt x="0" y="0"/>
                </a:moveTo>
                <a:lnTo>
                  <a:pt x="101600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7950200" y="3477679"/>
            <a:ext cx="101600" cy="0"/>
          </a:xfrm>
          <a:custGeom>
            <a:avLst/>
            <a:gdLst/>
            <a:ahLst/>
            <a:cxnLst/>
            <a:rect l="l" t="t" r="r" b="b"/>
            <a:pathLst>
              <a:path w="101600" h="0">
                <a:moveTo>
                  <a:pt x="0" y="0"/>
                </a:moveTo>
                <a:lnTo>
                  <a:pt x="101600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8128000" y="3477679"/>
            <a:ext cx="101600" cy="0"/>
          </a:xfrm>
          <a:custGeom>
            <a:avLst/>
            <a:gdLst/>
            <a:ahLst/>
            <a:cxnLst/>
            <a:rect l="l" t="t" r="r" b="b"/>
            <a:pathLst>
              <a:path w="101600" h="0">
                <a:moveTo>
                  <a:pt x="0" y="0"/>
                </a:moveTo>
                <a:lnTo>
                  <a:pt x="101600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8305800" y="3464979"/>
            <a:ext cx="48895" cy="25400"/>
          </a:xfrm>
          <a:custGeom>
            <a:avLst/>
            <a:gdLst/>
            <a:ahLst/>
            <a:cxnLst/>
            <a:rect l="l" t="t" r="r" b="b"/>
            <a:pathLst>
              <a:path w="48895" h="25400">
                <a:moveTo>
                  <a:pt x="48679" y="25400"/>
                </a:moveTo>
                <a:lnTo>
                  <a:pt x="0" y="25400"/>
                </a:lnTo>
                <a:lnTo>
                  <a:pt x="0" y="0"/>
                </a:lnTo>
                <a:lnTo>
                  <a:pt x="48679" y="0"/>
                </a:lnTo>
                <a:lnTo>
                  <a:pt x="48679" y="254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8257120" y="3376079"/>
            <a:ext cx="0" cy="101600"/>
          </a:xfrm>
          <a:custGeom>
            <a:avLst/>
            <a:gdLst/>
            <a:ahLst/>
            <a:cxnLst/>
            <a:rect l="l" t="t" r="r" b="b"/>
            <a:pathLst>
              <a:path w="0" h="101600">
                <a:moveTo>
                  <a:pt x="0" y="0"/>
                </a:moveTo>
                <a:lnTo>
                  <a:pt x="0" y="10160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8257120" y="3198279"/>
            <a:ext cx="0" cy="101600"/>
          </a:xfrm>
          <a:custGeom>
            <a:avLst/>
            <a:gdLst/>
            <a:ahLst/>
            <a:cxnLst/>
            <a:rect l="l" t="t" r="r" b="b"/>
            <a:pathLst>
              <a:path w="0" h="101600">
                <a:moveTo>
                  <a:pt x="0" y="0"/>
                </a:moveTo>
                <a:lnTo>
                  <a:pt x="0" y="10160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8257120" y="3020479"/>
            <a:ext cx="0" cy="101600"/>
          </a:xfrm>
          <a:custGeom>
            <a:avLst/>
            <a:gdLst/>
            <a:ahLst/>
            <a:cxnLst/>
            <a:rect l="l" t="t" r="r" b="b"/>
            <a:pathLst>
              <a:path w="0" h="101600">
                <a:moveTo>
                  <a:pt x="0" y="0"/>
                </a:moveTo>
                <a:lnTo>
                  <a:pt x="0" y="10160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8257120" y="2842679"/>
            <a:ext cx="0" cy="101600"/>
          </a:xfrm>
          <a:custGeom>
            <a:avLst/>
            <a:gdLst/>
            <a:ahLst/>
            <a:cxnLst/>
            <a:rect l="l" t="t" r="r" b="b"/>
            <a:pathLst>
              <a:path w="0" h="101600">
                <a:moveTo>
                  <a:pt x="0" y="0"/>
                </a:moveTo>
                <a:lnTo>
                  <a:pt x="0" y="10160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8244420" y="2686050"/>
            <a:ext cx="25400" cy="80645"/>
          </a:xfrm>
          <a:custGeom>
            <a:avLst/>
            <a:gdLst/>
            <a:ahLst/>
            <a:cxnLst/>
            <a:rect l="l" t="t" r="r" b="b"/>
            <a:pathLst>
              <a:path w="25400" h="80644">
                <a:moveTo>
                  <a:pt x="25400" y="80429"/>
                </a:moveTo>
                <a:lnTo>
                  <a:pt x="0" y="80429"/>
                </a:lnTo>
                <a:lnTo>
                  <a:pt x="0" y="0"/>
                </a:lnTo>
                <a:lnTo>
                  <a:pt x="25400" y="0"/>
                </a:lnTo>
                <a:lnTo>
                  <a:pt x="25400" y="8042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1727657" y="1947329"/>
            <a:ext cx="8743950" cy="1549400"/>
          </a:xfrm>
          <a:custGeom>
            <a:avLst/>
            <a:gdLst/>
            <a:ahLst/>
            <a:cxnLst/>
            <a:rect l="l" t="t" r="r" b="b"/>
            <a:pathLst>
              <a:path w="8743950" h="1549400">
                <a:moveTo>
                  <a:pt x="2516238" y="12700"/>
                </a:moveTo>
                <a:lnTo>
                  <a:pt x="2017052" y="12700"/>
                </a:lnTo>
                <a:lnTo>
                  <a:pt x="2051939" y="0"/>
                </a:lnTo>
                <a:lnTo>
                  <a:pt x="2499321" y="0"/>
                </a:lnTo>
                <a:lnTo>
                  <a:pt x="2516238" y="12700"/>
                </a:lnTo>
                <a:close/>
              </a:path>
              <a:path w="8743950" h="1549400">
                <a:moveTo>
                  <a:pt x="2600566" y="25400"/>
                </a:moveTo>
                <a:lnTo>
                  <a:pt x="1912023" y="25400"/>
                </a:lnTo>
                <a:lnTo>
                  <a:pt x="1947087" y="12700"/>
                </a:lnTo>
                <a:lnTo>
                  <a:pt x="2583688" y="12700"/>
                </a:lnTo>
                <a:lnTo>
                  <a:pt x="2600566" y="25400"/>
                </a:lnTo>
                <a:close/>
              </a:path>
              <a:path w="8743950" h="1549400">
                <a:moveTo>
                  <a:pt x="2667558" y="38100"/>
                </a:moveTo>
                <a:lnTo>
                  <a:pt x="1841728" y="38100"/>
                </a:lnTo>
                <a:lnTo>
                  <a:pt x="1876907" y="25400"/>
                </a:lnTo>
                <a:lnTo>
                  <a:pt x="2634107" y="25400"/>
                </a:lnTo>
                <a:lnTo>
                  <a:pt x="2667558" y="38100"/>
                </a:lnTo>
                <a:close/>
              </a:path>
              <a:path w="8743950" h="1549400">
                <a:moveTo>
                  <a:pt x="2021141" y="50800"/>
                </a:moveTo>
                <a:lnTo>
                  <a:pt x="1771218" y="50800"/>
                </a:lnTo>
                <a:lnTo>
                  <a:pt x="1806498" y="38100"/>
                </a:lnTo>
                <a:lnTo>
                  <a:pt x="2055774" y="38100"/>
                </a:lnTo>
                <a:lnTo>
                  <a:pt x="2021141" y="50800"/>
                </a:lnTo>
                <a:close/>
              </a:path>
              <a:path w="8743950" h="1549400">
                <a:moveTo>
                  <a:pt x="2734208" y="50800"/>
                </a:moveTo>
                <a:lnTo>
                  <a:pt x="2511552" y="50800"/>
                </a:lnTo>
                <a:lnTo>
                  <a:pt x="2494800" y="38100"/>
                </a:lnTo>
                <a:lnTo>
                  <a:pt x="2700921" y="38100"/>
                </a:lnTo>
                <a:lnTo>
                  <a:pt x="2734208" y="50800"/>
                </a:lnTo>
                <a:close/>
              </a:path>
              <a:path w="8743950" h="1549400">
                <a:moveTo>
                  <a:pt x="1848142" y="76200"/>
                </a:moveTo>
                <a:lnTo>
                  <a:pt x="1665058" y="76200"/>
                </a:lnTo>
                <a:lnTo>
                  <a:pt x="1735874" y="50800"/>
                </a:lnTo>
                <a:lnTo>
                  <a:pt x="1952383" y="50800"/>
                </a:lnTo>
                <a:lnTo>
                  <a:pt x="1917547" y="63500"/>
                </a:lnTo>
                <a:lnTo>
                  <a:pt x="1883105" y="63500"/>
                </a:lnTo>
                <a:lnTo>
                  <a:pt x="1848142" y="76200"/>
                </a:lnTo>
                <a:close/>
              </a:path>
              <a:path w="8743950" h="1549400">
                <a:moveTo>
                  <a:pt x="2833585" y="76200"/>
                </a:moveTo>
                <a:lnTo>
                  <a:pt x="2692882" y="76200"/>
                </a:lnTo>
                <a:lnTo>
                  <a:pt x="2659799" y="63500"/>
                </a:lnTo>
                <a:lnTo>
                  <a:pt x="2594203" y="63500"/>
                </a:lnTo>
                <a:lnTo>
                  <a:pt x="2577553" y="50800"/>
                </a:lnTo>
                <a:lnTo>
                  <a:pt x="2767418" y="50800"/>
                </a:lnTo>
                <a:lnTo>
                  <a:pt x="2833585" y="76200"/>
                </a:lnTo>
                <a:close/>
              </a:path>
              <a:path w="8743950" h="1549400">
                <a:moveTo>
                  <a:pt x="1708543" y="101600"/>
                </a:moveTo>
                <a:lnTo>
                  <a:pt x="1558455" y="101600"/>
                </a:lnTo>
                <a:lnTo>
                  <a:pt x="1629562" y="76200"/>
                </a:lnTo>
                <a:lnTo>
                  <a:pt x="1813547" y="76200"/>
                </a:lnTo>
                <a:lnTo>
                  <a:pt x="1778469" y="88900"/>
                </a:lnTo>
                <a:lnTo>
                  <a:pt x="1743735" y="88900"/>
                </a:lnTo>
                <a:lnTo>
                  <a:pt x="1708543" y="101600"/>
                </a:lnTo>
                <a:close/>
              </a:path>
              <a:path w="8743950" h="1549400">
                <a:moveTo>
                  <a:pt x="3030410" y="139700"/>
                </a:moveTo>
                <a:lnTo>
                  <a:pt x="2920860" y="139700"/>
                </a:lnTo>
                <a:lnTo>
                  <a:pt x="2888234" y="127000"/>
                </a:lnTo>
                <a:lnTo>
                  <a:pt x="2888449" y="127000"/>
                </a:lnTo>
                <a:lnTo>
                  <a:pt x="2855772" y="114300"/>
                </a:lnTo>
                <a:lnTo>
                  <a:pt x="2823489" y="114300"/>
                </a:lnTo>
                <a:lnTo>
                  <a:pt x="2790672" y="101600"/>
                </a:lnTo>
                <a:lnTo>
                  <a:pt x="2790926" y="101600"/>
                </a:lnTo>
                <a:lnTo>
                  <a:pt x="2758046" y="88900"/>
                </a:lnTo>
                <a:lnTo>
                  <a:pt x="2725623" y="88900"/>
                </a:lnTo>
                <a:lnTo>
                  <a:pt x="2692603" y="76200"/>
                </a:lnTo>
                <a:lnTo>
                  <a:pt x="2866555" y="76200"/>
                </a:lnTo>
                <a:lnTo>
                  <a:pt x="3030410" y="139700"/>
                </a:lnTo>
                <a:close/>
              </a:path>
              <a:path w="8743950" h="1549400">
                <a:moveTo>
                  <a:pt x="1426451" y="177800"/>
                </a:moveTo>
                <a:lnTo>
                  <a:pt x="1308176" y="177800"/>
                </a:lnTo>
                <a:lnTo>
                  <a:pt x="1522831" y="101600"/>
                </a:lnTo>
                <a:lnTo>
                  <a:pt x="1708734" y="101600"/>
                </a:lnTo>
                <a:lnTo>
                  <a:pt x="1673478" y="114300"/>
                </a:lnTo>
                <a:lnTo>
                  <a:pt x="1638541" y="114300"/>
                </a:lnTo>
                <a:lnTo>
                  <a:pt x="1603184" y="127000"/>
                </a:lnTo>
                <a:lnTo>
                  <a:pt x="1603362" y="127000"/>
                </a:lnTo>
                <a:lnTo>
                  <a:pt x="1567954" y="139700"/>
                </a:lnTo>
                <a:lnTo>
                  <a:pt x="1532813" y="139700"/>
                </a:lnTo>
                <a:lnTo>
                  <a:pt x="1497304" y="152400"/>
                </a:lnTo>
                <a:lnTo>
                  <a:pt x="1497469" y="152400"/>
                </a:lnTo>
                <a:lnTo>
                  <a:pt x="1461909" y="165100"/>
                </a:lnTo>
                <a:lnTo>
                  <a:pt x="1462062" y="165100"/>
                </a:lnTo>
                <a:lnTo>
                  <a:pt x="1426451" y="177800"/>
                </a:lnTo>
                <a:close/>
              </a:path>
              <a:path w="8743950" h="1549400">
                <a:moveTo>
                  <a:pt x="3370783" y="317500"/>
                </a:moveTo>
                <a:lnTo>
                  <a:pt x="3338728" y="292100"/>
                </a:lnTo>
                <a:lnTo>
                  <a:pt x="3306737" y="279400"/>
                </a:lnTo>
                <a:lnTo>
                  <a:pt x="3274720" y="266700"/>
                </a:lnTo>
                <a:lnTo>
                  <a:pt x="3242691" y="254000"/>
                </a:lnTo>
                <a:lnTo>
                  <a:pt x="3210623" y="241300"/>
                </a:lnTo>
                <a:lnTo>
                  <a:pt x="3178543" y="228600"/>
                </a:lnTo>
                <a:lnTo>
                  <a:pt x="3178683" y="228600"/>
                </a:lnTo>
                <a:lnTo>
                  <a:pt x="3146437" y="215900"/>
                </a:lnTo>
                <a:lnTo>
                  <a:pt x="3146577" y="215900"/>
                </a:lnTo>
                <a:lnTo>
                  <a:pt x="3114293" y="203200"/>
                </a:lnTo>
                <a:lnTo>
                  <a:pt x="3114433" y="203200"/>
                </a:lnTo>
                <a:lnTo>
                  <a:pt x="3082112" y="190500"/>
                </a:lnTo>
                <a:lnTo>
                  <a:pt x="3082277" y="190500"/>
                </a:lnTo>
                <a:lnTo>
                  <a:pt x="3049904" y="177800"/>
                </a:lnTo>
                <a:lnTo>
                  <a:pt x="3050070" y="177800"/>
                </a:lnTo>
                <a:lnTo>
                  <a:pt x="3017647" y="165100"/>
                </a:lnTo>
                <a:lnTo>
                  <a:pt x="3017824" y="165100"/>
                </a:lnTo>
                <a:lnTo>
                  <a:pt x="2985363" y="152400"/>
                </a:lnTo>
                <a:lnTo>
                  <a:pt x="2953232" y="152400"/>
                </a:lnTo>
                <a:lnTo>
                  <a:pt x="2920657" y="139700"/>
                </a:lnTo>
                <a:lnTo>
                  <a:pt x="3062998" y="139700"/>
                </a:lnTo>
                <a:lnTo>
                  <a:pt x="3289668" y="228600"/>
                </a:lnTo>
                <a:lnTo>
                  <a:pt x="3321875" y="254000"/>
                </a:lnTo>
                <a:lnTo>
                  <a:pt x="3450380" y="304800"/>
                </a:lnTo>
                <a:lnTo>
                  <a:pt x="3370694" y="304800"/>
                </a:lnTo>
                <a:lnTo>
                  <a:pt x="3370783" y="317500"/>
                </a:lnTo>
                <a:close/>
              </a:path>
              <a:path w="8743950" h="1549400">
                <a:moveTo>
                  <a:pt x="16014" y="749300"/>
                </a:moveTo>
                <a:lnTo>
                  <a:pt x="0" y="723900"/>
                </a:lnTo>
                <a:lnTo>
                  <a:pt x="146151" y="647700"/>
                </a:lnTo>
                <a:lnTo>
                  <a:pt x="219227" y="622300"/>
                </a:lnTo>
                <a:lnTo>
                  <a:pt x="365315" y="546100"/>
                </a:lnTo>
                <a:lnTo>
                  <a:pt x="438315" y="520700"/>
                </a:lnTo>
                <a:lnTo>
                  <a:pt x="511263" y="482600"/>
                </a:lnTo>
                <a:lnTo>
                  <a:pt x="584174" y="457200"/>
                </a:lnTo>
                <a:lnTo>
                  <a:pt x="657009" y="419100"/>
                </a:lnTo>
                <a:lnTo>
                  <a:pt x="729767" y="393700"/>
                </a:lnTo>
                <a:lnTo>
                  <a:pt x="802424" y="355600"/>
                </a:lnTo>
                <a:lnTo>
                  <a:pt x="1019886" y="279400"/>
                </a:lnTo>
                <a:lnTo>
                  <a:pt x="1056043" y="254000"/>
                </a:lnTo>
                <a:lnTo>
                  <a:pt x="1272260" y="177800"/>
                </a:lnTo>
                <a:lnTo>
                  <a:pt x="1426591" y="177800"/>
                </a:lnTo>
                <a:lnTo>
                  <a:pt x="1390942" y="190500"/>
                </a:lnTo>
                <a:lnTo>
                  <a:pt x="1355521" y="190500"/>
                </a:lnTo>
                <a:lnTo>
                  <a:pt x="1319783" y="203200"/>
                </a:lnTo>
                <a:lnTo>
                  <a:pt x="1319911" y="203200"/>
                </a:lnTo>
                <a:lnTo>
                  <a:pt x="1284122" y="215900"/>
                </a:lnTo>
                <a:lnTo>
                  <a:pt x="1248422" y="228600"/>
                </a:lnTo>
                <a:lnTo>
                  <a:pt x="1248549" y="228600"/>
                </a:lnTo>
                <a:lnTo>
                  <a:pt x="1212684" y="241300"/>
                </a:lnTo>
                <a:lnTo>
                  <a:pt x="1176896" y="254000"/>
                </a:lnTo>
                <a:lnTo>
                  <a:pt x="1141056" y="266700"/>
                </a:lnTo>
                <a:lnTo>
                  <a:pt x="1105179" y="279400"/>
                </a:lnTo>
                <a:lnTo>
                  <a:pt x="1069276" y="292100"/>
                </a:lnTo>
                <a:lnTo>
                  <a:pt x="1033322" y="304800"/>
                </a:lnTo>
                <a:lnTo>
                  <a:pt x="997331" y="317500"/>
                </a:lnTo>
                <a:lnTo>
                  <a:pt x="961301" y="342900"/>
                </a:lnTo>
                <a:lnTo>
                  <a:pt x="925245" y="355600"/>
                </a:lnTo>
                <a:lnTo>
                  <a:pt x="889152" y="368300"/>
                </a:lnTo>
                <a:lnTo>
                  <a:pt x="853020" y="381000"/>
                </a:lnTo>
                <a:lnTo>
                  <a:pt x="816863" y="393700"/>
                </a:lnTo>
                <a:lnTo>
                  <a:pt x="744423" y="419100"/>
                </a:lnTo>
                <a:lnTo>
                  <a:pt x="744550" y="419100"/>
                </a:lnTo>
                <a:lnTo>
                  <a:pt x="671918" y="457200"/>
                </a:lnTo>
                <a:lnTo>
                  <a:pt x="599313" y="482600"/>
                </a:lnTo>
                <a:lnTo>
                  <a:pt x="526605" y="520700"/>
                </a:lnTo>
                <a:lnTo>
                  <a:pt x="453834" y="546100"/>
                </a:lnTo>
                <a:lnTo>
                  <a:pt x="380974" y="584200"/>
                </a:lnTo>
                <a:lnTo>
                  <a:pt x="308063" y="622300"/>
                </a:lnTo>
                <a:lnTo>
                  <a:pt x="235115" y="647700"/>
                </a:lnTo>
                <a:lnTo>
                  <a:pt x="162102" y="685800"/>
                </a:lnTo>
                <a:lnTo>
                  <a:pt x="16014" y="749300"/>
                </a:lnTo>
                <a:close/>
              </a:path>
              <a:path w="8743950" h="1549400">
                <a:moveTo>
                  <a:pt x="6053061" y="1460500"/>
                </a:moveTo>
                <a:lnTo>
                  <a:pt x="5910961" y="1460500"/>
                </a:lnTo>
                <a:lnTo>
                  <a:pt x="5519318" y="1308100"/>
                </a:lnTo>
                <a:lnTo>
                  <a:pt x="5487035" y="1282700"/>
                </a:lnTo>
                <a:lnTo>
                  <a:pt x="5390388" y="1244600"/>
                </a:lnTo>
                <a:lnTo>
                  <a:pt x="5326164" y="1206500"/>
                </a:lnTo>
                <a:lnTo>
                  <a:pt x="5262054" y="1181100"/>
                </a:lnTo>
                <a:lnTo>
                  <a:pt x="5198046" y="1143000"/>
                </a:lnTo>
                <a:lnTo>
                  <a:pt x="5134114" y="1117600"/>
                </a:lnTo>
                <a:lnTo>
                  <a:pt x="5006378" y="1041400"/>
                </a:lnTo>
                <a:lnTo>
                  <a:pt x="4942535" y="1016000"/>
                </a:lnTo>
                <a:lnTo>
                  <a:pt x="4878692" y="977900"/>
                </a:lnTo>
                <a:lnTo>
                  <a:pt x="4814836" y="952500"/>
                </a:lnTo>
                <a:lnTo>
                  <a:pt x="4782921" y="939800"/>
                </a:lnTo>
                <a:lnTo>
                  <a:pt x="4750981" y="914400"/>
                </a:lnTo>
                <a:lnTo>
                  <a:pt x="4719015" y="901700"/>
                </a:lnTo>
                <a:lnTo>
                  <a:pt x="4687049" y="889000"/>
                </a:lnTo>
                <a:lnTo>
                  <a:pt x="4655045" y="876300"/>
                </a:lnTo>
                <a:lnTo>
                  <a:pt x="4623041" y="863600"/>
                </a:lnTo>
                <a:lnTo>
                  <a:pt x="4590999" y="850900"/>
                </a:lnTo>
                <a:lnTo>
                  <a:pt x="4591138" y="850900"/>
                </a:lnTo>
                <a:lnTo>
                  <a:pt x="4558944" y="825500"/>
                </a:lnTo>
                <a:lnTo>
                  <a:pt x="4559084" y="825500"/>
                </a:lnTo>
                <a:lnTo>
                  <a:pt x="4526864" y="812800"/>
                </a:lnTo>
                <a:lnTo>
                  <a:pt x="4527016" y="812800"/>
                </a:lnTo>
                <a:lnTo>
                  <a:pt x="4494745" y="800100"/>
                </a:lnTo>
                <a:lnTo>
                  <a:pt x="4494911" y="800100"/>
                </a:lnTo>
                <a:lnTo>
                  <a:pt x="4462602" y="787400"/>
                </a:lnTo>
                <a:lnTo>
                  <a:pt x="4462780" y="787400"/>
                </a:lnTo>
                <a:lnTo>
                  <a:pt x="4430420" y="774700"/>
                </a:lnTo>
                <a:lnTo>
                  <a:pt x="4430610" y="774700"/>
                </a:lnTo>
                <a:lnTo>
                  <a:pt x="4398213" y="762000"/>
                </a:lnTo>
                <a:lnTo>
                  <a:pt x="4398416" y="762000"/>
                </a:lnTo>
                <a:lnTo>
                  <a:pt x="4365967" y="749300"/>
                </a:lnTo>
                <a:lnTo>
                  <a:pt x="3977932" y="596900"/>
                </a:lnTo>
                <a:lnTo>
                  <a:pt x="3913797" y="558800"/>
                </a:lnTo>
                <a:lnTo>
                  <a:pt x="3849751" y="533400"/>
                </a:lnTo>
                <a:lnTo>
                  <a:pt x="3721963" y="469900"/>
                </a:lnTo>
                <a:lnTo>
                  <a:pt x="3594214" y="419100"/>
                </a:lnTo>
                <a:lnTo>
                  <a:pt x="3530371" y="381000"/>
                </a:lnTo>
                <a:lnTo>
                  <a:pt x="3466515" y="355600"/>
                </a:lnTo>
                <a:lnTo>
                  <a:pt x="3402622" y="330200"/>
                </a:lnTo>
                <a:lnTo>
                  <a:pt x="3370694" y="304800"/>
                </a:lnTo>
                <a:lnTo>
                  <a:pt x="3450380" y="304800"/>
                </a:lnTo>
                <a:lnTo>
                  <a:pt x="3546475" y="342900"/>
                </a:lnTo>
                <a:lnTo>
                  <a:pt x="3610432" y="381000"/>
                </a:lnTo>
                <a:lnTo>
                  <a:pt x="3738181" y="444500"/>
                </a:lnTo>
                <a:lnTo>
                  <a:pt x="3865956" y="495300"/>
                </a:lnTo>
                <a:lnTo>
                  <a:pt x="3929837" y="533400"/>
                </a:lnTo>
                <a:lnTo>
                  <a:pt x="3993768" y="558800"/>
                </a:lnTo>
                <a:lnTo>
                  <a:pt x="4057764" y="584200"/>
                </a:lnTo>
                <a:lnTo>
                  <a:pt x="4089755" y="596900"/>
                </a:lnTo>
                <a:lnTo>
                  <a:pt x="4121797" y="609600"/>
                </a:lnTo>
                <a:lnTo>
                  <a:pt x="4153865" y="622300"/>
                </a:lnTo>
                <a:lnTo>
                  <a:pt x="4185945" y="647700"/>
                </a:lnTo>
                <a:lnTo>
                  <a:pt x="4218076" y="660400"/>
                </a:lnTo>
                <a:lnTo>
                  <a:pt x="4250220" y="673100"/>
                </a:lnTo>
                <a:lnTo>
                  <a:pt x="4282401" y="685800"/>
                </a:lnTo>
                <a:lnTo>
                  <a:pt x="4282262" y="685800"/>
                </a:lnTo>
                <a:lnTo>
                  <a:pt x="4314621" y="698500"/>
                </a:lnTo>
                <a:lnTo>
                  <a:pt x="4314469" y="698500"/>
                </a:lnTo>
                <a:lnTo>
                  <a:pt x="4346879" y="711200"/>
                </a:lnTo>
                <a:lnTo>
                  <a:pt x="4346714" y="711200"/>
                </a:lnTo>
                <a:lnTo>
                  <a:pt x="4379188" y="723900"/>
                </a:lnTo>
                <a:lnTo>
                  <a:pt x="4411840" y="723900"/>
                </a:lnTo>
                <a:lnTo>
                  <a:pt x="4509439" y="762000"/>
                </a:lnTo>
                <a:lnTo>
                  <a:pt x="4541875" y="787400"/>
                </a:lnTo>
                <a:lnTo>
                  <a:pt x="4735487" y="863600"/>
                </a:lnTo>
                <a:lnTo>
                  <a:pt x="4767618" y="889000"/>
                </a:lnTo>
                <a:lnTo>
                  <a:pt x="4831829" y="914400"/>
                </a:lnTo>
                <a:lnTo>
                  <a:pt x="4895900" y="952500"/>
                </a:lnTo>
                <a:lnTo>
                  <a:pt x="4959883" y="977900"/>
                </a:lnTo>
                <a:lnTo>
                  <a:pt x="5023802" y="1016000"/>
                </a:lnTo>
                <a:lnTo>
                  <a:pt x="5151539" y="1079500"/>
                </a:lnTo>
                <a:lnTo>
                  <a:pt x="5215407" y="1117600"/>
                </a:lnTo>
                <a:lnTo>
                  <a:pt x="5279288" y="1143000"/>
                </a:lnTo>
                <a:lnTo>
                  <a:pt x="5343194" y="1181100"/>
                </a:lnTo>
                <a:lnTo>
                  <a:pt x="5407152" y="1206500"/>
                </a:lnTo>
                <a:lnTo>
                  <a:pt x="5407024" y="1206500"/>
                </a:lnTo>
                <a:lnTo>
                  <a:pt x="5439105" y="1219200"/>
                </a:lnTo>
                <a:lnTo>
                  <a:pt x="5471121" y="1231900"/>
                </a:lnTo>
                <a:lnTo>
                  <a:pt x="5503164" y="1257300"/>
                </a:lnTo>
                <a:lnTo>
                  <a:pt x="5535218" y="1270000"/>
                </a:lnTo>
                <a:lnTo>
                  <a:pt x="5567298" y="1282700"/>
                </a:lnTo>
                <a:lnTo>
                  <a:pt x="5599417" y="1295400"/>
                </a:lnTo>
                <a:lnTo>
                  <a:pt x="5599264" y="1295400"/>
                </a:lnTo>
                <a:lnTo>
                  <a:pt x="5631548" y="1308100"/>
                </a:lnTo>
                <a:lnTo>
                  <a:pt x="5631395" y="1308100"/>
                </a:lnTo>
                <a:lnTo>
                  <a:pt x="5663730" y="1320800"/>
                </a:lnTo>
                <a:lnTo>
                  <a:pt x="5663565" y="1320800"/>
                </a:lnTo>
                <a:lnTo>
                  <a:pt x="5695937" y="1333500"/>
                </a:lnTo>
                <a:lnTo>
                  <a:pt x="5695759" y="1333500"/>
                </a:lnTo>
                <a:lnTo>
                  <a:pt x="5728169" y="1346200"/>
                </a:lnTo>
                <a:lnTo>
                  <a:pt x="5727992" y="1346200"/>
                </a:lnTo>
                <a:lnTo>
                  <a:pt x="5760453" y="1358900"/>
                </a:lnTo>
                <a:lnTo>
                  <a:pt x="5760262" y="1358900"/>
                </a:lnTo>
                <a:lnTo>
                  <a:pt x="5792774" y="1371600"/>
                </a:lnTo>
                <a:lnTo>
                  <a:pt x="5792571" y="1371600"/>
                </a:lnTo>
                <a:lnTo>
                  <a:pt x="5825134" y="1384300"/>
                </a:lnTo>
                <a:lnTo>
                  <a:pt x="5824918" y="1384300"/>
                </a:lnTo>
                <a:lnTo>
                  <a:pt x="5857544" y="1397000"/>
                </a:lnTo>
                <a:lnTo>
                  <a:pt x="5857316" y="1397000"/>
                </a:lnTo>
                <a:lnTo>
                  <a:pt x="5890006" y="1409700"/>
                </a:lnTo>
                <a:lnTo>
                  <a:pt x="5889764" y="1409700"/>
                </a:lnTo>
                <a:lnTo>
                  <a:pt x="5922505" y="1422400"/>
                </a:lnTo>
                <a:lnTo>
                  <a:pt x="5954788" y="1422400"/>
                </a:lnTo>
                <a:lnTo>
                  <a:pt x="5987669" y="1435100"/>
                </a:lnTo>
                <a:lnTo>
                  <a:pt x="5987389" y="1435100"/>
                </a:lnTo>
                <a:lnTo>
                  <a:pt x="6020333" y="1447800"/>
                </a:lnTo>
                <a:lnTo>
                  <a:pt x="6020041" y="1447800"/>
                </a:lnTo>
                <a:lnTo>
                  <a:pt x="6053061" y="1460500"/>
                </a:lnTo>
                <a:close/>
              </a:path>
              <a:path w="8743950" h="1549400">
                <a:moveTo>
                  <a:pt x="8725065" y="762000"/>
                </a:moveTo>
                <a:lnTo>
                  <a:pt x="8626627" y="762000"/>
                </a:lnTo>
                <a:lnTo>
                  <a:pt x="8649601" y="749300"/>
                </a:lnTo>
                <a:lnTo>
                  <a:pt x="8671560" y="736600"/>
                </a:lnTo>
                <a:lnTo>
                  <a:pt x="8692476" y="736600"/>
                </a:lnTo>
                <a:lnTo>
                  <a:pt x="8712339" y="723900"/>
                </a:lnTo>
                <a:lnTo>
                  <a:pt x="8730767" y="723900"/>
                </a:lnTo>
                <a:lnTo>
                  <a:pt x="8743505" y="749300"/>
                </a:lnTo>
                <a:lnTo>
                  <a:pt x="8725065" y="762000"/>
                </a:lnTo>
                <a:close/>
              </a:path>
              <a:path w="8743950" h="1549400">
                <a:moveTo>
                  <a:pt x="6903719" y="1485900"/>
                </a:moveTo>
                <a:lnTo>
                  <a:pt x="6719963" y="1485900"/>
                </a:lnTo>
                <a:lnTo>
                  <a:pt x="6739140" y="1473200"/>
                </a:lnTo>
                <a:lnTo>
                  <a:pt x="6777355" y="1473200"/>
                </a:lnTo>
                <a:lnTo>
                  <a:pt x="6796849" y="1460500"/>
                </a:lnTo>
                <a:lnTo>
                  <a:pt x="6835698" y="1460500"/>
                </a:lnTo>
                <a:lnTo>
                  <a:pt x="6855472" y="1447800"/>
                </a:lnTo>
                <a:lnTo>
                  <a:pt x="6894817" y="1447800"/>
                </a:lnTo>
                <a:lnTo>
                  <a:pt x="6934936" y="1435100"/>
                </a:lnTo>
                <a:lnTo>
                  <a:pt x="6934708" y="1435100"/>
                </a:lnTo>
                <a:lnTo>
                  <a:pt x="6975106" y="1422400"/>
                </a:lnTo>
                <a:lnTo>
                  <a:pt x="6974890" y="1422400"/>
                </a:lnTo>
                <a:lnTo>
                  <a:pt x="7015543" y="1409700"/>
                </a:lnTo>
                <a:lnTo>
                  <a:pt x="7015340" y="1409700"/>
                </a:lnTo>
                <a:lnTo>
                  <a:pt x="7056234" y="1397000"/>
                </a:lnTo>
                <a:lnTo>
                  <a:pt x="7056043" y="1397000"/>
                </a:lnTo>
                <a:lnTo>
                  <a:pt x="7097140" y="1384300"/>
                </a:lnTo>
                <a:lnTo>
                  <a:pt x="7096950" y="1384300"/>
                </a:lnTo>
                <a:lnTo>
                  <a:pt x="7138225" y="1371600"/>
                </a:lnTo>
                <a:lnTo>
                  <a:pt x="7138047" y="1371600"/>
                </a:lnTo>
                <a:lnTo>
                  <a:pt x="7179462" y="1358900"/>
                </a:lnTo>
                <a:lnTo>
                  <a:pt x="7179309" y="1358900"/>
                </a:lnTo>
                <a:lnTo>
                  <a:pt x="7220838" y="1346200"/>
                </a:lnTo>
                <a:lnTo>
                  <a:pt x="7220686" y="1346200"/>
                </a:lnTo>
                <a:lnTo>
                  <a:pt x="7262304" y="1333500"/>
                </a:lnTo>
                <a:lnTo>
                  <a:pt x="7262164" y="1333500"/>
                </a:lnTo>
                <a:lnTo>
                  <a:pt x="7303846" y="1320800"/>
                </a:lnTo>
                <a:lnTo>
                  <a:pt x="7303706" y="1320800"/>
                </a:lnTo>
                <a:lnTo>
                  <a:pt x="7345426" y="1308100"/>
                </a:lnTo>
                <a:lnTo>
                  <a:pt x="7345298" y="1308100"/>
                </a:lnTo>
                <a:lnTo>
                  <a:pt x="7387005" y="1295400"/>
                </a:lnTo>
                <a:lnTo>
                  <a:pt x="7428585" y="1270000"/>
                </a:lnTo>
                <a:lnTo>
                  <a:pt x="7470101" y="1257300"/>
                </a:lnTo>
                <a:lnTo>
                  <a:pt x="7511554" y="1244600"/>
                </a:lnTo>
                <a:lnTo>
                  <a:pt x="7552893" y="1231900"/>
                </a:lnTo>
                <a:lnTo>
                  <a:pt x="7594104" y="1206500"/>
                </a:lnTo>
                <a:lnTo>
                  <a:pt x="7635151" y="1193800"/>
                </a:lnTo>
                <a:lnTo>
                  <a:pt x="7676007" y="1181100"/>
                </a:lnTo>
                <a:lnTo>
                  <a:pt x="7716646" y="1155700"/>
                </a:lnTo>
                <a:lnTo>
                  <a:pt x="7757033" y="1143000"/>
                </a:lnTo>
                <a:lnTo>
                  <a:pt x="7797139" y="1130300"/>
                </a:lnTo>
                <a:lnTo>
                  <a:pt x="7876438" y="1092200"/>
                </a:lnTo>
                <a:lnTo>
                  <a:pt x="7954251" y="1054100"/>
                </a:lnTo>
                <a:lnTo>
                  <a:pt x="8030387" y="1028700"/>
                </a:lnTo>
                <a:lnTo>
                  <a:pt x="8104619" y="990600"/>
                </a:lnTo>
                <a:lnTo>
                  <a:pt x="8176704" y="965200"/>
                </a:lnTo>
                <a:lnTo>
                  <a:pt x="8313559" y="901700"/>
                </a:lnTo>
                <a:lnTo>
                  <a:pt x="8439213" y="838200"/>
                </a:lnTo>
                <a:lnTo>
                  <a:pt x="8497252" y="812800"/>
                </a:lnTo>
                <a:lnTo>
                  <a:pt x="8551824" y="787400"/>
                </a:lnTo>
                <a:lnTo>
                  <a:pt x="8602637" y="762000"/>
                </a:lnTo>
                <a:lnTo>
                  <a:pt x="8705989" y="762000"/>
                </a:lnTo>
                <a:lnTo>
                  <a:pt x="8685301" y="774700"/>
                </a:lnTo>
                <a:lnTo>
                  <a:pt x="8685491" y="774700"/>
                </a:lnTo>
                <a:lnTo>
                  <a:pt x="8663724" y="787400"/>
                </a:lnTo>
                <a:lnTo>
                  <a:pt x="8641207" y="787400"/>
                </a:lnTo>
                <a:lnTo>
                  <a:pt x="8617356" y="800100"/>
                </a:lnTo>
                <a:lnTo>
                  <a:pt x="8617521" y="800100"/>
                </a:lnTo>
                <a:lnTo>
                  <a:pt x="8566861" y="825500"/>
                </a:lnTo>
                <a:lnTo>
                  <a:pt x="8567026" y="825500"/>
                </a:lnTo>
                <a:lnTo>
                  <a:pt x="8512619" y="850900"/>
                </a:lnTo>
                <a:lnTo>
                  <a:pt x="8454796" y="876300"/>
                </a:lnTo>
                <a:lnTo>
                  <a:pt x="8329358" y="927100"/>
                </a:lnTo>
                <a:lnTo>
                  <a:pt x="8192439" y="990600"/>
                </a:lnTo>
                <a:lnTo>
                  <a:pt x="8120240" y="1028700"/>
                </a:lnTo>
                <a:lnTo>
                  <a:pt x="8045869" y="1054100"/>
                </a:lnTo>
                <a:lnTo>
                  <a:pt x="7969554" y="1092200"/>
                </a:lnTo>
                <a:lnTo>
                  <a:pt x="7812023" y="1168400"/>
                </a:lnTo>
                <a:lnTo>
                  <a:pt x="7731239" y="1193800"/>
                </a:lnTo>
                <a:lnTo>
                  <a:pt x="7690446" y="1219200"/>
                </a:lnTo>
                <a:lnTo>
                  <a:pt x="7566786" y="1257300"/>
                </a:lnTo>
                <a:lnTo>
                  <a:pt x="7525245" y="1282700"/>
                </a:lnTo>
                <a:lnTo>
                  <a:pt x="7400010" y="1320800"/>
                </a:lnTo>
                <a:lnTo>
                  <a:pt x="7358164" y="1346200"/>
                </a:lnTo>
                <a:lnTo>
                  <a:pt x="6903719" y="1485900"/>
                </a:lnTo>
                <a:close/>
              </a:path>
              <a:path w="8743950" h="1549400">
                <a:moveTo>
                  <a:pt x="6184493" y="1485900"/>
                </a:moveTo>
                <a:lnTo>
                  <a:pt x="6010402" y="1485900"/>
                </a:lnTo>
                <a:lnTo>
                  <a:pt x="5944031" y="1460500"/>
                </a:lnTo>
                <a:lnTo>
                  <a:pt x="6102019" y="1460500"/>
                </a:lnTo>
                <a:lnTo>
                  <a:pt x="6118606" y="1473200"/>
                </a:lnTo>
                <a:lnTo>
                  <a:pt x="6167818" y="1473200"/>
                </a:lnTo>
                <a:lnTo>
                  <a:pt x="6184493" y="1485900"/>
                </a:lnTo>
                <a:close/>
              </a:path>
              <a:path w="8743950" h="1549400">
                <a:moveTo>
                  <a:pt x="6267246" y="1498600"/>
                </a:moveTo>
                <a:lnTo>
                  <a:pt x="6077102" y="1498600"/>
                </a:lnTo>
                <a:lnTo>
                  <a:pt x="6043714" y="1485900"/>
                </a:lnTo>
                <a:lnTo>
                  <a:pt x="6250457" y="1485900"/>
                </a:lnTo>
                <a:lnTo>
                  <a:pt x="6267246" y="1498600"/>
                </a:lnTo>
                <a:close/>
              </a:path>
              <a:path w="8743950" h="1549400">
                <a:moveTo>
                  <a:pt x="6843826" y="1498600"/>
                </a:moveTo>
                <a:lnTo>
                  <a:pt x="6626707" y="1498600"/>
                </a:lnTo>
                <a:lnTo>
                  <a:pt x="6645287" y="1485900"/>
                </a:lnTo>
                <a:lnTo>
                  <a:pt x="6863727" y="1485900"/>
                </a:lnTo>
                <a:lnTo>
                  <a:pt x="6843826" y="1498600"/>
                </a:lnTo>
                <a:close/>
              </a:path>
              <a:path w="8743950" h="1549400">
                <a:moveTo>
                  <a:pt x="6450812" y="1511300"/>
                </a:moveTo>
                <a:lnTo>
                  <a:pt x="6110668" y="1511300"/>
                </a:lnTo>
                <a:lnTo>
                  <a:pt x="6093917" y="1498600"/>
                </a:lnTo>
                <a:lnTo>
                  <a:pt x="6434010" y="1498600"/>
                </a:lnTo>
                <a:lnTo>
                  <a:pt x="6450933" y="1511210"/>
                </a:lnTo>
                <a:close/>
              </a:path>
              <a:path w="8743950" h="1549400">
                <a:moveTo>
                  <a:pt x="6784632" y="1511300"/>
                </a:moveTo>
                <a:lnTo>
                  <a:pt x="6451053" y="1511300"/>
                </a:lnTo>
                <a:lnTo>
                  <a:pt x="6467944" y="1498600"/>
                </a:lnTo>
                <a:lnTo>
                  <a:pt x="6804279" y="1498600"/>
                </a:lnTo>
                <a:lnTo>
                  <a:pt x="6784632" y="1511300"/>
                </a:lnTo>
                <a:close/>
              </a:path>
              <a:path w="8743950" h="1549400">
                <a:moveTo>
                  <a:pt x="6451053" y="1511300"/>
                </a:moveTo>
                <a:lnTo>
                  <a:pt x="6450812" y="1511300"/>
                </a:lnTo>
                <a:lnTo>
                  <a:pt x="6451053" y="1511300"/>
                </a:lnTo>
                <a:close/>
              </a:path>
              <a:path w="8743950" h="1549400">
                <a:moveTo>
                  <a:pt x="6707073" y="1524000"/>
                </a:moveTo>
                <a:lnTo>
                  <a:pt x="6177915" y="1524000"/>
                </a:lnTo>
                <a:lnTo>
                  <a:pt x="6161062" y="1511300"/>
                </a:lnTo>
                <a:lnTo>
                  <a:pt x="6726313" y="1511300"/>
                </a:lnTo>
                <a:lnTo>
                  <a:pt x="6707073" y="1524000"/>
                </a:lnTo>
                <a:close/>
              </a:path>
              <a:path w="8743950" h="1549400">
                <a:moveTo>
                  <a:pt x="6631266" y="1536700"/>
                </a:moveTo>
                <a:lnTo>
                  <a:pt x="6262496" y="1536700"/>
                </a:lnTo>
                <a:lnTo>
                  <a:pt x="6245529" y="1524000"/>
                </a:lnTo>
                <a:lnTo>
                  <a:pt x="6650050" y="1524000"/>
                </a:lnTo>
                <a:lnTo>
                  <a:pt x="6631266" y="1536700"/>
                </a:lnTo>
                <a:close/>
              </a:path>
              <a:path w="8743950" h="1549400">
                <a:moveTo>
                  <a:pt x="6451079" y="1549400"/>
                </a:moveTo>
                <a:lnTo>
                  <a:pt x="6433578" y="1536700"/>
                </a:lnTo>
                <a:lnTo>
                  <a:pt x="6468465" y="1536700"/>
                </a:lnTo>
                <a:lnTo>
                  <a:pt x="6451079" y="15494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1727187" y="1930355"/>
            <a:ext cx="102235" cy="0"/>
          </a:xfrm>
          <a:custGeom>
            <a:avLst/>
            <a:gdLst/>
            <a:ahLst/>
            <a:cxnLst/>
            <a:rect l="l" t="t" r="r" b="b"/>
            <a:pathLst>
              <a:path w="102235" h="0">
                <a:moveTo>
                  <a:pt x="0" y="0"/>
                </a:moveTo>
                <a:lnTo>
                  <a:pt x="101625" y="0"/>
                </a:lnTo>
              </a:path>
            </a:pathLst>
          </a:custGeom>
          <a:ln w="2548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1904987" y="1930190"/>
            <a:ext cx="102235" cy="0"/>
          </a:xfrm>
          <a:custGeom>
            <a:avLst/>
            <a:gdLst/>
            <a:ahLst/>
            <a:cxnLst/>
            <a:rect l="l" t="t" r="r" b="b"/>
            <a:pathLst>
              <a:path w="102235" h="0">
                <a:moveTo>
                  <a:pt x="0" y="0"/>
                </a:moveTo>
                <a:lnTo>
                  <a:pt x="101625" y="0"/>
                </a:lnTo>
              </a:path>
            </a:pathLst>
          </a:custGeom>
          <a:ln w="2548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/>
          <p:nvPr/>
        </p:nvSpPr>
        <p:spPr>
          <a:xfrm>
            <a:off x="2082787" y="1930025"/>
            <a:ext cx="102235" cy="0"/>
          </a:xfrm>
          <a:custGeom>
            <a:avLst/>
            <a:gdLst/>
            <a:ahLst/>
            <a:cxnLst/>
            <a:rect l="l" t="t" r="r" b="b"/>
            <a:pathLst>
              <a:path w="102235" h="0">
                <a:moveTo>
                  <a:pt x="0" y="0"/>
                </a:moveTo>
                <a:lnTo>
                  <a:pt x="101625" y="0"/>
                </a:lnTo>
              </a:path>
            </a:pathLst>
          </a:custGeom>
          <a:ln w="25488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/>
          <p:nvPr/>
        </p:nvSpPr>
        <p:spPr>
          <a:xfrm>
            <a:off x="2260587" y="1929853"/>
            <a:ext cx="102235" cy="0"/>
          </a:xfrm>
          <a:custGeom>
            <a:avLst/>
            <a:gdLst/>
            <a:ahLst/>
            <a:cxnLst/>
            <a:rect l="l" t="t" r="r" b="b"/>
            <a:pathLst>
              <a:path w="102235" h="0">
                <a:moveTo>
                  <a:pt x="0" y="0"/>
                </a:moveTo>
                <a:lnTo>
                  <a:pt x="101625" y="0"/>
                </a:lnTo>
              </a:path>
            </a:pathLst>
          </a:custGeom>
          <a:ln w="2550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/>
          <p:nvPr/>
        </p:nvSpPr>
        <p:spPr>
          <a:xfrm>
            <a:off x="2438387" y="1929688"/>
            <a:ext cx="102235" cy="0"/>
          </a:xfrm>
          <a:custGeom>
            <a:avLst/>
            <a:gdLst/>
            <a:ahLst/>
            <a:cxnLst/>
            <a:rect l="l" t="t" r="r" b="b"/>
            <a:pathLst>
              <a:path w="102235" h="0">
                <a:moveTo>
                  <a:pt x="0" y="0"/>
                </a:moveTo>
                <a:lnTo>
                  <a:pt x="101625" y="0"/>
                </a:lnTo>
              </a:path>
            </a:pathLst>
          </a:custGeom>
          <a:ln w="2550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/>
          <p:nvPr/>
        </p:nvSpPr>
        <p:spPr>
          <a:xfrm>
            <a:off x="2616187" y="1929523"/>
            <a:ext cx="102235" cy="0"/>
          </a:xfrm>
          <a:custGeom>
            <a:avLst/>
            <a:gdLst/>
            <a:ahLst/>
            <a:cxnLst/>
            <a:rect l="l" t="t" r="r" b="b"/>
            <a:pathLst>
              <a:path w="102235" h="0">
                <a:moveTo>
                  <a:pt x="0" y="0"/>
                </a:moveTo>
                <a:lnTo>
                  <a:pt x="101625" y="0"/>
                </a:lnTo>
              </a:path>
            </a:pathLst>
          </a:custGeom>
          <a:ln w="2550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/>
          <p:nvPr/>
        </p:nvSpPr>
        <p:spPr>
          <a:xfrm>
            <a:off x="2793987" y="1929358"/>
            <a:ext cx="102235" cy="0"/>
          </a:xfrm>
          <a:custGeom>
            <a:avLst/>
            <a:gdLst/>
            <a:ahLst/>
            <a:cxnLst/>
            <a:rect l="l" t="t" r="r" b="b"/>
            <a:pathLst>
              <a:path w="102235" h="0">
                <a:moveTo>
                  <a:pt x="0" y="0"/>
                </a:moveTo>
                <a:lnTo>
                  <a:pt x="101625" y="0"/>
                </a:lnTo>
              </a:path>
            </a:pathLst>
          </a:custGeom>
          <a:ln w="2550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4" name="object 64"/>
          <p:cNvSpPr/>
          <p:nvPr/>
        </p:nvSpPr>
        <p:spPr>
          <a:xfrm>
            <a:off x="2971787" y="1929193"/>
            <a:ext cx="102235" cy="0"/>
          </a:xfrm>
          <a:custGeom>
            <a:avLst/>
            <a:gdLst/>
            <a:ahLst/>
            <a:cxnLst/>
            <a:rect l="l" t="t" r="r" b="b"/>
            <a:pathLst>
              <a:path w="102235" h="0">
                <a:moveTo>
                  <a:pt x="0" y="0"/>
                </a:moveTo>
                <a:lnTo>
                  <a:pt x="101625" y="0"/>
                </a:lnTo>
              </a:path>
            </a:pathLst>
          </a:custGeom>
          <a:ln w="2550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5" name="object 65"/>
          <p:cNvSpPr/>
          <p:nvPr/>
        </p:nvSpPr>
        <p:spPr>
          <a:xfrm>
            <a:off x="3149587" y="1929028"/>
            <a:ext cx="102235" cy="0"/>
          </a:xfrm>
          <a:custGeom>
            <a:avLst/>
            <a:gdLst/>
            <a:ahLst/>
            <a:cxnLst/>
            <a:rect l="l" t="t" r="r" b="b"/>
            <a:pathLst>
              <a:path w="102235" h="0">
                <a:moveTo>
                  <a:pt x="0" y="0"/>
                </a:moveTo>
                <a:lnTo>
                  <a:pt x="101625" y="0"/>
                </a:lnTo>
              </a:path>
            </a:pathLst>
          </a:custGeom>
          <a:ln w="2550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6" name="object 66"/>
          <p:cNvSpPr/>
          <p:nvPr/>
        </p:nvSpPr>
        <p:spPr>
          <a:xfrm>
            <a:off x="3327387" y="1928863"/>
            <a:ext cx="102235" cy="0"/>
          </a:xfrm>
          <a:custGeom>
            <a:avLst/>
            <a:gdLst/>
            <a:ahLst/>
            <a:cxnLst/>
            <a:rect l="l" t="t" r="r" b="b"/>
            <a:pathLst>
              <a:path w="102235" h="0">
                <a:moveTo>
                  <a:pt x="0" y="0"/>
                </a:moveTo>
                <a:lnTo>
                  <a:pt x="101625" y="0"/>
                </a:lnTo>
              </a:path>
            </a:pathLst>
          </a:custGeom>
          <a:ln w="2550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7" name="object 67"/>
          <p:cNvSpPr/>
          <p:nvPr/>
        </p:nvSpPr>
        <p:spPr>
          <a:xfrm>
            <a:off x="3505187" y="1928698"/>
            <a:ext cx="102235" cy="0"/>
          </a:xfrm>
          <a:custGeom>
            <a:avLst/>
            <a:gdLst/>
            <a:ahLst/>
            <a:cxnLst/>
            <a:rect l="l" t="t" r="r" b="b"/>
            <a:pathLst>
              <a:path w="102235" h="0">
                <a:moveTo>
                  <a:pt x="0" y="0"/>
                </a:moveTo>
                <a:lnTo>
                  <a:pt x="101625" y="0"/>
                </a:lnTo>
              </a:path>
            </a:pathLst>
          </a:custGeom>
          <a:ln w="2550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8" name="object 68"/>
          <p:cNvSpPr/>
          <p:nvPr/>
        </p:nvSpPr>
        <p:spPr>
          <a:xfrm>
            <a:off x="3682987" y="1928533"/>
            <a:ext cx="102235" cy="0"/>
          </a:xfrm>
          <a:custGeom>
            <a:avLst/>
            <a:gdLst/>
            <a:ahLst/>
            <a:cxnLst/>
            <a:rect l="l" t="t" r="r" b="b"/>
            <a:pathLst>
              <a:path w="102235" h="0">
                <a:moveTo>
                  <a:pt x="0" y="0"/>
                </a:moveTo>
                <a:lnTo>
                  <a:pt x="101625" y="0"/>
                </a:lnTo>
              </a:path>
            </a:pathLst>
          </a:custGeom>
          <a:ln w="2550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9" name="object 69"/>
          <p:cNvSpPr/>
          <p:nvPr/>
        </p:nvSpPr>
        <p:spPr>
          <a:xfrm>
            <a:off x="3860787" y="1928367"/>
            <a:ext cx="102235" cy="0"/>
          </a:xfrm>
          <a:custGeom>
            <a:avLst/>
            <a:gdLst/>
            <a:ahLst/>
            <a:cxnLst/>
            <a:rect l="l" t="t" r="r" b="b"/>
            <a:pathLst>
              <a:path w="102235" h="0">
                <a:moveTo>
                  <a:pt x="0" y="0"/>
                </a:moveTo>
                <a:lnTo>
                  <a:pt x="101625" y="0"/>
                </a:lnTo>
              </a:path>
            </a:pathLst>
          </a:custGeom>
          <a:ln w="25501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0" name="object 70"/>
          <p:cNvSpPr/>
          <p:nvPr/>
        </p:nvSpPr>
        <p:spPr>
          <a:xfrm>
            <a:off x="1584960" y="3962400"/>
            <a:ext cx="7082028" cy="185013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1" name="object 71"/>
          <p:cNvSpPr/>
          <p:nvPr/>
        </p:nvSpPr>
        <p:spPr>
          <a:xfrm>
            <a:off x="1803501" y="2797644"/>
            <a:ext cx="650240" cy="1181735"/>
          </a:xfrm>
          <a:custGeom>
            <a:avLst/>
            <a:gdLst/>
            <a:ahLst/>
            <a:cxnLst/>
            <a:rect l="l" t="t" r="r" b="b"/>
            <a:pathLst>
              <a:path w="650239" h="1181735">
                <a:moveTo>
                  <a:pt x="586384" y="1081282"/>
                </a:moveTo>
                <a:lnTo>
                  <a:pt x="538302" y="1051203"/>
                </a:lnTo>
                <a:lnTo>
                  <a:pt x="0" y="26581"/>
                </a:lnTo>
                <a:lnTo>
                  <a:pt x="50596" y="0"/>
                </a:lnTo>
                <a:lnTo>
                  <a:pt x="588898" y="1024642"/>
                </a:lnTo>
                <a:lnTo>
                  <a:pt x="586384" y="1081282"/>
                </a:lnTo>
                <a:close/>
              </a:path>
              <a:path w="650239" h="1181735">
                <a:moveTo>
                  <a:pt x="640765" y="1144777"/>
                </a:moveTo>
                <a:lnTo>
                  <a:pt x="587463" y="1144777"/>
                </a:lnTo>
                <a:lnTo>
                  <a:pt x="638047" y="1118196"/>
                </a:lnTo>
                <a:lnTo>
                  <a:pt x="588898" y="1024642"/>
                </a:lnTo>
                <a:lnTo>
                  <a:pt x="593013" y="931925"/>
                </a:lnTo>
                <a:lnTo>
                  <a:pt x="622820" y="904646"/>
                </a:lnTo>
                <a:lnTo>
                  <a:pt x="626871" y="905116"/>
                </a:lnTo>
                <a:lnTo>
                  <a:pt x="650100" y="934453"/>
                </a:lnTo>
                <a:lnTo>
                  <a:pt x="640765" y="1144777"/>
                </a:lnTo>
                <a:close/>
              </a:path>
              <a:path w="650239" h="1181735">
                <a:moveTo>
                  <a:pt x="639127" y="1181684"/>
                </a:moveTo>
                <a:lnTo>
                  <a:pt x="429323" y="1050442"/>
                </a:lnTo>
                <a:lnTo>
                  <a:pt x="415912" y="1026566"/>
                </a:lnTo>
                <a:lnTo>
                  <a:pt x="416153" y="1022502"/>
                </a:lnTo>
                <a:lnTo>
                  <a:pt x="444131" y="997648"/>
                </a:lnTo>
                <a:lnTo>
                  <a:pt x="448195" y="997889"/>
                </a:lnTo>
                <a:lnTo>
                  <a:pt x="538302" y="1051203"/>
                </a:lnTo>
                <a:lnTo>
                  <a:pt x="587463" y="1144777"/>
                </a:lnTo>
                <a:lnTo>
                  <a:pt x="640765" y="1144777"/>
                </a:lnTo>
                <a:lnTo>
                  <a:pt x="639127" y="1181684"/>
                </a:lnTo>
                <a:close/>
              </a:path>
              <a:path w="650239" h="1181735">
                <a:moveTo>
                  <a:pt x="615184" y="1130211"/>
                </a:moveTo>
                <a:lnTo>
                  <a:pt x="584212" y="1130211"/>
                </a:lnTo>
                <a:lnTo>
                  <a:pt x="627913" y="1107262"/>
                </a:lnTo>
                <a:lnTo>
                  <a:pt x="586384" y="1081282"/>
                </a:lnTo>
                <a:lnTo>
                  <a:pt x="588898" y="1024642"/>
                </a:lnTo>
                <a:lnTo>
                  <a:pt x="638047" y="1118196"/>
                </a:lnTo>
                <a:lnTo>
                  <a:pt x="615184" y="1130211"/>
                </a:lnTo>
                <a:close/>
              </a:path>
              <a:path w="650239" h="1181735">
                <a:moveTo>
                  <a:pt x="587463" y="1144777"/>
                </a:moveTo>
                <a:lnTo>
                  <a:pt x="538302" y="1051203"/>
                </a:lnTo>
                <a:lnTo>
                  <a:pt x="586384" y="1081282"/>
                </a:lnTo>
                <a:lnTo>
                  <a:pt x="584212" y="1130211"/>
                </a:lnTo>
                <a:lnTo>
                  <a:pt x="615184" y="1130211"/>
                </a:lnTo>
                <a:lnTo>
                  <a:pt x="587463" y="1144777"/>
                </a:lnTo>
                <a:close/>
              </a:path>
              <a:path w="650239" h="1181735">
                <a:moveTo>
                  <a:pt x="584212" y="1130211"/>
                </a:moveTo>
                <a:lnTo>
                  <a:pt x="586384" y="1081282"/>
                </a:lnTo>
                <a:lnTo>
                  <a:pt x="627913" y="1107262"/>
                </a:lnTo>
                <a:lnTo>
                  <a:pt x="584212" y="1130211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2" name="object 72"/>
          <p:cNvSpPr/>
          <p:nvPr/>
        </p:nvSpPr>
        <p:spPr>
          <a:xfrm>
            <a:off x="3898201" y="1957628"/>
            <a:ext cx="454025" cy="2089785"/>
          </a:xfrm>
          <a:custGeom>
            <a:avLst/>
            <a:gdLst/>
            <a:ahLst/>
            <a:cxnLst/>
            <a:rect l="l" t="t" r="r" b="b"/>
            <a:pathLst>
              <a:path w="454025" h="2089785">
                <a:moveTo>
                  <a:pt x="344683" y="1977446"/>
                </a:moveTo>
                <a:lnTo>
                  <a:pt x="308709" y="1933605"/>
                </a:lnTo>
                <a:lnTo>
                  <a:pt x="0" y="9042"/>
                </a:lnTo>
                <a:lnTo>
                  <a:pt x="56426" y="0"/>
                </a:lnTo>
                <a:lnTo>
                  <a:pt x="365137" y="1924562"/>
                </a:lnTo>
                <a:lnTo>
                  <a:pt x="344683" y="1977446"/>
                </a:lnTo>
                <a:close/>
              </a:path>
              <a:path w="454025" h="2089785">
                <a:moveTo>
                  <a:pt x="382555" y="2037968"/>
                </a:moveTo>
                <a:lnTo>
                  <a:pt x="325450" y="2037968"/>
                </a:lnTo>
                <a:lnTo>
                  <a:pt x="381876" y="2028913"/>
                </a:lnTo>
                <a:lnTo>
                  <a:pt x="365137" y="1924562"/>
                </a:lnTo>
                <a:lnTo>
                  <a:pt x="398614" y="1838007"/>
                </a:lnTo>
                <a:lnTo>
                  <a:pt x="423570" y="1819795"/>
                </a:lnTo>
                <a:lnTo>
                  <a:pt x="427647" y="1819846"/>
                </a:lnTo>
                <a:lnTo>
                  <a:pt x="453783" y="1846618"/>
                </a:lnTo>
                <a:lnTo>
                  <a:pt x="453732" y="1850694"/>
                </a:lnTo>
                <a:lnTo>
                  <a:pt x="453110" y="1854733"/>
                </a:lnTo>
                <a:lnTo>
                  <a:pt x="451916" y="1858619"/>
                </a:lnTo>
                <a:lnTo>
                  <a:pt x="382555" y="2037968"/>
                </a:lnTo>
                <a:close/>
              </a:path>
              <a:path w="454025" h="2089785">
                <a:moveTo>
                  <a:pt x="362648" y="2089442"/>
                </a:moveTo>
                <a:lnTo>
                  <a:pt x="205676" y="1898129"/>
                </a:lnTo>
                <a:lnTo>
                  <a:pt x="199199" y="1879231"/>
                </a:lnTo>
                <a:lnTo>
                  <a:pt x="199593" y="1875167"/>
                </a:lnTo>
                <a:lnTo>
                  <a:pt x="228523" y="1851431"/>
                </a:lnTo>
                <a:lnTo>
                  <a:pt x="232587" y="1851837"/>
                </a:lnTo>
                <a:lnTo>
                  <a:pt x="308709" y="1933605"/>
                </a:lnTo>
                <a:lnTo>
                  <a:pt x="325450" y="2037968"/>
                </a:lnTo>
                <a:lnTo>
                  <a:pt x="382555" y="2037968"/>
                </a:lnTo>
                <a:lnTo>
                  <a:pt x="362648" y="2089442"/>
                </a:lnTo>
                <a:close/>
              </a:path>
              <a:path w="454025" h="2089785">
                <a:moveTo>
                  <a:pt x="380949" y="2023135"/>
                </a:moveTo>
                <a:lnTo>
                  <a:pt x="327012" y="2023135"/>
                </a:lnTo>
                <a:lnTo>
                  <a:pt x="375754" y="2015312"/>
                </a:lnTo>
                <a:lnTo>
                  <a:pt x="344683" y="1977446"/>
                </a:lnTo>
                <a:lnTo>
                  <a:pt x="365137" y="1924562"/>
                </a:lnTo>
                <a:lnTo>
                  <a:pt x="380949" y="2023135"/>
                </a:lnTo>
                <a:close/>
              </a:path>
              <a:path w="454025" h="2089785">
                <a:moveTo>
                  <a:pt x="325450" y="2037968"/>
                </a:moveTo>
                <a:lnTo>
                  <a:pt x="308709" y="1933605"/>
                </a:lnTo>
                <a:lnTo>
                  <a:pt x="344683" y="1977446"/>
                </a:lnTo>
                <a:lnTo>
                  <a:pt x="327012" y="2023135"/>
                </a:lnTo>
                <a:lnTo>
                  <a:pt x="380949" y="2023135"/>
                </a:lnTo>
                <a:lnTo>
                  <a:pt x="381876" y="2028913"/>
                </a:lnTo>
                <a:lnTo>
                  <a:pt x="325450" y="2037968"/>
                </a:lnTo>
                <a:close/>
              </a:path>
              <a:path w="454025" h="2089785">
                <a:moveTo>
                  <a:pt x="327012" y="2023135"/>
                </a:moveTo>
                <a:lnTo>
                  <a:pt x="344683" y="1977446"/>
                </a:lnTo>
                <a:lnTo>
                  <a:pt x="375754" y="2015312"/>
                </a:lnTo>
                <a:lnTo>
                  <a:pt x="327012" y="2023135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3" name="object 73"/>
          <p:cNvSpPr/>
          <p:nvPr/>
        </p:nvSpPr>
        <p:spPr>
          <a:xfrm>
            <a:off x="5878114" y="2704172"/>
            <a:ext cx="263525" cy="1226820"/>
          </a:xfrm>
          <a:custGeom>
            <a:avLst/>
            <a:gdLst/>
            <a:ahLst/>
            <a:cxnLst/>
            <a:rect l="l" t="t" r="r" b="b"/>
            <a:pathLst>
              <a:path w="263525" h="1226820">
                <a:moveTo>
                  <a:pt x="115683" y="1113698"/>
                </a:moveTo>
                <a:lnTo>
                  <a:pt x="92493" y="1061944"/>
                </a:lnTo>
                <a:lnTo>
                  <a:pt x="206404" y="0"/>
                </a:lnTo>
                <a:lnTo>
                  <a:pt x="263224" y="6095"/>
                </a:lnTo>
                <a:lnTo>
                  <a:pt x="149312" y="1068051"/>
                </a:lnTo>
                <a:lnTo>
                  <a:pt x="115683" y="1113698"/>
                </a:lnTo>
                <a:close/>
              </a:path>
              <a:path w="263525" h="1226820">
                <a:moveTo>
                  <a:pt x="103585" y="1226477"/>
                </a:moveTo>
                <a:lnTo>
                  <a:pt x="2404" y="1000632"/>
                </a:lnTo>
                <a:lnTo>
                  <a:pt x="1007" y="996797"/>
                </a:lnTo>
                <a:lnTo>
                  <a:pt x="169" y="992809"/>
                </a:lnTo>
                <a:lnTo>
                  <a:pt x="0" y="990231"/>
                </a:lnTo>
                <a:lnTo>
                  <a:pt x="17" y="987272"/>
                </a:lnTo>
                <a:lnTo>
                  <a:pt x="28680" y="960374"/>
                </a:lnTo>
                <a:lnTo>
                  <a:pt x="32744" y="960691"/>
                </a:lnTo>
                <a:lnTo>
                  <a:pt x="92493" y="1061944"/>
                </a:lnTo>
                <a:lnTo>
                  <a:pt x="81220" y="1167041"/>
                </a:lnTo>
                <a:lnTo>
                  <a:pt x="138040" y="1173137"/>
                </a:lnTo>
                <a:lnTo>
                  <a:pt x="142880" y="1173137"/>
                </a:lnTo>
                <a:lnTo>
                  <a:pt x="103585" y="1226477"/>
                </a:lnTo>
                <a:close/>
              </a:path>
              <a:path w="263525" h="1226820">
                <a:moveTo>
                  <a:pt x="142880" y="1173137"/>
                </a:moveTo>
                <a:lnTo>
                  <a:pt x="138040" y="1173137"/>
                </a:lnTo>
                <a:lnTo>
                  <a:pt x="149312" y="1068051"/>
                </a:lnTo>
                <a:lnTo>
                  <a:pt x="204359" y="993330"/>
                </a:lnTo>
                <a:lnTo>
                  <a:pt x="229175" y="981773"/>
                </a:lnTo>
                <a:lnTo>
                  <a:pt x="233226" y="982319"/>
                </a:lnTo>
                <a:lnTo>
                  <a:pt x="255883" y="1012101"/>
                </a:lnTo>
                <a:lnTo>
                  <a:pt x="255324" y="1016139"/>
                </a:lnTo>
                <a:lnTo>
                  <a:pt x="254207" y="1020063"/>
                </a:lnTo>
                <a:lnTo>
                  <a:pt x="252543" y="1023785"/>
                </a:lnTo>
                <a:lnTo>
                  <a:pt x="250371" y="1027226"/>
                </a:lnTo>
                <a:lnTo>
                  <a:pt x="142880" y="1173137"/>
                </a:lnTo>
                <a:close/>
              </a:path>
              <a:path w="263525" h="1226820">
                <a:moveTo>
                  <a:pt x="138040" y="1173137"/>
                </a:moveTo>
                <a:lnTo>
                  <a:pt x="81220" y="1167041"/>
                </a:lnTo>
                <a:lnTo>
                  <a:pt x="92493" y="1061944"/>
                </a:lnTo>
                <a:lnTo>
                  <a:pt x="115683" y="1113698"/>
                </a:lnTo>
                <a:lnTo>
                  <a:pt x="86630" y="1153134"/>
                </a:lnTo>
                <a:lnTo>
                  <a:pt x="135716" y="1158405"/>
                </a:lnTo>
                <a:lnTo>
                  <a:pt x="139620" y="1158405"/>
                </a:lnTo>
                <a:lnTo>
                  <a:pt x="138040" y="1173137"/>
                </a:lnTo>
                <a:close/>
              </a:path>
              <a:path w="263525" h="1226820">
                <a:moveTo>
                  <a:pt x="139620" y="1158405"/>
                </a:moveTo>
                <a:lnTo>
                  <a:pt x="135716" y="1158405"/>
                </a:lnTo>
                <a:lnTo>
                  <a:pt x="115683" y="1113698"/>
                </a:lnTo>
                <a:lnTo>
                  <a:pt x="149312" y="1068051"/>
                </a:lnTo>
                <a:lnTo>
                  <a:pt x="139620" y="1158405"/>
                </a:lnTo>
                <a:close/>
              </a:path>
              <a:path w="263525" h="1226820">
                <a:moveTo>
                  <a:pt x="135716" y="1158405"/>
                </a:moveTo>
                <a:lnTo>
                  <a:pt x="86630" y="1153134"/>
                </a:lnTo>
                <a:lnTo>
                  <a:pt x="115683" y="1113698"/>
                </a:lnTo>
                <a:lnTo>
                  <a:pt x="135716" y="1158405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4" name="object 74"/>
          <p:cNvSpPr/>
          <p:nvPr/>
        </p:nvSpPr>
        <p:spPr>
          <a:xfrm>
            <a:off x="7886141" y="3460394"/>
            <a:ext cx="398780" cy="713740"/>
          </a:xfrm>
          <a:custGeom>
            <a:avLst/>
            <a:gdLst/>
            <a:ahLst/>
            <a:cxnLst/>
            <a:rect l="l" t="t" r="r" b="b"/>
            <a:pathLst>
              <a:path w="398779" h="713739">
                <a:moveTo>
                  <a:pt x="65077" y="612776"/>
                </a:moveTo>
                <a:lnTo>
                  <a:pt x="62037" y="556164"/>
                </a:lnTo>
                <a:lnTo>
                  <a:pt x="347675" y="0"/>
                </a:lnTo>
                <a:lnTo>
                  <a:pt x="398513" y="26111"/>
                </a:lnTo>
                <a:lnTo>
                  <a:pt x="112889" y="582247"/>
                </a:lnTo>
                <a:lnTo>
                  <a:pt x="65077" y="612776"/>
                </a:lnTo>
                <a:close/>
              </a:path>
              <a:path w="398779" h="713739">
                <a:moveTo>
                  <a:pt x="13258" y="713676"/>
                </a:moveTo>
                <a:lnTo>
                  <a:pt x="0" y="466559"/>
                </a:lnTo>
                <a:lnTo>
                  <a:pt x="76" y="462483"/>
                </a:lnTo>
                <a:lnTo>
                  <a:pt x="723" y="458457"/>
                </a:lnTo>
                <a:lnTo>
                  <a:pt x="27000" y="436486"/>
                </a:lnTo>
                <a:lnTo>
                  <a:pt x="31076" y="436562"/>
                </a:lnTo>
                <a:lnTo>
                  <a:pt x="62037" y="556164"/>
                </a:lnTo>
                <a:lnTo>
                  <a:pt x="13754" y="650176"/>
                </a:lnTo>
                <a:lnTo>
                  <a:pt x="64592" y="676287"/>
                </a:lnTo>
                <a:lnTo>
                  <a:pt x="71814" y="676287"/>
                </a:lnTo>
                <a:lnTo>
                  <a:pt x="13258" y="713676"/>
                </a:lnTo>
                <a:close/>
              </a:path>
              <a:path w="398779" h="713739">
                <a:moveTo>
                  <a:pt x="71814" y="676287"/>
                </a:moveTo>
                <a:lnTo>
                  <a:pt x="64592" y="676287"/>
                </a:lnTo>
                <a:lnTo>
                  <a:pt x="112889" y="582247"/>
                </a:lnTo>
                <a:lnTo>
                  <a:pt x="191084" y="532320"/>
                </a:lnTo>
                <a:lnTo>
                  <a:pt x="206540" y="527837"/>
                </a:lnTo>
                <a:lnTo>
                  <a:pt x="210616" y="528129"/>
                </a:lnTo>
                <a:lnTo>
                  <a:pt x="235038" y="556488"/>
                </a:lnTo>
                <a:lnTo>
                  <a:pt x="234734" y="560552"/>
                </a:lnTo>
                <a:lnTo>
                  <a:pt x="71814" y="676287"/>
                </a:lnTo>
                <a:close/>
              </a:path>
              <a:path w="398779" h="713739">
                <a:moveTo>
                  <a:pt x="64592" y="676287"/>
                </a:moveTo>
                <a:lnTo>
                  <a:pt x="13754" y="650176"/>
                </a:lnTo>
                <a:lnTo>
                  <a:pt x="62037" y="556164"/>
                </a:lnTo>
                <a:lnTo>
                  <a:pt x="65077" y="612776"/>
                </a:lnTo>
                <a:lnTo>
                  <a:pt x="23787" y="639140"/>
                </a:lnTo>
                <a:lnTo>
                  <a:pt x="67703" y="661695"/>
                </a:lnTo>
                <a:lnTo>
                  <a:pt x="72086" y="661695"/>
                </a:lnTo>
                <a:lnTo>
                  <a:pt x="64592" y="676287"/>
                </a:lnTo>
                <a:close/>
              </a:path>
              <a:path w="398779" h="713739">
                <a:moveTo>
                  <a:pt x="72086" y="661695"/>
                </a:moveTo>
                <a:lnTo>
                  <a:pt x="67703" y="661695"/>
                </a:lnTo>
                <a:lnTo>
                  <a:pt x="65077" y="612776"/>
                </a:lnTo>
                <a:lnTo>
                  <a:pt x="112889" y="582247"/>
                </a:lnTo>
                <a:lnTo>
                  <a:pt x="72086" y="661695"/>
                </a:lnTo>
                <a:close/>
              </a:path>
              <a:path w="398779" h="713739">
                <a:moveTo>
                  <a:pt x="67703" y="661695"/>
                </a:moveTo>
                <a:lnTo>
                  <a:pt x="23787" y="639140"/>
                </a:lnTo>
                <a:lnTo>
                  <a:pt x="65077" y="612776"/>
                </a:lnTo>
                <a:lnTo>
                  <a:pt x="67703" y="661695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5" name="object 75"/>
          <p:cNvSpPr/>
          <p:nvPr/>
        </p:nvSpPr>
        <p:spPr>
          <a:xfrm>
            <a:off x="7683233" y="1292990"/>
            <a:ext cx="4414520" cy="1381125"/>
          </a:xfrm>
          <a:custGeom>
            <a:avLst/>
            <a:gdLst/>
            <a:ahLst/>
            <a:cxnLst/>
            <a:rect l="l" t="t" r="r" b="b"/>
            <a:pathLst>
              <a:path w="4414520" h="1381125">
                <a:moveTo>
                  <a:pt x="3002681" y="221865"/>
                </a:moveTo>
                <a:lnTo>
                  <a:pt x="425970" y="221865"/>
                </a:lnTo>
                <a:lnTo>
                  <a:pt x="430542" y="218817"/>
                </a:lnTo>
                <a:lnTo>
                  <a:pt x="428830" y="209010"/>
                </a:lnTo>
                <a:lnTo>
                  <a:pt x="428096" y="199451"/>
                </a:lnTo>
                <a:lnTo>
                  <a:pt x="428283" y="190076"/>
                </a:lnTo>
                <a:lnTo>
                  <a:pt x="429336" y="180819"/>
                </a:lnTo>
                <a:lnTo>
                  <a:pt x="449853" y="131745"/>
                </a:lnTo>
                <a:lnTo>
                  <a:pt x="493185" y="89599"/>
                </a:lnTo>
                <a:lnTo>
                  <a:pt x="556877" y="54915"/>
                </a:lnTo>
                <a:lnTo>
                  <a:pt x="595591" y="40538"/>
                </a:lnTo>
                <a:lnTo>
                  <a:pt x="638474" y="28227"/>
                </a:lnTo>
                <a:lnTo>
                  <a:pt x="685220" y="18049"/>
                </a:lnTo>
                <a:lnTo>
                  <a:pt x="735522" y="10070"/>
                </a:lnTo>
                <a:lnTo>
                  <a:pt x="789073" y="4358"/>
                </a:lnTo>
                <a:lnTo>
                  <a:pt x="845566" y="979"/>
                </a:lnTo>
                <a:lnTo>
                  <a:pt x="904695" y="0"/>
                </a:lnTo>
                <a:lnTo>
                  <a:pt x="966152" y="1487"/>
                </a:lnTo>
                <a:lnTo>
                  <a:pt x="1029631" y="5509"/>
                </a:lnTo>
                <a:lnTo>
                  <a:pt x="1094825" y="12131"/>
                </a:lnTo>
                <a:lnTo>
                  <a:pt x="1161427" y="21421"/>
                </a:lnTo>
                <a:lnTo>
                  <a:pt x="1215302" y="30783"/>
                </a:lnTo>
                <a:lnTo>
                  <a:pt x="1267787" y="41549"/>
                </a:lnTo>
                <a:lnTo>
                  <a:pt x="1318736" y="53633"/>
                </a:lnTo>
                <a:lnTo>
                  <a:pt x="1368004" y="66951"/>
                </a:lnTo>
                <a:lnTo>
                  <a:pt x="1415446" y="81418"/>
                </a:lnTo>
                <a:lnTo>
                  <a:pt x="1460914" y="96948"/>
                </a:lnTo>
                <a:lnTo>
                  <a:pt x="1504264" y="113458"/>
                </a:lnTo>
                <a:lnTo>
                  <a:pt x="2167838" y="113458"/>
                </a:lnTo>
                <a:lnTo>
                  <a:pt x="2210471" y="126521"/>
                </a:lnTo>
                <a:lnTo>
                  <a:pt x="2256312" y="142773"/>
                </a:lnTo>
                <a:lnTo>
                  <a:pt x="2299257" y="160273"/>
                </a:lnTo>
                <a:lnTo>
                  <a:pt x="2339055" y="178875"/>
                </a:lnTo>
                <a:lnTo>
                  <a:pt x="2375458" y="198433"/>
                </a:lnTo>
                <a:lnTo>
                  <a:pt x="2933778" y="198433"/>
                </a:lnTo>
                <a:lnTo>
                  <a:pt x="2961947" y="206919"/>
                </a:lnTo>
                <a:lnTo>
                  <a:pt x="3002681" y="221865"/>
                </a:lnTo>
                <a:close/>
              </a:path>
              <a:path w="4414520" h="1381125">
                <a:moveTo>
                  <a:pt x="2167838" y="113458"/>
                </a:moveTo>
                <a:lnTo>
                  <a:pt x="1504264" y="113458"/>
                </a:lnTo>
                <a:lnTo>
                  <a:pt x="1537439" y="98767"/>
                </a:lnTo>
                <a:lnTo>
                  <a:pt x="1575384" y="86298"/>
                </a:lnTo>
                <a:lnTo>
                  <a:pt x="1617701" y="76138"/>
                </a:lnTo>
                <a:lnTo>
                  <a:pt x="1663995" y="68372"/>
                </a:lnTo>
                <a:lnTo>
                  <a:pt x="1713871" y="63088"/>
                </a:lnTo>
                <a:lnTo>
                  <a:pt x="1766932" y="60371"/>
                </a:lnTo>
                <a:lnTo>
                  <a:pt x="1822781" y="60309"/>
                </a:lnTo>
                <a:lnTo>
                  <a:pt x="1881025" y="62986"/>
                </a:lnTo>
                <a:lnTo>
                  <a:pt x="1941265" y="68490"/>
                </a:lnTo>
                <a:lnTo>
                  <a:pt x="2003107" y="76907"/>
                </a:lnTo>
                <a:lnTo>
                  <a:pt x="2058050" y="86710"/>
                </a:lnTo>
                <a:lnTo>
                  <a:pt x="2111091" y="98344"/>
                </a:lnTo>
                <a:lnTo>
                  <a:pt x="2161981" y="111663"/>
                </a:lnTo>
                <a:lnTo>
                  <a:pt x="2167838" y="113458"/>
                </a:lnTo>
                <a:close/>
              </a:path>
              <a:path w="4414520" h="1381125">
                <a:moveTo>
                  <a:pt x="2933778" y="198433"/>
                </a:moveTo>
                <a:lnTo>
                  <a:pt x="2375458" y="198433"/>
                </a:lnTo>
                <a:lnTo>
                  <a:pt x="2409683" y="182835"/>
                </a:lnTo>
                <a:lnTo>
                  <a:pt x="2450277" y="170220"/>
                </a:lnTo>
                <a:lnTo>
                  <a:pt x="2496563" y="160735"/>
                </a:lnTo>
                <a:lnTo>
                  <a:pt x="2547861" y="154530"/>
                </a:lnTo>
                <a:lnTo>
                  <a:pt x="2603493" y="151750"/>
                </a:lnTo>
                <a:lnTo>
                  <a:pt x="2662780" y="152546"/>
                </a:lnTo>
                <a:lnTo>
                  <a:pt x="2725044" y="157063"/>
                </a:lnTo>
                <a:lnTo>
                  <a:pt x="2789605" y="165452"/>
                </a:lnTo>
                <a:lnTo>
                  <a:pt x="2850217" y="176697"/>
                </a:lnTo>
                <a:lnTo>
                  <a:pt x="2907834" y="190618"/>
                </a:lnTo>
                <a:lnTo>
                  <a:pt x="2933778" y="198433"/>
                </a:lnTo>
                <a:close/>
              </a:path>
              <a:path w="4414520" h="1381125">
                <a:moveTo>
                  <a:pt x="1503961" y="1153216"/>
                </a:moveTo>
                <a:lnTo>
                  <a:pt x="1453901" y="1153019"/>
                </a:lnTo>
                <a:lnTo>
                  <a:pt x="1402513" y="1151318"/>
                </a:lnTo>
                <a:lnTo>
                  <a:pt x="1349930" y="1148084"/>
                </a:lnTo>
                <a:lnTo>
                  <a:pt x="1296286" y="1143290"/>
                </a:lnTo>
                <a:lnTo>
                  <a:pt x="1241713" y="1136904"/>
                </a:lnTo>
                <a:lnTo>
                  <a:pt x="1186345" y="1128899"/>
                </a:lnTo>
                <a:lnTo>
                  <a:pt x="1124381" y="1118118"/>
                </a:lnTo>
                <a:lnTo>
                  <a:pt x="1064030" y="1105709"/>
                </a:lnTo>
                <a:lnTo>
                  <a:pt x="1005458" y="1091769"/>
                </a:lnTo>
                <a:lnTo>
                  <a:pt x="948834" y="1076397"/>
                </a:lnTo>
                <a:lnTo>
                  <a:pt x="894328" y="1059693"/>
                </a:lnTo>
                <a:lnTo>
                  <a:pt x="842107" y="1041755"/>
                </a:lnTo>
                <a:lnTo>
                  <a:pt x="792340" y="1022681"/>
                </a:lnTo>
                <a:lnTo>
                  <a:pt x="745196" y="1002570"/>
                </a:lnTo>
                <a:lnTo>
                  <a:pt x="700843" y="981522"/>
                </a:lnTo>
                <a:lnTo>
                  <a:pt x="659450" y="959634"/>
                </a:lnTo>
                <a:lnTo>
                  <a:pt x="621073" y="936932"/>
                </a:lnTo>
                <a:lnTo>
                  <a:pt x="586217" y="913736"/>
                </a:lnTo>
                <a:lnTo>
                  <a:pt x="554715" y="889923"/>
                </a:lnTo>
                <a:lnTo>
                  <a:pt x="526846" y="865666"/>
                </a:lnTo>
                <a:lnTo>
                  <a:pt x="513853" y="864132"/>
                </a:lnTo>
                <a:lnTo>
                  <a:pt x="474573" y="858592"/>
                </a:lnTo>
                <a:lnTo>
                  <a:pt x="409083" y="846295"/>
                </a:lnTo>
                <a:lnTo>
                  <a:pt x="347156" y="830900"/>
                </a:lnTo>
                <a:lnTo>
                  <a:pt x="289437" y="812784"/>
                </a:lnTo>
                <a:lnTo>
                  <a:pt x="236574" y="792323"/>
                </a:lnTo>
                <a:lnTo>
                  <a:pt x="189212" y="769895"/>
                </a:lnTo>
                <a:lnTo>
                  <a:pt x="147999" y="745876"/>
                </a:lnTo>
                <a:lnTo>
                  <a:pt x="113579" y="720642"/>
                </a:lnTo>
                <a:lnTo>
                  <a:pt x="67708" y="668037"/>
                </a:lnTo>
                <a:lnTo>
                  <a:pt x="56768" y="615095"/>
                </a:lnTo>
                <a:lnTo>
                  <a:pt x="70355" y="582999"/>
                </a:lnTo>
                <a:lnTo>
                  <a:pt x="99144" y="555530"/>
                </a:lnTo>
                <a:lnTo>
                  <a:pt x="141470" y="533051"/>
                </a:lnTo>
                <a:lnTo>
                  <a:pt x="195668" y="515921"/>
                </a:lnTo>
                <a:lnTo>
                  <a:pt x="136542" y="488971"/>
                </a:lnTo>
                <a:lnTo>
                  <a:pt x="86460" y="459571"/>
                </a:lnTo>
                <a:lnTo>
                  <a:pt x="46594" y="428407"/>
                </a:lnTo>
                <a:lnTo>
                  <a:pt x="18115" y="396164"/>
                </a:lnTo>
                <a:lnTo>
                  <a:pt x="0" y="331187"/>
                </a:lnTo>
                <a:lnTo>
                  <a:pt x="9300" y="305541"/>
                </a:lnTo>
                <a:lnTo>
                  <a:pt x="55671" y="262811"/>
                </a:lnTo>
                <a:lnTo>
                  <a:pt x="91149" y="246082"/>
                </a:lnTo>
                <a:lnTo>
                  <a:pt x="133761" y="232682"/>
                </a:lnTo>
                <a:lnTo>
                  <a:pt x="182710" y="222790"/>
                </a:lnTo>
                <a:lnTo>
                  <a:pt x="237202" y="216584"/>
                </a:lnTo>
                <a:lnTo>
                  <a:pt x="296440" y="214242"/>
                </a:lnTo>
                <a:lnTo>
                  <a:pt x="359628" y="215943"/>
                </a:lnTo>
                <a:lnTo>
                  <a:pt x="425970" y="221865"/>
                </a:lnTo>
                <a:lnTo>
                  <a:pt x="3002681" y="221865"/>
                </a:lnTo>
                <a:lnTo>
                  <a:pt x="3012049" y="225302"/>
                </a:lnTo>
                <a:lnTo>
                  <a:pt x="3057632" y="245471"/>
                </a:lnTo>
                <a:lnTo>
                  <a:pt x="3098186" y="267127"/>
                </a:lnTo>
                <a:lnTo>
                  <a:pt x="3133204" y="289975"/>
                </a:lnTo>
                <a:lnTo>
                  <a:pt x="3566785" y="289975"/>
                </a:lnTo>
                <a:lnTo>
                  <a:pt x="3649520" y="308586"/>
                </a:lnTo>
                <a:lnTo>
                  <a:pt x="3707981" y="325856"/>
                </a:lnTo>
                <a:lnTo>
                  <a:pt x="3762340" y="345305"/>
                </a:lnTo>
                <a:lnTo>
                  <a:pt x="3812092" y="366638"/>
                </a:lnTo>
                <a:lnTo>
                  <a:pt x="3856726" y="389557"/>
                </a:lnTo>
                <a:lnTo>
                  <a:pt x="3895736" y="413767"/>
                </a:lnTo>
                <a:lnTo>
                  <a:pt x="3928613" y="438971"/>
                </a:lnTo>
                <a:lnTo>
                  <a:pt x="3973933" y="491176"/>
                </a:lnTo>
                <a:lnTo>
                  <a:pt x="3985361" y="517584"/>
                </a:lnTo>
                <a:lnTo>
                  <a:pt x="4051381" y="537340"/>
                </a:lnTo>
                <a:lnTo>
                  <a:pt x="4112557" y="559631"/>
                </a:lnTo>
                <a:lnTo>
                  <a:pt x="4168279" y="584101"/>
                </a:lnTo>
                <a:lnTo>
                  <a:pt x="4217935" y="610391"/>
                </a:lnTo>
                <a:lnTo>
                  <a:pt x="4260913" y="638144"/>
                </a:lnTo>
                <a:lnTo>
                  <a:pt x="4296602" y="667001"/>
                </a:lnTo>
                <a:lnTo>
                  <a:pt x="4324390" y="696605"/>
                </a:lnTo>
                <a:lnTo>
                  <a:pt x="4353817" y="756620"/>
                </a:lnTo>
                <a:lnTo>
                  <a:pt x="4354233" y="786316"/>
                </a:lnTo>
                <a:lnTo>
                  <a:pt x="4347844" y="807906"/>
                </a:lnTo>
                <a:lnTo>
                  <a:pt x="4335970" y="827957"/>
                </a:lnTo>
                <a:lnTo>
                  <a:pt x="4318914" y="846403"/>
                </a:lnTo>
                <a:lnTo>
                  <a:pt x="4296981" y="863177"/>
                </a:lnTo>
                <a:lnTo>
                  <a:pt x="4341812" y="899593"/>
                </a:lnTo>
                <a:lnTo>
                  <a:pt x="4376704" y="936932"/>
                </a:lnTo>
                <a:lnTo>
                  <a:pt x="4400894" y="974746"/>
                </a:lnTo>
                <a:lnTo>
                  <a:pt x="4413619" y="1012591"/>
                </a:lnTo>
                <a:lnTo>
                  <a:pt x="4414113" y="1050019"/>
                </a:lnTo>
                <a:lnTo>
                  <a:pt x="4406475" y="1076324"/>
                </a:lnTo>
                <a:lnTo>
                  <a:pt x="4392394" y="1100838"/>
                </a:lnTo>
                <a:lnTo>
                  <a:pt x="4372210" y="1123488"/>
                </a:lnTo>
                <a:lnTo>
                  <a:pt x="4346267" y="1144199"/>
                </a:lnTo>
                <a:lnTo>
                  <a:pt x="4337845" y="1149219"/>
                </a:lnTo>
                <a:lnTo>
                  <a:pt x="1599564" y="1149219"/>
                </a:lnTo>
                <a:lnTo>
                  <a:pt x="1552560" y="1151940"/>
                </a:lnTo>
                <a:lnTo>
                  <a:pt x="1503961" y="1153216"/>
                </a:lnTo>
                <a:close/>
              </a:path>
              <a:path w="4414520" h="1381125">
                <a:moveTo>
                  <a:pt x="3566785" y="289975"/>
                </a:moveTo>
                <a:lnTo>
                  <a:pt x="3133204" y="289975"/>
                </a:lnTo>
                <a:lnTo>
                  <a:pt x="3171719" y="280809"/>
                </a:lnTo>
                <a:lnTo>
                  <a:pt x="3213845" y="273813"/>
                </a:lnTo>
                <a:lnTo>
                  <a:pt x="3259223" y="269064"/>
                </a:lnTo>
                <a:lnTo>
                  <a:pt x="3307494" y="266642"/>
                </a:lnTo>
                <a:lnTo>
                  <a:pt x="3358299" y="266623"/>
                </a:lnTo>
                <a:lnTo>
                  <a:pt x="3411280" y="269087"/>
                </a:lnTo>
                <a:lnTo>
                  <a:pt x="3466077" y="274110"/>
                </a:lnTo>
                <a:lnTo>
                  <a:pt x="3522332" y="281771"/>
                </a:lnTo>
                <a:lnTo>
                  <a:pt x="3566785" y="289975"/>
                </a:lnTo>
                <a:close/>
              </a:path>
              <a:path w="4414520" h="1381125">
                <a:moveTo>
                  <a:pt x="2408690" y="1380992"/>
                </a:moveTo>
                <a:lnTo>
                  <a:pt x="2347649" y="1379474"/>
                </a:lnTo>
                <a:lnTo>
                  <a:pt x="2284626" y="1375454"/>
                </a:lnTo>
                <a:lnTo>
                  <a:pt x="2219920" y="1368866"/>
                </a:lnTo>
                <a:lnTo>
                  <a:pt x="2153831" y="1359645"/>
                </a:lnTo>
                <a:lnTo>
                  <a:pt x="2094870" y="1349304"/>
                </a:lnTo>
                <a:lnTo>
                  <a:pt x="2037596" y="1337283"/>
                </a:lnTo>
                <a:lnTo>
                  <a:pt x="1982200" y="1323694"/>
                </a:lnTo>
                <a:lnTo>
                  <a:pt x="1928872" y="1308649"/>
                </a:lnTo>
                <a:lnTo>
                  <a:pt x="1877802" y="1292259"/>
                </a:lnTo>
                <a:lnTo>
                  <a:pt x="1829182" y="1274635"/>
                </a:lnTo>
                <a:lnTo>
                  <a:pt x="1783202" y="1255888"/>
                </a:lnTo>
                <a:lnTo>
                  <a:pt x="1740051" y="1236131"/>
                </a:lnTo>
                <a:lnTo>
                  <a:pt x="1699922" y="1215474"/>
                </a:lnTo>
                <a:lnTo>
                  <a:pt x="1662891" y="1193954"/>
                </a:lnTo>
                <a:lnTo>
                  <a:pt x="1629488" y="1171906"/>
                </a:lnTo>
                <a:lnTo>
                  <a:pt x="1599564" y="1149219"/>
                </a:lnTo>
                <a:lnTo>
                  <a:pt x="4337845" y="1149219"/>
                </a:lnTo>
                <a:lnTo>
                  <a:pt x="4278462" y="1179506"/>
                </a:lnTo>
                <a:lnTo>
                  <a:pt x="4237285" y="1193954"/>
                </a:lnTo>
                <a:lnTo>
                  <a:pt x="4191712" y="1206166"/>
                </a:lnTo>
                <a:lnTo>
                  <a:pt x="4142085" y="1216069"/>
                </a:lnTo>
                <a:lnTo>
                  <a:pt x="4094218" y="1222815"/>
                </a:lnTo>
                <a:lnTo>
                  <a:pt x="3778300" y="1222815"/>
                </a:lnTo>
                <a:lnTo>
                  <a:pt x="3770427" y="1247077"/>
                </a:lnTo>
                <a:lnTo>
                  <a:pt x="3756075" y="1269509"/>
                </a:lnTo>
                <a:lnTo>
                  <a:pt x="3752652" y="1272942"/>
                </a:lnTo>
                <a:lnTo>
                  <a:pt x="2844126" y="1272942"/>
                </a:lnTo>
                <a:lnTo>
                  <a:pt x="2819395" y="1292848"/>
                </a:lnTo>
                <a:lnTo>
                  <a:pt x="2755293" y="1327051"/>
                </a:lnTo>
                <a:lnTo>
                  <a:pt x="2716521" y="1341216"/>
                </a:lnTo>
                <a:lnTo>
                  <a:pt x="2673669" y="1353338"/>
                </a:lnTo>
                <a:lnTo>
                  <a:pt x="2627036" y="1363350"/>
                </a:lnTo>
                <a:lnTo>
                  <a:pt x="2576922" y="1371186"/>
                </a:lnTo>
                <a:lnTo>
                  <a:pt x="2523626" y="1376783"/>
                </a:lnTo>
                <a:lnTo>
                  <a:pt x="2467449" y="1380073"/>
                </a:lnTo>
                <a:lnTo>
                  <a:pt x="2408690" y="1380992"/>
                </a:lnTo>
                <a:close/>
              </a:path>
              <a:path w="4414520" h="1381125">
                <a:moveTo>
                  <a:pt x="3972292" y="1231173"/>
                </a:moveTo>
                <a:lnTo>
                  <a:pt x="3909862" y="1231093"/>
                </a:lnTo>
                <a:lnTo>
                  <a:pt x="3845084" y="1228332"/>
                </a:lnTo>
                <a:lnTo>
                  <a:pt x="3778300" y="1222815"/>
                </a:lnTo>
                <a:lnTo>
                  <a:pt x="4094218" y="1222815"/>
                </a:lnTo>
                <a:lnTo>
                  <a:pt x="4088745" y="1223587"/>
                </a:lnTo>
                <a:lnTo>
                  <a:pt x="4032033" y="1228646"/>
                </a:lnTo>
                <a:lnTo>
                  <a:pt x="3972292" y="1231173"/>
                </a:lnTo>
                <a:close/>
              </a:path>
              <a:path w="4414520" h="1381125">
                <a:moveTo>
                  <a:pt x="3397573" y="1375554"/>
                </a:moveTo>
                <a:lnTo>
                  <a:pt x="3339170" y="1375184"/>
                </a:lnTo>
                <a:lnTo>
                  <a:pt x="3278435" y="1372083"/>
                </a:lnTo>
                <a:lnTo>
                  <a:pt x="3215746" y="1366169"/>
                </a:lnTo>
                <a:lnTo>
                  <a:pt x="3151479" y="1357359"/>
                </a:lnTo>
                <a:lnTo>
                  <a:pt x="3094865" y="1347319"/>
                </a:lnTo>
                <a:lnTo>
                  <a:pt x="3040099" y="1335487"/>
                </a:lnTo>
                <a:lnTo>
                  <a:pt x="2987411" y="1321999"/>
                </a:lnTo>
                <a:lnTo>
                  <a:pt x="2937033" y="1306989"/>
                </a:lnTo>
                <a:lnTo>
                  <a:pt x="2889194" y="1290592"/>
                </a:lnTo>
                <a:lnTo>
                  <a:pt x="2844126" y="1272942"/>
                </a:lnTo>
                <a:lnTo>
                  <a:pt x="3752652" y="1272942"/>
                </a:lnTo>
                <a:lnTo>
                  <a:pt x="3709443" y="1308557"/>
                </a:lnTo>
                <a:lnTo>
                  <a:pt x="3641420" y="1339305"/>
                </a:lnTo>
                <a:lnTo>
                  <a:pt x="3600330" y="1351361"/>
                </a:lnTo>
                <a:lnTo>
                  <a:pt x="3555023" y="1361096"/>
                </a:lnTo>
                <a:lnTo>
                  <a:pt x="3505877" y="1368428"/>
                </a:lnTo>
                <a:lnTo>
                  <a:pt x="3453268" y="1373275"/>
                </a:lnTo>
                <a:lnTo>
                  <a:pt x="3397573" y="1375554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6" name="object 76"/>
          <p:cNvSpPr/>
          <p:nvPr/>
        </p:nvSpPr>
        <p:spPr>
          <a:xfrm>
            <a:off x="8807894" y="2431275"/>
            <a:ext cx="328485" cy="25617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7" name="object 77"/>
          <p:cNvSpPr/>
          <p:nvPr/>
        </p:nvSpPr>
        <p:spPr>
          <a:xfrm>
            <a:off x="7676019" y="1286636"/>
            <a:ext cx="4429125" cy="1384300"/>
          </a:xfrm>
          <a:custGeom>
            <a:avLst/>
            <a:gdLst/>
            <a:ahLst/>
            <a:cxnLst/>
            <a:rect l="l" t="t" r="r" b="b"/>
            <a:pathLst>
              <a:path w="4429125" h="1384300">
                <a:moveTo>
                  <a:pt x="1116266" y="12700"/>
                </a:moveTo>
                <a:lnTo>
                  <a:pt x="719340" y="12700"/>
                </a:lnTo>
                <a:lnTo>
                  <a:pt x="732967" y="0"/>
                </a:lnTo>
                <a:lnTo>
                  <a:pt x="1098664" y="0"/>
                </a:lnTo>
                <a:lnTo>
                  <a:pt x="1116266" y="12700"/>
                </a:lnTo>
                <a:close/>
              </a:path>
              <a:path w="4429125" h="1384300">
                <a:moveTo>
                  <a:pt x="721233" y="25400"/>
                </a:moveTo>
                <a:lnTo>
                  <a:pt x="654850" y="25400"/>
                </a:lnTo>
                <a:lnTo>
                  <a:pt x="667245" y="12700"/>
                </a:lnTo>
                <a:lnTo>
                  <a:pt x="734783" y="12700"/>
                </a:lnTo>
                <a:lnTo>
                  <a:pt x="721233" y="25400"/>
                </a:lnTo>
                <a:close/>
              </a:path>
              <a:path w="4429125" h="1384300">
                <a:moveTo>
                  <a:pt x="1193457" y="25400"/>
                </a:moveTo>
                <a:lnTo>
                  <a:pt x="1114691" y="25400"/>
                </a:lnTo>
                <a:lnTo>
                  <a:pt x="1097140" y="12700"/>
                </a:lnTo>
                <a:lnTo>
                  <a:pt x="1169644" y="12700"/>
                </a:lnTo>
                <a:lnTo>
                  <a:pt x="1193457" y="25400"/>
                </a:lnTo>
                <a:close/>
              </a:path>
              <a:path w="4429125" h="1384300">
                <a:moveTo>
                  <a:pt x="657707" y="38100"/>
                </a:moveTo>
                <a:lnTo>
                  <a:pt x="607987" y="38100"/>
                </a:lnTo>
                <a:lnTo>
                  <a:pt x="619290" y="25400"/>
                </a:lnTo>
                <a:lnTo>
                  <a:pt x="670001" y="25400"/>
                </a:lnTo>
                <a:lnTo>
                  <a:pt x="657707" y="38100"/>
                </a:lnTo>
                <a:close/>
              </a:path>
              <a:path w="4429125" h="1384300">
                <a:moveTo>
                  <a:pt x="1263345" y="38100"/>
                </a:moveTo>
                <a:lnTo>
                  <a:pt x="1214742" y="38100"/>
                </a:lnTo>
                <a:lnTo>
                  <a:pt x="1191260" y="25400"/>
                </a:lnTo>
                <a:lnTo>
                  <a:pt x="1240320" y="25400"/>
                </a:lnTo>
                <a:lnTo>
                  <a:pt x="1263345" y="38100"/>
                </a:lnTo>
                <a:close/>
              </a:path>
              <a:path w="4429125" h="1384300">
                <a:moveTo>
                  <a:pt x="600951" y="50800"/>
                </a:moveTo>
                <a:lnTo>
                  <a:pt x="565696" y="50800"/>
                </a:lnTo>
                <a:lnTo>
                  <a:pt x="575818" y="38100"/>
                </a:lnTo>
                <a:lnTo>
                  <a:pt x="611835" y="38100"/>
                </a:lnTo>
                <a:lnTo>
                  <a:pt x="600951" y="50800"/>
                </a:lnTo>
                <a:close/>
              </a:path>
              <a:path w="4429125" h="1384300">
                <a:moveTo>
                  <a:pt x="1330655" y="50800"/>
                </a:moveTo>
                <a:lnTo>
                  <a:pt x="1260741" y="50800"/>
                </a:lnTo>
                <a:lnTo>
                  <a:pt x="1237792" y="38100"/>
                </a:lnTo>
                <a:lnTo>
                  <a:pt x="1308519" y="38100"/>
                </a:lnTo>
                <a:lnTo>
                  <a:pt x="1330655" y="50800"/>
                </a:lnTo>
                <a:close/>
              </a:path>
              <a:path w="4429125" h="1384300">
                <a:moveTo>
                  <a:pt x="570445" y="63500"/>
                </a:moveTo>
                <a:lnTo>
                  <a:pt x="537197" y="63500"/>
                </a:lnTo>
                <a:lnTo>
                  <a:pt x="546379" y="50800"/>
                </a:lnTo>
                <a:lnTo>
                  <a:pt x="580440" y="50800"/>
                </a:lnTo>
                <a:lnTo>
                  <a:pt x="570445" y="63500"/>
                </a:lnTo>
                <a:close/>
              </a:path>
              <a:path w="4429125" h="1384300">
                <a:moveTo>
                  <a:pt x="1373936" y="63500"/>
                </a:moveTo>
                <a:lnTo>
                  <a:pt x="1327556" y="63500"/>
                </a:lnTo>
                <a:lnTo>
                  <a:pt x="1305509" y="50800"/>
                </a:lnTo>
                <a:lnTo>
                  <a:pt x="1352461" y="50800"/>
                </a:lnTo>
                <a:lnTo>
                  <a:pt x="1373936" y="63500"/>
                </a:lnTo>
                <a:close/>
              </a:path>
              <a:path w="4429125" h="1384300">
                <a:moveTo>
                  <a:pt x="1896135" y="63500"/>
                </a:moveTo>
                <a:lnTo>
                  <a:pt x="1704530" y="63500"/>
                </a:lnTo>
                <a:lnTo>
                  <a:pt x="1720583" y="50800"/>
                </a:lnTo>
                <a:lnTo>
                  <a:pt x="1877529" y="50800"/>
                </a:lnTo>
                <a:lnTo>
                  <a:pt x="1896135" y="63500"/>
                </a:lnTo>
                <a:close/>
              </a:path>
              <a:path w="4429125" h="1384300">
                <a:moveTo>
                  <a:pt x="542823" y="76200"/>
                </a:moveTo>
                <a:lnTo>
                  <a:pt x="511619" y="76200"/>
                </a:lnTo>
                <a:lnTo>
                  <a:pt x="519811" y="63500"/>
                </a:lnTo>
                <a:lnTo>
                  <a:pt x="551853" y="63500"/>
                </a:lnTo>
                <a:lnTo>
                  <a:pt x="542823" y="76200"/>
                </a:lnTo>
                <a:close/>
              </a:path>
              <a:path w="4429125" h="1384300">
                <a:moveTo>
                  <a:pt x="1415821" y="76200"/>
                </a:moveTo>
                <a:lnTo>
                  <a:pt x="1370495" y="76200"/>
                </a:lnTo>
                <a:lnTo>
                  <a:pt x="1349108" y="63500"/>
                </a:lnTo>
                <a:lnTo>
                  <a:pt x="1395056" y="63500"/>
                </a:lnTo>
                <a:lnTo>
                  <a:pt x="1415821" y="76200"/>
                </a:lnTo>
                <a:close/>
              </a:path>
              <a:path w="4429125" h="1384300">
                <a:moveTo>
                  <a:pt x="1705686" y="76200"/>
                </a:moveTo>
                <a:lnTo>
                  <a:pt x="1615313" y="76200"/>
                </a:lnTo>
                <a:lnTo>
                  <a:pt x="1629283" y="63500"/>
                </a:lnTo>
                <a:lnTo>
                  <a:pt x="1721624" y="63500"/>
                </a:lnTo>
                <a:lnTo>
                  <a:pt x="1705686" y="76200"/>
                </a:lnTo>
                <a:close/>
              </a:path>
              <a:path w="4429125" h="1384300">
                <a:moveTo>
                  <a:pt x="2011311" y="76200"/>
                </a:moveTo>
                <a:lnTo>
                  <a:pt x="1895246" y="76200"/>
                </a:lnTo>
                <a:lnTo>
                  <a:pt x="1876729" y="63500"/>
                </a:lnTo>
                <a:lnTo>
                  <a:pt x="1991753" y="63500"/>
                </a:lnTo>
                <a:lnTo>
                  <a:pt x="2011311" y="76200"/>
                </a:lnTo>
                <a:close/>
              </a:path>
              <a:path w="4429125" h="1384300">
                <a:moveTo>
                  <a:pt x="518223" y="88900"/>
                </a:moveTo>
                <a:lnTo>
                  <a:pt x="496277" y="88900"/>
                </a:lnTo>
                <a:lnTo>
                  <a:pt x="503770" y="76200"/>
                </a:lnTo>
                <a:lnTo>
                  <a:pt x="526237" y="76200"/>
                </a:lnTo>
                <a:lnTo>
                  <a:pt x="518223" y="88900"/>
                </a:lnTo>
                <a:close/>
              </a:path>
              <a:path w="4429125" h="1384300">
                <a:moveTo>
                  <a:pt x="1456232" y="88900"/>
                </a:moveTo>
                <a:lnTo>
                  <a:pt x="1412036" y="88900"/>
                </a:lnTo>
                <a:lnTo>
                  <a:pt x="1391361" y="76200"/>
                </a:lnTo>
                <a:lnTo>
                  <a:pt x="1436217" y="76200"/>
                </a:lnTo>
                <a:lnTo>
                  <a:pt x="1456232" y="88900"/>
                </a:lnTo>
                <a:close/>
              </a:path>
              <a:path w="4429125" h="1384300">
                <a:moveTo>
                  <a:pt x="1617929" y="88900"/>
                </a:moveTo>
                <a:lnTo>
                  <a:pt x="1563484" y="88900"/>
                </a:lnTo>
                <a:lnTo>
                  <a:pt x="1575816" y="76200"/>
                </a:lnTo>
                <a:lnTo>
                  <a:pt x="1631759" y="76200"/>
                </a:lnTo>
                <a:lnTo>
                  <a:pt x="1617929" y="88900"/>
                </a:lnTo>
                <a:close/>
              </a:path>
              <a:path w="4429125" h="1384300">
                <a:moveTo>
                  <a:pt x="2080018" y="88900"/>
                </a:moveTo>
                <a:lnTo>
                  <a:pt x="2009381" y="88900"/>
                </a:lnTo>
                <a:lnTo>
                  <a:pt x="1989899" y="76200"/>
                </a:lnTo>
                <a:lnTo>
                  <a:pt x="2066505" y="76200"/>
                </a:lnTo>
                <a:lnTo>
                  <a:pt x="2080018" y="88900"/>
                </a:lnTo>
                <a:close/>
              </a:path>
              <a:path w="4429125" h="1384300">
                <a:moveTo>
                  <a:pt x="496811" y="101600"/>
                </a:moveTo>
                <a:lnTo>
                  <a:pt x="482333" y="101600"/>
                </a:lnTo>
                <a:lnTo>
                  <a:pt x="489127" y="88900"/>
                </a:lnTo>
                <a:lnTo>
                  <a:pt x="503770" y="88900"/>
                </a:lnTo>
                <a:lnTo>
                  <a:pt x="496811" y="101600"/>
                </a:lnTo>
                <a:close/>
              </a:path>
              <a:path w="4429125" h="1384300">
                <a:moveTo>
                  <a:pt x="1495056" y="101600"/>
                </a:moveTo>
                <a:lnTo>
                  <a:pt x="1452092" y="101600"/>
                </a:lnTo>
                <a:lnTo>
                  <a:pt x="1432166" y="88900"/>
                </a:lnTo>
                <a:lnTo>
                  <a:pt x="1475841" y="88900"/>
                </a:lnTo>
                <a:lnTo>
                  <a:pt x="1495056" y="101600"/>
                </a:lnTo>
                <a:close/>
              </a:path>
              <a:path w="4429125" h="1384300">
                <a:moveTo>
                  <a:pt x="1567294" y="101600"/>
                </a:moveTo>
                <a:lnTo>
                  <a:pt x="1529130" y="101600"/>
                </a:lnTo>
                <a:lnTo>
                  <a:pt x="1540129" y="88900"/>
                </a:lnTo>
                <a:lnTo>
                  <a:pt x="1579473" y="88900"/>
                </a:lnTo>
                <a:lnTo>
                  <a:pt x="1567294" y="101600"/>
                </a:lnTo>
                <a:close/>
              </a:path>
              <a:path w="4429125" h="1384300">
                <a:moveTo>
                  <a:pt x="2132787" y="101600"/>
                </a:moveTo>
                <a:lnTo>
                  <a:pt x="2077453" y="101600"/>
                </a:lnTo>
                <a:lnTo>
                  <a:pt x="2064004" y="88900"/>
                </a:lnTo>
                <a:lnTo>
                  <a:pt x="2119795" y="88900"/>
                </a:lnTo>
                <a:lnTo>
                  <a:pt x="2132787" y="101600"/>
                </a:lnTo>
                <a:close/>
              </a:path>
              <a:path w="4429125" h="1384300">
                <a:moveTo>
                  <a:pt x="484378" y="114300"/>
                </a:moveTo>
                <a:lnTo>
                  <a:pt x="464197" y="114300"/>
                </a:lnTo>
                <a:lnTo>
                  <a:pt x="469861" y="101600"/>
                </a:lnTo>
                <a:lnTo>
                  <a:pt x="490601" y="101600"/>
                </a:lnTo>
                <a:lnTo>
                  <a:pt x="484378" y="114300"/>
                </a:lnTo>
                <a:close/>
              </a:path>
              <a:path w="4429125" h="1384300">
                <a:moveTo>
                  <a:pt x="1534020" y="114300"/>
                </a:moveTo>
                <a:lnTo>
                  <a:pt x="1490548" y="114300"/>
                </a:lnTo>
                <a:lnTo>
                  <a:pt x="1471434" y="101600"/>
                </a:lnTo>
                <a:lnTo>
                  <a:pt x="1544828" y="101600"/>
                </a:lnTo>
                <a:lnTo>
                  <a:pt x="1534020" y="114300"/>
                </a:lnTo>
                <a:close/>
              </a:path>
              <a:path w="4429125" h="1384300">
                <a:moveTo>
                  <a:pt x="2183358" y="114300"/>
                </a:moveTo>
                <a:lnTo>
                  <a:pt x="2142464" y="114300"/>
                </a:lnTo>
                <a:lnTo>
                  <a:pt x="2129663" y="101600"/>
                </a:lnTo>
                <a:lnTo>
                  <a:pt x="2170938" y="101600"/>
                </a:lnTo>
                <a:lnTo>
                  <a:pt x="2183358" y="114300"/>
                </a:lnTo>
                <a:close/>
              </a:path>
              <a:path w="4429125" h="1384300">
                <a:moveTo>
                  <a:pt x="473468" y="127000"/>
                </a:moveTo>
                <a:lnTo>
                  <a:pt x="454037" y="127000"/>
                </a:lnTo>
                <a:lnTo>
                  <a:pt x="458914" y="114300"/>
                </a:lnTo>
                <a:lnTo>
                  <a:pt x="478929" y="114300"/>
                </a:lnTo>
                <a:lnTo>
                  <a:pt x="473468" y="127000"/>
                </a:lnTo>
                <a:close/>
              </a:path>
              <a:path w="4429125" h="1384300">
                <a:moveTo>
                  <a:pt x="2265781" y="139700"/>
                </a:moveTo>
                <a:lnTo>
                  <a:pt x="2238895" y="139700"/>
                </a:lnTo>
                <a:lnTo>
                  <a:pt x="2215629" y="127000"/>
                </a:lnTo>
                <a:lnTo>
                  <a:pt x="2179789" y="127000"/>
                </a:lnTo>
                <a:lnTo>
                  <a:pt x="2167432" y="114300"/>
                </a:lnTo>
                <a:lnTo>
                  <a:pt x="2219680" y="114300"/>
                </a:lnTo>
                <a:lnTo>
                  <a:pt x="2243074" y="127000"/>
                </a:lnTo>
                <a:lnTo>
                  <a:pt x="2265781" y="139700"/>
                </a:lnTo>
                <a:close/>
              </a:path>
              <a:path w="4429125" h="1384300">
                <a:moveTo>
                  <a:pt x="460032" y="139700"/>
                </a:moveTo>
                <a:lnTo>
                  <a:pt x="445490" y="139700"/>
                </a:lnTo>
                <a:lnTo>
                  <a:pt x="449554" y="127000"/>
                </a:lnTo>
                <a:lnTo>
                  <a:pt x="464312" y="127000"/>
                </a:lnTo>
                <a:lnTo>
                  <a:pt x="460032" y="139700"/>
                </a:lnTo>
                <a:close/>
              </a:path>
              <a:path w="4429125" h="1384300">
                <a:moveTo>
                  <a:pt x="453072" y="152400"/>
                </a:moveTo>
                <a:lnTo>
                  <a:pt x="438632" y="152400"/>
                </a:lnTo>
                <a:lnTo>
                  <a:pt x="441845" y="139700"/>
                </a:lnTo>
                <a:lnTo>
                  <a:pt x="456539" y="139700"/>
                </a:lnTo>
                <a:lnTo>
                  <a:pt x="453072" y="152400"/>
                </a:lnTo>
                <a:close/>
              </a:path>
              <a:path w="4429125" h="1384300">
                <a:moveTo>
                  <a:pt x="2349093" y="177800"/>
                </a:moveTo>
                <a:lnTo>
                  <a:pt x="2324163" y="177800"/>
                </a:lnTo>
                <a:lnTo>
                  <a:pt x="2303856" y="165100"/>
                </a:lnTo>
                <a:lnTo>
                  <a:pt x="2304008" y="165100"/>
                </a:lnTo>
                <a:lnTo>
                  <a:pt x="2282913" y="152400"/>
                </a:lnTo>
                <a:lnTo>
                  <a:pt x="2261336" y="152400"/>
                </a:lnTo>
                <a:lnTo>
                  <a:pt x="2238768" y="139700"/>
                </a:lnTo>
                <a:lnTo>
                  <a:pt x="2287778" y="139700"/>
                </a:lnTo>
                <a:lnTo>
                  <a:pt x="2309012" y="152400"/>
                </a:lnTo>
                <a:lnTo>
                  <a:pt x="2329472" y="165100"/>
                </a:lnTo>
                <a:lnTo>
                  <a:pt x="2349093" y="177800"/>
                </a:lnTo>
                <a:close/>
              </a:path>
              <a:path w="4429125" h="1384300">
                <a:moveTo>
                  <a:pt x="2670263" y="152400"/>
                </a:moveTo>
                <a:lnTo>
                  <a:pt x="2582075" y="152400"/>
                </a:lnTo>
                <a:lnTo>
                  <a:pt x="2596210" y="139700"/>
                </a:lnTo>
                <a:lnTo>
                  <a:pt x="2655049" y="139700"/>
                </a:lnTo>
                <a:lnTo>
                  <a:pt x="2670263" y="152400"/>
                </a:lnTo>
                <a:close/>
              </a:path>
              <a:path w="4429125" h="1384300">
                <a:moveTo>
                  <a:pt x="444017" y="177800"/>
                </a:moveTo>
                <a:lnTo>
                  <a:pt x="431673" y="177800"/>
                </a:lnTo>
                <a:lnTo>
                  <a:pt x="433539" y="165100"/>
                </a:lnTo>
                <a:lnTo>
                  <a:pt x="435864" y="152400"/>
                </a:lnTo>
                <a:lnTo>
                  <a:pt x="450354" y="152400"/>
                </a:lnTo>
                <a:lnTo>
                  <a:pt x="447725" y="165100"/>
                </a:lnTo>
                <a:lnTo>
                  <a:pt x="445782" y="165100"/>
                </a:lnTo>
                <a:lnTo>
                  <a:pt x="444017" y="177800"/>
                </a:lnTo>
                <a:close/>
              </a:path>
              <a:path w="4429125" h="1384300">
                <a:moveTo>
                  <a:pt x="2582659" y="165100"/>
                </a:moveTo>
                <a:lnTo>
                  <a:pt x="2478684" y="165100"/>
                </a:lnTo>
                <a:lnTo>
                  <a:pt x="2490571" y="152400"/>
                </a:lnTo>
                <a:lnTo>
                  <a:pt x="2596692" y="152400"/>
                </a:lnTo>
                <a:lnTo>
                  <a:pt x="2582659" y="165100"/>
                </a:lnTo>
                <a:close/>
              </a:path>
              <a:path w="4429125" h="1384300">
                <a:moveTo>
                  <a:pt x="2797810" y="165100"/>
                </a:moveTo>
                <a:lnTo>
                  <a:pt x="2669768" y="165100"/>
                </a:lnTo>
                <a:lnTo>
                  <a:pt x="2654642" y="152400"/>
                </a:lnTo>
                <a:lnTo>
                  <a:pt x="2781401" y="152400"/>
                </a:lnTo>
                <a:lnTo>
                  <a:pt x="2797810" y="165100"/>
                </a:lnTo>
                <a:close/>
              </a:path>
              <a:path w="4429125" h="1384300">
                <a:moveTo>
                  <a:pt x="2469896" y="177800"/>
                </a:moveTo>
                <a:lnTo>
                  <a:pt x="2424417" y="177800"/>
                </a:lnTo>
                <a:lnTo>
                  <a:pt x="2434551" y="165100"/>
                </a:lnTo>
                <a:lnTo>
                  <a:pt x="2481300" y="165100"/>
                </a:lnTo>
                <a:lnTo>
                  <a:pt x="2469896" y="177800"/>
                </a:lnTo>
                <a:close/>
              </a:path>
              <a:path w="4429125" h="1384300">
                <a:moveTo>
                  <a:pt x="2864319" y="177800"/>
                </a:moveTo>
                <a:lnTo>
                  <a:pt x="2795866" y="177800"/>
                </a:lnTo>
                <a:lnTo>
                  <a:pt x="2779547" y="165100"/>
                </a:lnTo>
                <a:lnTo>
                  <a:pt x="2851289" y="165100"/>
                </a:lnTo>
                <a:lnTo>
                  <a:pt x="2864319" y="177800"/>
                </a:lnTo>
                <a:close/>
              </a:path>
              <a:path w="4429125" h="1384300">
                <a:moveTo>
                  <a:pt x="442201" y="190500"/>
                </a:moveTo>
                <a:lnTo>
                  <a:pt x="429602" y="190500"/>
                </a:lnTo>
                <a:lnTo>
                  <a:pt x="430276" y="177800"/>
                </a:lnTo>
                <a:lnTo>
                  <a:pt x="442836" y="177800"/>
                </a:lnTo>
                <a:lnTo>
                  <a:pt x="442201" y="190500"/>
                </a:lnTo>
                <a:close/>
              </a:path>
              <a:path w="4429125" h="1384300">
                <a:moveTo>
                  <a:pt x="2376982" y="190500"/>
                </a:moveTo>
                <a:lnTo>
                  <a:pt x="2343505" y="190500"/>
                </a:lnTo>
                <a:lnTo>
                  <a:pt x="2324011" y="177800"/>
                </a:lnTo>
                <a:lnTo>
                  <a:pt x="2367915" y="177800"/>
                </a:lnTo>
                <a:lnTo>
                  <a:pt x="2376982" y="190500"/>
                </a:lnTo>
                <a:close/>
              </a:path>
              <a:path w="4429125" h="1384300">
                <a:moveTo>
                  <a:pt x="2428443" y="190500"/>
                </a:moveTo>
                <a:lnTo>
                  <a:pt x="2396299" y="190500"/>
                </a:lnTo>
                <a:lnTo>
                  <a:pt x="2405278" y="177800"/>
                </a:lnTo>
                <a:lnTo>
                  <a:pt x="2438400" y="177800"/>
                </a:lnTo>
                <a:lnTo>
                  <a:pt x="2428443" y="190500"/>
                </a:lnTo>
                <a:close/>
              </a:path>
              <a:path w="4429125" h="1384300">
                <a:moveTo>
                  <a:pt x="2927197" y="190500"/>
                </a:moveTo>
                <a:lnTo>
                  <a:pt x="2874391" y="190500"/>
                </a:lnTo>
                <a:lnTo>
                  <a:pt x="2861576" y="177800"/>
                </a:lnTo>
                <a:lnTo>
                  <a:pt x="2914942" y="177800"/>
                </a:lnTo>
                <a:lnTo>
                  <a:pt x="2927197" y="190500"/>
                </a:lnTo>
                <a:close/>
              </a:path>
              <a:path w="4429125" h="1384300">
                <a:moveTo>
                  <a:pt x="441579" y="203200"/>
                </a:moveTo>
                <a:lnTo>
                  <a:pt x="428866" y="203200"/>
                </a:lnTo>
                <a:lnTo>
                  <a:pt x="428904" y="190500"/>
                </a:lnTo>
                <a:lnTo>
                  <a:pt x="441604" y="190500"/>
                </a:lnTo>
                <a:lnTo>
                  <a:pt x="441579" y="203200"/>
                </a:lnTo>
                <a:close/>
              </a:path>
              <a:path w="4429125" h="1384300">
                <a:moveTo>
                  <a:pt x="2393327" y="203200"/>
                </a:moveTo>
                <a:lnTo>
                  <a:pt x="2370848" y="203200"/>
                </a:lnTo>
                <a:lnTo>
                  <a:pt x="2361857" y="190500"/>
                </a:lnTo>
                <a:lnTo>
                  <a:pt x="2401684" y="190500"/>
                </a:lnTo>
                <a:lnTo>
                  <a:pt x="2393327" y="203200"/>
                </a:lnTo>
                <a:close/>
              </a:path>
              <a:path w="4429125" h="1384300">
                <a:moveTo>
                  <a:pt x="2962910" y="203200"/>
                </a:moveTo>
                <a:lnTo>
                  <a:pt x="2923794" y="203200"/>
                </a:lnTo>
                <a:lnTo>
                  <a:pt x="2911614" y="190500"/>
                </a:lnTo>
                <a:lnTo>
                  <a:pt x="2951187" y="190500"/>
                </a:lnTo>
                <a:lnTo>
                  <a:pt x="2962910" y="203200"/>
                </a:lnTo>
                <a:close/>
              </a:path>
              <a:path w="4429125" h="1384300">
                <a:moveTo>
                  <a:pt x="391414" y="215900"/>
                </a:moveTo>
                <a:lnTo>
                  <a:pt x="236588" y="215900"/>
                </a:lnTo>
                <a:lnTo>
                  <a:pt x="254571" y="203200"/>
                </a:lnTo>
                <a:lnTo>
                  <a:pt x="370840" y="203200"/>
                </a:lnTo>
                <a:lnTo>
                  <a:pt x="391414" y="215900"/>
                </a:lnTo>
                <a:close/>
              </a:path>
              <a:path w="4429125" h="1384300">
                <a:moveTo>
                  <a:pt x="442607" y="215900"/>
                </a:moveTo>
                <a:lnTo>
                  <a:pt x="430009" y="215900"/>
                </a:lnTo>
                <a:lnTo>
                  <a:pt x="429425" y="203200"/>
                </a:lnTo>
                <a:lnTo>
                  <a:pt x="442048" y="203200"/>
                </a:lnTo>
                <a:lnTo>
                  <a:pt x="442607" y="215900"/>
                </a:lnTo>
                <a:close/>
              </a:path>
              <a:path w="4429125" h="1384300">
                <a:moveTo>
                  <a:pt x="2996933" y="215900"/>
                </a:moveTo>
                <a:lnTo>
                  <a:pt x="2959049" y="215900"/>
                </a:lnTo>
                <a:lnTo>
                  <a:pt x="2947403" y="203200"/>
                </a:lnTo>
                <a:lnTo>
                  <a:pt x="2985782" y="203200"/>
                </a:lnTo>
                <a:lnTo>
                  <a:pt x="2996933" y="215900"/>
                </a:lnTo>
                <a:close/>
              </a:path>
              <a:path w="4429125" h="1384300">
                <a:moveTo>
                  <a:pt x="237604" y="228600"/>
                </a:moveTo>
                <a:lnTo>
                  <a:pt x="154165" y="228600"/>
                </a:lnTo>
                <a:lnTo>
                  <a:pt x="169583" y="215900"/>
                </a:lnTo>
                <a:lnTo>
                  <a:pt x="255435" y="215900"/>
                </a:lnTo>
                <a:lnTo>
                  <a:pt x="237604" y="228600"/>
                </a:lnTo>
                <a:close/>
              </a:path>
              <a:path w="4429125" h="1384300">
                <a:moveTo>
                  <a:pt x="434340" y="228600"/>
                </a:moveTo>
                <a:lnTo>
                  <a:pt x="390461" y="228600"/>
                </a:lnTo>
                <a:lnTo>
                  <a:pt x="370014" y="215900"/>
                </a:lnTo>
                <a:lnTo>
                  <a:pt x="443928" y="215900"/>
                </a:lnTo>
                <a:lnTo>
                  <a:pt x="434340" y="228600"/>
                </a:lnTo>
                <a:close/>
              </a:path>
              <a:path w="4429125" h="1384300">
                <a:moveTo>
                  <a:pt x="3029127" y="228600"/>
                </a:moveTo>
                <a:lnTo>
                  <a:pt x="3003384" y="228600"/>
                </a:lnTo>
                <a:lnTo>
                  <a:pt x="2992513" y="215900"/>
                </a:lnTo>
                <a:lnTo>
                  <a:pt x="3018612" y="215900"/>
                </a:lnTo>
                <a:lnTo>
                  <a:pt x="3029127" y="228600"/>
                </a:lnTo>
                <a:close/>
              </a:path>
              <a:path w="4429125" h="1384300">
                <a:moveTo>
                  <a:pt x="156819" y="241300"/>
                </a:moveTo>
                <a:lnTo>
                  <a:pt x="98552" y="241300"/>
                </a:lnTo>
                <a:lnTo>
                  <a:pt x="111493" y="228600"/>
                </a:lnTo>
                <a:lnTo>
                  <a:pt x="172059" y="228600"/>
                </a:lnTo>
                <a:lnTo>
                  <a:pt x="156819" y="241300"/>
                </a:lnTo>
                <a:close/>
              </a:path>
              <a:path w="4429125" h="1384300">
                <a:moveTo>
                  <a:pt x="3059366" y="241300"/>
                </a:moveTo>
                <a:lnTo>
                  <a:pt x="3034436" y="241300"/>
                </a:lnTo>
                <a:lnTo>
                  <a:pt x="3024225" y="228600"/>
                </a:lnTo>
                <a:lnTo>
                  <a:pt x="3049511" y="228600"/>
                </a:lnTo>
                <a:lnTo>
                  <a:pt x="3059366" y="241300"/>
                </a:lnTo>
                <a:close/>
              </a:path>
              <a:path w="4429125" h="1384300">
                <a:moveTo>
                  <a:pt x="102908" y="254000"/>
                </a:moveTo>
                <a:lnTo>
                  <a:pt x="74688" y="254000"/>
                </a:lnTo>
                <a:lnTo>
                  <a:pt x="86271" y="241300"/>
                </a:lnTo>
                <a:lnTo>
                  <a:pt x="115620" y="241300"/>
                </a:lnTo>
                <a:lnTo>
                  <a:pt x="102908" y="254000"/>
                </a:lnTo>
                <a:close/>
              </a:path>
              <a:path w="4429125" h="1384300">
                <a:moveTo>
                  <a:pt x="3087484" y="254000"/>
                </a:moveTo>
                <a:lnTo>
                  <a:pt x="3063455" y="254000"/>
                </a:lnTo>
                <a:lnTo>
                  <a:pt x="3053930" y="241300"/>
                </a:lnTo>
                <a:lnTo>
                  <a:pt x="3078353" y="241300"/>
                </a:lnTo>
                <a:lnTo>
                  <a:pt x="3087484" y="254000"/>
                </a:lnTo>
                <a:close/>
              </a:path>
              <a:path w="4429125" h="1384300">
                <a:moveTo>
                  <a:pt x="80086" y="266700"/>
                </a:moveTo>
                <a:lnTo>
                  <a:pt x="53733" y="266700"/>
                </a:lnTo>
                <a:lnTo>
                  <a:pt x="63817" y="254000"/>
                </a:lnTo>
                <a:lnTo>
                  <a:pt x="91389" y="254000"/>
                </a:lnTo>
                <a:lnTo>
                  <a:pt x="80086" y="266700"/>
                </a:lnTo>
                <a:close/>
              </a:path>
              <a:path w="4429125" h="1384300">
                <a:moveTo>
                  <a:pt x="3113366" y="266700"/>
                </a:moveTo>
                <a:lnTo>
                  <a:pt x="3081578" y="266700"/>
                </a:lnTo>
                <a:lnTo>
                  <a:pt x="3072549" y="254000"/>
                </a:lnTo>
                <a:lnTo>
                  <a:pt x="3104997" y="254000"/>
                </a:lnTo>
                <a:lnTo>
                  <a:pt x="3113366" y="266700"/>
                </a:lnTo>
                <a:close/>
              </a:path>
              <a:path w="4429125" h="1384300">
                <a:moveTo>
                  <a:pt x="3378796" y="266700"/>
                </a:moveTo>
                <a:lnTo>
                  <a:pt x="3302152" y="266700"/>
                </a:lnTo>
                <a:lnTo>
                  <a:pt x="3314547" y="254000"/>
                </a:lnTo>
                <a:lnTo>
                  <a:pt x="3365665" y="254000"/>
                </a:lnTo>
                <a:lnTo>
                  <a:pt x="3378796" y="266700"/>
                </a:lnTo>
                <a:close/>
              </a:path>
              <a:path w="4429125" h="1384300">
                <a:moveTo>
                  <a:pt x="55930" y="279400"/>
                </a:moveTo>
                <a:lnTo>
                  <a:pt x="35788" y="279400"/>
                </a:lnTo>
                <a:lnTo>
                  <a:pt x="39966" y="266700"/>
                </a:lnTo>
                <a:lnTo>
                  <a:pt x="60540" y="266700"/>
                </a:lnTo>
                <a:lnTo>
                  <a:pt x="55930" y="279400"/>
                </a:lnTo>
                <a:close/>
              </a:path>
              <a:path w="4429125" h="1384300">
                <a:moveTo>
                  <a:pt x="3129318" y="279400"/>
                </a:moveTo>
                <a:lnTo>
                  <a:pt x="3106864" y="279400"/>
                </a:lnTo>
                <a:lnTo>
                  <a:pt x="3098596" y="266700"/>
                </a:lnTo>
                <a:lnTo>
                  <a:pt x="3121482" y="266700"/>
                </a:lnTo>
                <a:lnTo>
                  <a:pt x="3129318" y="279400"/>
                </a:lnTo>
                <a:close/>
              </a:path>
              <a:path w="4429125" h="1384300">
                <a:moveTo>
                  <a:pt x="3302584" y="279400"/>
                </a:moveTo>
                <a:lnTo>
                  <a:pt x="3177679" y="279400"/>
                </a:lnTo>
                <a:lnTo>
                  <a:pt x="3187992" y="266700"/>
                </a:lnTo>
                <a:lnTo>
                  <a:pt x="3314903" y="266700"/>
                </a:lnTo>
                <a:lnTo>
                  <a:pt x="3302584" y="279400"/>
                </a:lnTo>
                <a:close/>
              </a:path>
              <a:path w="4429125" h="1384300">
                <a:moveTo>
                  <a:pt x="3516287" y="279400"/>
                </a:moveTo>
                <a:lnTo>
                  <a:pt x="3378390" y="279400"/>
                </a:lnTo>
                <a:lnTo>
                  <a:pt x="3365334" y="266700"/>
                </a:lnTo>
                <a:lnTo>
                  <a:pt x="3502113" y="266700"/>
                </a:lnTo>
                <a:lnTo>
                  <a:pt x="3516287" y="279400"/>
                </a:lnTo>
                <a:close/>
              </a:path>
              <a:path w="4429125" h="1384300">
                <a:moveTo>
                  <a:pt x="40233" y="292100"/>
                </a:moveTo>
                <a:lnTo>
                  <a:pt x="21158" y="292100"/>
                </a:lnTo>
                <a:lnTo>
                  <a:pt x="24485" y="279400"/>
                </a:lnTo>
                <a:lnTo>
                  <a:pt x="44018" y="279400"/>
                </a:lnTo>
                <a:lnTo>
                  <a:pt x="40233" y="292100"/>
                </a:lnTo>
                <a:close/>
              </a:path>
              <a:path w="4429125" h="1384300">
                <a:moveTo>
                  <a:pt x="3180130" y="292100"/>
                </a:moveTo>
                <a:lnTo>
                  <a:pt x="3129699" y="292100"/>
                </a:lnTo>
                <a:lnTo>
                  <a:pt x="3122256" y="279400"/>
                </a:lnTo>
                <a:lnTo>
                  <a:pt x="3190328" y="279400"/>
                </a:lnTo>
                <a:lnTo>
                  <a:pt x="3180130" y="292100"/>
                </a:lnTo>
                <a:close/>
              </a:path>
              <a:path w="4429125" h="1384300">
                <a:moveTo>
                  <a:pt x="3597986" y="292100"/>
                </a:moveTo>
                <a:lnTo>
                  <a:pt x="3514471" y="292100"/>
                </a:lnTo>
                <a:lnTo>
                  <a:pt x="3500361" y="279400"/>
                </a:lnTo>
                <a:lnTo>
                  <a:pt x="3575850" y="279400"/>
                </a:lnTo>
                <a:lnTo>
                  <a:pt x="3597986" y="292100"/>
                </a:lnTo>
                <a:close/>
              </a:path>
              <a:path w="4429125" h="1384300">
                <a:moveTo>
                  <a:pt x="27978" y="304800"/>
                </a:moveTo>
                <a:lnTo>
                  <a:pt x="12509" y="304800"/>
                </a:lnTo>
                <a:lnTo>
                  <a:pt x="15163" y="292100"/>
                </a:lnTo>
                <a:lnTo>
                  <a:pt x="30899" y="292100"/>
                </a:lnTo>
                <a:lnTo>
                  <a:pt x="27978" y="304800"/>
                </a:lnTo>
                <a:close/>
              </a:path>
              <a:path w="4429125" h="1384300">
                <a:moveTo>
                  <a:pt x="3662146" y="304800"/>
                </a:moveTo>
                <a:lnTo>
                  <a:pt x="3595395" y="304800"/>
                </a:lnTo>
                <a:lnTo>
                  <a:pt x="3573360" y="292100"/>
                </a:lnTo>
                <a:lnTo>
                  <a:pt x="3641166" y="292100"/>
                </a:lnTo>
                <a:lnTo>
                  <a:pt x="3662146" y="304800"/>
                </a:lnTo>
                <a:close/>
              </a:path>
              <a:path w="4429125" h="1384300">
                <a:moveTo>
                  <a:pt x="19278" y="317500"/>
                </a:moveTo>
                <a:lnTo>
                  <a:pt x="6007" y="317500"/>
                </a:lnTo>
                <a:lnTo>
                  <a:pt x="7924" y="304800"/>
                </a:lnTo>
                <a:lnTo>
                  <a:pt x="21285" y="304800"/>
                </a:lnTo>
                <a:lnTo>
                  <a:pt x="19278" y="317500"/>
                </a:lnTo>
                <a:close/>
              </a:path>
              <a:path w="4429125" h="1384300">
                <a:moveTo>
                  <a:pt x="3702824" y="317500"/>
                </a:moveTo>
                <a:lnTo>
                  <a:pt x="3658895" y="317500"/>
                </a:lnTo>
                <a:lnTo>
                  <a:pt x="3638016" y="304800"/>
                </a:lnTo>
                <a:lnTo>
                  <a:pt x="3682707" y="304800"/>
                </a:lnTo>
                <a:lnTo>
                  <a:pt x="3702824" y="317500"/>
                </a:lnTo>
                <a:close/>
              </a:path>
              <a:path w="4429125" h="1384300">
                <a:moveTo>
                  <a:pt x="15100" y="330200"/>
                </a:moveTo>
                <a:lnTo>
                  <a:pt x="1803" y="330200"/>
                </a:lnTo>
                <a:lnTo>
                  <a:pt x="2946" y="317500"/>
                </a:lnTo>
                <a:lnTo>
                  <a:pt x="16395" y="317500"/>
                </a:lnTo>
                <a:lnTo>
                  <a:pt x="15100" y="330200"/>
                </a:lnTo>
                <a:close/>
              </a:path>
              <a:path w="4429125" h="1384300">
                <a:moveTo>
                  <a:pt x="3741623" y="330200"/>
                </a:moveTo>
                <a:lnTo>
                  <a:pt x="3699116" y="330200"/>
                </a:lnTo>
                <a:lnTo>
                  <a:pt x="3679113" y="317500"/>
                </a:lnTo>
                <a:lnTo>
                  <a:pt x="3722471" y="317500"/>
                </a:lnTo>
                <a:lnTo>
                  <a:pt x="3741623" y="330200"/>
                </a:lnTo>
                <a:close/>
              </a:path>
              <a:path w="4429125" h="1384300">
                <a:moveTo>
                  <a:pt x="12852" y="342900"/>
                </a:moveTo>
                <a:lnTo>
                  <a:pt x="190" y="342900"/>
                </a:lnTo>
                <a:lnTo>
                  <a:pt x="495" y="330200"/>
                </a:lnTo>
                <a:lnTo>
                  <a:pt x="13131" y="330200"/>
                </a:lnTo>
                <a:lnTo>
                  <a:pt x="12852" y="342900"/>
                </a:lnTo>
                <a:close/>
              </a:path>
              <a:path w="4429125" h="1384300">
                <a:moveTo>
                  <a:pt x="3795966" y="355600"/>
                </a:moveTo>
                <a:lnTo>
                  <a:pt x="3773728" y="355600"/>
                </a:lnTo>
                <a:lnTo>
                  <a:pt x="3755732" y="342900"/>
                </a:lnTo>
                <a:lnTo>
                  <a:pt x="3737457" y="342900"/>
                </a:lnTo>
                <a:lnTo>
                  <a:pt x="3718407" y="330200"/>
                </a:lnTo>
                <a:lnTo>
                  <a:pt x="3760279" y="330200"/>
                </a:lnTo>
                <a:lnTo>
                  <a:pt x="3778402" y="342900"/>
                </a:lnTo>
                <a:lnTo>
                  <a:pt x="3795966" y="355600"/>
                </a:lnTo>
                <a:close/>
              </a:path>
              <a:path w="4429125" h="1384300">
                <a:moveTo>
                  <a:pt x="13817" y="355600"/>
                </a:moveTo>
                <a:lnTo>
                  <a:pt x="368" y="355600"/>
                </a:lnTo>
                <a:lnTo>
                  <a:pt x="0" y="342900"/>
                </a:lnTo>
                <a:lnTo>
                  <a:pt x="12979" y="342900"/>
                </a:lnTo>
                <a:lnTo>
                  <a:pt x="13817" y="355600"/>
                </a:lnTo>
                <a:close/>
              </a:path>
              <a:path w="4429125" h="1384300">
                <a:moveTo>
                  <a:pt x="16764" y="368300"/>
                </a:moveTo>
                <a:lnTo>
                  <a:pt x="2705" y="368300"/>
                </a:lnTo>
                <a:lnTo>
                  <a:pt x="1270" y="355600"/>
                </a:lnTo>
                <a:lnTo>
                  <a:pt x="14947" y="355600"/>
                </a:lnTo>
                <a:lnTo>
                  <a:pt x="16764" y="368300"/>
                </a:lnTo>
                <a:close/>
              </a:path>
              <a:path w="4429125" h="1384300">
                <a:moveTo>
                  <a:pt x="3829392" y="368300"/>
                </a:moveTo>
                <a:lnTo>
                  <a:pt x="3807790" y="368300"/>
                </a:lnTo>
                <a:lnTo>
                  <a:pt x="3790924" y="355600"/>
                </a:lnTo>
                <a:lnTo>
                  <a:pt x="3812971" y="355600"/>
                </a:lnTo>
                <a:lnTo>
                  <a:pt x="3829392" y="368300"/>
                </a:lnTo>
                <a:close/>
              </a:path>
              <a:path w="4429125" h="1384300">
                <a:moveTo>
                  <a:pt x="21513" y="381000"/>
                </a:moveTo>
                <a:lnTo>
                  <a:pt x="7086" y="381000"/>
                </a:lnTo>
                <a:lnTo>
                  <a:pt x="4648" y="368300"/>
                </a:lnTo>
                <a:lnTo>
                  <a:pt x="18757" y="368300"/>
                </a:lnTo>
                <a:lnTo>
                  <a:pt x="21513" y="381000"/>
                </a:lnTo>
                <a:close/>
              </a:path>
              <a:path w="4429125" h="1384300">
                <a:moveTo>
                  <a:pt x="3874897" y="393700"/>
                </a:moveTo>
                <a:lnTo>
                  <a:pt x="3854348" y="393700"/>
                </a:lnTo>
                <a:lnTo>
                  <a:pt x="3839324" y="381000"/>
                </a:lnTo>
                <a:lnTo>
                  <a:pt x="3823944" y="381000"/>
                </a:lnTo>
                <a:lnTo>
                  <a:pt x="3807663" y="368300"/>
                </a:lnTo>
                <a:lnTo>
                  <a:pt x="3845191" y="368300"/>
                </a:lnTo>
                <a:lnTo>
                  <a:pt x="3860380" y="381000"/>
                </a:lnTo>
                <a:lnTo>
                  <a:pt x="3874897" y="393700"/>
                </a:lnTo>
                <a:close/>
              </a:path>
              <a:path w="4429125" h="1384300">
                <a:moveTo>
                  <a:pt x="28067" y="393700"/>
                </a:moveTo>
                <a:lnTo>
                  <a:pt x="13423" y="393700"/>
                </a:lnTo>
                <a:lnTo>
                  <a:pt x="10020" y="381000"/>
                </a:lnTo>
                <a:lnTo>
                  <a:pt x="24396" y="381000"/>
                </a:lnTo>
                <a:lnTo>
                  <a:pt x="28067" y="393700"/>
                </a:lnTo>
                <a:close/>
              </a:path>
              <a:path w="4429125" h="1384300">
                <a:moveTo>
                  <a:pt x="36398" y="406400"/>
                </a:moveTo>
                <a:lnTo>
                  <a:pt x="21577" y="406400"/>
                </a:lnTo>
                <a:lnTo>
                  <a:pt x="17272" y="393700"/>
                </a:lnTo>
                <a:lnTo>
                  <a:pt x="31838" y="393700"/>
                </a:lnTo>
                <a:lnTo>
                  <a:pt x="36398" y="406400"/>
                </a:lnTo>
                <a:close/>
              </a:path>
              <a:path w="4429125" h="1384300">
                <a:moveTo>
                  <a:pt x="3914394" y="419100"/>
                </a:moveTo>
                <a:lnTo>
                  <a:pt x="3894950" y="419100"/>
                </a:lnTo>
                <a:lnTo>
                  <a:pt x="3881945" y="406400"/>
                </a:lnTo>
                <a:lnTo>
                  <a:pt x="3882110" y="406400"/>
                </a:lnTo>
                <a:lnTo>
                  <a:pt x="3868420" y="393700"/>
                </a:lnTo>
                <a:lnTo>
                  <a:pt x="3888765" y="393700"/>
                </a:lnTo>
                <a:lnTo>
                  <a:pt x="3901935" y="406400"/>
                </a:lnTo>
                <a:lnTo>
                  <a:pt x="3914394" y="419100"/>
                </a:lnTo>
                <a:close/>
              </a:path>
              <a:path w="4429125" h="1384300">
                <a:moveTo>
                  <a:pt x="52133" y="419100"/>
                </a:moveTo>
                <a:lnTo>
                  <a:pt x="31496" y="419100"/>
                </a:lnTo>
                <a:lnTo>
                  <a:pt x="26327" y="406400"/>
                </a:lnTo>
                <a:lnTo>
                  <a:pt x="46291" y="406400"/>
                </a:lnTo>
                <a:lnTo>
                  <a:pt x="52133" y="419100"/>
                </a:lnTo>
                <a:close/>
              </a:path>
              <a:path w="4429125" h="1384300">
                <a:moveTo>
                  <a:pt x="64693" y="431800"/>
                </a:moveTo>
                <a:lnTo>
                  <a:pt x="43091" y="431800"/>
                </a:lnTo>
                <a:lnTo>
                  <a:pt x="37084" y="419100"/>
                </a:lnTo>
                <a:lnTo>
                  <a:pt x="58051" y="419100"/>
                </a:lnTo>
                <a:lnTo>
                  <a:pt x="64693" y="431800"/>
                </a:lnTo>
                <a:close/>
              </a:path>
              <a:path w="4429125" h="1384300">
                <a:moveTo>
                  <a:pt x="3947337" y="444500"/>
                </a:moveTo>
                <a:lnTo>
                  <a:pt x="3929024" y="444500"/>
                </a:lnTo>
                <a:lnTo>
                  <a:pt x="3918229" y="431800"/>
                </a:lnTo>
                <a:lnTo>
                  <a:pt x="3918432" y="431800"/>
                </a:lnTo>
                <a:lnTo>
                  <a:pt x="3906875" y="419100"/>
                </a:lnTo>
                <a:lnTo>
                  <a:pt x="3926128" y="419100"/>
                </a:lnTo>
                <a:lnTo>
                  <a:pt x="3937114" y="431800"/>
                </a:lnTo>
                <a:lnTo>
                  <a:pt x="3947337" y="444500"/>
                </a:lnTo>
                <a:close/>
              </a:path>
              <a:path w="4429125" h="1384300">
                <a:moveTo>
                  <a:pt x="78841" y="444500"/>
                </a:moveTo>
                <a:lnTo>
                  <a:pt x="56299" y="444500"/>
                </a:lnTo>
                <a:lnTo>
                  <a:pt x="49491" y="431800"/>
                </a:lnTo>
                <a:lnTo>
                  <a:pt x="71424" y="431800"/>
                </a:lnTo>
                <a:lnTo>
                  <a:pt x="78841" y="444500"/>
                </a:lnTo>
                <a:close/>
              </a:path>
              <a:path w="4429125" h="1384300">
                <a:moveTo>
                  <a:pt x="94526" y="457200"/>
                </a:moveTo>
                <a:lnTo>
                  <a:pt x="71043" y="457200"/>
                </a:lnTo>
                <a:lnTo>
                  <a:pt x="63474" y="444500"/>
                </a:lnTo>
                <a:lnTo>
                  <a:pt x="86360" y="444500"/>
                </a:lnTo>
                <a:lnTo>
                  <a:pt x="94526" y="457200"/>
                </a:lnTo>
                <a:close/>
              </a:path>
              <a:path w="4429125" h="1384300">
                <a:moveTo>
                  <a:pt x="3969372" y="469900"/>
                </a:moveTo>
                <a:lnTo>
                  <a:pt x="3955986" y="469900"/>
                </a:lnTo>
                <a:lnTo>
                  <a:pt x="3947604" y="457200"/>
                </a:lnTo>
                <a:lnTo>
                  <a:pt x="3947833" y="457200"/>
                </a:lnTo>
                <a:lnTo>
                  <a:pt x="3938612" y="444500"/>
                </a:lnTo>
                <a:lnTo>
                  <a:pt x="3956761" y="444500"/>
                </a:lnTo>
                <a:lnTo>
                  <a:pt x="3965346" y="457200"/>
                </a:lnTo>
                <a:lnTo>
                  <a:pt x="3969372" y="469900"/>
                </a:lnTo>
                <a:close/>
              </a:path>
              <a:path w="4429125" h="1384300">
                <a:moveTo>
                  <a:pt x="111683" y="469900"/>
                </a:moveTo>
                <a:lnTo>
                  <a:pt x="95935" y="469900"/>
                </a:lnTo>
                <a:lnTo>
                  <a:pt x="87287" y="457200"/>
                </a:lnTo>
                <a:lnTo>
                  <a:pt x="102793" y="457200"/>
                </a:lnTo>
                <a:lnTo>
                  <a:pt x="111683" y="469900"/>
                </a:lnTo>
                <a:close/>
              </a:path>
              <a:path w="4429125" h="1384300">
                <a:moveTo>
                  <a:pt x="120789" y="469900"/>
                </a:moveTo>
                <a:lnTo>
                  <a:pt x="111683" y="469900"/>
                </a:lnTo>
                <a:lnTo>
                  <a:pt x="111556" y="457200"/>
                </a:lnTo>
                <a:lnTo>
                  <a:pt x="120789" y="469900"/>
                </a:lnTo>
                <a:close/>
              </a:path>
              <a:path w="4429125" h="1384300">
                <a:moveTo>
                  <a:pt x="140017" y="482600"/>
                </a:moveTo>
                <a:lnTo>
                  <a:pt x="114300" y="482600"/>
                </a:lnTo>
                <a:lnTo>
                  <a:pt x="104952" y="469900"/>
                </a:lnTo>
                <a:lnTo>
                  <a:pt x="130124" y="469900"/>
                </a:lnTo>
                <a:lnTo>
                  <a:pt x="140017" y="482600"/>
                </a:lnTo>
                <a:close/>
              </a:path>
              <a:path w="4429125" h="1384300">
                <a:moveTo>
                  <a:pt x="3963250" y="482600"/>
                </a:moveTo>
                <a:lnTo>
                  <a:pt x="3959580" y="469900"/>
                </a:lnTo>
                <a:lnTo>
                  <a:pt x="3963136" y="469900"/>
                </a:lnTo>
                <a:lnTo>
                  <a:pt x="3963250" y="482600"/>
                </a:lnTo>
                <a:close/>
              </a:path>
              <a:path w="4429125" h="1384300">
                <a:moveTo>
                  <a:pt x="3980091" y="482600"/>
                </a:moveTo>
                <a:lnTo>
                  <a:pt x="3966578" y="482600"/>
                </a:lnTo>
                <a:lnTo>
                  <a:pt x="3963136" y="469900"/>
                </a:lnTo>
                <a:lnTo>
                  <a:pt x="3976738" y="469900"/>
                </a:lnTo>
                <a:lnTo>
                  <a:pt x="3980091" y="482600"/>
                </a:lnTo>
                <a:close/>
              </a:path>
              <a:path w="4429125" h="1384300">
                <a:moveTo>
                  <a:pt x="160553" y="495300"/>
                </a:moveTo>
                <a:lnTo>
                  <a:pt x="133985" y="495300"/>
                </a:lnTo>
                <a:lnTo>
                  <a:pt x="123977" y="482600"/>
                </a:lnTo>
                <a:lnTo>
                  <a:pt x="150025" y="482600"/>
                </a:lnTo>
                <a:lnTo>
                  <a:pt x="160553" y="495300"/>
                </a:lnTo>
                <a:close/>
              </a:path>
              <a:path w="4429125" h="1384300">
                <a:moveTo>
                  <a:pt x="3988816" y="495300"/>
                </a:moveTo>
                <a:lnTo>
                  <a:pt x="3972585" y="495300"/>
                </a:lnTo>
                <a:lnTo>
                  <a:pt x="3969575" y="482600"/>
                </a:lnTo>
                <a:lnTo>
                  <a:pt x="3986136" y="482600"/>
                </a:lnTo>
                <a:lnTo>
                  <a:pt x="3988816" y="495300"/>
                </a:lnTo>
                <a:close/>
              </a:path>
              <a:path w="4429125" h="1384300">
                <a:moveTo>
                  <a:pt x="193675" y="508000"/>
                </a:moveTo>
                <a:lnTo>
                  <a:pt x="154965" y="508000"/>
                </a:lnTo>
                <a:lnTo>
                  <a:pt x="144322" y="495300"/>
                </a:lnTo>
                <a:lnTo>
                  <a:pt x="182245" y="495300"/>
                </a:lnTo>
                <a:lnTo>
                  <a:pt x="193675" y="508000"/>
                </a:lnTo>
                <a:close/>
              </a:path>
              <a:path w="4429125" h="1384300">
                <a:moveTo>
                  <a:pt x="3995470" y="508000"/>
                </a:moveTo>
                <a:lnTo>
                  <a:pt x="3979913" y="508000"/>
                </a:lnTo>
                <a:lnTo>
                  <a:pt x="3977589" y="495300"/>
                </a:lnTo>
                <a:lnTo>
                  <a:pt x="3993489" y="495300"/>
                </a:lnTo>
                <a:lnTo>
                  <a:pt x="3995470" y="508000"/>
                </a:lnTo>
                <a:close/>
              </a:path>
              <a:path w="4429125" h="1384300">
                <a:moveTo>
                  <a:pt x="181403" y="512681"/>
                </a:moveTo>
                <a:lnTo>
                  <a:pt x="177152" y="508000"/>
                </a:lnTo>
                <a:lnTo>
                  <a:pt x="186613" y="508000"/>
                </a:lnTo>
                <a:lnTo>
                  <a:pt x="181403" y="512681"/>
                </a:lnTo>
                <a:close/>
              </a:path>
              <a:path w="4429125" h="1384300">
                <a:moveTo>
                  <a:pt x="200456" y="520700"/>
                </a:moveTo>
                <a:lnTo>
                  <a:pt x="188683" y="520700"/>
                </a:lnTo>
                <a:lnTo>
                  <a:pt x="181403" y="512681"/>
                </a:lnTo>
                <a:lnTo>
                  <a:pt x="186613" y="508000"/>
                </a:lnTo>
                <a:lnTo>
                  <a:pt x="193573" y="508000"/>
                </a:lnTo>
                <a:lnTo>
                  <a:pt x="201080" y="511251"/>
                </a:lnTo>
                <a:lnTo>
                  <a:pt x="200456" y="520700"/>
                </a:lnTo>
                <a:close/>
              </a:path>
              <a:path w="4429125" h="1384300">
                <a:moveTo>
                  <a:pt x="201080" y="511251"/>
                </a:moveTo>
                <a:lnTo>
                  <a:pt x="193573" y="508000"/>
                </a:lnTo>
                <a:lnTo>
                  <a:pt x="201295" y="508000"/>
                </a:lnTo>
                <a:lnTo>
                  <a:pt x="201080" y="511251"/>
                </a:lnTo>
                <a:close/>
              </a:path>
              <a:path w="4429125" h="1384300">
                <a:moveTo>
                  <a:pt x="3998645" y="520700"/>
                </a:moveTo>
                <a:lnTo>
                  <a:pt x="3985209" y="520700"/>
                </a:lnTo>
                <a:lnTo>
                  <a:pt x="3983570" y="508000"/>
                </a:lnTo>
                <a:lnTo>
                  <a:pt x="3994277" y="508000"/>
                </a:lnTo>
                <a:lnTo>
                  <a:pt x="3998645" y="520700"/>
                </a:lnTo>
                <a:close/>
              </a:path>
              <a:path w="4429125" h="1384300">
                <a:moveTo>
                  <a:pt x="3998645" y="520700"/>
                </a:moveTo>
                <a:lnTo>
                  <a:pt x="3994277" y="508000"/>
                </a:lnTo>
                <a:lnTo>
                  <a:pt x="3997412" y="509880"/>
                </a:lnTo>
                <a:lnTo>
                  <a:pt x="3998645" y="520700"/>
                </a:lnTo>
                <a:close/>
              </a:path>
              <a:path w="4429125" h="1384300">
                <a:moveTo>
                  <a:pt x="3997412" y="509880"/>
                </a:moveTo>
                <a:lnTo>
                  <a:pt x="3994277" y="508000"/>
                </a:lnTo>
                <a:lnTo>
                  <a:pt x="3997198" y="508000"/>
                </a:lnTo>
                <a:lnTo>
                  <a:pt x="3997412" y="509880"/>
                </a:lnTo>
                <a:close/>
              </a:path>
              <a:path w="4429125" h="1384300">
                <a:moveTo>
                  <a:pt x="4015447" y="520700"/>
                </a:moveTo>
                <a:lnTo>
                  <a:pt x="3998645" y="520700"/>
                </a:lnTo>
                <a:lnTo>
                  <a:pt x="3997412" y="509880"/>
                </a:lnTo>
                <a:lnTo>
                  <a:pt x="4015447" y="520700"/>
                </a:lnTo>
                <a:close/>
              </a:path>
              <a:path w="4429125" h="1384300">
                <a:moveTo>
                  <a:pt x="222897" y="520700"/>
                </a:moveTo>
                <a:lnTo>
                  <a:pt x="200456" y="520700"/>
                </a:lnTo>
                <a:lnTo>
                  <a:pt x="201080" y="511251"/>
                </a:lnTo>
                <a:lnTo>
                  <a:pt x="222897" y="520700"/>
                </a:lnTo>
                <a:close/>
              </a:path>
              <a:path w="4429125" h="1384300">
                <a:moveTo>
                  <a:pt x="188683" y="520700"/>
                </a:moveTo>
                <a:lnTo>
                  <a:pt x="172478" y="520700"/>
                </a:lnTo>
                <a:lnTo>
                  <a:pt x="181403" y="512681"/>
                </a:lnTo>
                <a:lnTo>
                  <a:pt x="188683" y="520700"/>
                </a:lnTo>
                <a:close/>
              </a:path>
              <a:path w="4429125" h="1384300">
                <a:moveTo>
                  <a:pt x="176199" y="533400"/>
                </a:moveTo>
                <a:lnTo>
                  <a:pt x="146278" y="533400"/>
                </a:lnTo>
                <a:lnTo>
                  <a:pt x="159029" y="520700"/>
                </a:lnTo>
                <a:lnTo>
                  <a:pt x="190106" y="520700"/>
                </a:lnTo>
                <a:lnTo>
                  <a:pt x="176199" y="533400"/>
                </a:lnTo>
                <a:close/>
              </a:path>
              <a:path w="4429125" h="1384300">
                <a:moveTo>
                  <a:pt x="4056583" y="533400"/>
                </a:moveTo>
                <a:lnTo>
                  <a:pt x="4011980" y="533400"/>
                </a:lnTo>
                <a:lnTo>
                  <a:pt x="3987533" y="520700"/>
                </a:lnTo>
                <a:lnTo>
                  <a:pt x="4036237" y="520700"/>
                </a:lnTo>
                <a:lnTo>
                  <a:pt x="4056583" y="533400"/>
                </a:lnTo>
                <a:close/>
              </a:path>
              <a:path w="4429125" h="1384300">
                <a:moveTo>
                  <a:pt x="139471" y="546100"/>
                </a:moveTo>
                <a:lnTo>
                  <a:pt x="117602" y="546100"/>
                </a:lnTo>
                <a:lnTo>
                  <a:pt x="122999" y="533400"/>
                </a:lnTo>
                <a:lnTo>
                  <a:pt x="151218" y="533400"/>
                </a:lnTo>
                <a:lnTo>
                  <a:pt x="139471" y="546100"/>
                </a:lnTo>
                <a:close/>
              </a:path>
              <a:path w="4429125" h="1384300">
                <a:moveTo>
                  <a:pt x="4095838" y="546100"/>
                </a:moveTo>
                <a:lnTo>
                  <a:pt x="4052684" y="546100"/>
                </a:lnTo>
                <a:lnTo>
                  <a:pt x="4032453" y="533400"/>
                </a:lnTo>
                <a:lnTo>
                  <a:pt x="4076446" y="533400"/>
                </a:lnTo>
                <a:lnTo>
                  <a:pt x="4095838" y="546100"/>
                </a:lnTo>
                <a:close/>
              </a:path>
              <a:path w="4429125" h="1384300">
                <a:moveTo>
                  <a:pt x="118948" y="558800"/>
                </a:moveTo>
                <a:lnTo>
                  <a:pt x="98171" y="558800"/>
                </a:lnTo>
                <a:lnTo>
                  <a:pt x="102717" y="546100"/>
                </a:lnTo>
                <a:lnTo>
                  <a:pt x="123952" y="546100"/>
                </a:lnTo>
                <a:lnTo>
                  <a:pt x="118948" y="558800"/>
                </a:lnTo>
                <a:close/>
              </a:path>
              <a:path w="4429125" h="1384300">
                <a:moveTo>
                  <a:pt x="4150906" y="571500"/>
                </a:moveTo>
                <a:lnTo>
                  <a:pt x="4128287" y="571500"/>
                </a:lnTo>
                <a:lnTo>
                  <a:pt x="4110037" y="558800"/>
                </a:lnTo>
                <a:lnTo>
                  <a:pt x="4091495" y="558800"/>
                </a:lnTo>
                <a:lnTo>
                  <a:pt x="4072229" y="546100"/>
                </a:lnTo>
                <a:lnTo>
                  <a:pt x="4114723" y="546100"/>
                </a:lnTo>
                <a:lnTo>
                  <a:pt x="4133088" y="558800"/>
                </a:lnTo>
                <a:lnTo>
                  <a:pt x="4150906" y="571500"/>
                </a:lnTo>
                <a:close/>
              </a:path>
              <a:path w="4429125" h="1384300">
                <a:moveTo>
                  <a:pt x="101739" y="571500"/>
                </a:moveTo>
                <a:lnTo>
                  <a:pt x="82105" y="571500"/>
                </a:lnTo>
                <a:lnTo>
                  <a:pt x="85788" y="558800"/>
                </a:lnTo>
                <a:lnTo>
                  <a:pt x="105892" y="558800"/>
                </a:lnTo>
                <a:lnTo>
                  <a:pt x="101739" y="571500"/>
                </a:lnTo>
                <a:close/>
              </a:path>
              <a:path w="4429125" h="1384300">
                <a:moveTo>
                  <a:pt x="88087" y="584200"/>
                </a:moveTo>
                <a:lnTo>
                  <a:pt x="72415" y="584200"/>
                </a:lnTo>
                <a:lnTo>
                  <a:pt x="75412" y="571500"/>
                </a:lnTo>
                <a:lnTo>
                  <a:pt x="91351" y="571500"/>
                </a:lnTo>
                <a:lnTo>
                  <a:pt x="88087" y="584200"/>
                </a:lnTo>
                <a:close/>
              </a:path>
              <a:path w="4429125" h="1384300">
                <a:moveTo>
                  <a:pt x="4184853" y="584200"/>
                </a:moveTo>
                <a:lnTo>
                  <a:pt x="4162869" y="584200"/>
                </a:lnTo>
                <a:lnTo>
                  <a:pt x="4145737" y="571500"/>
                </a:lnTo>
                <a:lnTo>
                  <a:pt x="4168165" y="571500"/>
                </a:lnTo>
                <a:lnTo>
                  <a:pt x="4184853" y="584200"/>
                </a:lnTo>
                <a:close/>
              </a:path>
              <a:path w="4429125" h="1384300">
                <a:moveTo>
                  <a:pt x="78117" y="596900"/>
                </a:moveTo>
                <a:lnTo>
                  <a:pt x="64922" y="596900"/>
                </a:lnTo>
                <a:lnTo>
                  <a:pt x="67157" y="584200"/>
                </a:lnTo>
                <a:lnTo>
                  <a:pt x="80441" y="584200"/>
                </a:lnTo>
                <a:lnTo>
                  <a:pt x="78117" y="596900"/>
                </a:lnTo>
                <a:close/>
              </a:path>
              <a:path w="4429125" h="1384300">
                <a:moveTo>
                  <a:pt x="4231271" y="609600"/>
                </a:moveTo>
                <a:lnTo>
                  <a:pt x="4210329" y="609600"/>
                </a:lnTo>
                <a:lnTo>
                  <a:pt x="4194987" y="596900"/>
                </a:lnTo>
                <a:lnTo>
                  <a:pt x="4179303" y="596900"/>
                </a:lnTo>
                <a:lnTo>
                  <a:pt x="4162742" y="584200"/>
                </a:lnTo>
                <a:lnTo>
                  <a:pt x="4200944" y="584200"/>
                </a:lnTo>
                <a:lnTo>
                  <a:pt x="4216425" y="596900"/>
                </a:lnTo>
                <a:lnTo>
                  <a:pt x="4231271" y="609600"/>
                </a:lnTo>
                <a:close/>
              </a:path>
              <a:path w="4429125" h="1384300">
                <a:moveTo>
                  <a:pt x="73113" y="609600"/>
                </a:moveTo>
                <a:lnTo>
                  <a:pt x="59766" y="609600"/>
                </a:lnTo>
                <a:lnTo>
                  <a:pt x="61214" y="596900"/>
                </a:lnTo>
                <a:lnTo>
                  <a:pt x="74688" y="596900"/>
                </a:lnTo>
                <a:lnTo>
                  <a:pt x="73113" y="609600"/>
                </a:lnTo>
                <a:close/>
              </a:path>
              <a:path w="4429125" h="1384300">
                <a:moveTo>
                  <a:pt x="69723" y="622300"/>
                </a:moveTo>
                <a:lnTo>
                  <a:pt x="57099" y="622300"/>
                </a:lnTo>
                <a:lnTo>
                  <a:pt x="57708" y="609600"/>
                </a:lnTo>
                <a:lnTo>
                  <a:pt x="70294" y="609600"/>
                </a:lnTo>
                <a:lnTo>
                  <a:pt x="69723" y="622300"/>
                </a:lnTo>
                <a:close/>
              </a:path>
              <a:path w="4429125" h="1384300">
                <a:moveTo>
                  <a:pt x="70231" y="622300"/>
                </a:moveTo>
                <a:lnTo>
                  <a:pt x="70294" y="609600"/>
                </a:lnTo>
                <a:lnTo>
                  <a:pt x="71031" y="609600"/>
                </a:lnTo>
                <a:lnTo>
                  <a:pt x="70231" y="622300"/>
                </a:lnTo>
                <a:close/>
              </a:path>
              <a:path w="4429125" h="1384300">
                <a:moveTo>
                  <a:pt x="4283976" y="647700"/>
                </a:moveTo>
                <a:lnTo>
                  <a:pt x="4264507" y="647700"/>
                </a:lnTo>
                <a:lnTo>
                  <a:pt x="4251833" y="635000"/>
                </a:lnTo>
                <a:lnTo>
                  <a:pt x="4251998" y="635000"/>
                </a:lnTo>
                <a:lnTo>
                  <a:pt x="4238625" y="622300"/>
                </a:lnTo>
                <a:lnTo>
                  <a:pt x="4224883" y="622300"/>
                </a:lnTo>
                <a:lnTo>
                  <a:pt x="4210177" y="609600"/>
                </a:lnTo>
                <a:lnTo>
                  <a:pt x="4245470" y="609600"/>
                </a:lnTo>
                <a:lnTo>
                  <a:pt x="4258995" y="622300"/>
                </a:lnTo>
                <a:lnTo>
                  <a:pt x="4271835" y="635000"/>
                </a:lnTo>
                <a:lnTo>
                  <a:pt x="4283976" y="647700"/>
                </a:lnTo>
                <a:close/>
              </a:path>
              <a:path w="4429125" h="1384300">
                <a:moveTo>
                  <a:pt x="69824" y="635000"/>
                </a:moveTo>
                <a:lnTo>
                  <a:pt x="56832" y="635000"/>
                </a:lnTo>
                <a:lnTo>
                  <a:pt x="56807" y="622300"/>
                </a:lnTo>
                <a:lnTo>
                  <a:pt x="69519" y="622300"/>
                </a:lnTo>
                <a:lnTo>
                  <a:pt x="69824" y="635000"/>
                </a:lnTo>
                <a:close/>
              </a:path>
              <a:path w="4429125" h="1384300">
                <a:moveTo>
                  <a:pt x="72250" y="647700"/>
                </a:moveTo>
                <a:lnTo>
                  <a:pt x="58737" y="647700"/>
                </a:lnTo>
                <a:lnTo>
                  <a:pt x="57797" y="635000"/>
                </a:lnTo>
                <a:lnTo>
                  <a:pt x="71107" y="635000"/>
                </a:lnTo>
                <a:lnTo>
                  <a:pt x="72250" y="647700"/>
                </a:lnTo>
                <a:close/>
              </a:path>
              <a:path w="4429125" h="1384300">
                <a:moveTo>
                  <a:pt x="77000" y="660400"/>
                </a:moveTo>
                <a:lnTo>
                  <a:pt x="63296" y="660400"/>
                </a:lnTo>
                <a:lnTo>
                  <a:pt x="61493" y="647700"/>
                </a:lnTo>
                <a:lnTo>
                  <a:pt x="75044" y="647700"/>
                </a:lnTo>
                <a:lnTo>
                  <a:pt x="77000" y="660400"/>
                </a:lnTo>
                <a:close/>
              </a:path>
              <a:path w="4429125" h="1384300">
                <a:moveTo>
                  <a:pt x="4315993" y="673100"/>
                </a:moveTo>
                <a:lnTo>
                  <a:pt x="4297654" y="673100"/>
                </a:lnTo>
                <a:lnTo>
                  <a:pt x="4287164" y="660400"/>
                </a:lnTo>
                <a:lnTo>
                  <a:pt x="4287354" y="660400"/>
                </a:lnTo>
                <a:lnTo>
                  <a:pt x="4276115" y="647700"/>
                </a:lnTo>
                <a:lnTo>
                  <a:pt x="4295394" y="647700"/>
                </a:lnTo>
                <a:lnTo>
                  <a:pt x="4306074" y="660400"/>
                </a:lnTo>
                <a:lnTo>
                  <a:pt x="4315993" y="673100"/>
                </a:lnTo>
                <a:close/>
              </a:path>
              <a:path w="4429125" h="1384300">
                <a:moveTo>
                  <a:pt x="84048" y="673100"/>
                </a:moveTo>
                <a:lnTo>
                  <a:pt x="67729" y="673100"/>
                </a:lnTo>
                <a:lnTo>
                  <a:pt x="65379" y="660400"/>
                </a:lnTo>
                <a:lnTo>
                  <a:pt x="81305" y="660400"/>
                </a:lnTo>
                <a:lnTo>
                  <a:pt x="84048" y="673100"/>
                </a:lnTo>
                <a:close/>
              </a:path>
              <a:path w="4429125" h="1384300">
                <a:moveTo>
                  <a:pt x="90004" y="685800"/>
                </a:moveTo>
                <a:lnTo>
                  <a:pt x="76339" y="685800"/>
                </a:lnTo>
                <a:lnTo>
                  <a:pt x="73202" y="673100"/>
                </a:lnTo>
                <a:lnTo>
                  <a:pt x="86753" y="673100"/>
                </a:lnTo>
                <a:lnTo>
                  <a:pt x="90004" y="685800"/>
                </a:lnTo>
                <a:close/>
              </a:path>
              <a:path w="4429125" h="1384300">
                <a:moveTo>
                  <a:pt x="4337342" y="698500"/>
                </a:moveTo>
                <a:lnTo>
                  <a:pt x="4323803" y="698500"/>
                </a:lnTo>
                <a:lnTo>
                  <a:pt x="4315675" y="685800"/>
                </a:lnTo>
                <a:lnTo>
                  <a:pt x="4315891" y="685800"/>
                </a:lnTo>
                <a:lnTo>
                  <a:pt x="4306963" y="673100"/>
                </a:lnTo>
                <a:lnTo>
                  <a:pt x="4325137" y="673100"/>
                </a:lnTo>
                <a:lnTo>
                  <a:pt x="4333443" y="685800"/>
                </a:lnTo>
                <a:lnTo>
                  <a:pt x="4337342" y="698500"/>
                </a:lnTo>
                <a:close/>
              </a:path>
              <a:path w="4429125" h="1384300">
                <a:moveTo>
                  <a:pt x="100787" y="698500"/>
                </a:moveTo>
                <a:lnTo>
                  <a:pt x="87198" y="698500"/>
                </a:lnTo>
                <a:lnTo>
                  <a:pt x="83337" y="685800"/>
                </a:lnTo>
                <a:lnTo>
                  <a:pt x="96812" y="685800"/>
                </a:lnTo>
                <a:lnTo>
                  <a:pt x="100787" y="698500"/>
                </a:lnTo>
                <a:close/>
              </a:path>
              <a:path w="4429125" h="1384300">
                <a:moveTo>
                  <a:pt x="113728" y="711200"/>
                </a:moveTo>
                <a:lnTo>
                  <a:pt x="95631" y="711200"/>
                </a:lnTo>
                <a:lnTo>
                  <a:pt x="91300" y="698500"/>
                </a:lnTo>
                <a:lnTo>
                  <a:pt x="109054" y="698500"/>
                </a:lnTo>
                <a:lnTo>
                  <a:pt x="113728" y="711200"/>
                </a:lnTo>
                <a:close/>
              </a:path>
              <a:path w="4429125" h="1384300">
                <a:moveTo>
                  <a:pt x="4347692" y="711200"/>
                </a:moveTo>
                <a:lnTo>
                  <a:pt x="4330827" y="711200"/>
                </a:lnTo>
                <a:lnTo>
                  <a:pt x="4327283" y="698500"/>
                </a:lnTo>
                <a:lnTo>
                  <a:pt x="4344454" y="698500"/>
                </a:lnTo>
                <a:lnTo>
                  <a:pt x="4347692" y="711200"/>
                </a:lnTo>
                <a:close/>
              </a:path>
              <a:path w="4429125" h="1384300">
                <a:moveTo>
                  <a:pt x="128803" y="723900"/>
                </a:moveTo>
                <a:lnTo>
                  <a:pt x="110045" y="723900"/>
                </a:lnTo>
                <a:lnTo>
                  <a:pt x="105003" y="711200"/>
                </a:lnTo>
                <a:lnTo>
                  <a:pt x="118338" y="711200"/>
                </a:lnTo>
                <a:lnTo>
                  <a:pt x="128803" y="723900"/>
                </a:lnTo>
                <a:close/>
              </a:path>
              <a:path w="4429125" h="1384300">
                <a:moveTo>
                  <a:pt x="4353509" y="723900"/>
                </a:moveTo>
                <a:lnTo>
                  <a:pt x="4339856" y="723900"/>
                </a:lnTo>
                <a:lnTo>
                  <a:pt x="4336948" y="711200"/>
                </a:lnTo>
                <a:lnTo>
                  <a:pt x="4350702" y="711200"/>
                </a:lnTo>
                <a:lnTo>
                  <a:pt x="4353509" y="723900"/>
                </a:lnTo>
                <a:close/>
              </a:path>
              <a:path w="4429125" h="1384300">
                <a:moveTo>
                  <a:pt x="164693" y="749300"/>
                </a:moveTo>
                <a:lnTo>
                  <a:pt x="144653" y="749300"/>
                </a:lnTo>
                <a:lnTo>
                  <a:pt x="132270" y="736600"/>
                </a:lnTo>
                <a:lnTo>
                  <a:pt x="120713" y="723900"/>
                </a:lnTo>
                <a:lnTo>
                  <a:pt x="139712" y="723900"/>
                </a:lnTo>
                <a:lnTo>
                  <a:pt x="151892" y="736600"/>
                </a:lnTo>
                <a:lnTo>
                  <a:pt x="151701" y="736600"/>
                </a:lnTo>
                <a:lnTo>
                  <a:pt x="164693" y="749300"/>
                </a:lnTo>
                <a:close/>
              </a:path>
              <a:path w="4429125" h="1384300">
                <a:moveTo>
                  <a:pt x="4360570" y="736600"/>
                </a:moveTo>
                <a:lnTo>
                  <a:pt x="4346930" y="736600"/>
                </a:lnTo>
                <a:lnTo>
                  <a:pt x="4344682" y="723900"/>
                </a:lnTo>
                <a:lnTo>
                  <a:pt x="4358436" y="723900"/>
                </a:lnTo>
                <a:lnTo>
                  <a:pt x="4360570" y="736600"/>
                </a:lnTo>
                <a:close/>
              </a:path>
              <a:path w="4429125" h="1384300">
                <a:moveTo>
                  <a:pt x="4365523" y="749300"/>
                </a:moveTo>
                <a:lnTo>
                  <a:pt x="4352023" y="749300"/>
                </a:lnTo>
                <a:lnTo>
                  <a:pt x="4350461" y="736600"/>
                </a:lnTo>
                <a:lnTo>
                  <a:pt x="4364113" y="736600"/>
                </a:lnTo>
                <a:lnTo>
                  <a:pt x="4365523" y="749300"/>
                </a:lnTo>
                <a:close/>
              </a:path>
              <a:path w="4429125" h="1384300">
                <a:moveTo>
                  <a:pt x="207797" y="774700"/>
                </a:moveTo>
                <a:lnTo>
                  <a:pt x="186537" y="774700"/>
                </a:lnTo>
                <a:lnTo>
                  <a:pt x="171818" y="762000"/>
                </a:lnTo>
                <a:lnTo>
                  <a:pt x="157835" y="749300"/>
                </a:lnTo>
                <a:lnTo>
                  <a:pt x="178117" y="749300"/>
                </a:lnTo>
                <a:lnTo>
                  <a:pt x="192671" y="762000"/>
                </a:lnTo>
                <a:lnTo>
                  <a:pt x="192506" y="762000"/>
                </a:lnTo>
                <a:lnTo>
                  <a:pt x="207797" y="774700"/>
                </a:lnTo>
                <a:close/>
              </a:path>
              <a:path w="4429125" h="1384300">
                <a:moveTo>
                  <a:pt x="4367618" y="762000"/>
                </a:moveTo>
                <a:lnTo>
                  <a:pt x="4355096" y="762000"/>
                </a:lnTo>
                <a:lnTo>
                  <a:pt x="4354233" y="749300"/>
                </a:lnTo>
                <a:lnTo>
                  <a:pt x="4366691" y="749300"/>
                </a:lnTo>
                <a:lnTo>
                  <a:pt x="4367618" y="762000"/>
                </a:lnTo>
                <a:close/>
              </a:path>
              <a:path w="4429125" h="1384300">
                <a:moveTo>
                  <a:pt x="4356023" y="774700"/>
                </a:moveTo>
                <a:lnTo>
                  <a:pt x="4355642" y="762000"/>
                </a:lnTo>
                <a:lnTo>
                  <a:pt x="4356011" y="762000"/>
                </a:lnTo>
                <a:lnTo>
                  <a:pt x="4356023" y="774700"/>
                </a:lnTo>
                <a:close/>
              </a:path>
              <a:path w="4429125" h="1384300">
                <a:moveTo>
                  <a:pt x="4368850" y="774700"/>
                </a:moveTo>
                <a:lnTo>
                  <a:pt x="4356150" y="774700"/>
                </a:lnTo>
                <a:lnTo>
                  <a:pt x="4356011" y="762000"/>
                </a:lnTo>
                <a:lnTo>
                  <a:pt x="4368698" y="762000"/>
                </a:lnTo>
                <a:lnTo>
                  <a:pt x="4368850" y="774700"/>
                </a:lnTo>
                <a:close/>
              </a:path>
              <a:path w="4429125" h="1384300">
                <a:moveTo>
                  <a:pt x="275221" y="800100"/>
                </a:moveTo>
                <a:lnTo>
                  <a:pt x="235000" y="800100"/>
                </a:lnTo>
                <a:lnTo>
                  <a:pt x="218160" y="787400"/>
                </a:lnTo>
                <a:lnTo>
                  <a:pt x="201993" y="774700"/>
                </a:lnTo>
                <a:lnTo>
                  <a:pt x="223494" y="774700"/>
                </a:lnTo>
                <a:lnTo>
                  <a:pt x="240182" y="787400"/>
                </a:lnTo>
                <a:lnTo>
                  <a:pt x="257238" y="787400"/>
                </a:lnTo>
                <a:lnTo>
                  <a:pt x="275221" y="800100"/>
                </a:lnTo>
                <a:close/>
              </a:path>
              <a:path w="4429125" h="1384300">
                <a:moveTo>
                  <a:pt x="4355706" y="787400"/>
                </a:moveTo>
                <a:lnTo>
                  <a:pt x="4355147" y="787400"/>
                </a:lnTo>
                <a:lnTo>
                  <a:pt x="4355744" y="774700"/>
                </a:lnTo>
                <a:lnTo>
                  <a:pt x="4355706" y="787400"/>
                </a:lnTo>
                <a:close/>
              </a:path>
              <a:path w="4429125" h="1384300">
                <a:moveTo>
                  <a:pt x="4368368" y="787400"/>
                </a:moveTo>
                <a:lnTo>
                  <a:pt x="4355706" y="787400"/>
                </a:lnTo>
                <a:lnTo>
                  <a:pt x="4356061" y="774700"/>
                </a:lnTo>
                <a:lnTo>
                  <a:pt x="4368736" y="774700"/>
                </a:lnTo>
                <a:lnTo>
                  <a:pt x="4368368" y="787400"/>
                </a:lnTo>
                <a:close/>
              </a:path>
              <a:path w="4429125" h="1384300">
                <a:moveTo>
                  <a:pt x="4365053" y="800100"/>
                </a:moveTo>
                <a:lnTo>
                  <a:pt x="4352810" y="800100"/>
                </a:lnTo>
                <a:lnTo>
                  <a:pt x="4354233" y="787400"/>
                </a:lnTo>
                <a:lnTo>
                  <a:pt x="4366577" y="787400"/>
                </a:lnTo>
                <a:lnTo>
                  <a:pt x="4365053" y="800100"/>
                </a:lnTo>
                <a:close/>
              </a:path>
              <a:path w="4429125" h="1384300">
                <a:moveTo>
                  <a:pt x="312712" y="812800"/>
                </a:moveTo>
                <a:lnTo>
                  <a:pt x="270624" y="812800"/>
                </a:lnTo>
                <a:lnTo>
                  <a:pt x="252501" y="800100"/>
                </a:lnTo>
                <a:lnTo>
                  <a:pt x="293547" y="800100"/>
                </a:lnTo>
                <a:lnTo>
                  <a:pt x="312712" y="812800"/>
                </a:lnTo>
                <a:close/>
              </a:path>
              <a:path w="4429125" h="1384300">
                <a:moveTo>
                  <a:pt x="4360875" y="812800"/>
                </a:moveTo>
                <a:lnTo>
                  <a:pt x="4346867" y="812800"/>
                </a:lnTo>
                <a:lnTo>
                  <a:pt x="4349330" y="800100"/>
                </a:lnTo>
                <a:lnTo>
                  <a:pt x="4363148" y="800100"/>
                </a:lnTo>
                <a:lnTo>
                  <a:pt x="4360875" y="812800"/>
                </a:lnTo>
                <a:close/>
              </a:path>
              <a:path w="4429125" h="1384300">
                <a:moveTo>
                  <a:pt x="352437" y="825500"/>
                </a:moveTo>
                <a:lnTo>
                  <a:pt x="308660" y="825500"/>
                </a:lnTo>
                <a:lnTo>
                  <a:pt x="289344" y="812800"/>
                </a:lnTo>
                <a:lnTo>
                  <a:pt x="332181" y="812800"/>
                </a:lnTo>
                <a:lnTo>
                  <a:pt x="352437" y="825500"/>
                </a:lnTo>
                <a:close/>
              </a:path>
              <a:path w="4429125" h="1384300">
                <a:moveTo>
                  <a:pt x="4355249" y="825500"/>
                </a:moveTo>
                <a:lnTo>
                  <a:pt x="4341279" y="825500"/>
                </a:lnTo>
                <a:lnTo>
                  <a:pt x="4344416" y="812800"/>
                </a:lnTo>
                <a:lnTo>
                  <a:pt x="4358246" y="812800"/>
                </a:lnTo>
                <a:lnTo>
                  <a:pt x="4355249" y="825500"/>
                </a:lnTo>
                <a:close/>
              </a:path>
              <a:path w="4429125" h="1384300">
                <a:moveTo>
                  <a:pt x="394169" y="838200"/>
                </a:moveTo>
                <a:lnTo>
                  <a:pt x="348894" y="838200"/>
                </a:lnTo>
                <a:lnTo>
                  <a:pt x="328510" y="825500"/>
                </a:lnTo>
                <a:lnTo>
                  <a:pt x="372935" y="825500"/>
                </a:lnTo>
                <a:lnTo>
                  <a:pt x="394169" y="838200"/>
                </a:lnTo>
                <a:close/>
              </a:path>
              <a:path w="4429125" h="1384300">
                <a:moveTo>
                  <a:pt x="4344263" y="838200"/>
                </a:moveTo>
                <a:lnTo>
                  <a:pt x="4330522" y="838200"/>
                </a:lnTo>
                <a:lnTo>
                  <a:pt x="4334637" y="825500"/>
                </a:lnTo>
                <a:lnTo>
                  <a:pt x="4348264" y="825500"/>
                </a:lnTo>
                <a:lnTo>
                  <a:pt x="4344263" y="838200"/>
                </a:lnTo>
                <a:close/>
              </a:path>
              <a:path w="4429125" h="1384300">
                <a:moveTo>
                  <a:pt x="460095" y="850900"/>
                </a:moveTo>
                <a:lnTo>
                  <a:pt x="391134" y="850900"/>
                </a:lnTo>
                <a:lnTo>
                  <a:pt x="369773" y="838200"/>
                </a:lnTo>
                <a:lnTo>
                  <a:pt x="437591" y="838200"/>
                </a:lnTo>
                <a:lnTo>
                  <a:pt x="460095" y="850900"/>
                </a:lnTo>
                <a:close/>
              </a:path>
              <a:path w="4429125" h="1384300">
                <a:moveTo>
                  <a:pt x="4335322" y="850900"/>
                </a:moveTo>
                <a:lnTo>
                  <a:pt x="4316945" y="850900"/>
                </a:lnTo>
                <a:lnTo>
                  <a:pt x="4321975" y="838200"/>
                </a:lnTo>
                <a:lnTo>
                  <a:pt x="4339945" y="838200"/>
                </a:lnTo>
                <a:lnTo>
                  <a:pt x="4335322" y="850900"/>
                </a:lnTo>
                <a:close/>
              </a:path>
              <a:path w="4429125" h="1384300">
                <a:moveTo>
                  <a:pt x="521881" y="863600"/>
                </a:moveTo>
                <a:lnTo>
                  <a:pt x="457796" y="863600"/>
                </a:lnTo>
                <a:lnTo>
                  <a:pt x="435178" y="850900"/>
                </a:lnTo>
                <a:lnTo>
                  <a:pt x="508838" y="850900"/>
                </a:lnTo>
                <a:lnTo>
                  <a:pt x="521881" y="863600"/>
                </a:lnTo>
                <a:close/>
              </a:path>
              <a:path w="4429125" h="1384300">
                <a:moveTo>
                  <a:pt x="4330382" y="876300"/>
                </a:moveTo>
                <a:lnTo>
                  <a:pt x="4308068" y="876300"/>
                </a:lnTo>
                <a:lnTo>
                  <a:pt x="4293209" y="863600"/>
                </a:lnTo>
                <a:lnTo>
                  <a:pt x="4306544" y="850900"/>
                </a:lnTo>
                <a:lnTo>
                  <a:pt x="4325150" y="850900"/>
                </a:lnTo>
                <a:lnTo>
                  <a:pt x="4319612" y="863600"/>
                </a:lnTo>
                <a:lnTo>
                  <a:pt x="4323118" y="863600"/>
                </a:lnTo>
                <a:lnTo>
                  <a:pt x="4330382" y="876300"/>
                </a:lnTo>
                <a:close/>
              </a:path>
              <a:path w="4429125" h="1384300">
                <a:moveTo>
                  <a:pt x="550062" y="876300"/>
                </a:moveTo>
                <a:lnTo>
                  <a:pt x="520280" y="876300"/>
                </a:lnTo>
                <a:lnTo>
                  <a:pt x="507174" y="863600"/>
                </a:lnTo>
                <a:lnTo>
                  <a:pt x="536829" y="863600"/>
                </a:lnTo>
                <a:lnTo>
                  <a:pt x="550062" y="876300"/>
                </a:lnTo>
                <a:close/>
              </a:path>
              <a:path w="4429125" h="1384300">
                <a:moveTo>
                  <a:pt x="650417" y="939800"/>
                </a:moveTo>
                <a:lnTo>
                  <a:pt x="611403" y="939800"/>
                </a:lnTo>
                <a:lnTo>
                  <a:pt x="596112" y="927100"/>
                </a:lnTo>
                <a:lnTo>
                  <a:pt x="581469" y="914400"/>
                </a:lnTo>
                <a:lnTo>
                  <a:pt x="567499" y="901700"/>
                </a:lnTo>
                <a:lnTo>
                  <a:pt x="554202" y="889000"/>
                </a:lnTo>
                <a:lnTo>
                  <a:pt x="541604" y="876300"/>
                </a:lnTo>
                <a:lnTo>
                  <a:pt x="562203" y="876300"/>
                </a:lnTo>
                <a:lnTo>
                  <a:pt x="575348" y="889000"/>
                </a:lnTo>
                <a:lnTo>
                  <a:pt x="575208" y="889000"/>
                </a:lnTo>
                <a:lnTo>
                  <a:pt x="589038" y="901700"/>
                </a:lnTo>
                <a:lnTo>
                  <a:pt x="588899" y="901700"/>
                </a:lnTo>
                <a:lnTo>
                  <a:pt x="603402" y="914400"/>
                </a:lnTo>
                <a:lnTo>
                  <a:pt x="618439" y="927100"/>
                </a:lnTo>
                <a:lnTo>
                  <a:pt x="633984" y="927100"/>
                </a:lnTo>
                <a:lnTo>
                  <a:pt x="650417" y="939800"/>
                </a:lnTo>
                <a:close/>
              </a:path>
              <a:path w="4429125" h="1384300">
                <a:moveTo>
                  <a:pt x="4344212" y="889000"/>
                </a:moveTo>
                <a:lnTo>
                  <a:pt x="4322457" y="889000"/>
                </a:lnTo>
                <a:lnTo>
                  <a:pt x="4315294" y="876300"/>
                </a:lnTo>
                <a:lnTo>
                  <a:pt x="4337418" y="876300"/>
                </a:lnTo>
                <a:lnTo>
                  <a:pt x="4344212" y="889000"/>
                </a:lnTo>
                <a:close/>
              </a:path>
              <a:path w="4429125" h="1384300">
                <a:moveTo>
                  <a:pt x="4357103" y="901700"/>
                </a:moveTo>
                <a:lnTo>
                  <a:pt x="4335919" y="901700"/>
                </a:lnTo>
                <a:lnTo>
                  <a:pt x="4329214" y="889000"/>
                </a:lnTo>
                <a:lnTo>
                  <a:pt x="4350778" y="889000"/>
                </a:lnTo>
                <a:lnTo>
                  <a:pt x="4357103" y="901700"/>
                </a:lnTo>
                <a:close/>
              </a:path>
              <a:path w="4429125" h="1384300">
                <a:moveTo>
                  <a:pt x="4369015" y="914400"/>
                </a:moveTo>
                <a:lnTo>
                  <a:pt x="4354283" y="914400"/>
                </a:lnTo>
                <a:lnTo>
                  <a:pt x="4348314" y="901700"/>
                </a:lnTo>
                <a:lnTo>
                  <a:pt x="4363186" y="901700"/>
                </a:lnTo>
                <a:lnTo>
                  <a:pt x="4369015" y="914400"/>
                </a:lnTo>
                <a:close/>
              </a:path>
              <a:path w="4429125" h="1384300">
                <a:moveTo>
                  <a:pt x="4379937" y="927100"/>
                </a:moveTo>
                <a:lnTo>
                  <a:pt x="4365294" y="927100"/>
                </a:lnTo>
                <a:lnTo>
                  <a:pt x="4359808" y="914400"/>
                </a:lnTo>
                <a:lnTo>
                  <a:pt x="4374603" y="914400"/>
                </a:lnTo>
                <a:lnTo>
                  <a:pt x="4379937" y="927100"/>
                </a:lnTo>
                <a:close/>
              </a:path>
              <a:path w="4429125" h="1384300">
                <a:moveTo>
                  <a:pt x="4389843" y="939800"/>
                </a:moveTo>
                <a:lnTo>
                  <a:pt x="4375277" y="939800"/>
                </a:lnTo>
                <a:lnTo>
                  <a:pt x="4370311" y="927100"/>
                </a:lnTo>
                <a:lnTo>
                  <a:pt x="4385017" y="927100"/>
                </a:lnTo>
                <a:lnTo>
                  <a:pt x="4389843" y="939800"/>
                </a:lnTo>
                <a:close/>
              </a:path>
              <a:path w="4429125" h="1384300">
                <a:moveTo>
                  <a:pt x="703008" y="977900"/>
                </a:moveTo>
                <a:lnTo>
                  <a:pt x="678827" y="977900"/>
                </a:lnTo>
                <a:lnTo>
                  <a:pt x="661060" y="965200"/>
                </a:lnTo>
                <a:lnTo>
                  <a:pt x="643890" y="952500"/>
                </a:lnTo>
                <a:lnTo>
                  <a:pt x="627341" y="939800"/>
                </a:lnTo>
                <a:lnTo>
                  <a:pt x="650303" y="939800"/>
                </a:lnTo>
                <a:lnTo>
                  <a:pt x="667346" y="952500"/>
                </a:lnTo>
                <a:lnTo>
                  <a:pt x="684885" y="965200"/>
                </a:lnTo>
                <a:lnTo>
                  <a:pt x="703008" y="977900"/>
                </a:lnTo>
                <a:close/>
              </a:path>
              <a:path w="4429125" h="1384300">
                <a:moveTo>
                  <a:pt x="4398708" y="952500"/>
                </a:moveTo>
                <a:lnTo>
                  <a:pt x="4384217" y="952500"/>
                </a:lnTo>
                <a:lnTo>
                  <a:pt x="4379772" y="939800"/>
                </a:lnTo>
                <a:lnTo>
                  <a:pt x="4394415" y="939800"/>
                </a:lnTo>
                <a:lnTo>
                  <a:pt x="4398708" y="952500"/>
                </a:lnTo>
                <a:close/>
              </a:path>
              <a:path w="4429125" h="1384300">
                <a:moveTo>
                  <a:pt x="4409998" y="965200"/>
                </a:moveTo>
                <a:lnTo>
                  <a:pt x="4392104" y="965200"/>
                </a:lnTo>
                <a:lnTo>
                  <a:pt x="4388180" y="952500"/>
                </a:lnTo>
                <a:lnTo>
                  <a:pt x="4406506" y="952500"/>
                </a:lnTo>
                <a:lnTo>
                  <a:pt x="4409998" y="965200"/>
                </a:lnTo>
                <a:close/>
              </a:path>
              <a:path w="4429125" h="1384300">
                <a:moveTo>
                  <a:pt x="4416132" y="977900"/>
                </a:moveTo>
                <a:lnTo>
                  <a:pt x="4401896" y="977900"/>
                </a:lnTo>
                <a:lnTo>
                  <a:pt x="4398797" y="965200"/>
                </a:lnTo>
                <a:lnTo>
                  <a:pt x="4413199" y="965200"/>
                </a:lnTo>
                <a:lnTo>
                  <a:pt x="4416132" y="977900"/>
                </a:lnTo>
                <a:close/>
              </a:path>
              <a:path w="4429125" h="1384300">
                <a:moveTo>
                  <a:pt x="801979" y="1016000"/>
                </a:moveTo>
                <a:lnTo>
                  <a:pt x="755573" y="1016000"/>
                </a:lnTo>
                <a:lnTo>
                  <a:pt x="735558" y="1003300"/>
                </a:lnTo>
                <a:lnTo>
                  <a:pt x="716089" y="990600"/>
                </a:lnTo>
                <a:lnTo>
                  <a:pt x="697179" y="977900"/>
                </a:lnTo>
                <a:lnTo>
                  <a:pt x="721601" y="977900"/>
                </a:lnTo>
                <a:lnTo>
                  <a:pt x="740968" y="990600"/>
                </a:lnTo>
                <a:lnTo>
                  <a:pt x="760780" y="1003300"/>
                </a:lnTo>
                <a:lnTo>
                  <a:pt x="781024" y="1003300"/>
                </a:lnTo>
                <a:lnTo>
                  <a:pt x="801979" y="1016000"/>
                </a:lnTo>
                <a:close/>
              </a:path>
              <a:path w="4429125" h="1384300">
                <a:moveTo>
                  <a:pt x="4421111" y="990600"/>
                </a:moveTo>
                <a:lnTo>
                  <a:pt x="4407039" y="990600"/>
                </a:lnTo>
                <a:lnTo>
                  <a:pt x="4404499" y="977900"/>
                </a:lnTo>
                <a:lnTo>
                  <a:pt x="4418761" y="977900"/>
                </a:lnTo>
                <a:lnTo>
                  <a:pt x="4421111" y="990600"/>
                </a:lnTo>
                <a:close/>
              </a:path>
              <a:path w="4429125" h="1384300">
                <a:moveTo>
                  <a:pt x="4424921" y="1003300"/>
                </a:moveTo>
                <a:lnTo>
                  <a:pt x="4411065" y="1003300"/>
                </a:lnTo>
                <a:lnTo>
                  <a:pt x="4409097" y="990600"/>
                </a:lnTo>
                <a:lnTo>
                  <a:pt x="4423168" y="990600"/>
                </a:lnTo>
                <a:lnTo>
                  <a:pt x="4424921" y="1003300"/>
                </a:lnTo>
                <a:close/>
              </a:path>
              <a:path w="4429125" h="1384300">
                <a:moveTo>
                  <a:pt x="4427499" y="1016000"/>
                </a:moveTo>
                <a:lnTo>
                  <a:pt x="4413961" y="1016000"/>
                </a:lnTo>
                <a:lnTo>
                  <a:pt x="4412589" y="1003300"/>
                </a:lnTo>
                <a:lnTo>
                  <a:pt x="4426369" y="1003300"/>
                </a:lnTo>
                <a:lnTo>
                  <a:pt x="4427499" y="1016000"/>
                </a:lnTo>
                <a:close/>
              </a:path>
              <a:path w="4429125" h="1384300">
                <a:moveTo>
                  <a:pt x="867537" y="1041400"/>
                </a:moveTo>
                <a:lnTo>
                  <a:pt x="818730" y="1041400"/>
                </a:lnTo>
                <a:lnTo>
                  <a:pt x="797166" y="1028700"/>
                </a:lnTo>
                <a:lnTo>
                  <a:pt x="776122" y="1016000"/>
                </a:lnTo>
                <a:lnTo>
                  <a:pt x="801890" y="1016000"/>
                </a:lnTo>
                <a:lnTo>
                  <a:pt x="823341" y="1028700"/>
                </a:lnTo>
                <a:lnTo>
                  <a:pt x="845108" y="1028700"/>
                </a:lnTo>
                <a:lnTo>
                  <a:pt x="867537" y="1041400"/>
                </a:lnTo>
                <a:close/>
              </a:path>
              <a:path w="4429125" h="1384300">
                <a:moveTo>
                  <a:pt x="4428832" y="1028700"/>
                </a:moveTo>
                <a:lnTo>
                  <a:pt x="4416171" y="1028700"/>
                </a:lnTo>
                <a:lnTo>
                  <a:pt x="4415688" y="1016000"/>
                </a:lnTo>
                <a:lnTo>
                  <a:pt x="4428324" y="1016000"/>
                </a:lnTo>
                <a:lnTo>
                  <a:pt x="4428832" y="1028700"/>
                </a:lnTo>
                <a:close/>
              </a:path>
              <a:path w="4429125" h="1384300">
                <a:moveTo>
                  <a:pt x="4428883" y="1041400"/>
                </a:moveTo>
                <a:lnTo>
                  <a:pt x="4416183" y="1041400"/>
                </a:lnTo>
                <a:lnTo>
                  <a:pt x="4416323" y="1028700"/>
                </a:lnTo>
                <a:lnTo>
                  <a:pt x="4429023" y="1028700"/>
                </a:lnTo>
                <a:lnTo>
                  <a:pt x="4428883" y="1041400"/>
                </a:lnTo>
                <a:close/>
              </a:path>
              <a:path w="4429125" h="1384300">
                <a:moveTo>
                  <a:pt x="937234" y="1066800"/>
                </a:moveTo>
                <a:lnTo>
                  <a:pt x="886256" y="1066800"/>
                </a:lnTo>
                <a:lnTo>
                  <a:pt x="863282" y="1054100"/>
                </a:lnTo>
                <a:lnTo>
                  <a:pt x="840765" y="1041400"/>
                </a:lnTo>
                <a:lnTo>
                  <a:pt x="867435" y="1041400"/>
                </a:lnTo>
                <a:lnTo>
                  <a:pt x="890320" y="1054100"/>
                </a:lnTo>
                <a:lnTo>
                  <a:pt x="913472" y="1054100"/>
                </a:lnTo>
                <a:lnTo>
                  <a:pt x="937234" y="1066800"/>
                </a:lnTo>
                <a:close/>
              </a:path>
              <a:path w="4429125" h="1384300">
                <a:moveTo>
                  <a:pt x="4427601" y="1054100"/>
                </a:moveTo>
                <a:lnTo>
                  <a:pt x="4415040" y="1054100"/>
                </a:lnTo>
                <a:lnTo>
                  <a:pt x="4415790" y="1041400"/>
                </a:lnTo>
                <a:lnTo>
                  <a:pt x="4428413" y="1041400"/>
                </a:lnTo>
                <a:lnTo>
                  <a:pt x="4427601" y="1054100"/>
                </a:lnTo>
                <a:close/>
              </a:path>
              <a:path w="4429125" h="1384300">
                <a:moveTo>
                  <a:pt x="4424692" y="1066800"/>
                </a:moveTo>
                <a:lnTo>
                  <a:pt x="4412411" y="1066800"/>
                </a:lnTo>
                <a:lnTo>
                  <a:pt x="4413973" y="1054100"/>
                </a:lnTo>
                <a:lnTo>
                  <a:pt x="4426343" y="1054100"/>
                </a:lnTo>
                <a:lnTo>
                  <a:pt x="4424692" y="1066800"/>
                </a:lnTo>
                <a:close/>
              </a:path>
              <a:path w="4429125" h="1384300">
                <a:moveTo>
                  <a:pt x="985812" y="1079500"/>
                </a:moveTo>
                <a:lnTo>
                  <a:pt x="933513" y="1079500"/>
                </a:lnTo>
                <a:lnTo>
                  <a:pt x="909662" y="1066800"/>
                </a:lnTo>
                <a:lnTo>
                  <a:pt x="961237" y="1066800"/>
                </a:lnTo>
                <a:lnTo>
                  <a:pt x="985812" y="1079500"/>
                </a:lnTo>
                <a:close/>
              </a:path>
              <a:path w="4429125" h="1384300">
                <a:moveTo>
                  <a:pt x="4420235" y="1079500"/>
                </a:moveTo>
                <a:lnTo>
                  <a:pt x="4405922" y="1079500"/>
                </a:lnTo>
                <a:lnTo>
                  <a:pt x="4408563" y="1066800"/>
                </a:lnTo>
                <a:lnTo>
                  <a:pt x="4422648" y="1066800"/>
                </a:lnTo>
                <a:lnTo>
                  <a:pt x="4420235" y="1079500"/>
                </a:lnTo>
                <a:close/>
              </a:path>
              <a:path w="4429125" h="1384300">
                <a:moveTo>
                  <a:pt x="1035951" y="1092200"/>
                </a:moveTo>
                <a:lnTo>
                  <a:pt x="982433" y="1092200"/>
                </a:lnTo>
                <a:lnTo>
                  <a:pt x="957770" y="1079500"/>
                </a:lnTo>
                <a:lnTo>
                  <a:pt x="1010615" y="1079500"/>
                </a:lnTo>
                <a:lnTo>
                  <a:pt x="1035951" y="1092200"/>
                </a:lnTo>
                <a:close/>
              </a:path>
              <a:path w="4429125" h="1384300">
                <a:moveTo>
                  <a:pt x="4414304" y="1092200"/>
                </a:moveTo>
                <a:lnTo>
                  <a:pt x="4399902" y="1092200"/>
                </a:lnTo>
                <a:lnTo>
                  <a:pt x="4403242" y="1079500"/>
                </a:lnTo>
                <a:lnTo>
                  <a:pt x="4417453" y="1079500"/>
                </a:lnTo>
                <a:lnTo>
                  <a:pt x="4414304" y="1092200"/>
                </a:lnTo>
                <a:close/>
              </a:path>
              <a:path w="4429125" h="1384300">
                <a:moveTo>
                  <a:pt x="1087539" y="1104900"/>
                </a:moveTo>
                <a:lnTo>
                  <a:pt x="1032916" y="1104900"/>
                </a:lnTo>
                <a:lnTo>
                  <a:pt x="1007491" y="1092200"/>
                </a:lnTo>
                <a:lnTo>
                  <a:pt x="1061491" y="1092200"/>
                </a:lnTo>
                <a:lnTo>
                  <a:pt x="1087539" y="1104900"/>
                </a:lnTo>
                <a:close/>
              </a:path>
              <a:path w="4429125" h="1384300">
                <a:moveTo>
                  <a:pt x="4406938" y="1104900"/>
                </a:moveTo>
                <a:lnTo>
                  <a:pt x="4392549" y="1104900"/>
                </a:lnTo>
                <a:lnTo>
                  <a:pt x="4396574" y="1092200"/>
                </a:lnTo>
                <a:lnTo>
                  <a:pt x="4410798" y="1092200"/>
                </a:lnTo>
                <a:lnTo>
                  <a:pt x="4406938" y="1104900"/>
                </a:lnTo>
                <a:close/>
              </a:path>
              <a:path w="4429125" h="1384300">
                <a:moveTo>
                  <a:pt x="1140460" y="1117600"/>
                </a:moveTo>
                <a:lnTo>
                  <a:pt x="1084846" y="1117600"/>
                </a:lnTo>
                <a:lnTo>
                  <a:pt x="1058710" y="1104900"/>
                </a:lnTo>
                <a:lnTo>
                  <a:pt x="1113751" y="1104900"/>
                </a:lnTo>
                <a:lnTo>
                  <a:pt x="1140460" y="1117600"/>
                </a:lnTo>
                <a:close/>
              </a:path>
              <a:path w="4429125" h="1384300">
                <a:moveTo>
                  <a:pt x="4398213" y="1117600"/>
                </a:moveTo>
                <a:lnTo>
                  <a:pt x="4379074" y="1117600"/>
                </a:lnTo>
                <a:lnTo>
                  <a:pt x="4384078" y="1104900"/>
                </a:lnTo>
                <a:lnTo>
                  <a:pt x="4402747" y="1104900"/>
                </a:lnTo>
                <a:lnTo>
                  <a:pt x="4398213" y="1117600"/>
                </a:lnTo>
                <a:close/>
              </a:path>
              <a:path w="4429125" h="1384300">
                <a:moveTo>
                  <a:pt x="1222286" y="1130300"/>
                </a:moveTo>
                <a:lnTo>
                  <a:pt x="1138097" y="1130300"/>
                </a:lnTo>
                <a:lnTo>
                  <a:pt x="1111313" y="1117600"/>
                </a:lnTo>
                <a:lnTo>
                  <a:pt x="1194498" y="1117600"/>
                </a:lnTo>
                <a:lnTo>
                  <a:pt x="1222286" y="1130300"/>
                </a:lnTo>
                <a:close/>
              </a:path>
              <a:path w="4429125" h="1384300">
                <a:moveTo>
                  <a:pt x="4382643" y="1130300"/>
                </a:moveTo>
                <a:lnTo>
                  <a:pt x="4368482" y="1130300"/>
                </a:lnTo>
                <a:lnTo>
                  <a:pt x="4374121" y="1117600"/>
                </a:lnTo>
                <a:lnTo>
                  <a:pt x="4388154" y="1117600"/>
                </a:lnTo>
                <a:lnTo>
                  <a:pt x="4382643" y="1130300"/>
                </a:lnTo>
                <a:close/>
              </a:path>
              <a:path w="4429125" h="1384300">
                <a:moveTo>
                  <a:pt x="1304188" y="1143000"/>
                </a:moveTo>
                <a:lnTo>
                  <a:pt x="1220419" y="1143000"/>
                </a:lnTo>
                <a:lnTo>
                  <a:pt x="1192555" y="1130300"/>
                </a:lnTo>
                <a:lnTo>
                  <a:pt x="1277010" y="1130300"/>
                </a:lnTo>
                <a:lnTo>
                  <a:pt x="1304188" y="1143000"/>
                </a:lnTo>
                <a:close/>
              </a:path>
              <a:path w="4429125" h="1384300">
                <a:moveTo>
                  <a:pt x="4370692" y="1143000"/>
                </a:moveTo>
                <a:lnTo>
                  <a:pt x="4350232" y="1143000"/>
                </a:lnTo>
                <a:lnTo>
                  <a:pt x="4356798" y="1130300"/>
                </a:lnTo>
                <a:lnTo>
                  <a:pt x="4376826" y="1130300"/>
                </a:lnTo>
                <a:lnTo>
                  <a:pt x="4370692" y="1143000"/>
                </a:lnTo>
                <a:close/>
              </a:path>
              <a:path w="4429125" h="1384300">
                <a:moveTo>
                  <a:pt x="1621510" y="1155700"/>
                </a:moveTo>
                <a:lnTo>
                  <a:pt x="1302842" y="1155700"/>
                </a:lnTo>
                <a:lnTo>
                  <a:pt x="1275575" y="1143000"/>
                </a:lnTo>
                <a:lnTo>
                  <a:pt x="1608810" y="1143000"/>
                </a:lnTo>
                <a:lnTo>
                  <a:pt x="1621510" y="1155700"/>
                </a:lnTo>
                <a:close/>
              </a:path>
              <a:path w="4429125" h="1384300">
                <a:moveTo>
                  <a:pt x="4350512" y="1155700"/>
                </a:moveTo>
                <a:lnTo>
                  <a:pt x="4329277" y="1155700"/>
                </a:lnTo>
                <a:lnTo>
                  <a:pt x="4336719" y="1143000"/>
                </a:lnTo>
                <a:lnTo>
                  <a:pt x="4357535" y="1143000"/>
                </a:lnTo>
                <a:lnTo>
                  <a:pt x="4350512" y="1155700"/>
                </a:lnTo>
                <a:close/>
              </a:path>
              <a:path w="4429125" h="1384300">
                <a:moveTo>
                  <a:pt x="1644383" y="1168400"/>
                </a:moveTo>
                <a:lnTo>
                  <a:pt x="1613687" y="1168400"/>
                </a:lnTo>
                <a:lnTo>
                  <a:pt x="1602828" y="1155700"/>
                </a:lnTo>
                <a:lnTo>
                  <a:pt x="1632559" y="1155700"/>
                </a:lnTo>
                <a:lnTo>
                  <a:pt x="1644383" y="1168400"/>
                </a:lnTo>
                <a:close/>
              </a:path>
              <a:path w="4429125" h="1384300">
                <a:moveTo>
                  <a:pt x="4335602" y="1168400"/>
                </a:moveTo>
                <a:lnTo>
                  <a:pt x="4305706" y="1168400"/>
                </a:lnTo>
                <a:lnTo>
                  <a:pt x="4313986" y="1155700"/>
                </a:lnTo>
                <a:lnTo>
                  <a:pt x="4343209" y="1155700"/>
                </a:lnTo>
                <a:lnTo>
                  <a:pt x="4335602" y="1168400"/>
                </a:lnTo>
                <a:close/>
              </a:path>
              <a:path w="4429125" h="1384300">
                <a:moveTo>
                  <a:pt x="1682457" y="1193800"/>
                </a:moveTo>
                <a:lnTo>
                  <a:pt x="1649526" y="1193800"/>
                </a:lnTo>
                <a:lnTo>
                  <a:pt x="1637080" y="1181100"/>
                </a:lnTo>
                <a:lnTo>
                  <a:pt x="1625130" y="1168400"/>
                </a:lnTo>
                <a:lnTo>
                  <a:pt x="1644256" y="1168400"/>
                </a:lnTo>
                <a:lnTo>
                  <a:pt x="1656588" y="1181100"/>
                </a:lnTo>
                <a:lnTo>
                  <a:pt x="1669161" y="1181100"/>
                </a:lnTo>
                <a:lnTo>
                  <a:pt x="1682457" y="1193800"/>
                </a:lnTo>
                <a:close/>
              </a:path>
              <a:path w="4429125" h="1384300">
                <a:moveTo>
                  <a:pt x="4311167" y="1181100"/>
                </a:moveTo>
                <a:lnTo>
                  <a:pt x="4279646" y="1181100"/>
                </a:lnTo>
                <a:lnTo>
                  <a:pt x="4288726" y="1168400"/>
                </a:lnTo>
                <a:lnTo>
                  <a:pt x="4319587" y="1168400"/>
                </a:lnTo>
                <a:lnTo>
                  <a:pt x="4311167" y="1181100"/>
                </a:lnTo>
                <a:close/>
              </a:path>
              <a:path w="4429125" h="1384300">
                <a:moveTo>
                  <a:pt x="4274858" y="1193800"/>
                </a:moveTo>
                <a:lnTo>
                  <a:pt x="4241228" y="1193800"/>
                </a:lnTo>
                <a:lnTo>
                  <a:pt x="4251325" y="1181100"/>
                </a:lnTo>
                <a:lnTo>
                  <a:pt x="4284319" y="1181100"/>
                </a:lnTo>
                <a:lnTo>
                  <a:pt x="4274858" y="1193800"/>
                </a:lnTo>
                <a:close/>
              </a:path>
              <a:path w="4429125" h="1384300">
                <a:moveTo>
                  <a:pt x="1724812" y="1219200"/>
                </a:moveTo>
                <a:lnTo>
                  <a:pt x="1689747" y="1219200"/>
                </a:lnTo>
                <a:lnTo>
                  <a:pt x="1675866" y="1206500"/>
                </a:lnTo>
                <a:lnTo>
                  <a:pt x="1662455" y="1193800"/>
                </a:lnTo>
                <a:lnTo>
                  <a:pt x="1682343" y="1193800"/>
                </a:lnTo>
                <a:lnTo>
                  <a:pt x="1696110" y="1206500"/>
                </a:lnTo>
                <a:lnTo>
                  <a:pt x="1710131" y="1206500"/>
                </a:lnTo>
                <a:lnTo>
                  <a:pt x="1724812" y="1219200"/>
                </a:lnTo>
                <a:close/>
              </a:path>
              <a:path w="4429125" h="1384300">
                <a:moveTo>
                  <a:pt x="4244987" y="1206500"/>
                </a:moveTo>
                <a:lnTo>
                  <a:pt x="4187761" y="1206500"/>
                </a:lnTo>
                <a:lnTo>
                  <a:pt x="4199013" y="1193800"/>
                </a:lnTo>
                <a:lnTo>
                  <a:pt x="4255185" y="1193800"/>
                </a:lnTo>
                <a:lnTo>
                  <a:pt x="4244987" y="1206500"/>
                </a:lnTo>
                <a:close/>
              </a:path>
              <a:path w="4429125" h="1384300">
                <a:moveTo>
                  <a:pt x="4190517" y="1219200"/>
                </a:moveTo>
                <a:lnTo>
                  <a:pt x="4128744" y="1219200"/>
                </a:lnTo>
                <a:lnTo>
                  <a:pt x="4141038" y="1206500"/>
                </a:lnTo>
                <a:lnTo>
                  <a:pt x="4201858" y="1206500"/>
                </a:lnTo>
                <a:lnTo>
                  <a:pt x="4190517" y="1219200"/>
                </a:lnTo>
                <a:close/>
              </a:path>
              <a:path w="4429125" h="1384300">
                <a:moveTo>
                  <a:pt x="1755292" y="1231900"/>
                </a:moveTo>
                <a:lnTo>
                  <a:pt x="1718881" y="1231900"/>
                </a:lnTo>
                <a:lnTo>
                  <a:pt x="1704086" y="1219200"/>
                </a:lnTo>
                <a:lnTo>
                  <a:pt x="1739734" y="1219200"/>
                </a:lnTo>
                <a:lnTo>
                  <a:pt x="1755292" y="1231900"/>
                </a:lnTo>
                <a:close/>
              </a:path>
              <a:path w="4429125" h="1384300">
                <a:moveTo>
                  <a:pt x="3784892" y="1231900"/>
                </a:moveTo>
                <a:lnTo>
                  <a:pt x="3778059" y="1231900"/>
                </a:lnTo>
                <a:lnTo>
                  <a:pt x="3780485" y="1219200"/>
                </a:lnTo>
                <a:lnTo>
                  <a:pt x="3791724" y="1219200"/>
                </a:lnTo>
                <a:lnTo>
                  <a:pt x="3784892" y="1231900"/>
                </a:lnTo>
                <a:close/>
              </a:path>
              <a:path w="4429125" h="1384300">
                <a:moveTo>
                  <a:pt x="3790442" y="1231900"/>
                </a:moveTo>
                <a:lnTo>
                  <a:pt x="3784892" y="1231900"/>
                </a:lnTo>
                <a:lnTo>
                  <a:pt x="3791724" y="1219200"/>
                </a:lnTo>
                <a:lnTo>
                  <a:pt x="3790442" y="1231900"/>
                </a:lnTo>
                <a:close/>
              </a:path>
              <a:path w="4429125" h="1384300">
                <a:moveTo>
                  <a:pt x="4118063" y="1231900"/>
                </a:moveTo>
                <a:lnTo>
                  <a:pt x="3790442" y="1231900"/>
                </a:lnTo>
                <a:lnTo>
                  <a:pt x="3791724" y="1219200"/>
                </a:lnTo>
                <a:lnTo>
                  <a:pt x="4130636" y="1219200"/>
                </a:lnTo>
                <a:lnTo>
                  <a:pt x="4118063" y="1231900"/>
                </a:lnTo>
                <a:close/>
              </a:path>
              <a:path w="4429125" h="1384300">
                <a:moveTo>
                  <a:pt x="1804162" y="1257300"/>
                </a:moveTo>
                <a:lnTo>
                  <a:pt x="1765833" y="1257300"/>
                </a:lnTo>
                <a:lnTo>
                  <a:pt x="1749755" y="1244600"/>
                </a:lnTo>
                <a:lnTo>
                  <a:pt x="1734108" y="1231900"/>
                </a:lnTo>
                <a:lnTo>
                  <a:pt x="1755190" y="1231900"/>
                </a:lnTo>
                <a:lnTo>
                  <a:pt x="1771167" y="1244600"/>
                </a:lnTo>
                <a:lnTo>
                  <a:pt x="1787372" y="1244600"/>
                </a:lnTo>
                <a:lnTo>
                  <a:pt x="1804162" y="1257300"/>
                </a:lnTo>
                <a:close/>
              </a:path>
              <a:path w="4429125" h="1384300">
                <a:moveTo>
                  <a:pt x="3786593" y="1244600"/>
                </a:moveTo>
                <a:lnTo>
                  <a:pt x="3772471" y="1244600"/>
                </a:lnTo>
                <a:lnTo>
                  <a:pt x="3774821" y="1231900"/>
                </a:lnTo>
                <a:lnTo>
                  <a:pt x="3788714" y="1231900"/>
                </a:lnTo>
                <a:lnTo>
                  <a:pt x="3786593" y="1244600"/>
                </a:lnTo>
                <a:close/>
              </a:path>
              <a:path w="4429125" h="1384300">
                <a:moveTo>
                  <a:pt x="3781234" y="1257300"/>
                </a:moveTo>
                <a:lnTo>
                  <a:pt x="3767048" y="1257300"/>
                </a:lnTo>
                <a:lnTo>
                  <a:pt x="3770109" y="1244600"/>
                </a:lnTo>
                <a:lnTo>
                  <a:pt x="3784104" y="1244600"/>
                </a:lnTo>
                <a:lnTo>
                  <a:pt x="3781234" y="1257300"/>
                </a:lnTo>
                <a:close/>
              </a:path>
              <a:path w="4429125" h="1384300">
                <a:moveTo>
                  <a:pt x="1838718" y="1270000"/>
                </a:moveTo>
                <a:lnTo>
                  <a:pt x="1799196" y="1270000"/>
                </a:lnTo>
                <a:lnTo>
                  <a:pt x="1782318" y="1257300"/>
                </a:lnTo>
                <a:lnTo>
                  <a:pt x="1821154" y="1257300"/>
                </a:lnTo>
                <a:lnTo>
                  <a:pt x="1838718" y="1270000"/>
                </a:lnTo>
                <a:close/>
              </a:path>
              <a:path w="4429125" h="1384300">
                <a:moveTo>
                  <a:pt x="3774401" y="1270000"/>
                </a:moveTo>
                <a:lnTo>
                  <a:pt x="3756406" y="1270000"/>
                </a:lnTo>
                <a:lnTo>
                  <a:pt x="3760482" y="1257300"/>
                </a:lnTo>
                <a:lnTo>
                  <a:pt x="3777996" y="1257300"/>
                </a:lnTo>
                <a:lnTo>
                  <a:pt x="3774401" y="1270000"/>
                </a:lnTo>
                <a:close/>
              </a:path>
              <a:path w="4429125" h="1384300">
                <a:moveTo>
                  <a:pt x="1874774" y="1282700"/>
                </a:moveTo>
                <a:lnTo>
                  <a:pt x="1834121" y="1282700"/>
                </a:lnTo>
                <a:lnTo>
                  <a:pt x="1816468" y="1270000"/>
                </a:lnTo>
                <a:lnTo>
                  <a:pt x="1856486" y="1270000"/>
                </a:lnTo>
                <a:lnTo>
                  <a:pt x="1874774" y="1282700"/>
                </a:lnTo>
                <a:close/>
              </a:path>
              <a:path w="4429125" h="1384300">
                <a:moveTo>
                  <a:pt x="2887167" y="1282700"/>
                </a:moveTo>
                <a:lnTo>
                  <a:pt x="2837040" y="1282700"/>
                </a:lnTo>
                <a:lnTo>
                  <a:pt x="2842260" y="1270000"/>
                </a:lnTo>
                <a:lnTo>
                  <a:pt x="2870200" y="1270000"/>
                </a:lnTo>
                <a:lnTo>
                  <a:pt x="2887167" y="1282700"/>
                </a:lnTo>
                <a:close/>
              </a:path>
              <a:path w="4429125" h="1384300">
                <a:moveTo>
                  <a:pt x="3761562" y="1282700"/>
                </a:moveTo>
                <a:lnTo>
                  <a:pt x="3747655" y="1282700"/>
                </a:lnTo>
                <a:lnTo>
                  <a:pt x="3752392" y="1270000"/>
                </a:lnTo>
                <a:lnTo>
                  <a:pt x="3766172" y="1270000"/>
                </a:lnTo>
                <a:lnTo>
                  <a:pt x="3761562" y="1282700"/>
                </a:lnTo>
                <a:close/>
              </a:path>
              <a:path w="4429125" h="1384300">
                <a:moveTo>
                  <a:pt x="1912239" y="1295400"/>
                </a:moveTo>
                <a:lnTo>
                  <a:pt x="1870519" y="1295400"/>
                </a:lnTo>
                <a:lnTo>
                  <a:pt x="1852142" y="1282700"/>
                </a:lnTo>
                <a:lnTo>
                  <a:pt x="1893252" y="1282700"/>
                </a:lnTo>
                <a:lnTo>
                  <a:pt x="1912239" y="1295400"/>
                </a:lnTo>
                <a:close/>
              </a:path>
              <a:path w="4429125" h="1384300">
                <a:moveTo>
                  <a:pt x="2839554" y="1295400"/>
                </a:moveTo>
                <a:lnTo>
                  <a:pt x="2820390" y="1295400"/>
                </a:lnTo>
                <a:lnTo>
                  <a:pt x="2826334" y="1282700"/>
                </a:lnTo>
                <a:lnTo>
                  <a:pt x="2845181" y="1282700"/>
                </a:lnTo>
                <a:lnTo>
                  <a:pt x="2839554" y="1295400"/>
                </a:lnTo>
                <a:close/>
              </a:path>
              <a:path w="4429125" h="1384300">
                <a:moveTo>
                  <a:pt x="2922104" y="1295400"/>
                </a:moveTo>
                <a:lnTo>
                  <a:pt x="2882620" y="1295400"/>
                </a:lnTo>
                <a:lnTo>
                  <a:pt x="2865551" y="1282700"/>
                </a:lnTo>
                <a:lnTo>
                  <a:pt x="2904350" y="1282700"/>
                </a:lnTo>
                <a:lnTo>
                  <a:pt x="2922104" y="1295400"/>
                </a:lnTo>
                <a:close/>
              </a:path>
              <a:path w="4429125" h="1384300">
                <a:moveTo>
                  <a:pt x="3751351" y="1295400"/>
                </a:moveTo>
                <a:lnTo>
                  <a:pt x="3732098" y="1295400"/>
                </a:lnTo>
                <a:lnTo>
                  <a:pt x="3737800" y="1282700"/>
                </a:lnTo>
                <a:lnTo>
                  <a:pt x="3756609" y="1282700"/>
                </a:lnTo>
                <a:lnTo>
                  <a:pt x="3751351" y="1295400"/>
                </a:lnTo>
                <a:close/>
              </a:path>
              <a:path w="4429125" h="1384300">
                <a:moveTo>
                  <a:pt x="1951037" y="1308100"/>
                </a:moveTo>
                <a:lnTo>
                  <a:pt x="1908314" y="1308100"/>
                </a:lnTo>
                <a:lnTo>
                  <a:pt x="1889252" y="1295400"/>
                </a:lnTo>
                <a:lnTo>
                  <a:pt x="1931390" y="1295400"/>
                </a:lnTo>
                <a:lnTo>
                  <a:pt x="1951037" y="1308100"/>
                </a:lnTo>
                <a:close/>
              </a:path>
              <a:path w="4429125" h="1384300">
                <a:moveTo>
                  <a:pt x="2821266" y="1308100"/>
                </a:moveTo>
                <a:lnTo>
                  <a:pt x="2794825" y="1308100"/>
                </a:lnTo>
                <a:lnTo>
                  <a:pt x="2801708" y="1295400"/>
                </a:lnTo>
                <a:lnTo>
                  <a:pt x="2827591" y="1295400"/>
                </a:lnTo>
                <a:lnTo>
                  <a:pt x="2821266" y="1308100"/>
                </a:lnTo>
                <a:close/>
              </a:path>
              <a:path w="4429125" h="1384300">
                <a:moveTo>
                  <a:pt x="2958528" y="1308100"/>
                </a:moveTo>
                <a:lnTo>
                  <a:pt x="2917939" y="1308100"/>
                </a:lnTo>
                <a:lnTo>
                  <a:pt x="2900083" y="1295400"/>
                </a:lnTo>
                <a:lnTo>
                  <a:pt x="2940037" y="1295400"/>
                </a:lnTo>
                <a:lnTo>
                  <a:pt x="2958528" y="1308100"/>
                </a:lnTo>
                <a:close/>
              </a:path>
              <a:path w="4429125" h="1384300">
                <a:moveTo>
                  <a:pt x="3733685" y="1308100"/>
                </a:moveTo>
                <a:lnTo>
                  <a:pt x="3713721" y="1308100"/>
                </a:lnTo>
                <a:lnTo>
                  <a:pt x="3720325" y="1295400"/>
                </a:lnTo>
                <a:lnTo>
                  <a:pt x="3739883" y="1295400"/>
                </a:lnTo>
                <a:lnTo>
                  <a:pt x="3733685" y="1308100"/>
                </a:lnTo>
                <a:close/>
              </a:path>
              <a:path w="4429125" h="1384300">
                <a:moveTo>
                  <a:pt x="1991067" y="1320800"/>
                </a:moveTo>
                <a:lnTo>
                  <a:pt x="1947430" y="1320800"/>
                </a:lnTo>
                <a:lnTo>
                  <a:pt x="1927720" y="1308100"/>
                </a:lnTo>
                <a:lnTo>
                  <a:pt x="1970824" y="1308100"/>
                </a:lnTo>
                <a:lnTo>
                  <a:pt x="1991067" y="1320800"/>
                </a:lnTo>
                <a:close/>
              </a:path>
              <a:path w="4429125" h="1384300">
                <a:moveTo>
                  <a:pt x="2800908" y="1320800"/>
                </a:moveTo>
                <a:lnTo>
                  <a:pt x="2773235" y="1320800"/>
                </a:lnTo>
                <a:lnTo>
                  <a:pt x="2780779" y="1308100"/>
                </a:lnTo>
                <a:lnTo>
                  <a:pt x="2807919" y="1308100"/>
                </a:lnTo>
                <a:lnTo>
                  <a:pt x="2800908" y="1320800"/>
                </a:lnTo>
                <a:close/>
              </a:path>
              <a:path w="4429125" h="1384300">
                <a:moveTo>
                  <a:pt x="2996361" y="1320800"/>
                </a:moveTo>
                <a:lnTo>
                  <a:pt x="2954743" y="1320800"/>
                </a:lnTo>
                <a:lnTo>
                  <a:pt x="2936151" y="1308100"/>
                </a:lnTo>
                <a:lnTo>
                  <a:pt x="2977184" y="1308100"/>
                </a:lnTo>
                <a:lnTo>
                  <a:pt x="2996361" y="1320800"/>
                </a:lnTo>
                <a:close/>
              </a:path>
              <a:path w="4429125" h="1384300">
                <a:moveTo>
                  <a:pt x="3692639" y="1320800"/>
                </a:moveTo>
                <a:lnTo>
                  <a:pt x="3685044" y="1320800"/>
                </a:lnTo>
                <a:lnTo>
                  <a:pt x="3692791" y="1308100"/>
                </a:lnTo>
                <a:lnTo>
                  <a:pt x="3692639" y="1320800"/>
                </a:lnTo>
                <a:close/>
              </a:path>
              <a:path w="4429125" h="1384300">
                <a:moveTo>
                  <a:pt x="3713340" y="1320800"/>
                </a:moveTo>
                <a:lnTo>
                  <a:pt x="3692639" y="1320800"/>
                </a:lnTo>
                <a:lnTo>
                  <a:pt x="3700119" y="1308100"/>
                </a:lnTo>
                <a:lnTo>
                  <a:pt x="3720414" y="1308100"/>
                </a:lnTo>
                <a:lnTo>
                  <a:pt x="3713340" y="1320800"/>
                </a:lnTo>
                <a:close/>
              </a:path>
              <a:path w="4429125" h="1384300">
                <a:moveTo>
                  <a:pt x="2032279" y="1333500"/>
                </a:moveTo>
                <a:lnTo>
                  <a:pt x="1987791" y="1333500"/>
                </a:lnTo>
                <a:lnTo>
                  <a:pt x="1967471" y="1320800"/>
                </a:lnTo>
                <a:lnTo>
                  <a:pt x="2011451" y="1320800"/>
                </a:lnTo>
                <a:lnTo>
                  <a:pt x="2032279" y="1333500"/>
                </a:lnTo>
                <a:close/>
              </a:path>
              <a:path w="4429125" h="1384300">
                <a:moveTo>
                  <a:pt x="2770682" y="1333500"/>
                </a:moveTo>
                <a:lnTo>
                  <a:pt x="2741422" y="1333500"/>
                </a:lnTo>
                <a:lnTo>
                  <a:pt x="2749804" y="1320800"/>
                </a:lnTo>
                <a:lnTo>
                  <a:pt x="2778556" y="1320800"/>
                </a:lnTo>
                <a:lnTo>
                  <a:pt x="2770682" y="1333500"/>
                </a:lnTo>
                <a:close/>
              </a:path>
              <a:path w="4429125" h="1384300">
                <a:moveTo>
                  <a:pt x="3055518" y="1333500"/>
                </a:moveTo>
                <a:lnTo>
                  <a:pt x="2992932" y="1333500"/>
                </a:lnTo>
                <a:lnTo>
                  <a:pt x="2973666" y="1320800"/>
                </a:lnTo>
                <a:lnTo>
                  <a:pt x="3035414" y="1320800"/>
                </a:lnTo>
                <a:lnTo>
                  <a:pt x="3055518" y="1333500"/>
                </a:lnTo>
                <a:close/>
              </a:path>
              <a:path w="4429125" h="1384300">
                <a:moveTo>
                  <a:pt x="3690442" y="1333500"/>
                </a:moveTo>
                <a:lnTo>
                  <a:pt x="3660571" y="1333500"/>
                </a:lnTo>
                <a:lnTo>
                  <a:pt x="3669131" y="1320800"/>
                </a:lnTo>
                <a:lnTo>
                  <a:pt x="3698354" y="1320800"/>
                </a:lnTo>
                <a:lnTo>
                  <a:pt x="3690442" y="1333500"/>
                </a:lnTo>
                <a:close/>
              </a:path>
              <a:path w="4429125" h="1384300">
                <a:moveTo>
                  <a:pt x="2096096" y="1346200"/>
                </a:moveTo>
                <a:lnTo>
                  <a:pt x="2029320" y="1346200"/>
                </a:lnTo>
                <a:lnTo>
                  <a:pt x="2008416" y="1333500"/>
                </a:lnTo>
                <a:lnTo>
                  <a:pt x="2074494" y="1333500"/>
                </a:lnTo>
                <a:lnTo>
                  <a:pt x="2096096" y="1346200"/>
                </a:lnTo>
                <a:close/>
              </a:path>
              <a:path w="4429125" h="1384300">
                <a:moveTo>
                  <a:pt x="2745803" y="1346200"/>
                </a:moveTo>
                <a:lnTo>
                  <a:pt x="2706255" y="1346200"/>
                </a:lnTo>
                <a:lnTo>
                  <a:pt x="2724404" y="1333500"/>
                </a:lnTo>
                <a:lnTo>
                  <a:pt x="2754312" y="1333500"/>
                </a:lnTo>
                <a:lnTo>
                  <a:pt x="2745803" y="1346200"/>
                </a:lnTo>
                <a:close/>
              </a:path>
              <a:path w="4429125" h="1384300">
                <a:moveTo>
                  <a:pt x="3117278" y="1346200"/>
                </a:moveTo>
                <a:lnTo>
                  <a:pt x="3052622" y="1346200"/>
                </a:lnTo>
                <a:lnTo>
                  <a:pt x="3032417" y="1333500"/>
                </a:lnTo>
                <a:lnTo>
                  <a:pt x="3096336" y="1333500"/>
                </a:lnTo>
                <a:lnTo>
                  <a:pt x="3117278" y="1346200"/>
                </a:lnTo>
                <a:close/>
              </a:path>
              <a:path w="4429125" h="1384300">
                <a:moveTo>
                  <a:pt x="3665118" y="1346200"/>
                </a:moveTo>
                <a:lnTo>
                  <a:pt x="3624249" y="1346200"/>
                </a:lnTo>
                <a:lnTo>
                  <a:pt x="3633825" y="1333500"/>
                </a:lnTo>
                <a:lnTo>
                  <a:pt x="3673817" y="1333500"/>
                </a:lnTo>
                <a:lnTo>
                  <a:pt x="3665118" y="1346200"/>
                </a:lnTo>
                <a:close/>
              </a:path>
              <a:path w="4429125" h="1384300">
                <a:moveTo>
                  <a:pt x="2162073" y="1358900"/>
                </a:moveTo>
                <a:lnTo>
                  <a:pt x="2093595" y="1358900"/>
                </a:lnTo>
                <a:lnTo>
                  <a:pt x="2071916" y="1346200"/>
                </a:lnTo>
                <a:lnTo>
                  <a:pt x="2139784" y="1346200"/>
                </a:lnTo>
                <a:lnTo>
                  <a:pt x="2162073" y="1358900"/>
                </a:lnTo>
                <a:close/>
              </a:path>
              <a:path w="4429125" h="1384300">
                <a:moveTo>
                  <a:pt x="2690812" y="1358900"/>
                </a:moveTo>
                <a:lnTo>
                  <a:pt x="2647861" y="1358900"/>
                </a:lnTo>
                <a:lnTo>
                  <a:pt x="2668219" y="1346200"/>
                </a:lnTo>
                <a:lnTo>
                  <a:pt x="2709913" y="1346200"/>
                </a:lnTo>
                <a:lnTo>
                  <a:pt x="2690812" y="1358900"/>
                </a:lnTo>
                <a:close/>
              </a:path>
              <a:path w="4429125" h="1384300">
                <a:moveTo>
                  <a:pt x="3174834" y="1358900"/>
                </a:moveTo>
                <a:lnTo>
                  <a:pt x="3114903" y="1358900"/>
                </a:lnTo>
                <a:lnTo>
                  <a:pt x="3093872" y="1346200"/>
                </a:lnTo>
                <a:lnTo>
                  <a:pt x="3159658" y="1346200"/>
                </a:lnTo>
                <a:lnTo>
                  <a:pt x="3174834" y="1358900"/>
                </a:lnTo>
                <a:close/>
              </a:path>
              <a:path w="4429125" h="1384300">
                <a:moveTo>
                  <a:pt x="3617887" y="1358900"/>
                </a:moveTo>
                <a:lnTo>
                  <a:pt x="3562527" y="1358900"/>
                </a:lnTo>
                <a:lnTo>
                  <a:pt x="3573475" y="1346200"/>
                </a:lnTo>
                <a:lnTo>
                  <a:pt x="3627818" y="1346200"/>
                </a:lnTo>
                <a:lnTo>
                  <a:pt x="3617887" y="1358900"/>
                </a:lnTo>
                <a:close/>
              </a:path>
              <a:path w="4429125" h="1384300">
                <a:moveTo>
                  <a:pt x="2276449" y="1371600"/>
                </a:moveTo>
                <a:lnTo>
                  <a:pt x="2160054" y="1371600"/>
                </a:lnTo>
                <a:lnTo>
                  <a:pt x="2137676" y="1358900"/>
                </a:lnTo>
                <a:lnTo>
                  <a:pt x="2248154" y="1358900"/>
                </a:lnTo>
                <a:lnTo>
                  <a:pt x="2276449" y="1371600"/>
                </a:lnTo>
                <a:close/>
              </a:path>
              <a:path w="4429125" h="1384300">
                <a:moveTo>
                  <a:pt x="2650477" y="1371600"/>
                </a:moveTo>
                <a:lnTo>
                  <a:pt x="2560447" y="1371600"/>
                </a:lnTo>
                <a:lnTo>
                  <a:pt x="2583383" y="1358900"/>
                </a:lnTo>
                <a:lnTo>
                  <a:pt x="2671000" y="1358900"/>
                </a:lnTo>
                <a:lnTo>
                  <a:pt x="2650477" y="1371600"/>
                </a:lnTo>
                <a:close/>
              </a:path>
              <a:path w="4429125" h="1384300">
                <a:moveTo>
                  <a:pt x="3292856" y="1371600"/>
                </a:moveTo>
                <a:lnTo>
                  <a:pt x="3172942" y="1371600"/>
                </a:lnTo>
                <a:lnTo>
                  <a:pt x="3157689" y="1358900"/>
                </a:lnTo>
                <a:lnTo>
                  <a:pt x="3278378" y="1358900"/>
                </a:lnTo>
                <a:lnTo>
                  <a:pt x="3292856" y="1371600"/>
                </a:lnTo>
                <a:close/>
              </a:path>
              <a:path w="4429125" h="1384300">
                <a:moveTo>
                  <a:pt x="3564851" y="1371600"/>
                </a:moveTo>
                <a:lnTo>
                  <a:pt x="3480828" y="1371600"/>
                </a:lnTo>
                <a:lnTo>
                  <a:pt x="3493160" y="1358900"/>
                </a:lnTo>
                <a:lnTo>
                  <a:pt x="3575900" y="1358900"/>
                </a:lnTo>
                <a:lnTo>
                  <a:pt x="3564851" y="1371600"/>
                </a:lnTo>
                <a:close/>
              </a:path>
              <a:path w="4429125" h="1384300">
                <a:moveTo>
                  <a:pt x="2561869" y="1384300"/>
                </a:moveTo>
                <a:lnTo>
                  <a:pt x="2275230" y="1384300"/>
                </a:lnTo>
                <a:lnTo>
                  <a:pt x="2246833" y="1371600"/>
                </a:lnTo>
                <a:lnTo>
                  <a:pt x="2584958" y="1371600"/>
                </a:lnTo>
                <a:lnTo>
                  <a:pt x="2561869" y="1384300"/>
                </a:lnTo>
                <a:close/>
              </a:path>
              <a:path w="4429125" h="1384300">
                <a:moveTo>
                  <a:pt x="3481971" y="1384300"/>
                </a:moveTo>
                <a:lnTo>
                  <a:pt x="3291967" y="1384300"/>
                </a:lnTo>
                <a:lnTo>
                  <a:pt x="3277412" y="1371600"/>
                </a:lnTo>
                <a:lnTo>
                  <a:pt x="3494366" y="1371600"/>
                </a:lnTo>
                <a:lnTo>
                  <a:pt x="3481971" y="13843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8" name="object 78"/>
          <p:cNvSpPr/>
          <p:nvPr/>
        </p:nvSpPr>
        <p:spPr>
          <a:xfrm>
            <a:off x="7881886" y="1400327"/>
            <a:ext cx="4099788" cy="129387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9" name="object 79"/>
          <p:cNvSpPr txBox="1"/>
          <p:nvPr/>
        </p:nvSpPr>
        <p:spPr>
          <a:xfrm rot="540000">
            <a:off x="8530930" y="1510905"/>
            <a:ext cx="2466710" cy="40386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3180"/>
              </a:lnSpc>
            </a:pPr>
            <a:r>
              <a:rPr dirty="0" baseline="1763" sz="4725" spc="15" b="1">
                <a:solidFill>
                  <a:srgbClr val="FF0000"/>
                </a:solidFill>
                <a:latin typeface="黑体"/>
                <a:cs typeface="黑体"/>
              </a:rPr>
              <a:t>图</a:t>
            </a:r>
            <a:r>
              <a:rPr dirty="0" sz="3150" spc="10" b="1">
                <a:solidFill>
                  <a:srgbClr val="FF0000"/>
                </a:solidFill>
                <a:latin typeface="黑体"/>
                <a:cs typeface="黑体"/>
              </a:rPr>
              <a:t>中可以</a:t>
            </a:r>
            <a:r>
              <a:rPr dirty="0" sz="3150" spc="10" b="1">
                <a:solidFill>
                  <a:srgbClr val="FF0000"/>
                </a:solidFill>
                <a:latin typeface="黑体"/>
                <a:cs typeface="黑体"/>
              </a:rPr>
              <a:t>得</a:t>
            </a:r>
            <a:r>
              <a:rPr dirty="0" sz="3150" spc="20" b="1">
                <a:solidFill>
                  <a:srgbClr val="FF0000"/>
                </a:solidFill>
                <a:latin typeface="黑体"/>
                <a:cs typeface="黑体"/>
              </a:rPr>
              <a:t>到</a:t>
            </a:r>
            <a:endParaRPr sz="3150">
              <a:latin typeface="黑体"/>
              <a:cs typeface="黑体"/>
            </a:endParaRPr>
          </a:p>
        </p:txBody>
      </p:sp>
      <p:sp>
        <p:nvSpPr>
          <p:cNvPr id="80" name="object 80"/>
          <p:cNvSpPr txBox="1"/>
          <p:nvPr/>
        </p:nvSpPr>
        <p:spPr>
          <a:xfrm rot="540000">
            <a:off x="8454641" y="1992578"/>
            <a:ext cx="2466710" cy="40386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3180"/>
              </a:lnSpc>
            </a:pPr>
            <a:r>
              <a:rPr dirty="0" baseline="1763" sz="4725" spc="15" b="1">
                <a:solidFill>
                  <a:srgbClr val="FF0000"/>
                </a:solidFill>
                <a:latin typeface="黑体"/>
                <a:cs typeface="黑体"/>
              </a:rPr>
              <a:t>哪</a:t>
            </a:r>
            <a:r>
              <a:rPr dirty="0" sz="3150" spc="10" b="1">
                <a:solidFill>
                  <a:srgbClr val="FF0000"/>
                </a:solidFill>
                <a:latin typeface="黑体"/>
                <a:cs typeface="黑体"/>
              </a:rPr>
              <a:t>些信息</a:t>
            </a:r>
            <a:r>
              <a:rPr dirty="0" sz="3150" spc="10" b="1">
                <a:solidFill>
                  <a:srgbClr val="FF0000"/>
                </a:solidFill>
                <a:latin typeface="黑体"/>
                <a:cs typeface="黑体"/>
              </a:rPr>
              <a:t>呢</a:t>
            </a:r>
            <a:r>
              <a:rPr dirty="0" sz="3150" spc="20" b="1">
                <a:solidFill>
                  <a:srgbClr val="FF0000"/>
                </a:solidFill>
                <a:latin typeface="黑体"/>
                <a:cs typeface="黑体"/>
              </a:rPr>
              <a:t>？</a:t>
            </a:r>
            <a:endParaRPr sz="3150">
              <a:latin typeface="黑体"/>
              <a:cs typeface="黑体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1840" y="0"/>
            <a:ext cx="2058670" cy="63436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>
                <a:solidFill>
                  <a:srgbClr val="F1F1F1"/>
                </a:solidFill>
                <a:latin typeface="华文楷体"/>
                <a:cs typeface="华文楷体"/>
              </a:rPr>
              <a:t>高中物</a:t>
            </a:r>
            <a:r>
              <a:rPr dirty="0" sz="4000" spc="-10">
                <a:solidFill>
                  <a:srgbClr val="F1F1F1"/>
                </a:solidFill>
                <a:latin typeface="华文楷体"/>
                <a:cs typeface="华文楷体"/>
              </a:rPr>
              <a:t>理</a:t>
            </a:r>
            <a:endParaRPr sz="4000">
              <a:latin typeface="华文楷体"/>
              <a:cs typeface="华文楷体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120099" y="2093468"/>
            <a:ext cx="2918460" cy="2769235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29209">
              <a:lnSpc>
                <a:spcPct val="100000"/>
              </a:lnSpc>
              <a:spcBef>
                <a:spcPts val="120"/>
              </a:spcBef>
              <a:tabLst>
                <a:tab pos="1607820" algn="l"/>
              </a:tabLst>
            </a:pPr>
            <a:r>
              <a:rPr dirty="0" sz="4050" spc="5" i="1">
                <a:latin typeface="Times New Roman"/>
                <a:cs typeface="Times New Roman"/>
              </a:rPr>
              <a:t>e</a:t>
            </a:r>
            <a:r>
              <a:rPr dirty="0" sz="4050" spc="180" i="1">
                <a:latin typeface="Times New Roman"/>
                <a:cs typeface="Times New Roman"/>
              </a:rPr>
              <a:t> </a:t>
            </a:r>
            <a:r>
              <a:rPr dirty="0" sz="4050" spc="10">
                <a:latin typeface="Symbol"/>
                <a:cs typeface="Symbol"/>
              </a:rPr>
              <a:t></a:t>
            </a:r>
            <a:r>
              <a:rPr dirty="0" sz="4050" spc="390">
                <a:latin typeface="Times New Roman"/>
                <a:cs typeface="Times New Roman"/>
              </a:rPr>
              <a:t> </a:t>
            </a:r>
            <a:r>
              <a:rPr dirty="0" sz="4050" spc="165" i="1">
                <a:latin typeface="Times New Roman"/>
                <a:cs typeface="Times New Roman"/>
              </a:rPr>
              <a:t>E</a:t>
            </a:r>
            <a:r>
              <a:rPr dirty="0" baseline="-23640" sz="3525" spc="247">
                <a:latin typeface="Times New Roman"/>
                <a:cs typeface="Times New Roman"/>
              </a:rPr>
              <a:t>m	</a:t>
            </a:r>
            <a:r>
              <a:rPr dirty="0" sz="4050">
                <a:latin typeface="Times New Roman"/>
                <a:cs typeface="Times New Roman"/>
              </a:rPr>
              <a:t>sin</a:t>
            </a:r>
            <a:r>
              <a:rPr dirty="0" sz="4050" spc="100">
                <a:latin typeface="Times New Roman"/>
                <a:cs typeface="Times New Roman"/>
              </a:rPr>
              <a:t> </a:t>
            </a:r>
            <a:r>
              <a:rPr dirty="0" sz="4050" spc="140" i="1">
                <a:latin typeface="Times New Roman"/>
                <a:cs typeface="Times New Roman"/>
              </a:rPr>
              <a:t>ωt</a:t>
            </a:r>
            <a:endParaRPr sz="4050">
              <a:latin typeface="Times New Roman"/>
              <a:cs typeface="Times New Roman"/>
            </a:endParaRPr>
          </a:p>
          <a:p>
            <a:pPr marL="18415">
              <a:lnSpc>
                <a:spcPct val="100000"/>
              </a:lnSpc>
              <a:spcBef>
                <a:spcPts val="3459"/>
              </a:spcBef>
              <a:tabLst>
                <a:tab pos="1354455" algn="l"/>
              </a:tabLst>
            </a:pPr>
            <a:r>
              <a:rPr dirty="0" sz="3950" i="1">
                <a:latin typeface="Times New Roman"/>
                <a:cs typeface="Times New Roman"/>
              </a:rPr>
              <a:t>i </a:t>
            </a:r>
            <a:r>
              <a:rPr dirty="0" sz="3950">
                <a:latin typeface="Symbol"/>
                <a:cs typeface="Symbol"/>
              </a:rPr>
              <a:t></a:t>
            </a:r>
            <a:r>
              <a:rPr dirty="0" sz="3950" spc="590">
                <a:latin typeface="Times New Roman"/>
                <a:cs typeface="Times New Roman"/>
              </a:rPr>
              <a:t> </a:t>
            </a:r>
            <a:r>
              <a:rPr dirty="0" sz="3950" i="1">
                <a:latin typeface="Times New Roman"/>
                <a:cs typeface="Times New Roman"/>
              </a:rPr>
              <a:t>I</a:t>
            </a:r>
            <a:r>
              <a:rPr dirty="0" sz="3950" spc="-540" i="1">
                <a:latin typeface="Times New Roman"/>
                <a:cs typeface="Times New Roman"/>
              </a:rPr>
              <a:t> </a:t>
            </a:r>
            <a:r>
              <a:rPr dirty="0" baseline="-24154" sz="3450" spc="7">
                <a:latin typeface="Times New Roman"/>
                <a:cs typeface="Times New Roman"/>
              </a:rPr>
              <a:t>m	</a:t>
            </a:r>
            <a:r>
              <a:rPr dirty="0" sz="3950" spc="-5">
                <a:latin typeface="Times New Roman"/>
                <a:cs typeface="Times New Roman"/>
              </a:rPr>
              <a:t>sin</a:t>
            </a:r>
            <a:r>
              <a:rPr dirty="0" sz="3950" spc="85">
                <a:latin typeface="Times New Roman"/>
                <a:cs typeface="Times New Roman"/>
              </a:rPr>
              <a:t> </a:t>
            </a:r>
            <a:r>
              <a:rPr dirty="0" sz="3950" spc="130" i="1">
                <a:latin typeface="Times New Roman"/>
                <a:cs typeface="Times New Roman"/>
              </a:rPr>
              <a:t>ωt</a:t>
            </a:r>
            <a:endParaRPr sz="395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495"/>
              </a:spcBef>
              <a:tabLst>
                <a:tab pos="396875" algn="l"/>
                <a:tab pos="1487805" algn="l"/>
                <a:tab pos="2154555" algn="l"/>
              </a:tabLst>
            </a:pPr>
            <a:r>
              <a:rPr dirty="0" sz="3350" spc="30" i="1">
                <a:latin typeface="Times New Roman"/>
                <a:cs typeface="Times New Roman"/>
              </a:rPr>
              <a:t>u	</a:t>
            </a:r>
            <a:r>
              <a:rPr dirty="0" sz="3350" spc="35">
                <a:latin typeface="Symbol"/>
                <a:cs typeface="Symbol"/>
              </a:rPr>
              <a:t></a:t>
            </a:r>
            <a:r>
              <a:rPr dirty="0" sz="3350" spc="5">
                <a:latin typeface="Times New Roman"/>
                <a:cs typeface="Times New Roman"/>
              </a:rPr>
              <a:t> </a:t>
            </a:r>
            <a:r>
              <a:rPr dirty="0" sz="3350" spc="45" i="1">
                <a:latin typeface="Times New Roman"/>
                <a:cs typeface="Times New Roman"/>
              </a:rPr>
              <a:t>U</a:t>
            </a:r>
            <a:r>
              <a:rPr dirty="0" sz="3350" spc="-90" i="1">
                <a:latin typeface="Times New Roman"/>
                <a:cs typeface="Times New Roman"/>
              </a:rPr>
              <a:t> </a:t>
            </a:r>
            <a:r>
              <a:rPr dirty="0" baseline="-24216" sz="2925" spc="44">
                <a:latin typeface="Times New Roman"/>
                <a:cs typeface="Times New Roman"/>
              </a:rPr>
              <a:t>m	</a:t>
            </a:r>
            <a:r>
              <a:rPr dirty="0" sz="3350" spc="20">
                <a:latin typeface="Times New Roman"/>
                <a:cs typeface="Times New Roman"/>
              </a:rPr>
              <a:t>sin	</a:t>
            </a:r>
            <a:r>
              <a:rPr dirty="0" sz="3350" spc="215" i="1">
                <a:latin typeface="Times New Roman"/>
                <a:cs typeface="Times New Roman"/>
              </a:rPr>
              <a:t>ωt</a:t>
            </a:r>
            <a:endParaRPr sz="335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5893308" y="1120139"/>
            <a:ext cx="4404360" cy="17145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5878067" y="4501896"/>
            <a:ext cx="4419599" cy="1720595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5865876" y="2836164"/>
            <a:ext cx="4421124" cy="170992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1840" y="0"/>
            <a:ext cx="2058670" cy="63436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>
                <a:solidFill>
                  <a:srgbClr val="F1F1F1"/>
                </a:solidFill>
                <a:latin typeface="华文楷体"/>
                <a:cs typeface="华文楷体"/>
              </a:rPr>
              <a:t>高中物</a:t>
            </a:r>
            <a:r>
              <a:rPr dirty="0" sz="4000" spc="-10">
                <a:solidFill>
                  <a:srgbClr val="F1F1F1"/>
                </a:solidFill>
                <a:latin typeface="华文楷体"/>
                <a:cs typeface="华文楷体"/>
              </a:rPr>
              <a:t>理</a:t>
            </a:r>
            <a:endParaRPr sz="4000">
              <a:latin typeface="华文楷体"/>
              <a:cs typeface="华文楷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09600" y="1497444"/>
            <a:ext cx="730275" cy="40073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052398" y="1520710"/>
            <a:ext cx="298894" cy="34082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314107" y="1498142"/>
            <a:ext cx="9298012" cy="408724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0687177" y="1526628"/>
            <a:ext cx="984732" cy="39187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11702821" y="1599374"/>
            <a:ext cx="106591" cy="262343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608939" y="5238724"/>
            <a:ext cx="849528" cy="441223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489049" y="5421286"/>
            <a:ext cx="117373" cy="218973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1835442" y="5292699"/>
            <a:ext cx="239610" cy="342798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8663940" y="2465832"/>
            <a:ext cx="2426207" cy="2133600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600494" y="2570988"/>
            <a:ext cx="373621" cy="334924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1041285" y="2541460"/>
            <a:ext cx="7166851" cy="409765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631215" y="3211067"/>
            <a:ext cx="315582" cy="334924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1013980" y="3181540"/>
            <a:ext cx="7165809" cy="409765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613854" y="3846626"/>
            <a:ext cx="348183" cy="339788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1029220" y="3821620"/>
            <a:ext cx="7166851" cy="409765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631215" y="4491228"/>
            <a:ext cx="363842" cy="334924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1062240" y="4461700"/>
            <a:ext cx="7165809" cy="409765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4401565" y="732370"/>
            <a:ext cx="1726958" cy="617550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6249238" y="759650"/>
            <a:ext cx="576071" cy="590816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1840" y="0"/>
            <a:ext cx="2058670" cy="63436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>
                <a:solidFill>
                  <a:srgbClr val="F1F1F1"/>
                </a:solidFill>
                <a:latin typeface="华文楷体"/>
                <a:cs typeface="华文楷体"/>
              </a:rPr>
              <a:t>高中物</a:t>
            </a:r>
            <a:r>
              <a:rPr dirty="0" sz="4000" spc="-10">
                <a:solidFill>
                  <a:srgbClr val="F1F1F1"/>
                </a:solidFill>
                <a:latin typeface="华文楷体"/>
                <a:cs typeface="华文楷体"/>
              </a:rPr>
              <a:t>理</a:t>
            </a:r>
            <a:endParaRPr sz="4000">
              <a:latin typeface="华文楷体"/>
              <a:cs typeface="华文楷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432371" y="992416"/>
            <a:ext cx="730275" cy="40073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159027" y="1017066"/>
            <a:ext cx="230911" cy="33526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1367307" y="1250441"/>
            <a:ext cx="106756" cy="10607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437919" y="993101"/>
            <a:ext cx="9764737" cy="40872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433069" y="1631797"/>
            <a:ext cx="10705134" cy="410108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429590" y="2288539"/>
            <a:ext cx="411835" cy="393446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809332" y="2301748"/>
            <a:ext cx="150342" cy="391871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1643379" y="2301748"/>
            <a:ext cx="150685" cy="391871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1824977" y="2374506"/>
            <a:ext cx="106591" cy="262343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247002" y="3474796"/>
            <a:ext cx="373621" cy="334924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736917" y="3494773"/>
            <a:ext cx="189395" cy="314947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840714" y="3637546"/>
            <a:ext cx="123405" cy="238493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1039977" y="3448062"/>
            <a:ext cx="393433" cy="397611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1380655" y="3446335"/>
            <a:ext cx="3585845" cy="409409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4935258" y="3465080"/>
            <a:ext cx="411835" cy="391350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277736" y="4008196"/>
            <a:ext cx="315582" cy="334924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709612" y="4028173"/>
            <a:ext cx="189395" cy="314947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803033" y="4171848"/>
            <a:ext cx="170510" cy="237591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1012672" y="3981462"/>
            <a:ext cx="393433" cy="397611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1353350" y="3979722"/>
            <a:ext cx="5030812" cy="408025"/>
          </a:xfrm>
          <a:prstGeom prst="rect">
            <a:avLst/>
          </a:prstGeom>
          <a:blipFill>
            <a:blip r:embed="rId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6332435" y="3983545"/>
            <a:ext cx="409054" cy="401078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260375" y="4515497"/>
            <a:ext cx="348183" cy="339788"/>
          </a:xfrm>
          <a:prstGeom prst="rect">
            <a:avLst/>
          </a:prstGeom>
          <a:blipFill>
            <a:blip r:embed="rId2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724852" y="4539983"/>
            <a:ext cx="189395" cy="314947"/>
          </a:xfrm>
          <a:prstGeom prst="rect">
            <a:avLst/>
          </a:prstGeom>
          <a:blipFill>
            <a:blip r:embed="rId2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820953" y="4683658"/>
            <a:ext cx="162915" cy="240499"/>
          </a:xfrm>
          <a:prstGeom prst="rect">
            <a:avLst/>
          </a:prstGeom>
          <a:blipFill>
            <a:blip r:embed="rId2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1027912" y="4493272"/>
            <a:ext cx="393433" cy="397611"/>
          </a:xfrm>
          <a:prstGeom prst="rect">
            <a:avLst/>
          </a:prstGeom>
          <a:blipFill>
            <a:blip r:embed="rId2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1368590" y="4490491"/>
            <a:ext cx="6097612" cy="409067"/>
          </a:xfrm>
          <a:prstGeom prst="rect">
            <a:avLst/>
          </a:prstGeom>
          <a:blipFill>
            <a:blip r:embed="rId2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7414476" y="4495355"/>
            <a:ext cx="409054" cy="401078"/>
          </a:xfrm>
          <a:prstGeom prst="rect">
            <a:avLst/>
          </a:prstGeom>
          <a:blipFill>
            <a:blip r:embed="rId2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277736" y="5031816"/>
            <a:ext cx="363842" cy="334924"/>
          </a:xfrm>
          <a:prstGeom prst="rect">
            <a:avLst/>
          </a:prstGeom>
          <a:blipFill>
            <a:blip r:embed="rId2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710844" y="5003000"/>
            <a:ext cx="406273" cy="401421"/>
          </a:xfrm>
          <a:prstGeom prst="rect">
            <a:avLst/>
          </a:prstGeom>
          <a:blipFill>
            <a:blip r:embed="rId3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1079982" y="5006466"/>
            <a:ext cx="365645" cy="403860"/>
          </a:xfrm>
          <a:prstGeom prst="rect">
            <a:avLst/>
          </a:prstGeom>
          <a:blipFill>
            <a:blip r:embed="rId3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1455877" y="5104231"/>
            <a:ext cx="246913" cy="262864"/>
          </a:xfrm>
          <a:prstGeom prst="rect">
            <a:avLst/>
          </a:prstGeom>
          <a:blipFill>
            <a:blip r:embed="rId3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1729727" y="5003000"/>
            <a:ext cx="406628" cy="407682"/>
          </a:xfrm>
          <a:prstGeom prst="rect">
            <a:avLst/>
          </a:prstGeom>
          <a:blipFill>
            <a:blip r:embed="rId3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2083600" y="5003355"/>
            <a:ext cx="7164412" cy="409409"/>
          </a:xfrm>
          <a:prstGeom prst="rect">
            <a:avLst/>
          </a:prstGeom>
          <a:blipFill>
            <a:blip r:embed="rId3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9196285" y="5007165"/>
            <a:ext cx="409054" cy="401078"/>
          </a:xfrm>
          <a:prstGeom prst="rect">
            <a:avLst/>
          </a:prstGeom>
          <a:blipFill>
            <a:blip r:embed="rId3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752868" y="5734024"/>
            <a:ext cx="849528" cy="441223"/>
          </a:xfrm>
          <a:prstGeom prst="rect">
            <a:avLst/>
          </a:prstGeom>
          <a:blipFill>
            <a:blip r:embed="rId3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1632978" y="5916586"/>
            <a:ext cx="117373" cy="218973"/>
          </a:xfrm>
          <a:prstGeom prst="rect">
            <a:avLst/>
          </a:prstGeom>
          <a:blipFill>
            <a:blip r:embed="rId3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1982546" y="5791174"/>
            <a:ext cx="233260" cy="336448"/>
          </a:xfrm>
          <a:prstGeom prst="rect">
            <a:avLst/>
          </a:prstGeom>
          <a:blipFill>
            <a:blip r:embed="rId3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7497229" y="3547097"/>
            <a:ext cx="4032250" cy="127000"/>
          </a:xfrm>
          <a:custGeom>
            <a:avLst/>
            <a:gdLst/>
            <a:ahLst/>
            <a:cxnLst/>
            <a:rect l="l" t="t" r="r" b="b"/>
            <a:pathLst>
              <a:path w="4032250" h="127000">
                <a:moveTo>
                  <a:pt x="3905250" y="127000"/>
                </a:moveTo>
                <a:lnTo>
                  <a:pt x="3968750" y="63500"/>
                </a:lnTo>
                <a:lnTo>
                  <a:pt x="3905250" y="0"/>
                </a:lnTo>
                <a:lnTo>
                  <a:pt x="4006850" y="50800"/>
                </a:lnTo>
                <a:lnTo>
                  <a:pt x="3984625" y="50800"/>
                </a:lnTo>
                <a:lnTo>
                  <a:pt x="3984625" y="76200"/>
                </a:lnTo>
                <a:lnTo>
                  <a:pt x="4006850" y="76200"/>
                </a:lnTo>
                <a:lnTo>
                  <a:pt x="3905250" y="127000"/>
                </a:lnTo>
                <a:close/>
              </a:path>
              <a:path w="4032250" h="127000">
                <a:moveTo>
                  <a:pt x="3956050" y="76200"/>
                </a:moveTo>
                <a:lnTo>
                  <a:pt x="0" y="76200"/>
                </a:lnTo>
                <a:lnTo>
                  <a:pt x="0" y="50800"/>
                </a:lnTo>
                <a:lnTo>
                  <a:pt x="3956050" y="50800"/>
                </a:lnTo>
                <a:lnTo>
                  <a:pt x="3968750" y="63500"/>
                </a:lnTo>
                <a:lnTo>
                  <a:pt x="3956050" y="76200"/>
                </a:lnTo>
                <a:close/>
              </a:path>
              <a:path w="4032250" h="127000">
                <a:moveTo>
                  <a:pt x="4006850" y="76200"/>
                </a:moveTo>
                <a:lnTo>
                  <a:pt x="3984625" y="76200"/>
                </a:lnTo>
                <a:lnTo>
                  <a:pt x="3984625" y="50800"/>
                </a:lnTo>
                <a:lnTo>
                  <a:pt x="4006850" y="50800"/>
                </a:lnTo>
                <a:lnTo>
                  <a:pt x="4032250" y="63500"/>
                </a:lnTo>
                <a:lnTo>
                  <a:pt x="4006850" y="762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7496226" y="3086468"/>
            <a:ext cx="3466465" cy="1054100"/>
          </a:xfrm>
          <a:custGeom>
            <a:avLst/>
            <a:gdLst/>
            <a:ahLst/>
            <a:cxnLst/>
            <a:rect l="l" t="t" r="r" b="b"/>
            <a:pathLst>
              <a:path w="3466465" h="1054100">
                <a:moveTo>
                  <a:pt x="92265" y="49530"/>
                </a:moveTo>
                <a:lnTo>
                  <a:pt x="82702" y="46989"/>
                </a:lnTo>
                <a:lnTo>
                  <a:pt x="83184" y="46989"/>
                </a:lnTo>
                <a:lnTo>
                  <a:pt x="73583" y="44450"/>
                </a:lnTo>
                <a:lnTo>
                  <a:pt x="74155" y="44450"/>
                </a:lnTo>
                <a:lnTo>
                  <a:pt x="64541" y="43180"/>
                </a:lnTo>
                <a:lnTo>
                  <a:pt x="65138" y="43180"/>
                </a:lnTo>
                <a:lnTo>
                  <a:pt x="55524" y="41910"/>
                </a:lnTo>
                <a:lnTo>
                  <a:pt x="56045" y="41910"/>
                </a:lnTo>
                <a:lnTo>
                  <a:pt x="46443" y="40639"/>
                </a:lnTo>
                <a:lnTo>
                  <a:pt x="46875" y="40639"/>
                </a:lnTo>
                <a:lnTo>
                  <a:pt x="37287" y="39369"/>
                </a:lnTo>
                <a:lnTo>
                  <a:pt x="28333" y="39369"/>
                </a:lnTo>
                <a:lnTo>
                  <a:pt x="18783" y="38100"/>
                </a:lnTo>
                <a:lnTo>
                  <a:pt x="18999" y="38100"/>
                </a:lnTo>
                <a:lnTo>
                  <a:pt x="0" y="36830"/>
                </a:lnTo>
                <a:lnTo>
                  <a:pt x="2019" y="0"/>
                </a:lnTo>
                <a:lnTo>
                  <a:pt x="21247" y="0"/>
                </a:lnTo>
                <a:lnTo>
                  <a:pt x="31051" y="1269"/>
                </a:lnTo>
                <a:lnTo>
                  <a:pt x="40970" y="1269"/>
                </a:lnTo>
                <a:lnTo>
                  <a:pt x="60591" y="3810"/>
                </a:lnTo>
                <a:lnTo>
                  <a:pt x="71310" y="5080"/>
                </a:lnTo>
                <a:lnTo>
                  <a:pt x="91567" y="10160"/>
                </a:lnTo>
                <a:lnTo>
                  <a:pt x="101600" y="11430"/>
                </a:lnTo>
                <a:lnTo>
                  <a:pt x="111594" y="15239"/>
                </a:lnTo>
                <a:lnTo>
                  <a:pt x="131495" y="20319"/>
                </a:lnTo>
                <a:lnTo>
                  <a:pt x="141046" y="24130"/>
                </a:lnTo>
                <a:lnTo>
                  <a:pt x="151333" y="27939"/>
                </a:lnTo>
                <a:lnTo>
                  <a:pt x="181127" y="39369"/>
                </a:lnTo>
                <a:lnTo>
                  <a:pt x="198360" y="48260"/>
                </a:lnTo>
                <a:lnTo>
                  <a:pt x="91808" y="48260"/>
                </a:lnTo>
                <a:lnTo>
                  <a:pt x="92265" y="49530"/>
                </a:lnTo>
                <a:close/>
              </a:path>
              <a:path w="3466465" h="1054100">
                <a:moveTo>
                  <a:pt x="1913786" y="728979"/>
                </a:moveTo>
                <a:lnTo>
                  <a:pt x="1862086" y="728979"/>
                </a:lnTo>
                <a:lnTo>
                  <a:pt x="1900351" y="687070"/>
                </a:lnTo>
                <a:lnTo>
                  <a:pt x="1919389" y="666750"/>
                </a:lnTo>
                <a:lnTo>
                  <a:pt x="1938375" y="645160"/>
                </a:lnTo>
                <a:lnTo>
                  <a:pt x="1976551" y="601979"/>
                </a:lnTo>
                <a:lnTo>
                  <a:pt x="1995639" y="580389"/>
                </a:lnTo>
                <a:lnTo>
                  <a:pt x="2014651" y="558800"/>
                </a:lnTo>
                <a:lnTo>
                  <a:pt x="2091207" y="469900"/>
                </a:lnTo>
                <a:lnTo>
                  <a:pt x="2110384" y="448310"/>
                </a:lnTo>
                <a:lnTo>
                  <a:pt x="2129599" y="425450"/>
                </a:lnTo>
                <a:lnTo>
                  <a:pt x="2187168" y="360679"/>
                </a:lnTo>
                <a:lnTo>
                  <a:pt x="2206472" y="340360"/>
                </a:lnTo>
                <a:lnTo>
                  <a:pt x="2244915" y="298450"/>
                </a:lnTo>
                <a:lnTo>
                  <a:pt x="2322182" y="220979"/>
                </a:lnTo>
                <a:lnTo>
                  <a:pt x="2360942" y="185420"/>
                </a:lnTo>
                <a:lnTo>
                  <a:pt x="2399779" y="152400"/>
                </a:lnTo>
                <a:lnTo>
                  <a:pt x="2438857" y="121919"/>
                </a:lnTo>
                <a:lnTo>
                  <a:pt x="2477782" y="93980"/>
                </a:lnTo>
                <a:lnTo>
                  <a:pt x="2507272" y="76200"/>
                </a:lnTo>
                <a:lnTo>
                  <a:pt x="2517152" y="69850"/>
                </a:lnTo>
                <a:lnTo>
                  <a:pt x="2527020" y="64769"/>
                </a:lnTo>
                <a:lnTo>
                  <a:pt x="2536875" y="58419"/>
                </a:lnTo>
                <a:lnTo>
                  <a:pt x="2546718" y="53339"/>
                </a:lnTo>
                <a:lnTo>
                  <a:pt x="2556573" y="49530"/>
                </a:lnTo>
                <a:lnTo>
                  <a:pt x="2576334" y="39369"/>
                </a:lnTo>
                <a:lnTo>
                  <a:pt x="2626017" y="20319"/>
                </a:lnTo>
                <a:lnTo>
                  <a:pt x="2635986" y="17780"/>
                </a:lnTo>
                <a:lnTo>
                  <a:pt x="2645524" y="15239"/>
                </a:lnTo>
                <a:lnTo>
                  <a:pt x="2655976" y="11430"/>
                </a:lnTo>
                <a:lnTo>
                  <a:pt x="2666034" y="8889"/>
                </a:lnTo>
                <a:lnTo>
                  <a:pt x="2676105" y="7619"/>
                </a:lnTo>
                <a:lnTo>
                  <a:pt x="2686138" y="5080"/>
                </a:lnTo>
                <a:lnTo>
                  <a:pt x="2715729" y="1269"/>
                </a:lnTo>
                <a:lnTo>
                  <a:pt x="2726207" y="0"/>
                </a:lnTo>
                <a:lnTo>
                  <a:pt x="2786494" y="0"/>
                </a:lnTo>
                <a:lnTo>
                  <a:pt x="2826537" y="5080"/>
                </a:lnTo>
                <a:lnTo>
                  <a:pt x="2846628" y="10160"/>
                </a:lnTo>
                <a:lnTo>
                  <a:pt x="2856649" y="11430"/>
                </a:lnTo>
                <a:lnTo>
                  <a:pt x="2866631" y="13969"/>
                </a:lnTo>
                <a:lnTo>
                  <a:pt x="2876588" y="17780"/>
                </a:lnTo>
                <a:lnTo>
                  <a:pt x="2886532" y="20319"/>
                </a:lnTo>
                <a:lnTo>
                  <a:pt x="2932985" y="38100"/>
                </a:lnTo>
                <a:lnTo>
                  <a:pt x="2729052" y="38100"/>
                </a:lnTo>
                <a:lnTo>
                  <a:pt x="2719514" y="39369"/>
                </a:lnTo>
                <a:lnTo>
                  <a:pt x="2719984" y="39369"/>
                </a:lnTo>
                <a:lnTo>
                  <a:pt x="2710433" y="40639"/>
                </a:lnTo>
                <a:lnTo>
                  <a:pt x="2710903" y="40639"/>
                </a:lnTo>
                <a:lnTo>
                  <a:pt x="2701340" y="41910"/>
                </a:lnTo>
                <a:lnTo>
                  <a:pt x="2701798" y="41910"/>
                </a:lnTo>
                <a:lnTo>
                  <a:pt x="2692222" y="43180"/>
                </a:lnTo>
                <a:lnTo>
                  <a:pt x="2692666" y="43180"/>
                </a:lnTo>
                <a:lnTo>
                  <a:pt x="2683078" y="44450"/>
                </a:lnTo>
                <a:lnTo>
                  <a:pt x="2683535" y="44450"/>
                </a:lnTo>
                <a:lnTo>
                  <a:pt x="2673946" y="46989"/>
                </a:lnTo>
                <a:lnTo>
                  <a:pt x="2674429" y="46989"/>
                </a:lnTo>
                <a:lnTo>
                  <a:pt x="2669641" y="48260"/>
                </a:lnTo>
                <a:lnTo>
                  <a:pt x="2665323" y="48260"/>
                </a:lnTo>
                <a:lnTo>
                  <a:pt x="2655760" y="50800"/>
                </a:lnTo>
                <a:lnTo>
                  <a:pt x="2656204" y="50800"/>
                </a:lnTo>
                <a:lnTo>
                  <a:pt x="2649838" y="53339"/>
                </a:lnTo>
                <a:lnTo>
                  <a:pt x="2647073" y="53339"/>
                </a:lnTo>
                <a:lnTo>
                  <a:pt x="2637535" y="57150"/>
                </a:lnTo>
                <a:lnTo>
                  <a:pt x="2637929" y="57150"/>
                </a:lnTo>
                <a:lnTo>
                  <a:pt x="2628366" y="59689"/>
                </a:lnTo>
                <a:lnTo>
                  <a:pt x="2628734" y="59689"/>
                </a:lnTo>
                <a:lnTo>
                  <a:pt x="2619171" y="63500"/>
                </a:lnTo>
                <a:lnTo>
                  <a:pt x="2619514" y="63500"/>
                </a:lnTo>
                <a:lnTo>
                  <a:pt x="2609913" y="67310"/>
                </a:lnTo>
                <a:lnTo>
                  <a:pt x="2610256" y="67310"/>
                </a:lnTo>
                <a:lnTo>
                  <a:pt x="2600655" y="71119"/>
                </a:lnTo>
                <a:lnTo>
                  <a:pt x="2601010" y="71119"/>
                </a:lnTo>
                <a:lnTo>
                  <a:pt x="2591434" y="74930"/>
                </a:lnTo>
                <a:lnTo>
                  <a:pt x="2591777" y="74930"/>
                </a:lnTo>
                <a:lnTo>
                  <a:pt x="2582227" y="78739"/>
                </a:lnTo>
                <a:lnTo>
                  <a:pt x="2582545" y="78739"/>
                </a:lnTo>
                <a:lnTo>
                  <a:pt x="2575391" y="82550"/>
                </a:lnTo>
                <a:lnTo>
                  <a:pt x="2573312" y="82550"/>
                </a:lnTo>
                <a:lnTo>
                  <a:pt x="2563774" y="87630"/>
                </a:lnTo>
                <a:lnTo>
                  <a:pt x="2564066" y="87630"/>
                </a:lnTo>
                <a:lnTo>
                  <a:pt x="2554516" y="92710"/>
                </a:lnTo>
                <a:lnTo>
                  <a:pt x="2554795" y="92710"/>
                </a:lnTo>
                <a:lnTo>
                  <a:pt x="2545219" y="97789"/>
                </a:lnTo>
                <a:lnTo>
                  <a:pt x="2545486" y="97789"/>
                </a:lnTo>
                <a:lnTo>
                  <a:pt x="2535897" y="102869"/>
                </a:lnTo>
                <a:lnTo>
                  <a:pt x="2536177" y="102869"/>
                </a:lnTo>
                <a:lnTo>
                  <a:pt x="2526588" y="107950"/>
                </a:lnTo>
                <a:lnTo>
                  <a:pt x="2526893" y="107950"/>
                </a:lnTo>
                <a:lnTo>
                  <a:pt x="2517317" y="114300"/>
                </a:lnTo>
                <a:lnTo>
                  <a:pt x="2517597" y="114300"/>
                </a:lnTo>
                <a:lnTo>
                  <a:pt x="2508034" y="120650"/>
                </a:lnTo>
                <a:lnTo>
                  <a:pt x="2508288" y="120650"/>
                </a:lnTo>
                <a:lnTo>
                  <a:pt x="2498737" y="125730"/>
                </a:lnTo>
                <a:lnTo>
                  <a:pt x="2499055" y="125730"/>
                </a:lnTo>
                <a:lnTo>
                  <a:pt x="2481690" y="138430"/>
                </a:lnTo>
                <a:lnTo>
                  <a:pt x="2480297" y="138430"/>
                </a:lnTo>
                <a:lnTo>
                  <a:pt x="2461120" y="152400"/>
                </a:lnTo>
                <a:lnTo>
                  <a:pt x="2461399" y="152400"/>
                </a:lnTo>
                <a:lnTo>
                  <a:pt x="2451798" y="160019"/>
                </a:lnTo>
                <a:lnTo>
                  <a:pt x="2452039" y="160019"/>
                </a:lnTo>
                <a:lnTo>
                  <a:pt x="2442476" y="166370"/>
                </a:lnTo>
                <a:lnTo>
                  <a:pt x="2442781" y="166370"/>
                </a:lnTo>
                <a:lnTo>
                  <a:pt x="2423680" y="181610"/>
                </a:lnTo>
                <a:lnTo>
                  <a:pt x="2424010" y="181610"/>
                </a:lnTo>
                <a:lnTo>
                  <a:pt x="2404910" y="198120"/>
                </a:lnTo>
                <a:lnTo>
                  <a:pt x="2405151" y="198120"/>
                </a:lnTo>
                <a:lnTo>
                  <a:pt x="2385974" y="214629"/>
                </a:lnTo>
                <a:lnTo>
                  <a:pt x="2386215" y="214629"/>
                </a:lnTo>
                <a:lnTo>
                  <a:pt x="2367051" y="231139"/>
                </a:lnTo>
                <a:lnTo>
                  <a:pt x="2367318" y="231139"/>
                </a:lnTo>
                <a:lnTo>
                  <a:pt x="2348217" y="248920"/>
                </a:lnTo>
                <a:lnTo>
                  <a:pt x="2348420" y="248920"/>
                </a:lnTo>
                <a:lnTo>
                  <a:pt x="2330593" y="266700"/>
                </a:lnTo>
                <a:lnTo>
                  <a:pt x="2329459" y="266700"/>
                </a:lnTo>
                <a:lnTo>
                  <a:pt x="2310295" y="285750"/>
                </a:lnTo>
                <a:lnTo>
                  <a:pt x="2310472" y="285750"/>
                </a:lnTo>
                <a:lnTo>
                  <a:pt x="2291308" y="304800"/>
                </a:lnTo>
                <a:lnTo>
                  <a:pt x="2291511" y="304800"/>
                </a:lnTo>
                <a:lnTo>
                  <a:pt x="2272423" y="325120"/>
                </a:lnTo>
                <a:lnTo>
                  <a:pt x="2272601" y="325120"/>
                </a:lnTo>
                <a:lnTo>
                  <a:pt x="2234336" y="365760"/>
                </a:lnTo>
                <a:lnTo>
                  <a:pt x="2234476" y="365760"/>
                </a:lnTo>
                <a:lnTo>
                  <a:pt x="2215299" y="386079"/>
                </a:lnTo>
                <a:lnTo>
                  <a:pt x="2215438" y="386079"/>
                </a:lnTo>
                <a:lnTo>
                  <a:pt x="2196337" y="407670"/>
                </a:lnTo>
                <a:lnTo>
                  <a:pt x="2158149" y="450850"/>
                </a:lnTo>
                <a:lnTo>
                  <a:pt x="2139022" y="472439"/>
                </a:lnTo>
                <a:lnTo>
                  <a:pt x="2120010" y="495300"/>
                </a:lnTo>
                <a:lnTo>
                  <a:pt x="2082851" y="538479"/>
                </a:lnTo>
                <a:lnTo>
                  <a:pt x="2081771" y="538479"/>
                </a:lnTo>
                <a:lnTo>
                  <a:pt x="2024316" y="605789"/>
                </a:lnTo>
                <a:lnTo>
                  <a:pt x="1928202" y="713739"/>
                </a:lnTo>
                <a:lnTo>
                  <a:pt x="1913786" y="728979"/>
                </a:lnTo>
                <a:close/>
              </a:path>
              <a:path w="3466465" h="1054100">
                <a:moveTo>
                  <a:pt x="2902343" y="67310"/>
                </a:moveTo>
                <a:lnTo>
                  <a:pt x="2892742" y="63500"/>
                </a:lnTo>
                <a:lnTo>
                  <a:pt x="2893110" y="63500"/>
                </a:lnTo>
                <a:lnTo>
                  <a:pt x="2883547" y="59689"/>
                </a:lnTo>
                <a:lnTo>
                  <a:pt x="2883928" y="59689"/>
                </a:lnTo>
                <a:lnTo>
                  <a:pt x="2874378" y="57150"/>
                </a:lnTo>
                <a:lnTo>
                  <a:pt x="2874784" y="57150"/>
                </a:lnTo>
                <a:lnTo>
                  <a:pt x="2865234" y="53339"/>
                </a:lnTo>
                <a:lnTo>
                  <a:pt x="2865653" y="53339"/>
                </a:lnTo>
                <a:lnTo>
                  <a:pt x="2856115" y="50800"/>
                </a:lnTo>
                <a:lnTo>
                  <a:pt x="2856547" y="50800"/>
                </a:lnTo>
                <a:lnTo>
                  <a:pt x="2846997" y="48260"/>
                </a:lnTo>
                <a:lnTo>
                  <a:pt x="2847428" y="48260"/>
                </a:lnTo>
                <a:lnTo>
                  <a:pt x="2837865" y="46989"/>
                </a:lnTo>
                <a:lnTo>
                  <a:pt x="2838310" y="46989"/>
                </a:lnTo>
                <a:lnTo>
                  <a:pt x="2828721" y="44450"/>
                </a:lnTo>
                <a:lnTo>
                  <a:pt x="2829166" y="44450"/>
                </a:lnTo>
                <a:lnTo>
                  <a:pt x="2819565" y="43180"/>
                </a:lnTo>
                <a:lnTo>
                  <a:pt x="2820009" y="43180"/>
                </a:lnTo>
                <a:lnTo>
                  <a:pt x="2810433" y="41910"/>
                </a:lnTo>
                <a:lnTo>
                  <a:pt x="2810890" y="41910"/>
                </a:lnTo>
                <a:lnTo>
                  <a:pt x="2801340" y="40639"/>
                </a:lnTo>
                <a:lnTo>
                  <a:pt x="2801797" y="40639"/>
                </a:lnTo>
                <a:lnTo>
                  <a:pt x="2792260" y="39369"/>
                </a:lnTo>
                <a:lnTo>
                  <a:pt x="2792729" y="39369"/>
                </a:lnTo>
                <a:lnTo>
                  <a:pt x="2783179" y="38100"/>
                </a:lnTo>
                <a:lnTo>
                  <a:pt x="2932985" y="38100"/>
                </a:lnTo>
                <a:lnTo>
                  <a:pt x="2936303" y="39369"/>
                </a:lnTo>
                <a:lnTo>
                  <a:pt x="2956039" y="49530"/>
                </a:lnTo>
                <a:lnTo>
                  <a:pt x="2965869" y="53339"/>
                </a:lnTo>
                <a:lnTo>
                  <a:pt x="2975800" y="59689"/>
                </a:lnTo>
                <a:lnTo>
                  <a:pt x="2988032" y="66039"/>
                </a:lnTo>
                <a:lnTo>
                  <a:pt x="2901962" y="66039"/>
                </a:lnTo>
                <a:lnTo>
                  <a:pt x="2902343" y="67310"/>
                </a:lnTo>
                <a:close/>
              </a:path>
              <a:path w="3466465" h="1054100">
                <a:moveTo>
                  <a:pt x="110464" y="54610"/>
                </a:moveTo>
                <a:lnTo>
                  <a:pt x="100926" y="50800"/>
                </a:lnTo>
                <a:lnTo>
                  <a:pt x="101358" y="50800"/>
                </a:lnTo>
                <a:lnTo>
                  <a:pt x="91808" y="48260"/>
                </a:lnTo>
                <a:lnTo>
                  <a:pt x="198360" y="48260"/>
                </a:lnTo>
                <a:lnTo>
                  <a:pt x="208208" y="53339"/>
                </a:lnTo>
                <a:lnTo>
                  <a:pt x="110045" y="53339"/>
                </a:lnTo>
                <a:lnTo>
                  <a:pt x="110464" y="54610"/>
                </a:lnTo>
                <a:close/>
              </a:path>
              <a:path w="3466465" h="1054100">
                <a:moveTo>
                  <a:pt x="2664853" y="49530"/>
                </a:moveTo>
                <a:lnTo>
                  <a:pt x="2665323" y="48260"/>
                </a:lnTo>
                <a:lnTo>
                  <a:pt x="2669641" y="48260"/>
                </a:lnTo>
                <a:lnTo>
                  <a:pt x="2664853" y="49530"/>
                </a:lnTo>
                <a:close/>
              </a:path>
              <a:path w="3466465" h="1054100">
                <a:moveTo>
                  <a:pt x="184124" y="83819"/>
                </a:moveTo>
                <a:lnTo>
                  <a:pt x="174574" y="78739"/>
                </a:lnTo>
                <a:lnTo>
                  <a:pt x="174904" y="78739"/>
                </a:lnTo>
                <a:lnTo>
                  <a:pt x="165341" y="74930"/>
                </a:lnTo>
                <a:lnTo>
                  <a:pt x="165684" y="74930"/>
                </a:lnTo>
                <a:lnTo>
                  <a:pt x="156108" y="71119"/>
                </a:lnTo>
                <a:lnTo>
                  <a:pt x="156463" y="71119"/>
                </a:lnTo>
                <a:lnTo>
                  <a:pt x="146862" y="67310"/>
                </a:lnTo>
                <a:lnTo>
                  <a:pt x="147205" y="67310"/>
                </a:lnTo>
                <a:lnTo>
                  <a:pt x="137617" y="63500"/>
                </a:lnTo>
                <a:lnTo>
                  <a:pt x="137960" y="63500"/>
                </a:lnTo>
                <a:lnTo>
                  <a:pt x="128384" y="59689"/>
                </a:lnTo>
                <a:lnTo>
                  <a:pt x="128752" y="59689"/>
                </a:lnTo>
                <a:lnTo>
                  <a:pt x="119202" y="57150"/>
                </a:lnTo>
                <a:lnTo>
                  <a:pt x="119595" y="57150"/>
                </a:lnTo>
                <a:lnTo>
                  <a:pt x="110045" y="53339"/>
                </a:lnTo>
                <a:lnTo>
                  <a:pt x="208208" y="53339"/>
                </a:lnTo>
                <a:lnTo>
                  <a:pt x="240258" y="69850"/>
                </a:lnTo>
                <a:lnTo>
                  <a:pt x="260007" y="82550"/>
                </a:lnTo>
                <a:lnTo>
                  <a:pt x="183807" y="82550"/>
                </a:lnTo>
                <a:lnTo>
                  <a:pt x="184124" y="83819"/>
                </a:lnTo>
                <a:close/>
              </a:path>
              <a:path w="3466465" h="1054100">
                <a:moveTo>
                  <a:pt x="2646654" y="54610"/>
                </a:moveTo>
                <a:lnTo>
                  <a:pt x="2647073" y="53339"/>
                </a:lnTo>
                <a:lnTo>
                  <a:pt x="2649838" y="53339"/>
                </a:lnTo>
                <a:lnTo>
                  <a:pt x="2646654" y="54610"/>
                </a:lnTo>
                <a:close/>
              </a:path>
              <a:path w="3466465" h="1054100">
                <a:moveTo>
                  <a:pt x="3032277" y="139700"/>
                </a:moveTo>
                <a:lnTo>
                  <a:pt x="3013176" y="125730"/>
                </a:lnTo>
                <a:lnTo>
                  <a:pt x="3013494" y="125730"/>
                </a:lnTo>
                <a:lnTo>
                  <a:pt x="3003956" y="120650"/>
                </a:lnTo>
                <a:lnTo>
                  <a:pt x="3004197" y="120650"/>
                </a:lnTo>
                <a:lnTo>
                  <a:pt x="2994647" y="114300"/>
                </a:lnTo>
                <a:lnTo>
                  <a:pt x="2994913" y="114300"/>
                </a:lnTo>
                <a:lnTo>
                  <a:pt x="2985350" y="107950"/>
                </a:lnTo>
                <a:lnTo>
                  <a:pt x="2985655" y="107950"/>
                </a:lnTo>
                <a:lnTo>
                  <a:pt x="2976054" y="102869"/>
                </a:lnTo>
                <a:lnTo>
                  <a:pt x="2976448" y="102869"/>
                </a:lnTo>
                <a:lnTo>
                  <a:pt x="2957283" y="92710"/>
                </a:lnTo>
                <a:lnTo>
                  <a:pt x="2957664" y="92710"/>
                </a:lnTo>
                <a:lnTo>
                  <a:pt x="2948114" y="87630"/>
                </a:lnTo>
                <a:lnTo>
                  <a:pt x="2948393" y="87630"/>
                </a:lnTo>
                <a:lnTo>
                  <a:pt x="2938856" y="82550"/>
                </a:lnTo>
                <a:lnTo>
                  <a:pt x="2939160" y="82550"/>
                </a:lnTo>
                <a:lnTo>
                  <a:pt x="2929610" y="78739"/>
                </a:lnTo>
                <a:lnTo>
                  <a:pt x="2929953" y="78739"/>
                </a:lnTo>
                <a:lnTo>
                  <a:pt x="2920390" y="74930"/>
                </a:lnTo>
                <a:lnTo>
                  <a:pt x="2920746" y="74930"/>
                </a:lnTo>
                <a:lnTo>
                  <a:pt x="2911182" y="69850"/>
                </a:lnTo>
                <a:lnTo>
                  <a:pt x="2911563" y="69850"/>
                </a:lnTo>
                <a:lnTo>
                  <a:pt x="2901962" y="66039"/>
                </a:lnTo>
                <a:lnTo>
                  <a:pt x="2988032" y="66039"/>
                </a:lnTo>
                <a:lnTo>
                  <a:pt x="2995371" y="69850"/>
                </a:lnTo>
                <a:lnTo>
                  <a:pt x="3015119" y="82550"/>
                </a:lnTo>
                <a:lnTo>
                  <a:pt x="3024911" y="87630"/>
                </a:lnTo>
                <a:lnTo>
                  <a:pt x="3034766" y="95250"/>
                </a:lnTo>
                <a:lnTo>
                  <a:pt x="3054210" y="107950"/>
                </a:lnTo>
                <a:lnTo>
                  <a:pt x="3073628" y="121919"/>
                </a:lnTo>
                <a:lnTo>
                  <a:pt x="3094945" y="138430"/>
                </a:lnTo>
                <a:lnTo>
                  <a:pt x="3031947" y="138430"/>
                </a:lnTo>
                <a:lnTo>
                  <a:pt x="3032277" y="139700"/>
                </a:lnTo>
                <a:close/>
              </a:path>
              <a:path w="3466465" h="1054100">
                <a:moveTo>
                  <a:pt x="277164" y="139700"/>
                </a:moveTo>
                <a:lnTo>
                  <a:pt x="258063" y="125730"/>
                </a:lnTo>
                <a:lnTo>
                  <a:pt x="258381" y="125730"/>
                </a:lnTo>
                <a:lnTo>
                  <a:pt x="248843" y="120650"/>
                </a:lnTo>
                <a:lnTo>
                  <a:pt x="249085" y="120650"/>
                </a:lnTo>
                <a:lnTo>
                  <a:pt x="239534" y="114300"/>
                </a:lnTo>
                <a:lnTo>
                  <a:pt x="239801" y="114300"/>
                </a:lnTo>
                <a:lnTo>
                  <a:pt x="230238" y="107950"/>
                </a:lnTo>
                <a:lnTo>
                  <a:pt x="230543" y="107950"/>
                </a:lnTo>
                <a:lnTo>
                  <a:pt x="220941" y="102869"/>
                </a:lnTo>
                <a:lnTo>
                  <a:pt x="221233" y="102869"/>
                </a:lnTo>
                <a:lnTo>
                  <a:pt x="211632" y="97789"/>
                </a:lnTo>
                <a:lnTo>
                  <a:pt x="211899" y="97789"/>
                </a:lnTo>
                <a:lnTo>
                  <a:pt x="202323" y="92710"/>
                </a:lnTo>
                <a:lnTo>
                  <a:pt x="202615" y="92710"/>
                </a:lnTo>
                <a:lnTo>
                  <a:pt x="193052" y="87630"/>
                </a:lnTo>
                <a:lnTo>
                  <a:pt x="193357" y="87630"/>
                </a:lnTo>
                <a:lnTo>
                  <a:pt x="183807" y="82550"/>
                </a:lnTo>
                <a:lnTo>
                  <a:pt x="260007" y="82550"/>
                </a:lnTo>
                <a:lnTo>
                  <a:pt x="269798" y="87630"/>
                </a:lnTo>
                <a:lnTo>
                  <a:pt x="279666" y="95250"/>
                </a:lnTo>
                <a:lnTo>
                  <a:pt x="299097" y="107950"/>
                </a:lnTo>
                <a:lnTo>
                  <a:pt x="318515" y="121919"/>
                </a:lnTo>
                <a:lnTo>
                  <a:pt x="328345" y="129539"/>
                </a:lnTo>
                <a:lnTo>
                  <a:pt x="337921" y="137160"/>
                </a:lnTo>
                <a:lnTo>
                  <a:pt x="339565" y="138430"/>
                </a:lnTo>
                <a:lnTo>
                  <a:pt x="276834" y="138430"/>
                </a:lnTo>
                <a:lnTo>
                  <a:pt x="277164" y="139700"/>
                </a:lnTo>
                <a:close/>
              </a:path>
              <a:path w="3466465" h="1054100">
                <a:moveTo>
                  <a:pt x="2573007" y="83819"/>
                </a:moveTo>
                <a:lnTo>
                  <a:pt x="2573312" y="82550"/>
                </a:lnTo>
                <a:lnTo>
                  <a:pt x="2575391" y="82550"/>
                </a:lnTo>
                <a:lnTo>
                  <a:pt x="2573007" y="83819"/>
                </a:lnTo>
                <a:close/>
              </a:path>
              <a:path w="3466465" h="1054100">
                <a:moveTo>
                  <a:pt x="371157" y="214629"/>
                </a:moveTo>
                <a:lnTo>
                  <a:pt x="351993" y="198120"/>
                </a:lnTo>
                <a:lnTo>
                  <a:pt x="352247" y="198120"/>
                </a:lnTo>
                <a:lnTo>
                  <a:pt x="333146" y="181610"/>
                </a:lnTo>
                <a:lnTo>
                  <a:pt x="333476" y="181610"/>
                </a:lnTo>
                <a:lnTo>
                  <a:pt x="314388" y="166370"/>
                </a:lnTo>
                <a:lnTo>
                  <a:pt x="314680" y="166370"/>
                </a:lnTo>
                <a:lnTo>
                  <a:pt x="305117" y="160019"/>
                </a:lnTo>
                <a:lnTo>
                  <a:pt x="305346" y="160019"/>
                </a:lnTo>
                <a:lnTo>
                  <a:pt x="295744" y="152400"/>
                </a:lnTo>
                <a:lnTo>
                  <a:pt x="295998" y="152400"/>
                </a:lnTo>
                <a:lnTo>
                  <a:pt x="276834" y="138430"/>
                </a:lnTo>
                <a:lnTo>
                  <a:pt x="339565" y="138430"/>
                </a:lnTo>
                <a:lnTo>
                  <a:pt x="357644" y="152400"/>
                </a:lnTo>
                <a:lnTo>
                  <a:pt x="396430" y="185420"/>
                </a:lnTo>
                <a:lnTo>
                  <a:pt x="426910" y="213360"/>
                </a:lnTo>
                <a:lnTo>
                  <a:pt x="370890" y="213360"/>
                </a:lnTo>
                <a:lnTo>
                  <a:pt x="371157" y="214629"/>
                </a:lnTo>
                <a:close/>
              </a:path>
              <a:path w="3466465" h="1054100">
                <a:moveTo>
                  <a:pt x="2479954" y="139700"/>
                </a:moveTo>
                <a:lnTo>
                  <a:pt x="2480297" y="138430"/>
                </a:lnTo>
                <a:lnTo>
                  <a:pt x="2481690" y="138430"/>
                </a:lnTo>
                <a:lnTo>
                  <a:pt x="2479954" y="139700"/>
                </a:lnTo>
                <a:close/>
              </a:path>
              <a:path w="3466465" h="1054100">
                <a:moveTo>
                  <a:pt x="3126270" y="214629"/>
                </a:moveTo>
                <a:lnTo>
                  <a:pt x="3107105" y="198120"/>
                </a:lnTo>
                <a:lnTo>
                  <a:pt x="3107359" y="198120"/>
                </a:lnTo>
                <a:lnTo>
                  <a:pt x="3088258" y="181610"/>
                </a:lnTo>
                <a:lnTo>
                  <a:pt x="3088589" y="181610"/>
                </a:lnTo>
                <a:lnTo>
                  <a:pt x="3069501" y="166370"/>
                </a:lnTo>
                <a:lnTo>
                  <a:pt x="3069793" y="166370"/>
                </a:lnTo>
                <a:lnTo>
                  <a:pt x="3060217" y="160019"/>
                </a:lnTo>
                <a:lnTo>
                  <a:pt x="3060446" y="160019"/>
                </a:lnTo>
                <a:lnTo>
                  <a:pt x="3050857" y="152400"/>
                </a:lnTo>
                <a:lnTo>
                  <a:pt x="3051111" y="152400"/>
                </a:lnTo>
                <a:lnTo>
                  <a:pt x="3031947" y="138430"/>
                </a:lnTo>
                <a:lnTo>
                  <a:pt x="3094945" y="138430"/>
                </a:lnTo>
                <a:lnTo>
                  <a:pt x="3112757" y="152400"/>
                </a:lnTo>
                <a:lnTo>
                  <a:pt x="3151543" y="185420"/>
                </a:lnTo>
                <a:lnTo>
                  <a:pt x="3182023" y="213360"/>
                </a:lnTo>
                <a:lnTo>
                  <a:pt x="3126003" y="213360"/>
                </a:lnTo>
                <a:lnTo>
                  <a:pt x="3126270" y="214629"/>
                </a:lnTo>
                <a:close/>
              </a:path>
              <a:path w="3466465" h="1054100">
                <a:moveTo>
                  <a:pt x="427774" y="267970"/>
                </a:moveTo>
                <a:lnTo>
                  <a:pt x="408673" y="248920"/>
                </a:lnTo>
                <a:lnTo>
                  <a:pt x="408876" y="248920"/>
                </a:lnTo>
                <a:lnTo>
                  <a:pt x="389775" y="231139"/>
                </a:lnTo>
                <a:lnTo>
                  <a:pt x="390055" y="231139"/>
                </a:lnTo>
                <a:lnTo>
                  <a:pt x="370890" y="213360"/>
                </a:lnTo>
                <a:lnTo>
                  <a:pt x="426910" y="213360"/>
                </a:lnTo>
                <a:lnTo>
                  <a:pt x="435178" y="220979"/>
                </a:lnTo>
                <a:lnTo>
                  <a:pt x="481487" y="266700"/>
                </a:lnTo>
                <a:lnTo>
                  <a:pt x="427647" y="266700"/>
                </a:lnTo>
                <a:lnTo>
                  <a:pt x="427774" y="267970"/>
                </a:lnTo>
                <a:close/>
              </a:path>
              <a:path w="3466465" h="1054100">
                <a:moveTo>
                  <a:pt x="3182886" y="267970"/>
                </a:moveTo>
                <a:lnTo>
                  <a:pt x="3163785" y="248920"/>
                </a:lnTo>
                <a:lnTo>
                  <a:pt x="3163989" y="248920"/>
                </a:lnTo>
                <a:lnTo>
                  <a:pt x="3144888" y="231139"/>
                </a:lnTo>
                <a:lnTo>
                  <a:pt x="3145167" y="231139"/>
                </a:lnTo>
                <a:lnTo>
                  <a:pt x="3126003" y="213360"/>
                </a:lnTo>
                <a:lnTo>
                  <a:pt x="3182023" y="213360"/>
                </a:lnTo>
                <a:lnTo>
                  <a:pt x="3190290" y="220979"/>
                </a:lnTo>
                <a:lnTo>
                  <a:pt x="3236584" y="266700"/>
                </a:lnTo>
                <a:lnTo>
                  <a:pt x="3182759" y="266700"/>
                </a:lnTo>
                <a:lnTo>
                  <a:pt x="3182886" y="267970"/>
                </a:lnTo>
                <a:close/>
              </a:path>
              <a:path w="3466465" h="1054100">
                <a:moveTo>
                  <a:pt x="1398447" y="1054100"/>
                </a:moveTo>
                <a:lnTo>
                  <a:pt x="1358214" y="1054100"/>
                </a:lnTo>
                <a:lnTo>
                  <a:pt x="1318615" y="1049020"/>
                </a:lnTo>
                <a:lnTo>
                  <a:pt x="1308138" y="1047750"/>
                </a:lnTo>
                <a:lnTo>
                  <a:pt x="1298549" y="1046479"/>
                </a:lnTo>
                <a:lnTo>
                  <a:pt x="1287995" y="1043939"/>
                </a:lnTo>
                <a:lnTo>
                  <a:pt x="1258011" y="1036320"/>
                </a:lnTo>
                <a:lnTo>
                  <a:pt x="1238148" y="1028700"/>
                </a:lnTo>
                <a:lnTo>
                  <a:pt x="1228242" y="1026160"/>
                </a:lnTo>
                <a:lnTo>
                  <a:pt x="1218298" y="1022350"/>
                </a:lnTo>
                <a:lnTo>
                  <a:pt x="1208354" y="1017270"/>
                </a:lnTo>
                <a:lnTo>
                  <a:pt x="1198435" y="1013460"/>
                </a:lnTo>
                <a:lnTo>
                  <a:pt x="1188567" y="1008379"/>
                </a:lnTo>
                <a:lnTo>
                  <a:pt x="1178712" y="1004570"/>
                </a:lnTo>
                <a:lnTo>
                  <a:pt x="1149197" y="989329"/>
                </a:lnTo>
                <a:lnTo>
                  <a:pt x="1139317" y="982979"/>
                </a:lnTo>
                <a:lnTo>
                  <a:pt x="1129410" y="977900"/>
                </a:lnTo>
                <a:lnTo>
                  <a:pt x="1099908" y="958850"/>
                </a:lnTo>
                <a:lnTo>
                  <a:pt x="1061034" y="930910"/>
                </a:lnTo>
                <a:lnTo>
                  <a:pt x="1021892" y="900429"/>
                </a:lnTo>
                <a:lnTo>
                  <a:pt x="983145" y="867410"/>
                </a:lnTo>
                <a:lnTo>
                  <a:pt x="944422" y="831850"/>
                </a:lnTo>
                <a:lnTo>
                  <a:pt x="886459" y="774700"/>
                </a:lnTo>
                <a:lnTo>
                  <a:pt x="828776" y="713739"/>
                </a:lnTo>
                <a:lnTo>
                  <a:pt x="732751" y="605789"/>
                </a:lnTo>
                <a:lnTo>
                  <a:pt x="713638" y="582929"/>
                </a:lnTo>
                <a:lnTo>
                  <a:pt x="637108" y="495300"/>
                </a:lnTo>
                <a:lnTo>
                  <a:pt x="618020" y="472439"/>
                </a:lnTo>
                <a:lnTo>
                  <a:pt x="598931" y="450850"/>
                </a:lnTo>
                <a:lnTo>
                  <a:pt x="560717" y="407670"/>
                </a:lnTo>
                <a:lnTo>
                  <a:pt x="541693" y="386079"/>
                </a:lnTo>
                <a:lnTo>
                  <a:pt x="522655" y="365760"/>
                </a:lnTo>
                <a:lnTo>
                  <a:pt x="522795" y="365760"/>
                </a:lnTo>
                <a:lnTo>
                  <a:pt x="484530" y="325120"/>
                </a:lnTo>
                <a:lnTo>
                  <a:pt x="484708" y="325120"/>
                </a:lnTo>
                <a:lnTo>
                  <a:pt x="465607" y="304800"/>
                </a:lnTo>
                <a:lnTo>
                  <a:pt x="465823" y="304800"/>
                </a:lnTo>
                <a:lnTo>
                  <a:pt x="446646" y="285750"/>
                </a:lnTo>
                <a:lnTo>
                  <a:pt x="446824" y="285750"/>
                </a:lnTo>
                <a:lnTo>
                  <a:pt x="427647" y="266700"/>
                </a:lnTo>
                <a:lnTo>
                  <a:pt x="481487" y="266700"/>
                </a:lnTo>
                <a:lnTo>
                  <a:pt x="493115" y="278129"/>
                </a:lnTo>
                <a:lnTo>
                  <a:pt x="512381" y="298450"/>
                </a:lnTo>
                <a:lnTo>
                  <a:pt x="550786" y="340360"/>
                </a:lnTo>
                <a:lnTo>
                  <a:pt x="570090" y="360679"/>
                </a:lnTo>
                <a:lnTo>
                  <a:pt x="627532" y="425450"/>
                </a:lnTo>
                <a:lnTo>
                  <a:pt x="646823" y="448310"/>
                </a:lnTo>
                <a:lnTo>
                  <a:pt x="665937" y="469900"/>
                </a:lnTo>
                <a:lnTo>
                  <a:pt x="742467" y="558800"/>
                </a:lnTo>
                <a:lnTo>
                  <a:pt x="761542" y="580389"/>
                </a:lnTo>
                <a:lnTo>
                  <a:pt x="780643" y="601979"/>
                </a:lnTo>
                <a:lnTo>
                  <a:pt x="818857" y="645160"/>
                </a:lnTo>
                <a:lnTo>
                  <a:pt x="837882" y="666750"/>
                </a:lnTo>
                <a:lnTo>
                  <a:pt x="837742" y="666750"/>
                </a:lnTo>
                <a:lnTo>
                  <a:pt x="856919" y="687070"/>
                </a:lnTo>
                <a:lnTo>
                  <a:pt x="856780" y="687070"/>
                </a:lnTo>
                <a:lnTo>
                  <a:pt x="895045" y="728979"/>
                </a:lnTo>
                <a:lnTo>
                  <a:pt x="896060" y="728979"/>
                </a:lnTo>
                <a:lnTo>
                  <a:pt x="913955" y="748029"/>
                </a:lnTo>
                <a:lnTo>
                  <a:pt x="913752" y="748029"/>
                </a:lnTo>
                <a:lnTo>
                  <a:pt x="932916" y="767079"/>
                </a:lnTo>
                <a:lnTo>
                  <a:pt x="932738" y="767079"/>
                </a:lnTo>
                <a:lnTo>
                  <a:pt x="951903" y="786129"/>
                </a:lnTo>
                <a:lnTo>
                  <a:pt x="951763" y="786129"/>
                </a:lnTo>
                <a:lnTo>
                  <a:pt x="970864" y="803910"/>
                </a:lnTo>
                <a:lnTo>
                  <a:pt x="970660" y="803910"/>
                </a:lnTo>
                <a:lnTo>
                  <a:pt x="989761" y="821689"/>
                </a:lnTo>
                <a:lnTo>
                  <a:pt x="989495" y="821689"/>
                </a:lnTo>
                <a:lnTo>
                  <a:pt x="1008672" y="839470"/>
                </a:lnTo>
                <a:lnTo>
                  <a:pt x="1008418" y="839470"/>
                </a:lnTo>
                <a:lnTo>
                  <a:pt x="1027595" y="855979"/>
                </a:lnTo>
                <a:lnTo>
                  <a:pt x="1027353" y="855979"/>
                </a:lnTo>
                <a:lnTo>
                  <a:pt x="1046454" y="871220"/>
                </a:lnTo>
                <a:lnTo>
                  <a:pt x="1046124" y="871220"/>
                </a:lnTo>
                <a:lnTo>
                  <a:pt x="1065225" y="886460"/>
                </a:lnTo>
                <a:lnTo>
                  <a:pt x="1064920" y="886460"/>
                </a:lnTo>
                <a:lnTo>
                  <a:pt x="1074483" y="894079"/>
                </a:lnTo>
                <a:lnTo>
                  <a:pt x="1074242" y="894079"/>
                </a:lnTo>
                <a:lnTo>
                  <a:pt x="1083843" y="900429"/>
                </a:lnTo>
                <a:lnTo>
                  <a:pt x="1083576" y="900429"/>
                </a:lnTo>
                <a:lnTo>
                  <a:pt x="1102740" y="914400"/>
                </a:lnTo>
                <a:lnTo>
                  <a:pt x="1102398" y="914400"/>
                </a:lnTo>
                <a:lnTo>
                  <a:pt x="1121498" y="927100"/>
                </a:lnTo>
                <a:lnTo>
                  <a:pt x="1121181" y="927100"/>
                </a:lnTo>
                <a:lnTo>
                  <a:pt x="1130731" y="933450"/>
                </a:lnTo>
                <a:lnTo>
                  <a:pt x="1130477" y="933450"/>
                </a:lnTo>
                <a:lnTo>
                  <a:pt x="1140040" y="939800"/>
                </a:lnTo>
                <a:lnTo>
                  <a:pt x="1141676" y="939800"/>
                </a:lnTo>
                <a:lnTo>
                  <a:pt x="1149337" y="944879"/>
                </a:lnTo>
                <a:lnTo>
                  <a:pt x="1149032" y="944879"/>
                </a:lnTo>
                <a:lnTo>
                  <a:pt x="1158621" y="949960"/>
                </a:lnTo>
                <a:lnTo>
                  <a:pt x="1158341" y="949960"/>
                </a:lnTo>
                <a:lnTo>
                  <a:pt x="1167930" y="955039"/>
                </a:lnTo>
                <a:lnTo>
                  <a:pt x="1167676" y="955039"/>
                </a:lnTo>
                <a:lnTo>
                  <a:pt x="1177239" y="960120"/>
                </a:lnTo>
                <a:lnTo>
                  <a:pt x="1176959" y="960120"/>
                </a:lnTo>
                <a:lnTo>
                  <a:pt x="1186510" y="965200"/>
                </a:lnTo>
                <a:lnTo>
                  <a:pt x="1186218" y="965200"/>
                </a:lnTo>
                <a:lnTo>
                  <a:pt x="1195768" y="970279"/>
                </a:lnTo>
                <a:lnTo>
                  <a:pt x="1195451" y="970279"/>
                </a:lnTo>
                <a:lnTo>
                  <a:pt x="1205001" y="974089"/>
                </a:lnTo>
                <a:lnTo>
                  <a:pt x="1204671" y="974089"/>
                </a:lnTo>
                <a:lnTo>
                  <a:pt x="1214221" y="979170"/>
                </a:lnTo>
                <a:lnTo>
                  <a:pt x="1213891" y="979170"/>
                </a:lnTo>
                <a:lnTo>
                  <a:pt x="1223454" y="982979"/>
                </a:lnTo>
                <a:lnTo>
                  <a:pt x="1223098" y="982979"/>
                </a:lnTo>
                <a:lnTo>
                  <a:pt x="1232700" y="986789"/>
                </a:lnTo>
                <a:lnTo>
                  <a:pt x="1232357" y="986789"/>
                </a:lnTo>
                <a:lnTo>
                  <a:pt x="1241958" y="990600"/>
                </a:lnTo>
                <a:lnTo>
                  <a:pt x="1241615" y="990600"/>
                </a:lnTo>
                <a:lnTo>
                  <a:pt x="1251178" y="993139"/>
                </a:lnTo>
                <a:lnTo>
                  <a:pt x="1250823" y="993139"/>
                </a:lnTo>
                <a:lnTo>
                  <a:pt x="1260373" y="996950"/>
                </a:lnTo>
                <a:lnTo>
                  <a:pt x="1259979" y="996950"/>
                </a:lnTo>
                <a:lnTo>
                  <a:pt x="1269517" y="999489"/>
                </a:lnTo>
                <a:lnTo>
                  <a:pt x="1269110" y="999489"/>
                </a:lnTo>
                <a:lnTo>
                  <a:pt x="1278648" y="1002029"/>
                </a:lnTo>
                <a:lnTo>
                  <a:pt x="1278204" y="1002029"/>
                </a:lnTo>
                <a:lnTo>
                  <a:pt x="1287767" y="1004570"/>
                </a:lnTo>
                <a:lnTo>
                  <a:pt x="1287297" y="1004570"/>
                </a:lnTo>
                <a:lnTo>
                  <a:pt x="1296873" y="1007110"/>
                </a:lnTo>
                <a:lnTo>
                  <a:pt x="1296390" y="1007110"/>
                </a:lnTo>
                <a:lnTo>
                  <a:pt x="1305979" y="1008379"/>
                </a:lnTo>
                <a:lnTo>
                  <a:pt x="1305521" y="1008379"/>
                </a:lnTo>
                <a:lnTo>
                  <a:pt x="1315110" y="1010920"/>
                </a:lnTo>
                <a:lnTo>
                  <a:pt x="1314665" y="1010920"/>
                </a:lnTo>
                <a:lnTo>
                  <a:pt x="1324241" y="1012189"/>
                </a:lnTo>
                <a:lnTo>
                  <a:pt x="1323784" y="1012189"/>
                </a:lnTo>
                <a:lnTo>
                  <a:pt x="1333347" y="1013460"/>
                </a:lnTo>
                <a:lnTo>
                  <a:pt x="1341958" y="1013460"/>
                </a:lnTo>
                <a:lnTo>
                  <a:pt x="1351495" y="1014729"/>
                </a:lnTo>
                <a:lnTo>
                  <a:pt x="1351026" y="1014729"/>
                </a:lnTo>
                <a:lnTo>
                  <a:pt x="1360576" y="1016000"/>
                </a:lnTo>
                <a:lnTo>
                  <a:pt x="1551724" y="1016000"/>
                </a:lnTo>
                <a:lnTo>
                  <a:pt x="1548422" y="1017270"/>
                </a:lnTo>
                <a:lnTo>
                  <a:pt x="1538477" y="1022350"/>
                </a:lnTo>
                <a:lnTo>
                  <a:pt x="1518602" y="1029970"/>
                </a:lnTo>
                <a:lnTo>
                  <a:pt x="1508658" y="1032510"/>
                </a:lnTo>
                <a:lnTo>
                  <a:pt x="1498701" y="1036320"/>
                </a:lnTo>
                <a:lnTo>
                  <a:pt x="1458582" y="1046479"/>
                </a:lnTo>
                <a:lnTo>
                  <a:pt x="1398447" y="1054100"/>
                </a:lnTo>
                <a:close/>
              </a:path>
              <a:path w="3466465" h="1054100">
                <a:moveTo>
                  <a:pt x="2329319" y="267970"/>
                </a:moveTo>
                <a:lnTo>
                  <a:pt x="2329459" y="266700"/>
                </a:lnTo>
                <a:lnTo>
                  <a:pt x="2330593" y="266700"/>
                </a:lnTo>
                <a:lnTo>
                  <a:pt x="2329319" y="267970"/>
                </a:lnTo>
                <a:close/>
              </a:path>
              <a:path w="3466465" h="1054100">
                <a:moveTo>
                  <a:pt x="3430423" y="538437"/>
                </a:moveTo>
                <a:lnTo>
                  <a:pt x="3397072" y="500379"/>
                </a:lnTo>
                <a:lnTo>
                  <a:pt x="3374974" y="474979"/>
                </a:lnTo>
                <a:lnTo>
                  <a:pt x="3354044" y="450850"/>
                </a:lnTo>
                <a:lnTo>
                  <a:pt x="3315830" y="407670"/>
                </a:lnTo>
                <a:lnTo>
                  <a:pt x="3296805" y="386079"/>
                </a:lnTo>
                <a:lnTo>
                  <a:pt x="3277768" y="365760"/>
                </a:lnTo>
                <a:lnTo>
                  <a:pt x="3258718" y="345439"/>
                </a:lnTo>
                <a:lnTo>
                  <a:pt x="3239706" y="325120"/>
                </a:lnTo>
                <a:lnTo>
                  <a:pt x="3239846" y="325120"/>
                </a:lnTo>
                <a:lnTo>
                  <a:pt x="3220745" y="304800"/>
                </a:lnTo>
                <a:lnTo>
                  <a:pt x="3220948" y="304800"/>
                </a:lnTo>
                <a:lnTo>
                  <a:pt x="3201771" y="285750"/>
                </a:lnTo>
                <a:lnTo>
                  <a:pt x="3201924" y="285750"/>
                </a:lnTo>
                <a:lnTo>
                  <a:pt x="3182759" y="266700"/>
                </a:lnTo>
                <a:lnTo>
                  <a:pt x="3236584" y="266700"/>
                </a:lnTo>
                <a:lnTo>
                  <a:pt x="3248190" y="278129"/>
                </a:lnTo>
                <a:lnTo>
                  <a:pt x="3286620" y="318770"/>
                </a:lnTo>
                <a:lnTo>
                  <a:pt x="3305898" y="340360"/>
                </a:lnTo>
                <a:lnTo>
                  <a:pt x="3325202" y="360679"/>
                </a:lnTo>
                <a:lnTo>
                  <a:pt x="3382683" y="425450"/>
                </a:lnTo>
                <a:lnTo>
                  <a:pt x="3425939" y="474979"/>
                </a:lnTo>
                <a:lnTo>
                  <a:pt x="3459429" y="514350"/>
                </a:lnTo>
                <a:lnTo>
                  <a:pt x="3430423" y="538437"/>
                </a:lnTo>
                <a:close/>
              </a:path>
              <a:path w="3466465" h="1054100">
                <a:moveTo>
                  <a:pt x="3447564" y="538479"/>
                </a:moveTo>
                <a:lnTo>
                  <a:pt x="3430460" y="538479"/>
                </a:lnTo>
                <a:lnTo>
                  <a:pt x="3459429" y="514350"/>
                </a:lnTo>
                <a:lnTo>
                  <a:pt x="3466452" y="521970"/>
                </a:lnTo>
                <a:lnTo>
                  <a:pt x="3447564" y="538479"/>
                </a:lnTo>
                <a:close/>
              </a:path>
              <a:path w="3466465" h="1054100">
                <a:moveTo>
                  <a:pt x="3437394" y="547370"/>
                </a:moveTo>
                <a:lnTo>
                  <a:pt x="3430371" y="538479"/>
                </a:lnTo>
                <a:lnTo>
                  <a:pt x="3447564" y="538479"/>
                </a:lnTo>
                <a:lnTo>
                  <a:pt x="3437394" y="547370"/>
                </a:lnTo>
                <a:close/>
              </a:path>
              <a:path w="3466465" h="1054100">
                <a:moveTo>
                  <a:pt x="2081758" y="539750"/>
                </a:moveTo>
                <a:lnTo>
                  <a:pt x="2081771" y="538479"/>
                </a:lnTo>
                <a:lnTo>
                  <a:pt x="2082851" y="538479"/>
                </a:lnTo>
                <a:lnTo>
                  <a:pt x="2081758" y="539750"/>
                </a:lnTo>
                <a:close/>
              </a:path>
              <a:path w="3466465" h="1054100">
                <a:moveTo>
                  <a:pt x="896060" y="728979"/>
                </a:moveTo>
                <a:lnTo>
                  <a:pt x="895045" y="728979"/>
                </a:lnTo>
                <a:lnTo>
                  <a:pt x="894867" y="727710"/>
                </a:lnTo>
                <a:lnTo>
                  <a:pt x="896060" y="728979"/>
                </a:lnTo>
                <a:close/>
              </a:path>
              <a:path w="3466465" h="1054100">
                <a:moveTo>
                  <a:pt x="1683622" y="939800"/>
                </a:moveTo>
                <a:lnTo>
                  <a:pt x="1617090" y="939800"/>
                </a:lnTo>
                <a:lnTo>
                  <a:pt x="1626641" y="933450"/>
                </a:lnTo>
                <a:lnTo>
                  <a:pt x="1626400" y="933450"/>
                </a:lnTo>
                <a:lnTo>
                  <a:pt x="1635937" y="927100"/>
                </a:lnTo>
                <a:lnTo>
                  <a:pt x="1635620" y="927100"/>
                </a:lnTo>
                <a:lnTo>
                  <a:pt x="1654721" y="914400"/>
                </a:lnTo>
                <a:lnTo>
                  <a:pt x="1654390" y="914400"/>
                </a:lnTo>
                <a:lnTo>
                  <a:pt x="1673555" y="900429"/>
                </a:lnTo>
                <a:lnTo>
                  <a:pt x="1673301" y="900429"/>
                </a:lnTo>
                <a:lnTo>
                  <a:pt x="1682889" y="894079"/>
                </a:lnTo>
                <a:lnTo>
                  <a:pt x="1682673" y="894079"/>
                </a:lnTo>
                <a:lnTo>
                  <a:pt x="1692236" y="886460"/>
                </a:lnTo>
                <a:lnTo>
                  <a:pt x="1691944" y="886460"/>
                </a:lnTo>
                <a:lnTo>
                  <a:pt x="1711032" y="871220"/>
                </a:lnTo>
                <a:lnTo>
                  <a:pt x="1710702" y="871220"/>
                </a:lnTo>
                <a:lnTo>
                  <a:pt x="1729803" y="855979"/>
                </a:lnTo>
                <a:lnTo>
                  <a:pt x="1729549" y="855979"/>
                </a:lnTo>
                <a:lnTo>
                  <a:pt x="1748713" y="839470"/>
                </a:lnTo>
                <a:lnTo>
                  <a:pt x="1748447" y="839470"/>
                </a:lnTo>
                <a:lnTo>
                  <a:pt x="1767611" y="821689"/>
                </a:lnTo>
                <a:lnTo>
                  <a:pt x="1767331" y="821689"/>
                </a:lnTo>
                <a:lnTo>
                  <a:pt x="1786432" y="803910"/>
                </a:lnTo>
                <a:lnTo>
                  <a:pt x="1786229" y="803910"/>
                </a:lnTo>
                <a:lnTo>
                  <a:pt x="1805330" y="786129"/>
                </a:lnTo>
                <a:lnTo>
                  <a:pt x="1824380" y="767079"/>
                </a:lnTo>
                <a:lnTo>
                  <a:pt x="1824202" y="767079"/>
                </a:lnTo>
                <a:lnTo>
                  <a:pt x="1843379" y="748029"/>
                </a:lnTo>
                <a:lnTo>
                  <a:pt x="1843163" y="748029"/>
                </a:lnTo>
                <a:lnTo>
                  <a:pt x="1862264" y="727710"/>
                </a:lnTo>
                <a:lnTo>
                  <a:pt x="1862086" y="728979"/>
                </a:lnTo>
                <a:lnTo>
                  <a:pt x="1913786" y="728979"/>
                </a:lnTo>
                <a:lnTo>
                  <a:pt x="1870455" y="774700"/>
                </a:lnTo>
                <a:lnTo>
                  <a:pt x="1793163" y="850900"/>
                </a:lnTo>
                <a:lnTo>
                  <a:pt x="1773720" y="867410"/>
                </a:lnTo>
                <a:lnTo>
                  <a:pt x="1754289" y="885189"/>
                </a:lnTo>
                <a:lnTo>
                  <a:pt x="1734870" y="900429"/>
                </a:lnTo>
                <a:lnTo>
                  <a:pt x="1715465" y="916939"/>
                </a:lnTo>
                <a:lnTo>
                  <a:pt x="1705673" y="924560"/>
                </a:lnTo>
                <a:lnTo>
                  <a:pt x="1695818" y="930910"/>
                </a:lnTo>
                <a:lnTo>
                  <a:pt x="1683622" y="939800"/>
                </a:lnTo>
                <a:close/>
              </a:path>
              <a:path w="3466465" h="1054100">
                <a:moveTo>
                  <a:pt x="1141676" y="939800"/>
                </a:moveTo>
                <a:lnTo>
                  <a:pt x="1140040" y="939800"/>
                </a:lnTo>
                <a:lnTo>
                  <a:pt x="1139761" y="938529"/>
                </a:lnTo>
                <a:lnTo>
                  <a:pt x="1141676" y="939800"/>
                </a:lnTo>
                <a:close/>
              </a:path>
              <a:path w="3466465" h="1054100">
                <a:moveTo>
                  <a:pt x="1551724" y="1016000"/>
                </a:moveTo>
                <a:lnTo>
                  <a:pt x="1396542" y="1016000"/>
                </a:lnTo>
                <a:lnTo>
                  <a:pt x="1406093" y="1014729"/>
                </a:lnTo>
                <a:lnTo>
                  <a:pt x="1405623" y="1014729"/>
                </a:lnTo>
                <a:lnTo>
                  <a:pt x="1415173" y="1013460"/>
                </a:lnTo>
                <a:lnTo>
                  <a:pt x="1423784" y="1013460"/>
                </a:lnTo>
                <a:lnTo>
                  <a:pt x="1433334" y="1012189"/>
                </a:lnTo>
                <a:lnTo>
                  <a:pt x="1432877" y="1012189"/>
                </a:lnTo>
                <a:lnTo>
                  <a:pt x="1442453" y="1010920"/>
                </a:lnTo>
                <a:lnTo>
                  <a:pt x="1442008" y="1010920"/>
                </a:lnTo>
                <a:lnTo>
                  <a:pt x="1451609" y="1008379"/>
                </a:lnTo>
                <a:lnTo>
                  <a:pt x="1451140" y="1008379"/>
                </a:lnTo>
                <a:lnTo>
                  <a:pt x="1460741" y="1007110"/>
                </a:lnTo>
                <a:lnTo>
                  <a:pt x="1460258" y="1007110"/>
                </a:lnTo>
                <a:lnTo>
                  <a:pt x="1469821" y="1004570"/>
                </a:lnTo>
                <a:lnTo>
                  <a:pt x="1469364" y="1004570"/>
                </a:lnTo>
                <a:lnTo>
                  <a:pt x="1478914" y="1002029"/>
                </a:lnTo>
                <a:lnTo>
                  <a:pt x="1478470" y="1002029"/>
                </a:lnTo>
                <a:lnTo>
                  <a:pt x="1488020" y="999489"/>
                </a:lnTo>
                <a:lnTo>
                  <a:pt x="1487601" y="999489"/>
                </a:lnTo>
                <a:lnTo>
                  <a:pt x="1497152" y="996950"/>
                </a:lnTo>
                <a:lnTo>
                  <a:pt x="1496758" y="996950"/>
                </a:lnTo>
                <a:lnTo>
                  <a:pt x="1506308" y="993139"/>
                </a:lnTo>
                <a:lnTo>
                  <a:pt x="1505940" y="993139"/>
                </a:lnTo>
                <a:lnTo>
                  <a:pt x="1515516" y="990600"/>
                </a:lnTo>
                <a:lnTo>
                  <a:pt x="1515173" y="990600"/>
                </a:lnTo>
                <a:lnTo>
                  <a:pt x="1524761" y="986789"/>
                </a:lnTo>
                <a:lnTo>
                  <a:pt x="1524419" y="986789"/>
                </a:lnTo>
                <a:lnTo>
                  <a:pt x="1534020" y="982979"/>
                </a:lnTo>
                <a:lnTo>
                  <a:pt x="1533664" y="982979"/>
                </a:lnTo>
                <a:lnTo>
                  <a:pt x="1543240" y="979170"/>
                </a:lnTo>
                <a:lnTo>
                  <a:pt x="1542897" y="979170"/>
                </a:lnTo>
                <a:lnTo>
                  <a:pt x="1552460" y="974089"/>
                </a:lnTo>
                <a:lnTo>
                  <a:pt x="1552130" y="974089"/>
                </a:lnTo>
                <a:lnTo>
                  <a:pt x="1561668" y="970279"/>
                </a:lnTo>
                <a:lnTo>
                  <a:pt x="1561363" y="970279"/>
                </a:lnTo>
                <a:lnTo>
                  <a:pt x="1570913" y="965200"/>
                </a:lnTo>
                <a:lnTo>
                  <a:pt x="1570608" y="965200"/>
                </a:lnTo>
                <a:lnTo>
                  <a:pt x="1580159" y="960120"/>
                </a:lnTo>
                <a:lnTo>
                  <a:pt x="1579879" y="960120"/>
                </a:lnTo>
                <a:lnTo>
                  <a:pt x="1589455" y="955039"/>
                </a:lnTo>
                <a:lnTo>
                  <a:pt x="1589189" y="955039"/>
                </a:lnTo>
                <a:lnTo>
                  <a:pt x="1598790" y="949960"/>
                </a:lnTo>
                <a:lnTo>
                  <a:pt x="1598498" y="949960"/>
                </a:lnTo>
                <a:lnTo>
                  <a:pt x="1608099" y="944879"/>
                </a:lnTo>
                <a:lnTo>
                  <a:pt x="1607794" y="944879"/>
                </a:lnTo>
                <a:lnTo>
                  <a:pt x="1617357" y="938529"/>
                </a:lnTo>
                <a:lnTo>
                  <a:pt x="1617090" y="939800"/>
                </a:lnTo>
                <a:lnTo>
                  <a:pt x="1683622" y="939800"/>
                </a:lnTo>
                <a:lnTo>
                  <a:pt x="1676653" y="944879"/>
                </a:lnTo>
                <a:lnTo>
                  <a:pt x="1656905" y="958850"/>
                </a:lnTo>
                <a:lnTo>
                  <a:pt x="1627416" y="977900"/>
                </a:lnTo>
                <a:lnTo>
                  <a:pt x="1617522" y="982979"/>
                </a:lnTo>
                <a:lnTo>
                  <a:pt x="1607654" y="989329"/>
                </a:lnTo>
                <a:lnTo>
                  <a:pt x="1568234" y="1009650"/>
                </a:lnTo>
                <a:lnTo>
                  <a:pt x="1551724" y="1016000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7433729" y="2744977"/>
            <a:ext cx="127000" cy="1729739"/>
          </a:xfrm>
          <a:custGeom>
            <a:avLst/>
            <a:gdLst/>
            <a:ahLst/>
            <a:cxnLst/>
            <a:rect l="l" t="t" r="r" b="b"/>
            <a:pathLst>
              <a:path w="127000" h="1729739">
                <a:moveTo>
                  <a:pt x="0" y="127000"/>
                </a:moveTo>
                <a:lnTo>
                  <a:pt x="63500" y="0"/>
                </a:lnTo>
                <a:lnTo>
                  <a:pt x="87312" y="47625"/>
                </a:lnTo>
                <a:lnTo>
                  <a:pt x="50800" y="47625"/>
                </a:lnTo>
                <a:lnTo>
                  <a:pt x="50800" y="76200"/>
                </a:lnTo>
                <a:lnTo>
                  <a:pt x="0" y="127000"/>
                </a:lnTo>
                <a:close/>
              </a:path>
              <a:path w="127000" h="1729739">
                <a:moveTo>
                  <a:pt x="50800" y="76200"/>
                </a:moveTo>
                <a:lnTo>
                  <a:pt x="50800" y="47625"/>
                </a:lnTo>
                <a:lnTo>
                  <a:pt x="76200" y="47625"/>
                </a:lnTo>
                <a:lnTo>
                  <a:pt x="76200" y="63500"/>
                </a:lnTo>
                <a:lnTo>
                  <a:pt x="63500" y="63500"/>
                </a:lnTo>
                <a:lnTo>
                  <a:pt x="50800" y="76200"/>
                </a:lnTo>
                <a:close/>
              </a:path>
              <a:path w="127000" h="1729739">
                <a:moveTo>
                  <a:pt x="127000" y="127000"/>
                </a:moveTo>
                <a:lnTo>
                  <a:pt x="76200" y="76200"/>
                </a:lnTo>
                <a:lnTo>
                  <a:pt x="76200" y="47625"/>
                </a:lnTo>
                <a:lnTo>
                  <a:pt x="87312" y="47625"/>
                </a:lnTo>
                <a:lnTo>
                  <a:pt x="127000" y="127000"/>
                </a:lnTo>
                <a:close/>
              </a:path>
              <a:path w="127000" h="1729739">
                <a:moveTo>
                  <a:pt x="76200" y="1729651"/>
                </a:moveTo>
                <a:lnTo>
                  <a:pt x="50800" y="1729651"/>
                </a:lnTo>
                <a:lnTo>
                  <a:pt x="50800" y="76200"/>
                </a:lnTo>
                <a:lnTo>
                  <a:pt x="63500" y="63500"/>
                </a:lnTo>
                <a:lnTo>
                  <a:pt x="76200" y="76200"/>
                </a:lnTo>
                <a:lnTo>
                  <a:pt x="76200" y="1729651"/>
                </a:lnTo>
                <a:close/>
              </a:path>
              <a:path w="127000" h="1729739">
                <a:moveTo>
                  <a:pt x="76200" y="76200"/>
                </a:moveTo>
                <a:lnTo>
                  <a:pt x="63500" y="63500"/>
                </a:lnTo>
                <a:lnTo>
                  <a:pt x="76200" y="63500"/>
                </a:lnTo>
                <a:lnTo>
                  <a:pt x="76200" y="762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 txBox="1"/>
          <p:nvPr/>
        </p:nvSpPr>
        <p:spPr>
          <a:xfrm>
            <a:off x="7671219" y="2386329"/>
            <a:ext cx="228600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>
                <a:latin typeface="Times New Roman"/>
                <a:cs typeface="Times New Roman"/>
              </a:rPr>
              <a:t>e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11608219" y="3250361"/>
            <a:ext cx="177800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b="1">
                <a:latin typeface="Times New Roman"/>
                <a:cs typeface="Times New Roman"/>
              </a:rPr>
              <a:t>t</a:t>
            </a:r>
            <a:endParaRPr sz="3600">
              <a:latin typeface="Times New Roman"/>
              <a:cs typeface="Times New Roman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7997190" y="3555313"/>
            <a:ext cx="110489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Arial"/>
                <a:cs typeface="Arial"/>
              </a:rPr>
              <a:t>t</a:t>
            </a:r>
            <a:endParaRPr sz="2400">
              <a:latin typeface="Arial"/>
              <a:cs typeface="Arial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8081644" y="3722319"/>
            <a:ext cx="135890" cy="2635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550" spc="5">
                <a:latin typeface="Arial"/>
                <a:cs typeface="Arial"/>
              </a:rPr>
              <a:t>1</a:t>
            </a:r>
            <a:endParaRPr sz="1550">
              <a:latin typeface="Arial"/>
              <a:cs typeface="Arial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8534819" y="3548963"/>
            <a:ext cx="110489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>
                <a:latin typeface="Arial"/>
                <a:cs typeface="Arial"/>
              </a:rPr>
              <a:t>t</a:t>
            </a:r>
            <a:endParaRPr sz="2400">
              <a:latin typeface="Arial"/>
              <a:cs typeface="Arial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8619273" y="3715969"/>
            <a:ext cx="135890" cy="2635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550" spc="5">
                <a:latin typeface="Arial"/>
                <a:cs typeface="Arial"/>
              </a:rPr>
              <a:t>2</a:t>
            </a:r>
            <a:endParaRPr sz="1550">
              <a:latin typeface="Arial"/>
              <a:cs typeface="Arial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9713594" y="3722319"/>
            <a:ext cx="135890" cy="2635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550" spc="5">
                <a:latin typeface="Arial"/>
                <a:cs typeface="Arial"/>
              </a:rPr>
              <a:t>3</a:t>
            </a:r>
            <a:endParaRPr sz="1550">
              <a:latin typeface="Arial"/>
              <a:cs typeface="Arial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9629140" y="3555313"/>
            <a:ext cx="68643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88010" algn="l"/>
              </a:tabLst>
            </a:pPr>
            <a:r>
              <a:rPr dirty="0" sz="2400">
                <a:latin typeface="Arial"/>
                <a:cs typeface="Arial"/>
              </a:rPr>
              <a:t>t	t</a:t>
            </a:r>
            <a:endParaRPr sz="2400">
              <a:latin typeface="Arial"/>
              <a:cs typeface="Arial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10289323" y="3722319"/>
            <a:ext cx="135890" cy="26352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1550" spc="5">
                <a:latin typeface="Arial"/>
                <a:cs typeface="Arial"/>
              </a:rPr>
              <a:t>4</a:t>
            </a:r>
            <a:endParaRPr sz="1550">
              <a:latin typeface="Arial"/>
              <a:cs typeface="Arial"/>
            </a:endParaRPr>
          </a:p>
        </p:txBody>
      </p:sp>
      <p:sp>
        <p:nvSpPr>
          <p:cNvPr id="52" name="object 52"/>
          <p:cNvSpPr/>
          <p:nvPr/>
        </p:nvSpPr>
        <p:spPr>
          <a:xfrm>
            <a:off x="8841320" y="4014076"/>
            <a:ext cx="0" cy="101600"/>
          </a:xfrm>
          <a:custGeom>
            <a:avLst/>
            <a:gdLst/>
            <a:ahLst/>
            <a:cxnLst/>
            <a:rect l="l" t="t" r="r" b="b"/>
            <a:pathLst>
              <a:path w="0" h="101600">
                <a:moveTo>
                  <a:pt x="0" y="0"/>
                </a:moveTo>
                <a:lnTo>
                  <a:pt x="0" y="10160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8841320" y="3836276"/>
            <a:ext cx="0" cy="101600"/>
          </a:xfrm>
          <a:custGeom>
            <a:avLst/>
            <a:gdLst/>
            <a:ahLst/>
            <a:cxnLst/>
            <a:rect l="l" t="t" r="r" b="b"/>
            <a:pathLst>
              <a:path w="0" h="101600">
                <a:moveTo>
                  <a:pt x="0" y="0"/>
                </a:moveTo>
                <a:lnTo>
                  <a:pt x="0" y="10160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8841320" y="3658476"/>
            <a:ext cx="0" cy="101600"/>
          </a:xfrm>
          <a:custGeom>
            <a:avLst/>
            <a:gdLst/>
            <a:ahLst/>
            <a:cxnLst/>
            <a:rect l="l" t="t" r="r" b="b"/>
            <a:pathLst>
              <a:path w="0" h="101600">
                <a:moveTo>
                  <a:pt x="0" y="0"/>
                </a:moveTo>
                <a:lnTo>
                  <a:pt x="0" y="10160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10280650" y="3508997"/>
            <a:ext cx="0" cy="101600"/>
          </a:xfrm>
          <a:custGeom>
            <a:avLst/>
            <a:gdLst/>
            <a:ahLst/>
            <a:cxnLst/>
            <a:rect l="l" t="t" r="r" b="b"/>
            <a:pathLst>
              <a:path w="0" h="101600">
                <a:moveTo>
                  <a:pt x="0" y="0"/>
                </a:moveTo>
                <a:lnTo>
                  <a:pt x="0" y="10160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10280650" y="3331197"/>
            <a:ext cx="0" cy="101600"/>
          </a:xfrm>
          <a:custGeom>
            <a:avLst/>
            <a:gdLst/>
            <a:ahLst/>
            <a:cxnLst/>
            <a:rect l="l" t="t" r="r" b="b"/>
            <a:pathLst>
              <a:path w="0" h="101600">
                <a:moveTo>
                  <a:pt x="0" y="0"/>
                </a:moveTo>
                <a:lnTo>
                  <a:pt x="0" y="10160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10280650" y="3153397"/>
            <a:ext cx="0" cy="101600"/>
          </a:xfrm>
          <a:custGeom>
            <a:avLst/>
            <a:gdLst/>
            <a:ahLst/>
            <a:cxnLst/>
            <a:rect l="l" t="t" r="r" b="b"/>
            <a:pathLst>
              <a:path w="0" h="101600">
                <a:moveTo>
                  <a:pt x="0" y="0"/>
                </a:moveTo>
                <a:lnTo>
                  <a:pt x="0" y="10160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7497229" y="4114088"/>
            <a:ext cx="101600" cy="0"/>
          </a:xfrm>
          <a:custGeom>
            <a:avLst/>
            <a:gdLst/>
            <a:ahLst/>
            <a:cxnLst/>
            <a:rect l="l" t="t" r="r" b="b"/>
            <a:pathLst>
              <a:path w="101600" h="0">
                <a:moveTo>
                  <a:pt x="0" y="0"/>
                </a:moveTo>
                <a:lnTo>
                  <a:pt x="101600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/>
          <p:nvPr/>
        </p:nvSpPr>
        <p:spPr>
          <a:xfrm>
            <a:off x="7675029" y="4114088"/>
            <a:ext cx="101600" cy="0"/>
          </a:xfrm>
          <a:custGeom>
            <a:avLst/>
            <a:gdLst/>
            <a:ahLst/>
            <a:cxnLst/>
            <a:rect l="l" t="t" r="r" b="b"/>
            <a:pathLst>
              <a:path w="101600" h="0">
                <a:moveTo>
                  <a:pt x="0" y="0"/>
                </a:moveTo>
                <a:lnTo>
                  <a:pt x="101600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/>
          <p:nvPr/>
        </p:nvSpPr>
        <p:spPr>
          <a:xfrm>
            <a:off x="7852829" y="4114088"/>
            <a:ext cx="101600" cy="0"/>
          </a:xfrm>
          <a:custGeom>
            <a:avLst/>
            <a:gdLst/>
            <a:ahLst/>
            <a:cxnLst/>
            <a:rect l="l" t="t" r="r" b="b"/>
            <a:pathLst>
              <a:path w="101600" h="0">
                <a:moveTo>
                  <a:pt x="0" y="0"/>
                </a:moveTo>
                <a:lnTo>
                  <a:pt x="101600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/>
          <p:nvPr/>
        </p:nvSpPr>
        <p:spPr>
          <a:xfrm>
            <a:off x="8030629" y="4114088"/>
            <a:ext cx="101600" cy="0"/>
          </a:xfrm>
          <a:custGeom>
            <a:avLst/>
            <a:gdLst/>
            <a:ahLst/>
            <a:cxnLst/>
            <a:rect l="l" t="t" r="r" b="b"/>
            <a:pathLst>
              <a:path w="101600" h="0">
                <a:moveTo>
                  <a:pt x="0" y="0"/>
                </a:moveTo>
                <a:lnTo>
                  <a:pt x="101600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/>
          <p:nvPr/>
        </p:nvSpPr>
        <p:spPr>
          <a:xfrm>
            <a:off x="8208429" y="4114088"/>
            <a:ext cx="101600" cy="0"/>
          </a:xfrm>
          <a:custGeom>
            <a:avLst/>
            <a:gdLst/>
            <a:ahLst/>
            <a:cxnLst/>
            <a:rect l="l" t="t" r="r" b="b"/>
            <a:pathLst>
              <a:path w="101600" h="0">
                <a:moveTo>
                  <a:pt x="0" y="0"/>
                </a:moveTo>
                <a:lnTo>
                  <a:pt x="101600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/>
          <p:nvPr/>
        </p:nvSpPr>
        <p:spPr>
          <a:xfrm>
            <a:off x="8386229" y="4114088"/>
            <a:ext cx="101600" cy="0"/>
          </a:xfrm>
          <a:custGeom>
            <a:avLst/>
            <a:gdLst/>
            <a:ahLst/>
            <a:cxnLst/>
            <a:rect l="l" t="t" r="r" b="b"/>
            <a:pathLst>
              <a:path w="101600" h="0">
                <a:moveTo>
                  <a:pt x="0" y="0"/>
                </a:moveTo>
                <a:lnTo>
                  <a:pt x="101600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4" name="object 64"/>
          <p:cNvSpPr/>
          <p:nvPr/>
        </p:nvSpPr>
        <p:spPr>
          <a:xfrm>
            <a:off x="8564029" y="4114088"/>
            <a:ext cx="101600" cy="0"/>
          </a:xfrm>
          <a:custGeom>
            <a:avLst/>
            <a:gdLst/>
            <a:ahLst/>
            <a:cxnLst/>
            <a:rect l="l" t="t" r="r" b="b"/>
            <a:pathLst>
              <a:path w="101600" h="0">
                <a:moveTo>
                  <a:pt x="0" y="0"/>
                </a:moveTo>
                <a:lnTo>
                  <a:pt x="101600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5" name="object 65"/>
          <p:cNvSpPr/>
          <p:nvPr/>
        </p:nvSpPr>
        <p:spPr>
          <a:xfrm>
            <a:off x="8741829" y="4114088"/>
            <a:ext cx="99695" cy="0"/>
          </a:xfrm>
          <a:custGeom>
            <a:avLst/>
            <a:gdLst/>
            <a:ahLst/>
            <a:cxnLst/>
            <a:rect l="l" t="t" r="r" b="b"/>
            <a:pathLst>
              <a:path w="99695" h="0">
                <a:moveTo>
                  <a:pt x="0" y="0"/>
                </a:moveTo>
                <a:lnTo>
                  <a:pt x="99491" y="0"/>
                </a:lnTo>
              </a:path>
            </a:pathLst>
          </a:custGeom>
          <a:ln w="25400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6" name="object 66"/>
          <p:cNvSpPr txBox="1"/>
          <p:nvPr/>
        </p:nvSpPr>
        <p:spPr>
          <a:xfrm>
            <a:off x="6902869" y="2763202"/>
            <a:ext cx="495300" cy="1471930"/>
          </a:xfrm>
          <a:prstGeom prst="rect">
            <a:avLst/>
          </a:prstGeom>
        </p:spPr>
        <p:txBody>
          <a:bodyPr wrap="square" lIns="0" tIns="153670" rIns="0" bIns="0" rtlCol="0" vert="horz">
            <a:spAutoFit/>
          </a:bodyPr>
          <a:lstStyle/>
          <a:p>
            <a:pPr algn="ctr" marL="92710">
              <a:lnSpc>
                <a:spcPct val="100000"/>
              </a:lnSpc>
              <a:spcBef>
                <a:spcPts val="1210"/>
              </a:spcBef>
            </a:pPr>
            <a:r>
              <a:rPr dirty="0" sz="2400" spc="-5" b="1">
                <a:latin typeface="Times New Roman"/>
                <a:cs typeface="Times New Roman"/>
              </a:rPr>
              <a:t>E</a:t>
            </a:r>
            <a:r>
              <a:rPr dirty="0" baseline="-17921" sz="2325" spc="7" b="1">
                <a:latin typeface="Times New Roman"/>
                <a:cs typeface="Times New Roman"/>
              </a:rPr>
              <a:t>m</a:t>
            </a:r>
            <a:endParaRPr baseline="-17921" sz="2325">
              <a:latin typeface="Times New Roman"/>
              <a:cs typeface="Times New Roman"/>
            </a:endParaRPr>
          </a:p>
          <a:p>
            <a:pPr marL="300355">
              <a:lnSpc>
                <a:spcPct val="100000"/>
              </a:lnSpc>
              <a:spcBef>
                <a:spcPts val="1105"/>
              </a:spcBef>
            </a:pPr>
            <a:r>
              <a:rPr dirty="0" sz="2400">
                <a:latin typeface="Arial"/>
                <a:cs typeface="Arial"/>
              </a:rPr>
              <a:t>0</a:t>
            </a:r>
            <a:endParaRPr sz="2400">
              <a:latin typeface="Arial"/>
              <a:cs typeface="Arial"/>
            </a:endParaRPr>
          </a:p>
          <a:p>
            <a:pPr algn="ctr">
              <a:lnSpc>
                <a:spcPct val="100000"/>
              </a:lnSpc>
              <a:spcBef>
                <a:spcPts val="530"/>
              </a:spcBef>
            </a:pPr>
            <a:r>
              <a:rPr dirty="0" sz="2400" b="1">
                <a:latin typeface="Arial"/>
                <a:cs typeface="Arial"/>
              </a:rPr>
              <a:t>-</a:t>
            </a:r>
            <a:r>
              <a:rPr dirty="0" sz="2400" spc="-5" b="1">
                <a:latin typeface="Times New Roman"/>
                <a:cs typeface="Times New Roman"/>
              </a:rPr>
              <a:t>E</a:t>
            </a:r>
            <a:r>
              <a:rPr dirty="0" baseline="-17921" sz="2325" spc="7" b="1">
                <a:latin typeface="Times New Roman"/>
                <a:cs typeface="Times New Roman"/>
              </a:rPr>
              <a:t>m</a:t>
            </a:r>
            <a:endParaRPr baseline="-17921" sz="2325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1840" y="0"/>
            <a:ext cx="2058670" cy="634365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4000">
                <a:solidFill>
                  <a:srgbClr val="F1F1F1"/>
                </a:solidFill>
                <a:latin typeface="华文楷体"/>
                <a:cs typeface="华文楷体"/>
              </a:rPr>
              <a:t>高中物</a:t>
            </a:r>
            <a:r>
              <a:rPr dirty="0" sz="4000" spc="-10">
                <a:solidFill>
                  <a:srgbClr val="F1F1F1"/>
                </a:solidFill>
                <a:latin typeface="华文楷体"/>
                <a:cs typeface="华文楷体"/>
              </a:rPr>
              <a:t>理</a:t>
            </a:r>
            <a:endParaRPr sz="4000">
              <a:latin typeface="华文楷体"/>
              <a:cs typeface="华文楷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309687" y="767981"/>
            <a:ext cx="661263" cy="35943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1970087" y="804786"/>
            <a:ext cx="267855" cy="28587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2298992" y="762825"/>
            <a:ext cx="3111969" cy="38265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5597131" y="805700"/>
            <a:ext cx="372490" cy="29334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5964732" y="872464"/>
            <a:ext cx="300100" cy="146608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6253657" y="804100"/>
            <a:ext cx="874090" cy="287362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7120432" y="985964"/>
            <a:ext cx="106629" cy="159512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7413231" y="805700"/>
            <a:ext cx="396201" cy="293344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7780832" y="872464"/>
            <a:ext cx="300100" cy="146608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8076209" y="803605"/>
            <a:ext cx="867638" cy="287858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8936532" y="775716"/>
            <a:ext cx="657390" cy="369760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9556953" y="804087"/>
            <a:ext cx="368350" cy="287413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9909073" y="764108"/>
            <a:ext cx="1003071" cy="381368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666902" y="1410703"/>
            <a:ext cx="262699" cy="278828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921562" y="1466824"/>
            <a:ext cx="300100" cy="146608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1218552" y="1406194"/>
            <a:ext cx="730681" cy="287858"/>
          </a:xfrm>
          <a:prstGeom prst="rect">
            <a:avLst/>
          </a:prstGeom>
          <a:blipFill>
            <a:blip r:embed="rId1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1928456" y="1359763"/>
            <a:ext cx="2323871" cy="365887"/>
          </a:xfrm>
          <a:prstGeom prst="rect">
            <a:avLst/>
          </a:prstGeom>
          <a:blipFill>
            <a:blip r:embed="rId1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4221797" y="1398460"/>
            <a:ext cx="525703" cy="287362"/>
          </a:xfrm>
          <a:prstGeom prst="rect">
            <a:avLst/>
          </a:prstGeom>
          <a:blipFill>
            <a:blip r:embed="rId1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4714519" y="1358468"/>
            <a:ext cx="3328657" cy="365887"/>
          </a:xfrm>
          <a:prstGeom prst="rect">
            <a:avLst/>
          </a:prstGeom>
          <a:blipFill>
            <a:blip r:embed="rId2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8039277" y="1399755"/>
            <a:ext cx="390969" cy="285915"/>
          </a:xfrm>
          <a:prstGeom prst="rect">
            <a:avLst/>
          </a:prstGeom>
          <a:blipFill>
            <a:blip r:embed="rId2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8386698" y="1380401"/>
            <a:ext cx="128562" cy="163385"/>
          </a:xfrm>
          <a:prstGeom prst="rect">
            <a:avLst/>
          </a:prstGeom>
          <a:blipFill>
            <a:blip r:embed="rId2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8687231" y="1358468"/>
            <a:ext cx="1984641" cy="381368"/>
          </a:xfrm>
          <a:prstGeom prst="rect">
            <a:avLst/>
          </a:prstGeom>
          <a:blipFill>
            <a:blip r:embed="rId2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10661345" y="1443443"/>
            <a:ext cx="145160" cy="249961"/>
          </a:xfrm>
          <a:prstGeom prst="rect">
            <a:avLst/>
          </a:prstGeom>
          <a:blipFill>
            <a:blip r:embed="rId2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719632" y="2062454"/>
            <a:ext cx="300100" cy="146608"/>
          </a:xfrm>
          <a:prstGeom prst="rect">
            <a:avLst/>
          </a:prstGeom>
          <a:blipFill>
            <a:blip r:embed="rId2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1015974" y="1994090"/>
            <a:ext cx="197116" cy="287362"/>
          </a:xfrm>
          <a:prstGeom prst="rect">
            <a:avLst/>
          </a:prstGeom>
          <a:blipFill>
            <a:blip r:embed="rId2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1194295" y="1955393"/>
            <a:ext cx="3457981" cy="364591"/>
          </a:xfrm>
          <a:prstGeom prst="rect">
            <a:avLst/>
          </a:prstGeom>
          <a:blipFill>
            <a:blip r:embed="rId2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1371600" y="2561361"/>
            <a:ext cx="402005" cy="342671"/>
          </a:xfrm>
          <a:prstGeom prst="rect">
            <a:avLst/>
          </a:prstGeom>
          <a:blipFill>
            <a:blip r:embed="rId2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1820468" y="2547175"/>
            <a:ext cx="4759096" cy="382650"/>
          </a:xfrm>
          <a:prstGeom prst="rect">
            <a:avLst/>
          </a:prstGeom>
          <a:blipFill>
            <a:blip r:embed="rId2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1371600" y="3154451"/>
            <a:ext cx="402005" cy="342671"/>
          </a:xfrm>
          <a:prstGeom prst="rect">
            <a:avLst/>
          </a:prstGeom>
          <a:blipFill>
            <a:blip r:embed="rId3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1807565" y="3147999"/>
            <a:ext cx="999197" cy="358152"/>
          </a:xfrm>
          <a:prstGeom prst="rect">
            <a:avLst/>
          </a:prstGeom>
          <a:blipFill>
            <a:blip r:embed="rId3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2796235" y="3226523"/>
            <a:ext cx="145161" cy="249961"/>
          </a:xfrm>
          <a:prstGeom prst="rect">
            <a:avLst/>
          </a:prstGeom>
          <a:blipFill>
            <a:blip r:embed="rId3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2919272" y="3249904"/>
            <a:ext cx="300100" cy="146608"/>
          </a:xfrm>
          <a:prstGeom prst="rect">
            <a:avLst/>
          </a:prstGeom>
          <a:blipFill>
            <a:blip r:embed="rId3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3215614" y="3181045"/>
            <a:ext cx="1181392" cy="287896"/>
          </a:xfrm>
          <a:prstGeom prst="rect">
            <a:avLst/>
          </a:prstGeom>
          <a:blipFill>
            <a:blip r:embed="rId3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4384535" y="3140265"/>
            <a:ext cx="3457981" cy="369760"/>
          </a:xfrm>
          <a:prstGeom prst="rect">
            <a:avLst/>
          </a:prstGeom>
          <a:blipFill>
            <a:blip r:embed="rId3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8313419" y="1871472"/>
            <a:ext cx="2752344" cy="2543555"/>
          </a:xfrm>
          <a:prstGeom prst="rect">
            <a:avLst/>
          </a:prstGeom>
          <a:blipFill>
            <a:blip r:embed="rId3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1084465" y="3905630"/>
            <a:ext cx="143141" cy="314579"/>
          </a:xfrm>
          <a:prstGeom prst="rect">
            <a:avLst/>
          </a:prstGeom>
          <a:blipFill>
            <a:blip r:embed="rId3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1230998" y="3936581"/>
            <a:ext cx="121704" cy="263385"/>
          </a:xfrm>
          <a:prstGeom prst="rect">
            <a:avLst/>
          </a:prstGeom>
          <a:blipFill>
            <a:blip r:embed="rId3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1391805" y="3905630"/>
            <a:ext cx="143141" cy="314579"/>
          </a:xfrm>
          <a:prstGeom prst="rect">
            <a:avLst/>
          </a:prstGeom>
          <a:blipFill>
            <a:blip r:embed="rId3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1676450" y="3897299"/>
            <a:ext cx="4915154" cy="344347"/>
          </a:xfrm>
          <a:prstGeom prst="rect">
            <a:avLst/>
          </a:prstGeom>
          <a:blipFill>
            <a:blip r:embed="rId4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904239" y="4557928"/>
            <a:ext cx="185991" cy="200723"/>
          </a:xfrm>
          <a:prstGeom prst="rect">
            <a:avLst/>
          </a:prstGeom>
          <a:blipFill>
            <a:blip r:embed="rId4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1074470" y="4545876"/>
            <a:ext cx="280047" cy="138366"/>
          </a:xfrm>
          <a:prstGeom prst="rect">
            <a:avLst/>
          </a:prstGeom>
          <a:blipFill>
            <a:blip r:embed="rId4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1328153" y="4494072"/>
            <a:ext cx="276478" cy="260413"/>
          </a:xfrm>
          <a:prstGeom prst="rect">
            <a:avLst/>
          </a:prstGeom>
          <a:blipFill>
            <a:blip r:embed="rId4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1549146" y="4681880"/>
            <a:ext cx="205282" cy="148170"/>
          </a:xfrm>
          <a:prstGeom prst="rect">
            <a:avLst/>
          </a:prstGeom>
          <a:blipFill>
            <a:blip r:embed="rId4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1726222" y="4487532"/>
            <a:ext cx="480237" cy="263385"/>
          </a:xfrm>
          <a:prstGeom prst="rect">
            <a:avLst/>
          </a:prstGeom>
          <a:blipFill>
            <a:blip r:embed="rId4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2330627" y="4521606"/>
            <a:ext cx="365112" cy="237045"/>
          </a:xfrm>
          <a:prstGeom prst="rect">
            <a:avLst/>
          </a:prstGeom>
          <a:blipFill>
            <a:blip r:embed="rId4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2668320" y="4650638"/>
            <a:ext cx="101460" cy="150279"/>
          </a:xfrm>
          <a:prstGeom prst="rect">
            <a:avLst/>
          </a:prstGeom>
          <a:blipFill>
            <a:blip r:embed="rId4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2941497" y="4557928"/>
            <a:ext cx="257289" cy="200723"/>
          </a:xfrm>
          <a:prstGeom prst="rect">
            <a:avLst/>
          </a:prstGeom>
          <a:blipFill>
            <a:blip r:embed="rId4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3194735" y="4545876"/>
            <a:ext cx="280047" cy="138366"/>
          </a:xfrm>
          <a:prstGeom prst="rect">
            <a:avLst/>
          </a:prstGeom>
          <a:blipFill>
            <a:blip r:embed="rId4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3486518" y="4482756"/>
            <a:ext cx="565962" cy="268300"/>
          </a:xfrm>
          <a:prstGeom prst="rect">
            <a:avLst/>
          </a:prstGeom>
          <a:blipFill>
            <a:blip r:embed="rId5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4257166" y="4486338"/>
            <a:ext cx="465950" cy="264579"/>
          </a:xfrm>
          <a:prstGeom prst="rect">
            <a:avLst/>
          </a:prstGeom>
          <a:blipFill>
            <a:blip r:embed="rId5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4691989" y="4472051"/>
            <a:ext cx="338467" cy="290766"/>
          </a:xfrm>
          <a:prstGeom prst="rect">
            <a:avLst/>
          </a:prstGeom>
          <a:blipFill>
            <a:blip r:embed="rId5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5291188" y="4494072"/>
            <a:ext cx="276478" cy="260413"/>
          </a:xfrm>
          <a:prstGeom prst="rect">
            <a:avLst/>
          </a:prstGeom>
          <a:blipFill>
            <a:blip r:embed="rId5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5512180" y="4681880"/>
            <a:ext cx="205282" cy="148170"/>
          </a:xfrm>
          <a:prstGeom prst="rect">
            <a:avLst/>
          </a:prstGeom>
          <a:blipFill>
            <a:blip r:embed="rId5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5711875" y="4545876"/>
            <a:ext cx="280047" cy="138366"/>
          </a:xfrm>
          <a:prstGeom prst="rect">
            <a:avLst/>
          </a:prstGeom>
          <a:blipFill>
            <a:blip r:embed="rId5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5980138" y="4489462"/>
            <a:ext cx="804481" cy="269633"/>
          </a:xfrm>
          <a:prstGeom prst="rect">
            <a:avLst/>
          </a:prstGeom>
          <a:blipFill>
            <a:blip r:embed="rId5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6780580" y="4545876"/>
            <a:ext cx="280047" cy="138366"/>
          </a:xfrm>
          <a:prstGeom prst="rect">
            <a:avLst/>
          </a:prstGeom>
          <a:blipFill>
            <a:blip r:embed="rId5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/>
          <p:nvPr/>
        </p:nvSpPr>
        <p:spPr>
          <a:xfrm>
            <a:off x="7048842" y="4489462"/>
            <a:ext cx="722744" cy="269189"/>
          </a:xfrm>
          <a:prstGeom prst="rect">
            <a:avLst/>
          </a:prstGeom>
          <a:blipFill>
            <a:blip r:embed="rId5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/>
          <p:nvPr/>
        </p:nvSpPr>
        <p:spPr>
          <a:xfrm>
            <a:off x="7753629" y="4571174"/>
            <a:ext cx="97891" cy="97739"/>
          </a:xfrm>
          <a:prstGeom prst="rect">
            <a:avLst/>
          </a:prstGeom>
          <a:blipFill>
            <a:blip r:embed="rId5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/>
          <p:nvPr/>
        </p:nvSpPr>
        <p:spPr>
          <a:xfrm>
            <a:off x="7830070" y="4489462"/>
            <a:ext cx="371284" cy="269189"/>
          </a:xfrm>
          <a:prstGeom prst="rect">
            <a:avLst/>
          </a:prstGeom>
          <a:blipFill>
            <a:blip r:embed="rId6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/>
          <p:nvPr/>
        </p:nvSpPr>
        <p:spPr>
          <a:xfrm>
            <a:off x="8160029" y="4571174"/>
            <a:ext cx="97891" cy="97739"/>
          </a:xfrm>
          <a:prstGeom prst="rect">
            <a:avLst/>
          </a:prstGeom>
          <a:blipFill>
            <a:blip r:embed="rId6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/>
          <p:nvPr/>
        </p:nvSpPr>
        <p:spPr>
          <a:xfrm>
            <a:off x="8239302" y="4557928"/>
            <a:ext cx="257289" cy="200723"/>
          </a:xfrm>
          <a:prstGeom prst="rect">
            <a:avLst/>
          </a:prstGeom>
          <a:blipFill>
            <a:blip r:embed="rId6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4" name="object 64"/>
          <p:cNvSpPr/>
          <p:nvPr/>
        </p:nvSpPr>
        <p:spPr>
          <a:xfrm>
            <a:off x="8492540" y="4545876"/>
            <a:ext cx="280047" cy="138366"/>
          </a:xfrm>
          <a:prstGeom prst="rect">
            <a:avLst/>
          </a:prstGeom>
          <a:blipFill>
            <a:blip r:embed="rId6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5" name="object 65"/>
          <p:cNvSpPr/>
          <p:nvPr/>
        </p:nvSpPr>
        <p:spPr>
          <a:xfrm>
            <a:off x="8766467" y="4482325"/>
            <a:ext cx="961402" cy="268592"/>
          </a:xfrm>
          <a:prstGeom prst="rect">
            <a:avLst/>
          </a:prstGeom>
          <a:blipFill>
            <a:blip r:embed="rId6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6" name="object 66"/>
          <p:cNvSpPr/>
          <p:nvPr/>
        </p:nvSpPr>
        <p:spPr>
          <a:xfrm>
            <a:off x="1100683" y="6255219"/>
            <a:ext cx="143141" cy="314578"/>
          </a:xfrm>
          <a:prstGeom prst="rect">
            <a:avLst/>
          </a:prstGeom>
          <a:blipFill>
            <a:blip r:embed="rId6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7" name="object 67"/>
          <p:cNvSpPr/>
          <p:nvPr/>
        </p:nvSpPr>
        <p:spPr>
          <a:xfrm>
            <a:off x="1229347" y="6284531"/>
            <a:ext cx="183616" cy="265023"/>
          </a:xfrm>
          <a:prstGeom prst="rect">
            <a:avLst/>
          </a:prstGeom>
          <a:blipFill>
            <a:blip r:embed="rId6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8" name="object 68"/>
          <p:cNvSpPr/>
          <p:nvPr/>
        </p:nvSpPr>
        <p:spPr>
          <a:xfrm>
            <a:off x="1408023" y="6255219"/>
            <a:ext cx="143141" cy="314578"/>
          </a:xfrm>
          <a:prstGeom prst="rect">
            <a:avLst/>
          </a:prstGeom>
          <a:blipFill>
            <a:blip r:embed="rId6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9" name="object 69"/>
          <p:cNvSpPr/>
          <p:nvPr/>
        </p:nvSpPr>
        <p:spPr>
          <a:xfrm>
            <a:off x="1685366" y="6323825"/>
            <a:ext cx="147751" cy="237045"/>
          </a:xfrm>
          <a:prstGeom prst="rect">
            <a:avLst/>
          </a:prstGeom>
          <a:blipFill>
            <a:blip r:embed="rId6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0" name="object 70"/>
          <p:cNvSpPr/>
          <p:nvPr/>
        </p:nvSpPr>
        <p:spPr>
          <a:xfrm>
            <a:off x="1805698" y="6348082"/>
            <a:ext cx="280047" cy="138366"/>
          </a:xfrm>
          <a:prstGeom prst="rect">
            <a:avLst/>
          </a:prstGeom>
          <a:blipFill>
            <a:blip r:embed="rId6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1" name="object 71"/>
          <p:cNvSpPr/>
          <p:nvPr/>
        </p:nvSpPr>
        <p:spPr>
          <a:xfrm>
            <a:off x="2080514" y="6284531"/>
            <a:ext cx="1101166" cy="268782"/>
          </a:xfrm>
          <a:prstGeom prst="rect">
            <a:avLst/>
          </a:prstGeom>
          <a:blipFill>
            <a:blip r:embed="rId7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2" name="object 72"/>
          <p:cNvSpPr/>
          <p:nvPr/>
        </p:nvSpPr>
        <p:spPr>
          <a:xfrm>
            <a:off x="3168408" y="6246876"/>
            <a:ext cx="3375279" cy="344347"/>
          </a:xfrm>
          <a:prstGeom prst="rect">
            <a:avLst/>
          </a:prstGeom>
          <a:blipFill>
            <a:blip r:embed="rId7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3" name="object 73"/>
          <p:cNvSpPr/>
          <p:nvPr/>
        </p:nvSpPr>
        <p:spPr>
          <a:xfrm>
            <a:off x="6519253" y="6360147"/>
            <a:ext cx="185991" cy="200723"/>
          </a:xfrm>
          <a:prstGeom prst="rect">
            <a:avLst/>
          </a:prstGeom>
          <a:blipFill>
            <a:blip r:embed="rId7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4" name="object 74"/>
          <p:cNvSpPr/>
          <p:nvPr/>
        </p:nvSpPr>
        <p:spPr>
          <a:xfrm>
            <a:off x="6689470" y="6348082"/>
            <a:ext cx="280047" cy="138366"/>
          </a:xfrm>
          <a:prstGeom prst="rect">
            <a:avLst/>
          </a:prstGeom>
          <a:blipFill>
            <a:blip r:embed="rId7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5" name="object 75"/>
          <p:cNvSpPr/>
          <p:nvPr/>
        </p:nvSpPr>
        <p:spPr>
          <a:xfrm>
            <a:off x="7134923" y="6284531"/>
            <a:ext cx="943546" cy="268592"/>
          </a:xfrm>
          <a:prstGeom prst="rect">
            <a:avLst/>
          </a:prstGeom>
          <a:blipFill>
            <a:blip r:embed="rId7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6" name="object 76"/>
          <p:cNvSpPr/>
          <p:nvPr/>
        </p:nvSpPr>
        <p:spPr>
          <a:xfrm>
            <a:off x="8067585" y="6430390"/>
            <a:ext cx="130352" cy="131076"/>
          </a:xfrm>
          <a:prstGeom prst="rect">
            <a:avLst/>
          </a:prstGeom>
          <a:blipFill>
            <a:blip r:embed="rId7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7" name="object 77"/>
          <p:cNvSpPr/>
          <p:nvPr/>
        </p:nvSpPr>
        <p:spPr>
          <a:xfrm>
            <a:off x="853135" y="5069217"/>
            <a:ext cx="4322064" cy="344347"/>
          </a:xfrm>
          <a:prstGeom prst="rect">
            <a:avLst/>
          </a:prstGeom>
          <a:blipFill>
            <a:blip r:embed="rId7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8" name="object 78"/>
          <p:cNvSpPr/>
          <p:nvPr/>
        </p:nvSpPr>
        <p:spPr>
          <a:xfrm>
            <a:off x="849122" y="5729859"/>
            <a:ext cx="185991" cy="200723"/>
          </a:xfrm>
          <a:prstGeom prst="rect">
            <a:avLst/>
          </a:prstGeom>
          <a:blipFill>
            <a:blip r:embed="rId7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9" name="object 79"/>
          <p:cNvSpPr/>
          <p:nvPr/>
        </p:nvSpPr>
        <p:spPr>
          <a:xfrm>
            <a:off x="1019340" y="5717794"/>
            <a:ext cx="280047" cy="138366"/>
          </a:xfrm>
          <a:prstGeom prst="rect">
            <a:avLst/>
          </a:prstGeom>
          <a:blipFill>
            <a:blip r:embed="rId7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0" name="object 80"/>
          <p:cNvSpPr/>
          <p:nvPr/>
        </p:nvSpPr>
        <p:spPr>
          <a:xfrm>
            <a:off x="1273022" y="5666003"/>
            <a:ext cx="276478" cy="260413"/>
          </a:xfrm>
          <a:prstGeom prst="rect">
            <a:avLst/>
          </a:prstGeom>
          <a:blipFill>
            <a:blip r:embed="rId7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1" name="object 81"/>
          <p:cNvSpPr/>
          <p:nvPr/>
        </p:nvSpPr>
        <p:spPr>
          <a:xfrm>
            <a:off x="1494015" y="5853810"/>
            <a:ext cx="205282" cy="148170"/>
          </a:xfrm>
          <a:prstGeom prst="rect">
            <a:avLst/>
          </a:prstGeom>
          <a:blipFill>
            <a:blip r:embed="rId5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2" name="object 82"/>
          <p:cNvSpPr/>
          <p:nvPr/>
        </p:nvSpPr>
        <p:spPr>
          <a:xfrm>
            <a:off x="1671091" y="5659450"/>
            <a:ext cx="480237" cy="263385"/>
          </a:xfrm>
          <a:prstGeom prst="rect">
            <a:avLst/>
          </a:prstGeom>
          <a:blipFill>
            <a:blip r:embed="rId8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3" name="object 83"/>
          <p:cNvSpPr/>
          <p:nvPr/>
        </p:nvSpPr>
        <p:spPr>
          <a:xfrm>
            <a:off x="2275509" y="5693536"/>
            <a:ext cx="365112" cy="237045"/>
          </a:xfrm>
          <a:prstGeom prst="rect">
            <a:avLst/>
          </a:prstGeom>
          <a:blipFill>
            <a:blip r:embed="rId8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4" name="object 84"/>
          <p:cNvSpPr/>
          <p:nvPr/>
        </p:nvSpPr>
        <p:spPr>
          <a:xfrm>
            <a:off x="2689390" y="5717794"/>
            <a:ext cx="280047" cy="138366"/>
          </a:xfrm>
          <a:prstGeom prst="rect">
            <a:avLst/>
          </a:prstGeom>
          <a:blipFill>
            <a:blip r:embed="rId8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5" name="object 85"/>
          <p:cNvSpPr/>
          <p:nvPr/>
        </p:nvSpPr>
        <p:spPr>
          <a:xfrm>
            <a:off x="2963316" y="5629693"/>
            <a:ext cx="1965578" cy="319341"/>
          </a:xfrm>
          <a:prstGeom prst="rect">
            <a:avLst/>
          </a:prstGeom>
          <a:blipFill>
            <a:blip r:embed="rId8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6" name="object 86"/>
          <p:cNvSpPr/>
          <p:nvPr/>
        </p:nvSpPr>
        <p:spPr>
          <a:xfrm>
            <a:off x="4993373" y="5682069"/>
            <a:ext cx="177406" cy="240766"/>
          </a:xfrm>
          <a:prstGeom prst="rect">
            <a:avLst/>
          </a:prstGeom>
          <a:blipFill>
            <a:blip r:embed="rId8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7" name="object 87"/>
          <p:cNvSpPr/>
          <p:nvPr/>
        </p:nvSpPr>
        <p:spPr>
          <a:xfrm>
            <a:off x="5109781" y="5629693"/>
            <a:ext cx="504050" cy="319341"/>
          </a:xfrm>
          <a:prstGeom prst="rect">
            <a:avLst/>
          </a:prstGeom>
          <a:blipFill>
            <a:blip r:embed="rId8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8" name="object 88"/>
          <p:cNvSpPr/>
          <p:nvPr/>
        </p:nvSpPr>
        <p:spPr>
          <a:xfrm>
            <a:off x="5602935" y="5800102"/>
            <a:ext cx="130352" cy="131076"/>
          </a:xfrm>
          <a:prstGeom prst="rect">
            <a:avLst/>
          </a:prstGeom>
          <a:blipFill>
            <a:blip r:embed="rId8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2025-04-20T10:35:33Z</dcterms:created>
  <dcterms:modified xsi:type="dcterms:W3CDTF">2025-04-20T10:35:33Z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2023-10-17T00:00:00Z</vt:filetime>
  </property>
  <property fmtid="{D5CDD505-2E9C-101B-9397-08002B2CF9AE}" pid="3" name="Creator">
    <vt:lpwstr>WPS 演示</vt:lpwstr>
  </property>
  <property fmtid="{D5CDD505-2E9C-101B-9397-08002B2CF9AE}" pid="4" name="LastSaved">
    <vt:filetime>2025-04-20T00:00:00Z</vt:filetime>
  </property>
</Properties>
</file>